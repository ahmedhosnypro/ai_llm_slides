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7" name="Shape 5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8" name="Shape 6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9" name="Shape 7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0" name="Shape 8"/>
          <p:cNvSpPr/>
          <p:nvPr/>
        </p:nvSpPr>
        <p:spPr>
          <a:xfrm>
            <a:off x="1193800" y="3124200"/>
            <a:ext cx="889000" cy="13970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870200"/>
            <a:ext cx="838200" cy="1562100"/>
          </a:xfrm>
          <a:prstGeom prst="ellipse">
            <a:avLst/>
          </a:prstGeom>
          <a:solidFill>
            <a:srgbClr val="EABC78"/>
          </a:solidFill>
          <a:ln w="12700">
            <a:solidFill>
              <a:srgbClr val="C8843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24100" y="2921000"/>
            <a:ext cx="647700" cy="1447800"/>
          </a:xfrm>
          <a:prstGeom prst="ellipse">
            <a:avLst/>
          </a:prstGeom>
          <a:solidFill>
            <a:srgbClr val="4FE07C">
              <a:alpha val="75000"/>
            </a:srgbClr>
          </a:solidFill>
          <a:ln w="9525">
            <a:solidFill>
              <a:srgbClr val="2E7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1100" y="33528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7300" y="33528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7800" y="33528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2451100" y="37084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7300" y="37084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7800" y="37084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2451100" y="40640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7300" y="40640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40640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451100" y="43688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7300" y="43688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7800" y="43688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119380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1064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2748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4432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116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2700" y="30797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1866900" y="31496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057400" y="30670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30670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119380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064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748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4432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6116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2700" y="34480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1866900" y="35179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057400" y="34353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34353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119380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064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748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4432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6116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82700" y="38036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1866900" y="38735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057400" y="37909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57400" y="37909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119380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1064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2748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4432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6116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82700" y="41719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1866900" y="42418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057400" y="41592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592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1" name="Shape 69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3" name="Shape 71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5" name="Shape 73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3606800" y="2692400"/>
            <a:ext cx="355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6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6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pic>
        <p:nvPicPr>
          <p:cNvPr id="84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98750"/>
            <a:ext cx="195072" cy="106680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4381500" y="2800350"/>
            <a:ext cx="228600" cy="25400"/>
          </a:xfrm>
          <a:prstGeom prst="rect">
            <a:avLst/>
          </a:prstGeom>
          <a:solidFill>
            <a:srgbClr val="D87090"/>
          </a:solidFill>
          <a:ln/>
        </p:spPr>
      </p:sp>
      <p:pic>
        <p:nvPicPr>
          <p:cNvPr id="86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25750"/>
            <a:ext cx="168910" cy="140208"/>
          </a:xfrm>
          <a:prstGeom prst="rect">
            <a:avLst/>
          </a:prstGeom>
        </p:spPr>
      </p:pic>
      <p:sp>
        <p:nvSpPr>
          <p:cNvPr id="87" name="Shape 83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88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89" name="Shape 84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90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91" name="Shape 85"/>
          <p:cNvSpPr/>
          <p:nvPr/>
        </p:nvSpPr>
        <p:spPr>
          <a:xfrm>
            <a:off x="4267200" y="31496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86"/>
          <p:cNvSpPr/>
          <p:nvPr/>
        </p:nvSpPr>
        <p:spPr>
          <a:xfrm>
            <a:off x="4267200" y="35179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87"/>
          <p:cNvSpPr/>
          <p:nvPr/>
        </p:nvSpPr>
        <p:spPr>
          <a:xfrm>
            <a:off x="4267200" y="38735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Shape 88"/>
          <p:cNvSpPr/>
          <p:nvPr/>
        </p:nvSpPr>
        <p:spPr>
          <a:xfrm>
            <a:off x="4267200" y="42418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5" name="Shape 89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6" name="Shape 90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7" name="Shape 91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98" name="Text 9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99" name="Shape 93"/>
          <p:cNvSpPr/>
          <p:nvPr/>
        </p:nvSpPr>
        <p:spPr>
          <a:xfrm flipV="1">
            <a:off x="5317490" y="2933700"/>
            <a:ext cx="0" cy="520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0" name="Shape 94"/>
          <p:cNvSpPr/>
          <p:nvPr/>
        </p:nvSpPr>
        <p:spPr>
          <a:xfrm flipV="1">
            <a:off x="5594350" y="2933700"/>
            <a:ext cx="0" cy="520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1" name="Shape 95"/>
          <p:cNvSpPr/>
          <p:nvPr/>
        </p:nvSpPr>
        <p:spPr>
          <a:xfrm flipV="1">
            <a:off x="5868670" y="2933700"/>
            <a:ext cx="0" cy="520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2" name="Shape 96"/>
          <p:cNvSpPr/>
          <p:nvPr/>
        </p:nvSpPr>
        <p:spPr>
          <a:xfrm flipV="1">
            <a:off x="6145530" y="2933700"/>
            <a:ext cx="0" cy="520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04" name="Text 98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05" name="Text 99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06" name="Shape 100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07" name="Shape 101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08" name="Shape 102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09" name="Shape 103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1" name="Text 105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12" name="Text 106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3" name="Shape 107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6" name="Shape 110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7" name="Shape 111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8" name="Text 112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19" name="Text 113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0" name="Shape 114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1" name="Shape 115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5" name="Text 119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6" name="Text 120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27" name="Shape 121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8" name="Shape 122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832600" y="30607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2" name="Text 126"/>
          <p:cNvSpPr/>
          <p:nvPr/>
        </p:nvSpPr>
        <p:spPr>
          <a:xfrm>
            <a:off x="6832600" y="30607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33" name="Shape 127"/>
          <p:cNvSpPr/>
          <p:nvPr/>
        </p:nvSpPr>
        <p:spPr>
          <a:xfrm>
            <a:off x="7099300" y="31496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4" name="Shape 128"/>
          <p:cNvSpPr/>
          <p:nvPr/>
        </p:nvSpPr>
        <p:spPr>
          <a:xfrm>
            <a:off x="6832600" y="34036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5" name="Text 129"/>
          <p:cNvSpPr/>
          <p:nvPr/>
        </p:nvSpPr>
        <p:spPr>
          <a:xfrm>
            <a:off x="6832600" y="34036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36" name="Shape 130"/>
          <p:cNvSpPr/>
          <p:nvPr/>
        </p:nvSpPr>
        <p:spPr>
          <a:xfrm>
            <a:off x="7099300" y="34925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7" name="Shape 131"/>
          <p:cNvSpPr/>
          <p:nvPr/>
        </p:nvSpPr>
        <p:spPr>
          <a:xfrm>
            <a:off x="6832600" y="37465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8" name="Text 132"/>
          <p:cNvSpPr/>
          <p:nvPr/>
        </p:nvSpPr>
        <p:spPr>
          <a:xfrm>
            <a:off x="6832600" y="37465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39" name="Shape 133"/>
          <p:cNvSpPr/>
          <p:nvPr/>
        </p:nvSpPr>
        <p:spPr>
          <a:xfrm>
            <a:off x="7099300" y="38354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0" name="Shape 134"/>
          <p:cNvSpPr/>
          <p:nvPr/>
        </p:nvSpPr>
        <p:spPr>
          <a:xfrm>
            <a:off x="6832600" y="41275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6832600" y="41275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2" name="Shape 136"/>
          <p:cNvSpPr/>
          <p:nvPr/>
        </p:nvSpPr>
        <p:spPr>
          <a:xfrm>
            <a:off x="7099300" y="42164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3" name="Shape 137"/>
          <p:cNvSpPr/>
          <p:nvPr/>
        </p:nvSpPr>
        <p:spPr>
          <a:xfrm>
            <a:off x="7302500" y="2959100"/>
            <a:ext cx="736600" cy="14859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44" name="Shape 138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47" name="Shape 141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48" name="Shape 142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49" name="Shape 143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0" name="Shape 144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1" name="Shape 145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2" name="Shape 146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3" name="Shape 147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5" name="Shape 149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7" name="Shape 151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 flipV="1">
            <a:off x="7670800" y="42545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61" name="Shape 155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62" name="Shape 156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8" name="Shape 172"/>
          <p:cNvSpPr/>
          <p:nvPr/>
        </p:nvSpPr>
        <p:spPr>
          <a:xfrm flipV="1">
            <a:off x="8337550" y="41783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79" name="Shape 173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80" name="Shape 174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6" name="Shape 190"/>
          <p:cNvSpPr/>
          <p:nvPr/>
        </p:nvSpPr>
        <p:spPr>
          <a:xfrm flipV="1">
            <a:off x="8985250" y="396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97" name="Shape 191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8" name="Shape 192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4" name="Shape 208"/>
          <p:cNvSpPr/>
          <p:nvPr/>
        </p:nvSpPr>
        <p:spPr>
          <a:xfrm flipV="1">
            <a:off x="9582150" y="36068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215" name="Shape 209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 flipV="1">
            <a:off x="9956800" y="31877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233" name="Text 22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4" name="Text 22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35" name="Text 22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36" name="Text 23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37" name="Text 23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8" name="Text 23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39" name="Text 23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0" name="Text 23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1" name="Text 23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2" name="Text 23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3" name="Text 23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4" name="Text 23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5" name="Text 23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6" name="Text 24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7" name="Text 24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8" name="Text 24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9" name="Text 24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0" name="Text 24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1" name="Text 24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2" name="Text 24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3" name="Shape 24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54" name="Text 24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55" name="Shape 24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56" name="Text 25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57" name="Shape 25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58" name="Text 25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59" name="Shape 25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0" name="Text 25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1" name="Shape 25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2" name="Text 25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3" name="Shape 25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4" name="Text 25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65" name="Shape 25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6" name="Text 26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67" name="Shape 26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8" name="Text 26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69" name="Shape 26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0" name="Text 26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71" name="Shape 26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2" name="Text 26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73" name="Shape 26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78" name="Text 272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279" name="Shape 273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0" name="Text 274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281" name="Shape 275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2" name="Text 276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283" name="Shape 277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4" name="Text 278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285" name="Shape 279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6" name="Text 280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287" name="Shape 281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88" name="Text 282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90" name="Text 284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92" name="Text 286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94" name="Text 288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96" name="Text 290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297" name="Shape 291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98" name="Text 292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299" name="Shape 293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0" name="Text 294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01" name="Shape 295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2" name="Text 296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03" name="Shape 297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4" name="Text 298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05" name="Shape 299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6" name="Text 300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07" name="Shape 301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8" name="Text 302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09" name="Shape 303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0" name="Text 304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1" name="Shape 305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2" name="Text 306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13" name="Shape 307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4" name="Text 308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15" name="Shape 309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6" name="Text 310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17" name="Shape 311"/>
          <p:cNvSpPr/>
          <p:nvPr/>
        </p:nvSpPr>
        <p:spPr>
          <a:xfrm>
            <a:off x="5321300" y="1968500"/>
            <a:ext cx="1016000" cy="190500"/>
          </a:xfrm>
          <a:prstGeom prst="roundRect">
            <a:avLst>
              <a:gd name="adj" fmla="val 14400"/>
            </a:avLst>
          </a:prstGeom>
          <a:solidFill>
            <a:srgbClr val="C0531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8" name="Shape 312"/>
          <p:cNvSpPr/>
          <p:nvPr/>
        </p:nvSpPr>
        <p:spPr>
          <a:xfrm>
            <a:off x="5397500" y="2006600"/>
            <a:ext cx="215900" cy="114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19" name="Shape 313"/>
          <p:cNvSpPr/>
          <p:nvPr/>
        </p:nvSpPr>
        <p:spPr>
          <a:xfrm>
            <a:off x="5613400" y="2006600"/>
            <a:ext cx="215900" cy="114300"/>
          </a:xfrm>
          <a:prstGeom prst="rect">
            <a:avLst/>
          </a:prstGeom>
          <a:solidFill>
            <a:srgbClr val="C8E6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0" name="Shape 314"/>
          <p:cNvSpPr/>
          <p:nvPr/>
        </p:nvSpPr>
        <p:spPr>
          <a:xfrm>
            <a:off x="5829300" y="2006600"/>
            <a:ext cx="215900" cy="1143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1" name="Shape 315"/>
          <p:cNvSpPr/>
          <p:nvPr/>
        </p:nvSpPr>
        <p:spPr>
          <a:xfrm>
            <a:off x="6045200" y="2006600"/>
            <a:ext cx="215900" cy="114300"/>
          </a:xfrm>
          <a:prstGeom prst="rect">
            <a:avLst/>
          </a:prstGeom>
          <a:solidFill>
            <a:srgbClr val="FFF9C4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2" name="Shape 316"/>
          <p:cNvSpPr/>
          <p:nvPr/>
        </p:nvSpPr>
        <p:spPr>
          <a:xfrm>
            <a:off x="5892800" y="1714500"/>
            <a:ext cx="914400" cy="190500"/>
          </a:xfrm>
          <a:prstGeom prst="roundRect">
            <a:avLst>
              <a:gd name="adj" fmla="val 14400"/>
            </a:avLst>
          </a:prstGeom>
          <a:solidFill>
            <a:srgbClr val="5A5A5A"/>
          </a:solidFill>
          <a:ln w="9525">
            <a:solidFill>
              <a:srgbClr val="B0B0B0"/>
            </a:solidFill>
            <a:prstDash val="dash"/>
          </a:ln>
        </p:spPr>
      </p:sp>
      <p:sp>
        <p:nvSpPr>
          <p:cNvPr id="323" name="Shape 317"/>
          <p:cNvSpPr/>
          <p:nvPr/>
        </p:nvSpPr>
        <p:spPr>
          <a:xfrm>
            <a:off x="5969000" y="1752600"/>
            <a:ext cx="190500" cy="114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4" name="Shape 318"/>
          <p:cNvSpPr/>
          <p:nvPr/>
        </p:nvSpPr>
        <p:spPr>
          <a:xfrm>
            <a:off x="6159500" y="1752600"/>
            <a:ext cx="190500" cy="114300"/>
          </a:xfrm>
          <a:prstGeom prst="rect">
            <a:avLst/>
          </a:prstGeom>
          <a:solidFill>
            <a:srgbClr val="C8E6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5" name="Shape 319"/>
          <p:cNvSpPr/>
          <p:nvPr/>
        </p:nvSpPr>
        <p:spPr>
          <a:xfrm>
            <a:off x="6350000" y="1752600"/>
            <a:ext cx="190500" cy="1143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6" name="Shape 320"/>
          <p:cNvSpPr/>
          <p:nvPr/>
        </p:nvSpPr>
        <p:spPr>
          <a:xfrm>
            <a:off x="6540500" y="1752600"/>
            <a:ext cx="190500" cy="114300"/>
          </a:xfrm>
          <a:prstGeom prst="rect">
            <a:avLst/>
          </a:prstGeom>
          <a:solidFill>
            <a:srgbClr val="FFF9C4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7" name="Shape 321"/>
          <p:cNvSpPr/>
          <p:nvPr/>
        </p:nvSpPr>
        <p:spPr>
          <a:xfrm>
            <a:off x="6477000" y="1460500"/>
            <a:ext cx="889000" cy="165100"/>
          </a:xfrm>
          <a:prstGeom prst="roundRect">
            <a:avLst>
              <a:gd name="adj" fmla="val 16615"/>
            </a:avLst>
          </a:prstGeom>
          <a:solidFill>
            <a:srgbClr val="FFFF00"/>
          </a:solidFill>
          <a:ln w="9525">
            <a:solidFill>
              <a:srgbClr val="B8B860"/>
            </a:solidFill>
            <a:prstDash val="dash"/>
          </a:ln>
        </p:spPr>
      </p:sp>
      <p:sp>
        <p:nvSpPr>
          <p:cNvPr id="328" name="Shape 322"/>
          <p:cNvSpPr/>
          <p:nvPr/>
        </p:nvSpPr>
        <p:spPr>
          <a:xfrm>
            <a:off x="6553200" y="1485900"/>
            <a:ext cx="184150" cy="114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9" name="Shape 323"/>
          <p:cNvSpPr/>
          <p:nvPr/>
        </p:nvSpPr>
        <p:spPr>
          <a:xfrm>
            <a:off x="6737350" y="1485900"/>
            <a:ext cx="184150" cy="114300"/>
          </a:xfrm>
          <a:prstGeom prst="rect">
            <a:avLst/>
          </a:prstGeom>
          <a:solidFill>
            <a:srgbClr val="C8E6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0" name="Shape 324"/>
          <p:cNvSpPr/>
          <p:nvPr/>
        </p:nvSpPr>
        <p:spPr>
          <a:xfrm>
            <a:off x="6921500" y="1485900"/>
            <a:ext cx="184150" cy="1143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1" name="Shape 325"/>
          <p:cNvSpPr/>
          <p:nvPr/>
        </p:nvSpPr>
        <p:spPr>
          <a:xfrm>
            <a:off x="7105650" y="1485900"/>
            <a:ext cx="184150" cy="114300"/>
          </a:xfrm>
          <a:prstGeom prst="rect">
            <a:avLst/>
          </a:prstGeom>
          <a:solidFill>
            <a:srgbClr val="FFF9C4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2" name="Shape 326"/>
          <p:cNvSpPr/>
          <p:nvPr/>
        </p:nvSpPr>
        <p:spPr>
          <a:xfrm>
            <a:off x="6959600" y="1168400"/>
            <a:ext cx="965200" cy="228600"/>
          </a:xfrm>
          <a:prstGeom prst="roundRect">
            <a:avLst>
              <a:gd name="adj" fmla="val 12000"/>
            </a:avLst>
          </a:prstGeom>
          <a:solidFill>
            <a:srgbClr val="90EE90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333" name="Shape 327"/>
          <p:cNvSpPr/>
          <p:nvPr/>
        </p:nvSpPr>
        <p:spPr>
          <a:xfrm>
            <a:off x="7035800" y="1225550"/>
            <a:ext cx="203200" cy="114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4" name="Shape 328"/>
          <p:cNvSpPr/>
          <p:nvPr/>
        </p:nvSpPr>
        <p:spPr>
          <a:xfrm>
            <a:off x="7239000" y="1225550"/>
            <a:ext cx="203200" cy="114300"/>
          </a:xfrm>
          <a:prstGeom prst="rect">
            <a:avLst/>
          </a:prstGeom>
          <a:solidFill>
            <a:srgbClr val="C8E6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5" name="Shape 329"/>
          <p:cNvSpPr/>
          <p:nvPr/>
        </p:nvSpPr>
        <p:spPr>
          <a:xfrm>
            <a:off x="7442200" y="1225550"/>
            <a:ext cx="203200" cy="1143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6" name="Shape 330"/>
          <p:cNvSpPr/>
          <p:nvPr/>
        </p:nvSpPr>
        <p:spPr>
          <a:xfrm>
            <a:off x="7645400" y="1225550"/>
            <a:ext cx="203200" cy="114300"/>
          </a:xfrm>
          <a:prstGeom prst="rect">
            <a:avLst/>
          </a:prstGeom>
          <a:solidFill>
            <a:srgbClr val="FFF9C4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7" name="Shape 331"/>
          <p:cNvSpPr/>
          <p:nvPr/>
        </p:nvSpPr>
        <p:spPr>
          <a:xfrm>
            <a:off x="7543800" y="952500"/>
            <a:ext cx="927100" cy="203200"/>
          </a:xfrm>
          <a:prstGeom prst="roundRect">
            <a:avLst>
              <a:gd name="adj" fmla="val 13500"/>
            </a:avLst>
          </a:prstGeom>
          <a:solidFill>
            <a:srgbClr val="F5CBA0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338" name="Shape 332"/>
          <p:cNvSpPr/>
          <p:nvPr/>
        </p:nvSpPr>
        <p:spPr>
          <a:xfrm>
            <a:off x="7620000" y="996950"/>
            <a:ext cx="193675" cy="114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Shape 333"/>
          <p:cNvSpPr/>
          <p:nvPr/>
        </p:nvSpPr>
        <p:spPr>
          <a:xfrm>
            <a:off x="7813675" y="996950"/>
            <a:ext cx="193675" cy="114300"/>
          </a:xfrm>
          <a:prstGeom prst="rect">
            <a:avLst/>
          </a:prstGeom>
          <a:solidFill>
            <a:srgbClr val="C8E6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0" name="Shape 334"/>
          <p:cNvSpPr/>
          <p:nvPr/>
        </p:nvSpPr>
        <p:spPr>
          <a:xfrm>
            <a:off x="8007350" y="996950"/>
            <a:ext cx="193675" cy="1143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1" name="Shape 335"/>
          <p:cNvSpPr/>
          <p:nvPr/>
        </p:nvSpPr>
        <p:spPr>
          <a:xfrm>
            <a:off x="8201025" y="996950"/>
            <a:ext cx="193675" cy="114300"/>
          </a:xfrm>
          <a:prstGeom prst="rect">
            <a:avLst/>
          </a:prstGeom>
          <a:solidFill>
            <a:srgbClr val="FFF9C4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2" name="Shape 336"/>
          <p:cNvSpPr/>
          <p:nvPr/>
        </p:nvSpPr>
        <p:spPr>
          <a:xfrm flipV="1">
            <a:off x="6362700" y="1905000"/>
            <a:ext cx="0" cy="1270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43" name="Shape 337"/>
          <p:cNvSpPr/>
          <p:nvPr/>
        </p:nvSpPr>
        <p:spPr>
          <a:xfrm flipV="1">
            <a:off x="6896100" y="1651000"/>
            <a:ext cx="0" cy="1270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44" name="Shape 338"/>
          <p:cNvSpPr/>
          <p:nvPr/>
        </p:nvSpPr>
        <p:spPr>
          <a:xfrm flipV="1">
            <a:off x="7442200" y="1397000"/>
            <a:ext cx="0" cy="1270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45" name="Shape 339"/>
          <p:cNvSpPr/>
          <p:nvPr/>
        </p:nvSpPr>
        <p:spPr>
          <a:xfrm flipV="1">
            <a:off x="8001000" y="1143000"/>
            <a:ext cx="0" cy="1270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46" name="Shape 340"/>
          <p:cNvSpPr/>
          <p:nvPr/>
        </p:nvSpPr>
        <p:spPr>
          <a:xfrm flipV="1">
            <a:off x="5422900" y="2222500"/>
            <a:ext cx="266700" cy="1397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pic>
        <p:nvPicPr>
          <p:cNvPr id="347" name="Image 4" descr="/home/ahmed/Projects/ai_llm_slides/videos/deep-learning/002_transformers_part2/recreated_pptx/build/assets/plane0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825500"/>
            <a:ext cx="4254500" cy="2070100"/>
          </a:xfrm>
          <a:prstGeom prst="rect">
            <a:avLst/>
          </a:prstGeom>
        </p:spPr>
      </p:pic>
      <p:pic>
        <p:nvPicPr>
          <p:cNvPr id="348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49" name="Text 341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0" name="Shape 342"/>
          <p:cNvSpPr/>
          <p:nvPr/>
        </p:nvSpPr>
        <p:spPr>
          <a:xfrm>
            <a:off x="2197100" y="5092700"/>
            <a:ext cx="2781300" cy="406400"/>
          </a:xfrm>
          <a:prstGeom prst="roundRect">
            <a:avLst>
              <a:gd name="adj" fmla="val 11250"/>
            </a:avLst>
          </a:prstGeom>
          <a:solidFill>
            <a:srgbClr val="E8FCE8"/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351" name="Shape 343"/>
          <p:cNvSpPr/>
          <p:nvPr/>
        </p:nvSpPr>
        <p:spPr>
          <a:xfrm>
            <a:off x="2286000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2" name="Shape 344"/>
          <p:cNvSpPr/>
          <p:nvPr/>
        </p:nvSpPr>
        <p:spPr>
          <a:xfrm>
            <a:off x="2403475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3" name="Shape 345"/>
          <p:cNvSpPr/>
          <p:nvPr/>
        </p:nvSpPr>
        <p:spPr>
          <a:xfrm>
            <a:off x="2520950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4" name="Shape 346"/>
          <p:cNvSpPr/>
          <p:nvPr/>
        </p:nvSpPr>
        <p:spPr>
          <a:xfrm>
            <a:off x="2638425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5" name="Text 347"/>
          <p:cNvSpPr/>
          <p:nvPr/>
        </p:nvSpPr>
        <p:spPr>
          <a:xfrm>
            <a:off x="2286000" y="5181600"/>
            <a:ext cx="4699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56" name="Shape 348"/>
          <p:cNvSpPr/>
          <p:nvPr/>
        </p:nvSpPr>
        <p:spPr>
          <a:xfrm>
            <a:off x="29718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7" name="Shape 349"/>
          <p:cNvSpPr/>
          <p:nvPr/>
        </p:nvSpPr>
        <p:spPr>
          <a:xfrm>
            <a:off x="31242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8" name="Shape 350"/>
          <p:cNvSpPr/>
          <p:nvPr/>
        </p:nvSpPr>
        <p:spPr>
          <a:xfrm>
            <a:off x="32766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9" name="Shape 351"/>
          <p:cNvSpPr/>
          <p:nvPr/>
        </p:nvSpPr>
        <p:spPr>
          <a:xfrm>
            <a:off x="34290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60" name="Text 352"/>
          <p:cNvSpPr/>
          <p:nvPr/>
        </p:nvSpPr>
        <p:spPr>
          <a:xfrm>
            <a:off x="2971800" y="5156200"/>
            <a:ext cx="60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361" name="Shape 353"/>
          <p:cNvSpPr/>
          <p:nvPr/>
        </p:nvSpPr>
        <p:spPr>
          <a:xfrm>
            <a:off x="3657600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2" name="Shape 354"/>
          <p:cNvSpPr/>
          <p:nvPr/>
        </p:nvSpPr>
        <p:spPr>
          <a:xfrm>
            <a:off x="3800475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3943350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4086225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5" name="Text 357"/>
          <p:cNvSpPr/>
          <p:nvPr/>
        </p:nvSpPr>
        <p:spPr>
          <a:xfrm>
            <a:off x="3657600" y="5181600"/>
            <a:ext cx="571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366" name="Shape 358"/>
          <p:cNvSpPr/>
          <p:nvPr/>
        </p:nvSpPr>
        <p:spPr>
          <a:xfrm>
            <a:off x="427990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442595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457200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471805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4279900" y="5181600"/>
            <a:ext cx="5842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371" name="Shape 363"/>
          <p:cNvSpPr/>
          <p:nvPr/>
        </p:nvSpPr>
        <p:spPr>
          <a:xfrm flipH="1" flipV="1">
            <a:off x="3009900" y="5410200"/>
            <a:ext cx="63500" cy="203200"/>
          </a:xfrm>
          <a:prstGeom prst="line">
            <a:avLst/>
          </a:prstGeom>
          <a:noFill/>
          <a:ln w="508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72" name="Shape 364"/>
          <p:cNvSpPr/>
          <p:nvPr/>
        </p:nvSpPr>
        <p:spPr>
          <a:xfrm>
            <a:off x="3302000" y="4610100"/>
            <a:ext cx="76200" cy="127000"/>
          </a:xfrm>
          <a:prstGeom prst="rect">
            <a:avLst/>
          </a:prstGeom>
          <a:solidFill>
            <a:srgbClr val="E8D8B0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3378200" y="4610100"/>
            <a:ext cx="76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454400" y="4610100"/>
            <a:ext cx="76200" cy="127000"/>
          </a:xfrm>
          <a:prstGeom prst="rect">
            <a:avLst/>
          </a:prstGeom>
          <a:solidFill>
            <a:srgbClr val="E8D8B0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530600" y="4610100"/>
            <a:ext cx="76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76" name="Text 368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77" name="Shape 369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78" name="Text 370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79" name="Shape 371"/>
          <p:cNvSpPr/>
          <p:nvPr/>
        </p:nvSpPr>
        <p:spPr>
          <a:xfrm flipV="1">
            <a:off x="3302000" y="4495800"/>
            <a:ext cx="0" cy="1016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80" name="Shape 372"/>
          <p:cNvSpPr/>
          <p:nvPr/>
        </p:nvSpPr>
        <p:spPr>
          <a:xfrm flipV="1">
            <a:off x="3263900" y="5041900"/>
            <a:ext cx="0" cy="889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81" name="Shape 373"/>
          <p:cNvSpPr/>
          <p:nvPr/>
        </p:nvSpPr>
        <p:spPr>
          <a:xfrm>
            <a:off x="1651000" y="4419600"/>
            <a:ext cx="165100" cy="72390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</a:ln>
        </p:spPr>
      </p:sp>
      <p:sp>
        <p:nvSpPr>
          <p:cNvPr id="382" name="Text 374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2026-10-12T00:46:15Z</dcterms:created>
  <dcterms:modified xsi:type="dcterms:W3CDTF">2026-10-12T00:46:15Z</dcterms:modified>
</cp:coreProperties>
</file>