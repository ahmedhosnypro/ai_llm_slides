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086675" y="651241"/>
            <a:ext cx="3950459" cy="6206727"/>
          </a:xfrm>
          <a:prstGeom prst="roundRect">
            <a:avLst>
              <a:gd name="adj" fmla="val 1389"/>
            </a:avLst>
          </a:prstGeom>
          <a:solidFill>
            <a:srgbClr val="C0EBD0"/>
          </a:solidFill>
          <a:ln w="25400">
            <a:solidFill>
              <a:srgbClr val="2E8E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75528" y="611369"/>
            <a:ext cx="2655660" cy="292394"/>
          </a:xfrm>
          <a:prstGeom prst="arc">
            <a:avLst>
              <a:gd name="adj1" fmla="val 10800000"/>
              <a:gd name="adj2" fmla="val 21600000"/>
            </a:avLst>
          </a:prstGeom>
          <a:ln w="19050">
            <a:solidFill>
              <a:srgbClr val="7A1F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48195" y="890473"/>
            <a:ext cx="0" cy="53163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01952" y="804083"/>
            <a:ext cx="92486" cy="930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A8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06345" y="890473"/>
            <a:ext cx="0" cy="53163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60103" y="804083"/>
            <a:ext cx="92486" cy="930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A8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64496" y="890473"/>
            <a:ext cx="0" cy="53163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18253" y="804083"/>
            <a:ext cx="92486" cy="930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A8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22646" y="890473"/>
            <a:ext cx="0" cy="53163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76404" y="804083"/>
            <a:ext cx="92486" cy="930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A8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80797" y="890473"/>
            <a:ext cx="0" cy="53163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34554" y="804083"/>
            <a:ext cx="92486" cy="930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A8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38947" y="890473"/>
            <a:ext cx="0" cy="53163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92705" y="804083"/>
            <a:ext cx="92486" cy="930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A8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97098" y="890473"/>
            <a:ext cx="0" cy="53163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50855" y="804083"/>
            <a:ext cx="92486" cy="930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A8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55248" y="890473"/>
            <a:ext cx="0" cy="53163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09006" y="804083"/>
            <a:ext cx="92486" cy="930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A8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13399" y="890473"/>
            <a:ext cx="0" cy="53163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67156" y="804083"/>
            <a:ext cx="92486" cy="930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A8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71549" y="890473"/>
            <a:ext cx="0" cy="53163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25307" y="804083"/>
            <a:ext cx="92486" cy="930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A8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29700" y="890473"/>
            <a:ext cx="0" cy="53163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83457" y="804083"/>
            <a:ext cx="92486" cy="930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A8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87850" y="890473"/>
            <a:ext cx="0" cy="53163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41608" y="804083"/>
            <a:ext cx="92486" cy="930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A8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46001" y="890473"/>
            <a:ext cx="0" cy="53163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99758" y="804083"/>
            <a:ext cx="92486" cy="930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A8A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04151" y="890473"/>
            <a:ext cx="0" cy="53163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57909" y="804083"/>
            <a:ext cx="92486" cy="930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A8A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62302" y="890473"/>
            <a:ext cx="0" cy="53163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816059" y="804083"/>
            <a:ext cx="92486" cy="930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A8A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020452" y="890473"/>
            <a:ext cx="0" cy="53163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974210" y="804083"/>
            <a:ext cx="92486" cy="930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A8A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178603" y="890473"/>
            <a:ext cx="0" cy="53163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32360" y="804083"/>
            <a:ext cx="92486" cy="930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A8A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01952" y="936990"/>
            <a:ext cx="2602811" cy="79744"/>
          </a:xfrm>
          <a:prstGeom prst="rect">
            <a:avLst/>
          </a:prstGeom>
          <a:solidFill>
            <a:srgbClr val="7A1F1F"/>
          </a:solidFill>
          <a:ln/>
        </p:spPr>
      </p:sp>
      <p:sp>
        <p:nvSpPr>
          <p:cNvPr id="42" name="Text 40"/>
          <p:cNvSpPr/>
          <p:nvPr/>
        </p:nvSpPr>
        <p:spPr>
          <a:xfrm>
            <a:off x="7601952" y="936990"/>
            <a:ext cx="2602811" cy="7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550" dirty="0"/>
          </a:p>
        </p:txBody>
      </p:sp>
      <p:sp>
        <p:nvSpPr>
          <p:cNvPr id="43" name="Shape 41"/>
          <p:cNvSpPr/>
          <p:nvPr/>
        </p:nvSpPr>
        <p:spPr>
          <a:xfrm>
            <a:off x="7575528" y="1076542"/>
            <a:ext cx="2655660" cy="531625"/>
          </a:xfrm>
          <a:prstGeom prst="roundRect">
            <a:avLst>
              <a:gd name="adj" fmla="val 17200"/>
            </a:avLst>
          </a:prstGeom>
          <a:solidFill>
            <a:srgbClr val="A5EFC0"/>
          </a:solidFill>
          <a:ln w="19050">
            <a:solidFill>
              <a:srgbClr val="1E8E3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H="1">
            <a:off x="7720862" y="1262610"/>
            <a:ext cx="1321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H="1">
            <a:off x="7720862" y="1262610"/>
            <a:ext cx="169777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H="1">
            <a:off x="7720862" y="1262610"/>
            <a:ext cx="32634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H="1">
            <a:off x="7720862" y="1262610"/>
            <a:ext cx="482907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H="1">
            <a:off x="7720862" y="1262610"/>
            <a:ext cx="63947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H="1">
            <a:off x="7720862" y="1262610"/>
            <a:ext cx="796037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H="1">
            <a:off x="7720862" y="1262610"/>
            <a:ext cx="95260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H="1">
            <a:off x="7720862" y="1262610"/>
            <a:ext cx="1109167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H="1">
            <a:off x="7720862" y="1262610"/>
            <a:ext cx="126573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H="1">
            <a:off x="7720862" y="1262610"/>
            <a:ext cx="1422297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H="1">
            <a:off x="7720862" y="1262610"/>
            <a:ext cx="157886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H="1">
            <a:off x="7720862" y="1262610"/>
            <a:ext cx="1735428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H="1">
            <a:off x="7720862" y="1262610"/>
            <a:ext cx="1891993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H="1">
            <a:off x="7720862" y="1262610"/>
            <a:ext cx="2048558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H="1">
            <a:off x="7720862" y="1262610"/>
            <a:ext cx="2205123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H="1">
            <a:off x="7720862" y="1262610"/>
            <a:ext cx="2361688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734074" y="1262610"/>
            <a:ext cx="548308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890639" y="1262610"/>
            <a:ext cx="391743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047205" y="1262610"/>
            <a:ext cx="235178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03770" y="1262610"/>
            <a:ext cx="78613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H="1">
            <a:off x="8282382" y="1262610"/>
            <a:ext cx="7795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H="1">
            <a:off x="8282382" y="1262610"/>
            <a:ext cx="234517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H="1">
            <a:off x="8282382" y="1262610"/>
            <a:ext cx="39108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H="1">
            <a:off x="8282382" y="1262610"/>
            <a:ext cx="547647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H="1">
            <a:off x="8282382" y="1262610"/>
            <a:ext cx="70421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H="1">
            <a:off x="8282382" y="1262610"/>
            <a:ext cx="860777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H="1">
            <a:off x="8282382" y="1262610"/>
            <a:ext cx="101734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H="1">
            <a:off x="8282382" y="1262610"/>
            <a:ext cx="1173907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H="1">
            <a:off x="8282382" y="1262610"/>
            <a:ext cx="133047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H="1">
            <a:off x="8282382" y="1262610"/>
            <a:ext cx="1487037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H="1">
            <a:off x="8282382" y="1262610"/>
            <a:ext cx="164360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H="1">
            <a:off x="8282382" y="1262610"/>
            <a:ext cx="1800167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734074" y="1262610"/>
            <a:ext cx="1142859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890639" y="1262610"/>
            <a:ext cx="986294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047205" y="1262610"/>
            <a:ext cx="829729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203770" y="1262610"/>
            <a:ext cx="673164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360335" y="1262610"/>
            <a:ext cx="516599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516900" y="1262610"/>
            <a:ext cx="360033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673465" y="1262610"/>
            <a:ext cx="203468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830030" y="1262610"/>
            <a:ext cx="46903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H="1">
            <a:off x="8876933" y="1262610"/>
            <a:ext cx="10966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H="1">
            <a:off x="8876933" y="1262610"/>
            <a:ext cx="266227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flipH="1">
            <a:off x="8876933" y="1262610"/>
            <a:ext cx="42279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H="1">
            <a:off x="8876933" y="1262610"/>
            <a:ext cx="579357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H="1">
            <a:off x="8876933" y="1262610"/>
            <a:ext cx="73592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flipH="1">
            <a:off x="8876933" y="1262610"/>
            <a:ext cx="892487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H="1">
            <a:off x="8876933" y="1262610"/>
            <a:ext cx="104905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flipH="1">
            <a:off x="8876933" y="1262610"/>
            <a:ext cx="1205617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734074" y="1262610"/>
            <a:ext cx="178365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890639" y="1262610"/>
            <a:ext cx="1627087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047205" y="1262610"/>
            <a:ext cx="147052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203770" y="1262610"/>
            <a:ext cx="1313957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360335" y="1262610"/>
            <a:ext cx="115739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516900" y="1262610"/>
            <a:ext cx="1000827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673465" y="1262610"/>
            <a:ext cx="84426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830030" y="1262610"/>
            <a:ext cx="687697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986595" y="1262610"/>
            <a:ext cx="53113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143160" y="1262610"/>
            <a:ext cx="374567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299725" y="1262610"/>
            <a:ext cx="21800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456290" y="1262610"/>
            <a:ext cx="61437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H="1">
            <a:off x="9517727" y="1262610"/>
            <a:ext cx="95128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H="1">
            <a:off x="9517727" y="1262610"/>
            <a:ext cx="251693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H="1">
            <a:off x="9517727" y="1262610"/>
            <a:ext cx="408258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H="1">
            <a:off x="9517727" y="1262610"/>
            <a:ext cx="564823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34074" y="1262610"/>
            <a:ext cx="2338566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890639" y="1262610"/>
            <a:ext cx="2182001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047205" y="1262610"/>
            <a:ext cx="2025436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203770" y="1262610"/>
            <a:ext cx="1868871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360335" y="1262610"/>
            <a:ext cx="1712306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516900" y="1262610"/>
            <a:ext cx="1555741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673465" y="1262610"/>
            <a:ext cx="1399176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830030" y="1262610"/>
            <a:ext cx="1242611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986595" y="1262610"/>
            <a:ext cx="1086046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9143160" y="1262610"/>
            <a:ext cx="929481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299725" y="1262610"/>
            <a:ext cx="772916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9456290" y="1262610"/>
            <a:ext cx="616351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9612855" y="1262610"/>
            <a:ext cx="459786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769420" y="1262610"/>
            <a:ext cx="303221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925985" y="1262610"/>
            <a:ext cx="146656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flipH="1">
            <a:off x="10072641" y="1262610"/>
            <a:ext cx="9909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684529" y="1166253"/>
            <a:ext cx="99092" cy="99680"/>
          </a:xfrm>
          <a:prstGeom prst="ellipse">
            <a:avLst/>
          </a:prstGeom>
          <a:solidFill>
            <a:srgbClr val="B400C8"/>
          </a:solidFill>
          <a:ln/>
        </p:spPr>
      </p:sp>
      <p:sp>
        <p:nvSpPr>
          <p:cNvPr id="125" name="Shape 123"/>
          <p:cNvSpPr/>
          <p:nvPr/>
        </p:nvSpPr>
        <p:spPr>
          <a:xfrm>
            <a:off x="7841094" y="1166253"/>
            <a:ext cx="99092" cy="99680"/>
          </a:xfrm>
          <a:prstGeom prst="ellipse">
            <a:avLst/>
          </a:prstGeom>
          <a:solidFill>
            <a:srgbClr val="B400C8"/>
          </a:solidFill>
          <a:ln/>
        </p:spPr>
      </p:sp>
      <p:sp>
        <p:nvSpPr>
          <p:cNvPr id="126" name="Shape 124"/>
          <p:cNvSpPr/>
          <p:nvPr/>
        </p:nvSpPr>
        <p:spPr>
          <a:xfrm>
            <a:off x="7997659" y="1166253"/>
            <a:ext cx="99092" cy="99680"/>
          </a:xfrm>
          <a:prstGeom prst="ellipse">
            <a:avLst/>
          </a:prstGeom>
          <a:solidFill>
            <a:srgbClr val="B400C8"/>
          </a:solidFill>
          <a:ln/>
        </p:spPr>
      </p:sp>
      <p:sp>
        <p:nvSpPr>
          <p:cNvPr id="127" name="Shape 125"/>
          <p:cNvSpPr/>
          <p:nvPr/>
        </p:nvSpPr>
        <p:spPr>
          <a:xfrm>
            <a:off x="8154224" y="1166253"/>
            <a:ext cx="99092" cy="99680"/>
          </a:xfrm>
          <a:prstGeom prst="ellipse">
            <a:avLst/>
          </a:prstGeom>
          <a:solidFill>
            <a:srgbClr val="B400C8"/>
          </a:solidFill>
          <a:ln/>
        </p:spPr>
      </p:sp>
      <p:sp>
        <p:nvSpPr>
          <p:cNvPr id="128" name="Shape 126"/>
          <p:cNvSpPr/>
          <p:nvPr/>
        </p:nvSpPr>
        <p:spPr>
          <a:xfrm>
            <a:off x="8310789" y="1166253"/>
            <a:ext cx="99092" cy="99680"/>
          </a:xfrm>
          <a:prstGeom prst="ellipse">
            <a:avLst/>
          </a:prstGeom>
          <a:solidFill>
            <a:srgbClr val="B400C8"/>
          </a:solidFill>
          <a:ln/>
        </p:spPr>
      </p:sp>
      <p:sp>
        <p:nvSpPr>
          <p:cNvPr id="129" name="Shape 127"/>
          <p:cNvSpPr/>
          <p:nvPr/>
        </p:nvSpPr>
        <p:spPr>
          <a:xfrm>
            <a:off x="8467354" y="1166253"/>
            <a:ext cx="99092" cy="99680"/>
          </a:xfrm>
          <a:prstGeom prst="ellipse">
            <a:avLst/>
          </a:prstGeom>
          <a:solidFill>
            <a:srgbClr val="B400C8"/>
          </a:solidFill>
          <a:ln/>
        </p:spPr>
      </p:sp>
      <p:sp>
        <p:nvSpPr>
          <p:cNvPr id="130" name="Shape 128"/>
          <p:cNvSpPr/>
          <p:nvPr/>
        </p:nvSpPr>
        <p:spPr>
          <a:xfrm>
            <a:off x="8623919" y="1166253"/>
            <a:ext cx="99092" cy="99680"/>
          </a:xfrm>
          <a:prstGeom prst="ellipse">
            <a:avLst/>
          </a:prstGeom>
          <a:solidFill>
            <a:srgbClr val="B400C8"/>
          </a:solidFill>
          <a:ln/>
        </p:spPr>
      </p:sp>
      <p:sp>
        <p:nvSpPr>
          <p:cNvPr id="131" name="Shape 129"/>
          <p:cNvSpPr/>
          <p:nvPr/>
        </p:nvSpPr>
        <p:spPr>
          <a:xfrm>
            <a:off x="8780484" y="1166253"/>
            <a:ext cx="99092" cy="99680"/>
          </a:xfrm>
          <a:prstGeom prst="ellipse">
            <a:avLst/>
          </a:prstGeom>
          <a:solidFill>
            <a:srgbClr val="B400C8"/>
          </a:solidFill>
          <a:ln/>
        </p:spPr>
      </p:sp>
      <p:sp>
        <p:nvSpPr>
          <p:cNvPr id="132" name="Shape 130"/>
          <p:cNvSpPr/>
          <p:nvPr/>
        </p:nvSpPr>
        <p:spPr>
          <a:xfrm>
            <a:off x="8937049" y="1166253"/>
            <a:ext cx="99092" cy="99680"/>
          </a:xfrm>
          <a:prstGeom prst="ellipse">
            <a:avLst/>
          </a:prstGeom>
          <a:solidFill>
            <a:srgbClr val="B400C8"/>
          </a:solidFill>
          <a:ln/>
        </p:spPr>
      </p:sp>
      <p:sp>
        <p:nvSpPr>
          <p:cNvPr id="133" name="Shape 131"/>
          <p:cNvSpPr/>
          <p:nvPr/>
        </p:nvSpPr>
        <p:spPr>
          <a:xfrm>
            <a:off x="9093614" y="1166253"/>
            <a:ext cx="99092" cy="99680"/>
          </a:xfrm>
          <a:prstGeom prst="ellipse">
            <a:avLst/>
          </a:prstGeom>
          <a:solidFill>
            <a:srgbClr val="B400C8"/>
          </a:solidFill>
          <a:ln/>
        </p:spPr>
      </p:sp>
      <p:sp>
        <p:nvSpPr>
          <p:cNvPr id="134" name="Shape 132"/>
          <p:cNvSpPr/>
          <p:nvPr/>
        </p:nvSpPr>
        <p:spPr>
          <a:xfrm>
            <a:off x="9250179" y="1166253"/>
            <a:ext cx="99092" cy="99680"/>
          </a:xfrm>
          <a:prstGeom prst="ellipse">
            <a:avLst/>
          </a:prstGeom>
          <a:solidFill>
            <a:srgbClr val="B400C8"/>
          </a:solidFill>
          <a:ln/>
        </p:spPr>
      </p:sp>
      <p:sp>
        <p:nvSpPr>
          <p:cNvPr id="135" name="Shape 133"/>
          <p:cNvSpPr/>
          <p:nvPr/>
        </p:nvSpPr>
        <p:spPr>
          <a:xfrm>
            <a:off x="9406744" y="1166253"/>
            <a:ext cx="99092" cy="99680"/>
          </a:xfrm>
          <a:prstGeom prst="ellipse">
            <a:avLst/>
          </a:prstGeom>
          <a:solidFill>
            <a:srgbClr val="B400C8"/>
          </a:solidFill>
          <a:ln/>
        </p:spPr>
      </p:sp>
      <p:sp>
        <p:nvSpPr>
          <p:cNvPr id="136" name="Shape 134"/>
          <p:cNvSpPr/>
          <p:nvPr/>
        </p:nvSpPr>
        <p:spPr>
          <a:xfrm>
            <a:off x="9563309" y="1166253"/>
            <a:ext cx="99092" cy="99680"/>
          </a:xfrm>
          <a:prstGeom prst="ellipse">
            <a:avLst/>
          </a:prstGeom>
          <a:solidFill>
            <a:srgbClr val="B400C8"/>
          </a:solidFill>
          <a:ln/>
        </p:spPr>
      </p:sp>
      <p:sp>
        <p:nvSpPr>
          <p:cNvPr id="137" name="Shape 135"/>
          <p:cNvSpPr/>
          <p:nvPr/>
        </p:nvSpPr>
        <p:spPr>
          <a:xfrm>
            <a:off x="9719874" y="1166253"/>
            <a:ext cx="99092" cy="99680"/>
          </a:xfrm>
          <a:prstGeom prst="ellipse">
            <a:avLst/>
          </a:prstGeom>
          <a:solidFill>
            <a:srgbClr val="B400C8"/>
          </a:solidFill>
          <a:ln/>
        </p:spPr>
      </p:sp>
      <p:sp>
        <p:nvSpPr>
          <p:cNvPr id="138" name="Shape 136"/>
          <p:cNvSpPr/>
          <p:nvPr/>
        </p:nvSpPr>
        <p:spPr>
          <a:xfrm>
            <a:off x="9876439" y="1166253"/>
            <a:ext cx="99092" cy="99680"/>
          </a:xfrm>
          <a:prstGeom prst="ellipse">
            <a:avLst/>
          </a:prstGeom>
          <a:solidFill>
            <a:srgbClr val="B400C8"/>
          </a:solidFill>
          <a:ln/>
        </p:spPr>
      </p:sp>
      <p:sp>
        <p:nvSpPr>
          <p:cNvPr id="139" name="Shape 137"/>
          <p:cNvSpPr/>
          <p:nvPr/>
        </p:nvSpPr>
        <p:spPr>
          <a:xfrm>
            <a:off x="10033004" y="1166253"/>
            <a:ext cx="99092" cy="99680"/>
          </a:xfrm>
          <a:prstGeom prst="ellipse">
            <a:avLst/>
          </a:prstGeom>
          <a:solidFill>
            <a:srgbClr val="B400C8"/>
          </a:solidFill>
          <a:ln/>
        </p:spPr>
      </p:sp>
      <p:sp>
        <p:nvSpPr>
          <p:cNvPr id="140" name="Shape 138"/>
          <p:cNvSpPr/>
          <p:nvPr/>
        </p:nvSpPr>
        <p:spPr>
          <a:xfrm>
            <a:off x="7621770" y="1415453"/>
            <a:ext cx="198184" cy="199360"/>
          </a:xfrm>
          <a:prstGeom prst="ellipse">
            <a:avLst/>
          </a:prstGeom>
          <a:solidFill>
            <a:srgbClr val="9FE8AC"/>
          </a:solidFill>
          <a:ln w="15875">
            <a:solidFill>
              <a:srgbClr val="1E8E3E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183291" y="1415453"/>
            <a:ext cx="198184" cy="199360"/>
          </a:xfrm>
          <a:prstGeom prst="ellipse">
            <a:avLst/>
          </a:prstGeom>
          <a:solidFill>
            <a:srgbClr val="9FE8AC"/>
          </a:solidFill>
          <a:ln w="15875">
            <a:solidFill>
              <a:srgbClr val="1E8E3E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777841" y="1415453"/>
            <a:ext cx="198184" cy="199360"/>
          </a:xfrm>
          <a:prstGeom prst="ellipse">
            <a:avLst/>
          </a:prstGeom>
          <a:solidFill>
            <a:srgbClr val="9FE8AC"/>
          </a:solidFill>
          <a:ln w="15875">
            <a:solidFill>
              <a:srgbClr val="1E8E3E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9418635" y="1415453"/>
            <a:ext cx="198184" cy="199360"/>
          </a:xfrm>
          <a:prstGeom prst="ellipse">
            <a:avLst/>
          </a:prstGeom>
          <a:solidFill>
            <a:srgbClr val="9FE8AC"/>
          </a:solidFill>
          <a:ln w="15875">
            <a:solidFill>
              <a:srgbClr val="1E8E3E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9973549" y="1415453"/>
            <a:ext cx="198184" cy="199360"/>
          </a:xfrm>
          <a:prstGeom prst="ellipse">
            <a:avLst/>
          </a:prstGeom>
          <a:solidFill>
            <a:srgbClr val="9FE8AC"/>
          </a:solidFill>
          <a:ln w="15875">
            <a:solidFill>
              <a:srgbClr val="1E8E3E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7430193" y="1634748"/>
            <a:ext cx="2906692" cy="1049960"/>
          </a:xfrm>
          <a:prstGeom prst="roundRect">
            <a:avLst>
              <a:gd name="adj" fmla="val 6967"/>
            </a:avLst>
          </a:prstGeom>
          <a:solidFill>
            <a:srgbClr val="D6EEDC"/>
          </a:solidFill>
          <a:ln w="15875">
            <a:solidFill>
              <a:srgbClr val="8A907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575528" y="1687911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634983" y="1687911"/>
            <a:ext cx="52849" cy="66453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694438" y="1687911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753893" y="1687911"/>
            <a:ext cx="52849" cy="66453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813348" y="1687911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8137048" y="1687911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8196503" y="1687911"/>
            <a:ext cx="52849" cy="66453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255958" y="1687911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8315413" y="1687911"/>
            <a:ext cx="52849" cy="66453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374868" y="1687911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8731598" y="1687911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8791054" y="1687911"/>
            <a:ext cx="52849" cy="66453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8850509" y="1687911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909964" y="1687911"/>
            <a:ext cx="52849" cy="66453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969419" y="1687911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9372392" y="1687911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9431847" y="1687911"/>
            <a:ext cx="52849" cy="66453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9491302" y="1687911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9550757" y="1687911"/>
            <a:ext cx="52849" cy="66453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9610212" y="1687911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9927306" y="1687911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9986761" y="1687911"/>
            <a:ext cx="52849" cy="66453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0046216" y="1687911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105671" y="1687911"/>
            <a:ext cx="52849" cy="66453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0165126" y="1687911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7430193" y="3309368"/>
            <a:ext cx="2906692" cy="1023379"/>
          </a:xfrm>
          <a:prstGeom prst="roundRect">
            <a:avLst>
              <a:gd name="adj" fmla="val 7148"/>
            </a:avLst>
          </a:prstGeom>
          <a:solidFill>
            <a:srgbClr val="D6EEDC"/>
          </a:solidFill>
          <a:ln w="15875">
            <a:solidFill>
              <a:srgbClr val="8A9070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7522679" y="3362531"/>
            <a:ext cx="72667" cy="106325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7601952" y="3362531"/>
            <a:ext cx="72667" cy="106325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7681226" y="3362531"/>
            <a:ext cx="72667" cy="106325"/>
          </a:xfrm>
          <a:prstGeom prst="rect">
            <a:avLst/>
          </a:prstGeom>
          <a:solidFill>
            <a:srgbClr val="E8E8C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7760499" y="3362531"/>
            <a:ext cx="72667" cy="106325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7839772" y="3362531"/>
            <a:ext cx="72667" cy="106325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084199" y="3362531"/>
            <a:ext cx="72667" cy="106325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8163472" y="3362531"/>
            <a:ext cx="72667" cy="106325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242746" y="3362531"/>
            <a:ext cx="72667" cy="106325"/>
          </a:xfrm>
          <a:prstGeom prst="rect">
            <a:avLst/>
          </a:prstGeom>
          <a:solidFill>
            <a:srgbClr val="E8E8C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322019" y="3362531"/>
            <a:ext cx="72667" cy="106325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401293" y="3362531"/>
            <a:ext cx="72667" cy="106325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8678750" y="3362531"/>
            <a:ext cx="72667" cy="106325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8758023" y="3362531"/>
            <a:ext cx="72667" cy="106325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8837296" y="3362531"/>
            <a:ext cx="72667" cy="106325"/>
          </a:xfrm>
          <a:prstGeom prst="rect">
            <a:avLst/>
          </a:prstGeom>
          <a:solidFill>
            <a:srgbClr val="E8E8C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8916570" y="3362531"/>
            <a:ext cx="72667" cy="106325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8995843" y="3362531"/>
            <a:ext cx="72667" cy="106325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9319543" y="3362531"/>
            <a:ext cx="72667" cy="106325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9398817" y="3362531"/>
            <a:ext cx="72667" cy="106325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9478090" y="3362531"/>
            <a:ext cx="72667" cy="106325"/>
          </a:xfrm>
          <a:prstGeom prst="rect">
            <a:avLst/>
          </a:prstGeom>
          <a:solidFill>
            <a:srgbClr val="E8E8C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9557363" y="3362531"/>
            <a:ext cx="72667" cy="106325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9636637" y="3362531"/>
            <a:ext cx="72667" cy="106325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9874457" y="3362531"/>
            <a:ext cx="72667" cy="106325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9953731" y="3362531"/>
            <a:ext cx="72667" cy="106325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10033004" y="3362531"/>
            <a:ext cx="72667" cy="106325"/>
          </a:xfrm>
          <a:prstGeom prst="rect">
            <a:avLst/>
          </a:prstGeom>
          <a:solidFill>
            <a:srgbClr val="E8E8C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10112277" y="3362531"/>
            <a:ext cx="72667" cy="106325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10191551" y="3362531"/>
            <a:ext cx="72667" cy="106325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430193" y="4399200"/>
            <a:ext cx="2906692" cy="983507"/>
          </a:xfrm>
          <a:prstGeom prst="roundRect">
            <a:avLst>
              <a:gd name="adj" fmla="val 7438"/>
            </a:avLst>
          </a:prstGeom>
          <a:solidFill>
            <a:srgbClr val="D6EEDC"/>
          </a:solidFill>
          <a:ln w="15875">
            <a:solidFill>
              <a:srgbClr val="8A9070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601952" y="4452363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661407" y="4452363"/>
            <a:ext cx="52849" cy="66453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720862" y="4452363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780317" y="4452363"/>
            <a:ext cx="52849" cy="66453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163472" y="4452363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8222927" y="4452363"/>
            <a:ext cx="52849" cy="66453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8282382" y="4452363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8341837" y="4452363"/>
            <a:ext cx="52849" cy="66453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758023" y="4452363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817478" y="4452363"/>
            <a:ext cx="52849" cy="66453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876933" y="4452363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936388" y="4452363"/>
            <a:ext cx="52849" cy="66453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9398817" y="4452363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9458272" y="4452363"/>
            <a:ext cx="52849" cy="66453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9517727" y="4452363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9577182" y="4452363"/>
            <a:ext cx="52849" cy="66453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9953731" y="4452363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0013186" y="4452363"/>
            <a:ext cx="52849" cy="66453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0072641" y="4452363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0132096" y="4452363"/>
            <a:ext cx="52849" cy="66453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687832" y="1820817"/>
            <a:ext cx="66061" cy="79744"/>
          </a:xfrm>
          <a:prstGeom prst="downArrow">
            <a:avLst/>
          </a:prstGeom>
          <a:solidFill>
            <a:srgbClr val="001878"/>
          </a:solidFill>
          <a:ln/>
        </p:spPr>
      </p:sp>
      <p:sp>
        <p:nvSpPr>
          <p:cNvPr id="219" name="Shape 217"/>
          <p:cNvSpPr/>
          <p:nvPr/>
        </p:nvSpPr>
        <p:spPr>
          <a:xfrm>
            <a:off x="8249352" y="1820817"/>
            <a:ext cx="66061" cy="79744"/>
          </a:xfrm>
          <a:prstGeom prst="downArrow">
            <a:avLst/>
          </a:prstGeom>
          <a:solidFill>
            <a:srgbClr val="001878"/>
          </a:solidFill>
          <a:ln/>
        </p:spPr>
      </p:sp>
      <p:sp>
        <p:nvSpPr>
          <p:cNvPr id="220" name="Shape 218"/>
          <p:cNvSpPr/>
          <p:nvPr/>
        </p:nvSpPr>
        <p:spPr>
          <a:xfrm>
            <a:off x="8843902" y="1820817"/>
            <a:ext cx="66061" cy="79744"/>
          </a:xfrm>
          <a:prstGeom prst="downArrow">
            <a:avLst/>
          </a:prstGeom>
          <a:solidFill>
            <a:srgbClr val="001878"/>
          </a:solidFill>
          <a:ln/>
        </p:spPr>
      </p:sp>
      <p:sp>
        <p:nvSpPr>
          <p:cNvPr id="221" name="Shape 219"/>
          <p:cNvSpPr/>
          <p:nvPr/>
        </p:nvSpPr>
        <p:spPr>
          <a:xfrm>
            <a:off x="9484696" y="1820817"/>
            <a:ext cx="66061" cy="79744"/>
          </a:xfrm>
          <a:prstGeom prst="downArrow">
            <a:avLst/>
          </a:prstGeom>
          <a:solidFill>
            <a:srgbClr val="001878"/>
          </a:solidFill>
          <a:ln/>
        </p:spPr>
      </p:sp>
      <p:sp>
        <p:nvSpPr>
          <p:cNvPr id="222" name="Shape 220"/>
          <p:cNvSpPr/>
          <p:nvPr/>
        </p:nvSpPr>
        <p:spPr>
          <a:xfrm>
            <a:off x="10039610" y="1820817"/>
            <a:ext cx="66061" cy="79744"/>
          </a:xfrm>
          <a:prstGeom prst="downArrow">
            <a:avLst/>
          </a:prstGeom>
          <a:solidFill>
            <a:srgbClr val="001878"/>
          </a:solidFill>
          <a:ln/>
        </p:spPr>
      </p:sp>
      <p:sp>
        <p:nvSpPr>
          <p:cNvPr id="223" name="Shape 221"/>
          <p:cNvSpPr/>
          <p:nvPr/>
        </p:nvSpPr>
        <p:spPr>
          <a:xfrm>
            <a:off x="7522679" y="1907206"/>
            <a:ext cx="2708509" cy="93034"/>
          </a:xfrm>
          <a:prstGeom prst="rect">
            <a:avLst/>
          </a:prstGeom>
          <a:solidFill>
            <a:srgbClr val="7A1F1F"/>
          </a:solidFill>
          <a:ln/>
        </p:spPr>
      </p:sp>
      <p:sp>
        <p:nvSpPr>
          <p:cNvPr id="224" name="Text 222"/>
          <p:cNvSpPr/>
          <p:nvPr/>
        </p:nvSpPr>
        <p:spPr>
          <a:xfrm>
            <a:off x="7522679" y="1907206"/>
            <a:ext cx="2708509" cy="93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 and Layer Normalization</a:t>
            </a:r>
            <a:endParaRPr lang="en-US" sz="550" dirty="0"/>
          </a:p>
        </p:txBody>
      </p:sp>
      <p:sp>
        <p:nvSpPr>
          <p:cNvPr id="225" name="Shape 223"/>
          <p:cNvSpPr/>
          <p:nvPr/>
        </p:nvSpPr>
        <p:spPr>
          <a:xfrm>
            <a:off x="7509466" y="2026822"/>
            <a:ext cx="2734933" cy="119616"/>
          </a:xfrm>
          <a:prstGeom prst="rect">
            <a:avLst/>
          </a:prstGeom>
          <a:solidFill>
            <a:srgbClr val="1E9028"/>
          </a:solidFill>
          <a:ln/>
        </p:spPr>
      </p:sp>
      <p:sp>
        <p:nvSpPr>
          <p:cNvPr id="226" name="Text 224"/>
          <p:cNvSpPr/>
          <p:nvPr/>
        </p:nvSpPr>
        <p:spPr>
          <a:xfrm>
            <a:off x="7509466" y="2026822"/>
            <a:ext cx="2734933" cy="11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Forward Networks - One Hidden with RELU Activation</a:t>
            </a:r>
            <a:endParaRPr lang="en-US" sz="500" dirty="0"/>
          </a:p>
        </p:txBody>
      </p:sp>
      <p:sp>
        <p:nvSpPr>
          <p:cNvPr id="227" name="Shape 225"/>
          <p:cNvSpPr/>
          <p:nvPr/>
        </p:nvSpPr>
        <p:spPr>
          <a:xfrm>
            <a:off x="7522679" y="2179664"/>
            <a:ext cx="2708509" cy="93034"/>
          </a:xfrm>
          <a:prstGeom prst="rect">
            <a:avLst/>
          </a:prstGeom>
          <a:solidFill>
            <a:srgbClr val="7A1F1F"/>
          </a:solidFill>
          <a:ln/>
        </p:spPr>
      </p:sp>
      <p:sp>
        <p:nvSpPr>
          <p:cNvPr id="228" name="Text 226"/>
          <p:cNvSpPr/>
          <p:nvPr/>
        </p:nvSpPr>
        <p:spPr>
          <a:xfrm>
            <a:off x="7522679" y="2179664"/>
            <a:ext cx="2708509" cy="93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 and Layer Normalization</a:t>
            </a:r>
            <a:endParaRPr lang="en-US" sz="550" dirty="0"/>
          </a:p>
        </p:txBody>
      </p:sp>
      <p:sp>
        <p:nvSpPr>
          <p:cNvPr id="229" name="Shape 227"/>
          <p:cNvSpPr/>
          <p:nvPr/>
        </p:nvSpPr>
        <p:spPr>
          <a:xfrm>
            <a:off x="7681226" y="2272699"/>
            <a:ext cx="79273" cy="66453"/>
          </a:xfrm>
          <a:prstGeom prst="upArrow">
            <a:avLst/>
          </a:prstGeom>
          <a:solidFill>
            <a:srgbClr val="001878"/>
          </a:solidFill>
          <a:ln/>
        </p:spPr>
      </p:sp>
      <p:sp>
        <p:nvSpPr>
          <p:cNvPr id="230" name="Shape 228"/>
          <p:cNvSpPr/>
          <p:nvPr/>
        </p:nvSpPr>
        <p:spPr>
          <a:xfrm>
            <a:off x="8242746" y="2272699"/>
            <a:ext cx="79273" cy="66453"/>
          </a:xfrm>
          <a:prstGeom prst="upArrow">
            <a:avLst/>
          </a:prstGeom>
          <a:solidFill>
            <a:srgbClr val="001878"/>
          </a:solidFill>
          <a:ln/>
        </p:spPr>
      </p:sp>
      <p:sp>
        <p:nvSpPr>
          <p:cNvPr id="231" name="Shape 229"/>
          <p:cNvSpPr/>
          <p:nvPr/>
        </p:nvSpPr>
        <p:spPr>
          <a:xfrm>
            <a:off x="8837296" y="2272699"/>
            <a:ext cx="79273" cy="66453"/>
          </a:xfrm>
          <a:prstGeom prst="upArrow">
            <a:avLst/>
          </a:prstGeom>
          <a:solidFill>
            <a:srgbClr val="001878"/>
          </a:solidFill>
          <a:ln/>
        </p:spPr>
      </p:sp>
      <p:sp>
        <p:nvSpPr>
          <p:cNvPr id="232" name="Shape 230"/>
          <p:cNvSpPr/>
          <p:nvPr/>
        </p:nvSpPr>
        <p:spPr>
          <a:xfrm>
            <a:off x="9478090" y="2272699"/>
            <a:ext cx="79273" cy="66453"/>
          </a:xfrm>
          <a:prstGeom prst="upArrow">
            <a:avLst/>
          </a:prstGeom>
          <a:solidFill>
            <a:srgbClr val="001878"/>
          </a:solidFill>
          <a:ln/>
        </p:spPr>
      </p:sp>
      <p:sp>
        <p:nvSpPr>
          <p:cNvPr id="233" name="Shape 231"/>
          <p:cNvSpPr/>
          <p:nvPr/>
        </p:nvSpPr>
        <p:spPr>
          <a:xfrm>
            <a:off x="10033004" y="2272699"/>
            <a:ext cx="79273" cy="66453"/>
          </a:xfrm>
          <a:prstGeom prst="upArrow">
            <a:avLst/>
          </a:prstGeom>
          <a:solidFill>
            <a:srgbClr val="001878"/>
          </a:solidFill>
          <a:ln/>
        </p:spPr>
      </p:sp>
      <p:sp>
        <p:nvSpPr>
          <p:cNvPr id="234" name="Shape 232"/>
          <p:cNvSpPr/>
          <p:nvPr/>
        </p:nvSpPr>
        <p:spPr>
          <a:xfrm>
            <a:off x="7529285" y="2372379"/>
            <a:ext cx="449216" cy="279103"/>
          </a:xfrm>
          <a:prstGeom prst="rect">
            <a:avLst/>
          </a:prstGeom>
          <a:solidFill>
            <a:srgbClr val="58A8C8"/>
          </a:solidFill>
          <a:ln/>
        </p:spPr>
      </p:sp>
      <p:sp>
        <p:nvSpPr>
          <p:cNvPr id="235" name="Shape 233"/>
          <p:cNvSpPr/>
          <p:nvPr/>
        </p:nvSpPr>
        <p:spPr>
          <a:xfrm>
            <a:off x="7496254" y="2339152"/>
            <a:ext cx="449216" cy="279103"/>
          </a:xfrm>
          <a:prstGeom prst="rect">
            <a:avLst/>
          </a:prstGeom>
          <a:solidFill>
            <a:srgbClr val="001878"/>
          </a:solidFill>
          <a:ln w="9525">
            <a:solidFill>
              <a:srgbClr val="3078C0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7496254" y="2339152"/>
            <a:ext cx="449216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500" dirty="0"/>
          </a:p>
        </p:txBody>
      </p:sp>
      <p:sp>
        <p:nvSpPr>
          <p:cNvPr id="237" name="Shape 235"/>
          <p:cNvSpPr/>
          <p:nvPr/>
        </p:nvSpPr>
        <p:spPr>
          <a:xfrm>
            <a:off x="8097411" y="2372379"/>
            <a:ext cx="449216" cy="279103"/>
          </a:xfrm>
          <a:prstGeom prst="rect">
            <a:avLst/>
          </a:prstGeom>
          <a:solidFill>
            <a:srgbClr val="58A8C8"/>
          </a:solidFill>
          <a:ln/>
        </p:spPr>
      </p:sp>
      <p:sp>
        <p:nvSpPr>
          <p:cNvPr id="238" name="Shape 236"/>
          <p:cNvSpPr/>
          <p:nvPr/>
        </p:nvSpPr>
        <p:spPr>
          <a:xfrm>
            <a:off x="8064380" y="2339152"/>
            <a:ext cx="449216" cy="279103"/>
          </a:xfrm>
          <a:prstGeom prst="rect">
            <a:avLst/>
          </a:prstGeom>
          <a:solidFill>
            <a:srgbClr val="001878"/>
          </a:solidFill>
          <a:ln w="9525">
            <a:solidFill>
              <a:srgbClr val="3078C0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8064380" y="2339152"/>
            <a:ext cx="449216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500" dirty="0"/>
          </a:p>
        </p:txBody>
      </p:sp>
      <p:sp>
        <p:nvSpPr>
          <p:cNvPr id="240" name="Shape 238"/>
          <p:cNvSpPr/>
          <p:nvPr/>
        </p:nvSpPr>
        <p:spPr>
          <a:xfrm>
            <a:off x="8691962" y="2372379"/>
            <a:ext cx="449216" cy="279103"/>
          </a:xfrm>
          <a:prstGeom prst="rect">
            <a:avLst/>
          </a:prstGeom>
          <a:solidFill>
            <a:srgbClr val="58A8C8"/>
          </a:solidFill>
          <a:ln/>
        </p:spPr>
      </p:sp>
      <p:sp>
        <p:nvSpPr>
          <p:cNvPr id="241" name="Shape 239"/>
          <p:cNvSpPr/>
          <p:nvPr/>
        </p:nvSpPr>
        <p:spPr>
          <a:xfrm>
            <a:off x="8658931" y="2339152"/>
            <a:ext cx="449216" cy="279103"/>
          </a:xfrm>
          <a:prstGeom prst="rect">
            <a:avLst/>
          </a:prstGeom>
          <a:solidFill>
            <a:srgbClr val="001878"/>
          </a:solidFill>
          <a:ln w="9525">
            <a:solidFill>
              <a:srgbClr val="3078C0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8658931" y="2339152"/>
            <a:ext cx="449216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500" dirty="0"/>
          </a:p>
        </p:txBody>
      </p:sp>
      <p:sp>
        <p:nvSpPr>
          <p:cNvPr id="243" name="Shape 241"/>
          <p:cNvSpPr/>
          <p:nvPr/>
        </p:nvSpPr>
        <p:spPr>
          <a:xfrm>
            <a:off x="9326149" y="2372379"/>
            <a:ext cx="449216" cy="279103"/>
          </a:xfrm>
          <a:prstGeom prst="rect">
            <a:avLst/>
          </a:prstGeom>
          <a:solidFill>
            <a:srgbClr val="58A8C8"/>
          </a:solidFill>
          <a:ln/>
        </p:spPr>
      </p:sp>
      <p:sp>
        <p:nvSpPr>
          <p:cNvPr id="244" name="Shape 242"/>
          <p:cNvSpPr/>
          <p:nvPr/>
        </p:nvSpPr>
        <p:spPr>
          <a:xfrm>
            <a:off x="9293119" y="2339152"/>
            <a:ext cx="449216" cy="279103"/>
          </a:xfrm>
          <a:prstGeom prst="rect">
            <a:avLst/>
          </a:prstGeom>
          <a:solidFill>
            <a:srgbClr val="001878"/>
          </a:solidFill>
          <a:ln w="9525">
            <a:solidFill>
              <a:srgbClr val="3078C0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9293119" y="2339152"/>
            <a:ext cx="449216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500" dirty="0"/>
          </a:p>
        </p:txBody>
      </p:sp>
      <p:sp>
        <p:nvSpPr>
          <p:cNvPr id="246" name="Shape 244"/>
          <p:cNvSpPr/>
          <p:nvPr/>
        </p:nvSpPr>
        <p:spPr>
          <a:xfrm>
            <a:off x="9894275" y="2372379"/>
            <a:ext cx="449216" cy="279103"/>
          </a:xfrm>
          <a:prstGeom prst="rect">
            <a:avLst/>
          </a:prstGeom>
          <a:solidFill>
            <a:srgbClr val="58A8C8"/>
          </a:solidFill>
          <a:ln/>
        </p:spPr>
      </p:sp>
      <p:sp>
        <p:nvSpPr>
          <p:cNvPr id="247" name="Shape 245"/>
          <p:cNvSpPr/>
          <p:nvPr/>
        </p:nvSpPr>
        <p:spPr>
          <a:xfrm>
            <a:off x="9861245" y="2339152"/>
            <a:ext cx="449216" cy="279103"/>
          </a:xfrm>
          <a:prstGeom prst="rect">
            <a:avLst/>
          </a:prstGeom>
          <a:solidFill>
            <a:srgbClr val="001878"/>
          </a:solidFill>
          <a:ln w="9525">
            <a:solidFill>
              <a:srgbClr val="3078C0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9861245" y="2339152"/>
            <a:ext cx="449216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500" dirty="0"/>
          </a:p>
        </p:txBody>
      </p:sp>
      <p:sp>
        <p:nvSpPr>
          <p:cNvPr id="249" name="Shape 247"/>
          <p:cNvSpPr/>
          <p:nvPr/>
        </p:nvSpPr>
        <p:spPr>
          <a:xfrm>
            <a:off x="7634983" y="2884068"/>
            <a:ext cx="171759" cy="112970"/>
          </a:xfrm>
          <a:prstGeom prst="rect">
            <a:avLst/>
          </a:prstGeom>
          <a:solidFill>
            <a:srgbClr val="A8C0A8"/>
          </a:solidFill>
          <a:ln w="9525">
            <a:solidFill>
              <a:srgbClr val="789878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7634983" y="3036910"/>
            <a:ext cx="171759" cy="112970"/>
          </a:xfrm>
          <a:prstGeom prst="rect">
            <a:avLst/>
          </a:prstGeom>
          <a:solidFill>
            <a:srgbClr val="A8C0A8"/>
          </a:solidFill>
          <a:ln w="9525">
            <a:solidFill>
              <a:srgbClr val="789878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7634983" y="3189753"/>
            <a:ext cx="171759" cy="112970"/>
          </a:xfrm>
          <a:prstGeom prst="rect">
            <a:avLst/>
          </a:prstGeom>
          <a:solidFill>
            <a:srgbClr val="A8C0A8"/>
          </a:solidFill>
          <a:ln w="9525">
            <a:solidFill>
              <a:srgbClr val="789878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8196503" y="2884068"/>
            <a:ext cx="171759" cy="112970"/>
          </a:xfrm>
          <a:prstGeom prst="rect">
            <a:avLst/>
          </a:prstGeom>
          <a:solidFill>
            <a:srgbClr val="A8C0A8"/>
          </a:solidFill>
          <a:ln w="9525">
            <a:solidFill>
              <a:srgbClr val="789878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8196503" y="3036910"/>
            <a:ext cx="171759" cy="112970"/>
          </a:xfrm>
          <a:prstGeom prst="rect">
            <a:avLst/>
          </a:prstGeom>
          <a:solidFill>
            <a:srgbClr val="A8C0A8"/>
          </a:solidFill>
          <a:ln w="9525">
            <a:solidFill>
              <a:srgbClr val="789878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8196503" y="3189753"/>
            <a:ext cx="171759" cy="112970"/>
          </a:xfrm>
          <a:prstGeom prst="rect">
            <a:avLst/>
          </a:prstGeom>
          <a:solidFill>
            <a:srgbClr val="A8C0A8"/>
          </a:solidFill>
          <a:ln w="9525">
            <a:solidFill>
              <a:srgbClr val="789878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8791054" y="2884068"/>
            <a:ext cx="171759" cy="112970"/>
          </a:xfrm>
          <a:prstGeom prst="rect">
            <a:avLst/>
          </a:prstGeom>
          <a:solidFill>
            <a:srgbClr val="A8C0A8"/>
          </a:solidFill>
          <a:ln w="9525">
            <a:solidFill>
              <a:srgbClr val="789878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8791054" y="3036910"/>
            <a:ext cx="171759" cy="112970"/>
          </a:xfrm>
          <a:prstGeom prst="rect">
            <a:avLst/>
          </a:prstGeom>
          <a:solidFill>
            <a:srgbClr val="A8C0A8"/>
          </a:solidFill>
          <a:ln w="9525">
            <a:solidFill>
              <a:srgbClr val="789878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8791054" y="3189753"/>
            <a:ext cx="171759" cy="112970"/>
          </a:xfrm>
          <a:prstGeom prst="rect">
            <a:avLst/>
          </a:prstGeom>
          <a:solidFill>
            <a:srgbClr val="A8C0A8"/>
          </a:solidFill>
          <a:ln w="9525">
            <a:solidFill>
              <a:srgbClr val="789878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9431847" y="2884068"/>
            <a:ext cx="171759" cy="112970"/>
          </a:xfrm>
          <a:prstGeom prst="rect">
            <a:avLst/>
          </a:prstGeom>
          <a:solidFill>
            <a:srgbClr val="A8C0A8"/>
          </a:solidFill>
          <a:ln w="9525">
            <a:solidFill>
              <a:srgbClr val="789878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9431847" y="3036910"/>
            <a:ext cx="171759" cy="112970"/>
          </a:xfrm>
          <a:prstGeom prst="rect">
            <a:avLst/>
          </a:prstGeom>
          <a:solidFill>
            <a:srgbClr val="A8C0A8"/>
          </a:solidFill>
          <a:ln w="9525">
            <a:solidFill>
              <a:srgbClr val="789878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9431847" y="3189753"/>
            <a:ext cx="171759" cy="112970"/>
          </a:xfrm>
          <a:prstGeom prst="rect">
            <a:avLst/>
          </a:prstGeom>
          <a:solidFill>
            <a:srgbClr val="A8C0A8"/>
          </a:solidFill>
          <a:ln w="9525">
            <a:solidFill>
              <a:srgbClr val="789878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9986761" y="2884068"/>
            <a:ext cx="171759" cy="112970"/>
          </a:xfrm>
          <a:prstGeom prst="rect">
            <a:avLst/>
          </a:prstGeom>
          <a:solidFill>
            <a:srgbClr val="A8C0A8"/>
          </a:solidFill>
          <a:ln w="9525">
            <a:solidFill>
              <a:srgbClr val="789878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9986761" y="3036910"/>
            <a:ext cx="171759" cy="112970"/>
          </a:xfrm>
          <a:prstGeom prst="rect">
            <a:avLst/>
          </a:prstGeom>
          <a:solidFill>
            <a:srgbClr val="A8C0A8"/>
          </a:solidFill>
          <a:ln w="9525">
            <a:solidFill>
              <a:srgbClr val="789878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9986761" y="3189753"/>
            <a:ext cx="171759" cy="112970"/>
          </a:xfrm>
          <a:prstGeom prst="rect">
            <a:avLst/>
          </a:prstGeom>
          <a:solidFill>
            <a:srgbClr val="A8C0A8"/>
          </a:solidFill>
          <a:ln w="9525">
            <a:solidFill>
              <a:srgbClr val="789878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7687832" y="3468856"/>
            <a:ext cx="66061" cy="79744"/>
          </a:xfrm>
          <a:prstGeom prst="downArrow">
            <a:avLst/>
          </a:prstGeom>
          <a:solidFill>
            <a:srgbClr val="001878"/>
          </a:solidFill>
          <a:ln/>
        </p:spPr>
      </p:sp>
      <p:sp>
        <p:nvSpPr>
          <p:cNvPr id="265" name="Shape 263"/>
          <p:cNvSpPr/>
          <p:nvPr/>
        </p:nvSpPr>
        <p:spPr>
          <a:xfrm>
            <a:off x="8249352" y="3468856"/>
            <a:ext cx="66061" cy="79744"/>
          </a:xfrm>
          <a:prstGeom prst="downArrow">
            <a:avLst/>
          </a:prstGeom>
          <a:solidFill>
            <a:srgbClr val="001878"/>
          </a:solidFill>
          <a:ln/>
        </p:spPr>
      </p:sp>
      <p:sp>
        <p:nvSpPr>
          <p:cNvPr id="266" name="Shape 264"/>
          <p:cNvSpPr/>
          <p:nvPr/>
        </p:nvSpPr>
        <p:spPr>
          <a:xfrm>
            <a:off x="8843902" y="3468856"/>
            <a:ext cx="66061" cy="79744"/>
          </a:xfrm>
          <a:prstGeom prst="downArrow">
            <a:avLst/>
          </a:prstGeom>
          <a:solidFill>
            <a:srgbClr val="001878"/>
          </a:solidFill>
          <a:ln/>
        </p:spPr>
      </p:sp>
      <p:sp>
        <p:nvSpPr>
          <p:cNvPr id="267" name="Shape 265"/>
          <p:cNvSpPr/>
          <p:nvPr/>
        </p:nvSpPr>
        <p:spPr>
          <a:xfrm>
            <a:off x="9484696" y="3468856"/>
            <a:ext cx="66061" cy="79744"/>
          </a:xfrm>
          <a:prstGeom prst="downArrow">
            <a:avLst/>
          </a:prstGeom>
          <a:solidFill>
            <a:srgbClr val="001878"/>
          </a:solidFill>
          <a:ln/>
        </p:spPr>
      </p:sp>
      <p:sp>
        <p:nvSpPr>
          <p:cNvPr id="268" name="Shape 266"/>
          <p:cNvSpPr/>
          <p:nvPr/>
        </p:nvSpPr>
        <p:spPr>
          <a:xfrm>
            <a:off x="10039610" y="3468856"/>
            <a:ext cx="66061" cy="79744"/>
          </a:xfrm>
          <a:prstGeom prst="downArrow">
            <a:avLst/>
          </a:prstGeom>
          <a:solidFill>
            <a:srgbClr val="001878"/>
          </a:solidFill>
          <a:ln/>
        </p:spPr>
      </p:sp>
      <p:sp>
        <p:nvSpPr>
          <p:cNvPr id="269" name="Shape 267"/>
          <p:cNvSpPr/>
          <p:nvPr/>
        </p:nvSpPr>
        <p:spPr>
          <a:xfrm>
            <a:off x="7522679" y="3561890"/>
            <a:ext cx="2708509" cy="93034"/>
          </a:xfrm>
          <a:prstGeom prst="rect">
            <a:avLst/>
          </a:prstGeom>
          <a:solidFill>
            <a:srgbClr val="7A1F1F"/>
          </a:solidFill>
          <a:ln/>
        </p:spPr>
      </p:sp>
      <p:sp>
        <p:nvSpPr>
          <p:cNvPr id="270" name="Text 268"/>
          <p:cNvSpPr/>
          <p:nvPr/>
        </p:nvSpPr>
        <p:spPr>
          <a:xfrm>
            <a:off x="7522679" y="3561890"/>
            <a:ext cx="2708509" cy="93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 and Layer Normalization</a:t>
            </a:r>
            <a:endParaRPr lang="en-US" sz="550" dirty="0"/>
          </a:p>
        </p:txBody>
      </p:sp>
      <p:sp>
        <p:nvSpPr>
          <p:cNvPr id="271" name="Shape 269"/>
          <p:cNvSpPr/>
          <p:nvPr/>
        </p:nvSpPr>
        <p:spPr>
          <a:xfrm>
            <a:off x="7509466" y="3681506"/>
            <a:ext cx="2734933" cy="119616"/>
          </a:xfrm>
          <a:prstGeom prst="rect">
            <a:avLst/>
          </a:prstGeom>
          <a:solidFill>
            <a:srgbClr val="1E9028"/>
          </a:solidFill>
          <a:ln/>
        </p:spPr>
      </p:sp>
      <p:sp>
        <p:nvSpPr>
          <p:cNvPr id="272" name="Text 270"/>
          <p:cNvSpPr/>
          <p:nvPr/>
        </p:nvSpPr>
        <p:spPr>
          <a:xfrm>
            <a:off x="7509466" y="3681506"/>
            <a:ext cx="2734933" cy="11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Forward Networks - One Hidden with RELU Activation</a:t>
            </a:r>
            <a:endParaRPr lang="en-US" sz="500" dirty="0"/>
          </a:p>
        </p:txBody>
      </p:sp>
      <p:sp>
        <p:nvSpPr>
          <p:cNvPr id="273" name="Shape 271"/>
          <p:cNvSpPr/>
          <p:nvPr/>
        </p:nvSpPr>
        <p:spPr>
          <a:xfrm>
            <a:off x="7522679" y="3827703"/>
            <a:ext cx="2708509" cy="93034"/>
          </a:xfrm>
          <a:prstGeom prst="rect">
            <a:avLst/>
          </a:prstGeom>
          <a:solidFill>
            <a:srgbClr val="7A1F1F"/>
          </a:solidFill>
          <a:ln/>
        </p:spPr>
      </p:sp>
      <p:sp>
        <p:nvSpPr>
          <p:cNvPr id="274" name="Text 272"/>
          <p:cNvSpPr/>
          <p:nvPr/>
        </p:nvSpPr>
        <p:spPr>
          <a:xfrm>
            <a:off x="7522679" y="3827703"/>
            <a:ext cx="2708509" cy="93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 and Layer Normalization</a:t>
            </a:r>
            <a:endParaRPr lang="en-US" sz="550" dirty="0"/>
          </a:p>
        </p:txBody>
      </p:sp>
      <p:sp>
        <p:nvSpPr>
          <p:cNvPr id="275" name="Shape 273"/>
          <p:cNvSpPr/>
          <p:nvPr/>
        </p:nvSpPr>
        <p:spPr>
          <a:xfrm>
            <a:off x="7681226" y="3907447"/>
            <a:ext cx="79273" cy="66453"/>
          </a:xfrm>
          <a:prstGeom prst="upArrow">
            <a:avLst/>
          </a:prstGeom>
          <a:solidFill>
            <a:srgbClr val="001878"/>
          </a:solidFill>
          <a:ln/>
        </p:spPr>
      </p:sp>
      <p:sp>
        <p:nvSpPr>
          <p:cNvPr id="276" name="Shape 274"/>
          <p:cNvSpPr/>
          <p:nvPr/>
        </p:nvSpPr>
        <p:spPr>
          <a:xfrm>
            <a:off x="8242746" y="3907447"/>
            <a:ext cx="79273" cy="66453"/>
          </a:xfrm>
          <a:prstGeom prst="upArrow">
            <a:avLst/>
          </a:prstGeom>
          <a:solidFill>
            <a:srgbClr val="001878"/>
          </a:solidFill>
          <a:ln/>
        </p:spPr>
      </p:sp>
      <p:sp>
        <p:nvSpPr>
          <p:cNvPr id="277" name="Shape 275"/>
          <p:cNvSpPr/>
          <p:nvPr/>
        </p:nvSpPr>
        <p:spPr>
          <a:xfrm>
            <a:off x="8837296" y="3907447"/>
            <a:ext cx="79273" cy="66453"/>
          </a:xfrm>
          <a:prstGeom prst="upArrow">
            <a:avLst/>
          </a:prstGeom>
          <a:solidFill>
            <a:srgbClr val="001878"/>
          </a:solidFill>
          <a:ln/>
        </p:spPr>
      </p:sp>
      <p:sp>
        <p:nvSpPr>
          <p:cNvPr id="278" name="Shape 276"/>
          <p:cNvSpPr/>
          <p:nvPr/>
        </p:nvSpPr>
        <p:spPr>
          <a:xfrm>
            <a:off x="9478090" y="3907447"/>
            <a:ext cx="79273" cy="66453"/>
          </a:xfrm>
          <a:prstGeom prst="upArrow">
            <a:avLst/>
          </a:prstGeom>
          <a:solidFill>
            <a:srgbClr val="001878"/>
          </a:solidFill>
          <a:ln/>
        </p:spPr>
      </p:sp>
      <p:sp>
        <p:nvSpPr>
          <p:cNvPr id="279" name="Shape 277"/>
          <p:cNvSpPr/>
          <p:nvPr/>
        </p:nvSpPr>
        <p:spPr>
          <a:xfrm>
            <a:off x="10033004" y="3907447"/>
            <a:ext cx="79273" cy="66453"/>
          </a:xfrm>
          <a:prstGeom prst="upArrow">
            <a:avLst/>
          </a:prstGeom>
          <a:solidFill>
            <a:srgbClr val="001878"/>
          </a:solidFill>
          <a:ln/>
        </p:spPr>
      </p:sp>
      <p:sp>
        <p:nvSpPr>
          <p:cNvPr id="280" name="Shape 278"/>
          <p:cNvSpPr/>
          <p:nvPr/>
        </p:nvSpPr>
        <p:spPr>
          <a:xfrm>
            <a:off x="7529285" y="4007127"/>
            <a:ext cx="449216" cy="279103"/>
          </a:xfrm>
          <a:prstGeom prst="rect">
            <a:avLst/>
          </a:prstGeom>
          <a:solidFill>
            <a:srgbClr val="58A8C8"/>
          </a:solidFill>
          <a:ln/>
        </p:spPr>
      </p:sp>
      <p:sp>
        <p:nvSpPr>
          <p:cNvPr id="281" name="Shape 279"/>
          <p:cNvSpPr/>
          <p:nvPr/>
        </p:nvSpPr>
        <p:spPr>
          <a:xfrm>
            <a:off x="7496254" y="3973900"/>
            <a:ext cx="449216" cy="279103"/>
          </a:xfrm>
          <a:prstGeom prst="rect">
            <a:avLst/>
          </a:prstGeom>
          <a:solidFill>
            <a:srgbClr val="001878"/>
          </a:solidFill>
          <a:ln w="9525">
            <a:solidFill>
              <a:srgbClr val="3078C0"/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>
            <a:off x="7496254" y="3973900"/>
            <a:ext cx="449216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500" dirty="0"/>
          </a:p>
        </p:txBody>
      </p:sp>
      <p:sp>
        <p:nvSpPr>
          <p:cNvPr id="283" name="Shape 281"/>
          <p:cNvSpPr/>
          <p:nvPr/>
        </p:nvSpPr>
        <p:spPr>
          <a:xfrm>
            <a:off x="8097411" y="4007127"/>
            <a:ext cx="449216" cy="279103"/>
          </a:xfrm>
          <a:prstGeom prst="rect">
            <a:avLst/>
          </a:prstGeom>
          <a:solidFill>
            <a:srgbClr val="58A8C8"/>
          </a:solidFill>
          <a:ln/>
        </p:spPr>
      </p:sp>
      <p:sp>
        <p:nvSpPr>
          <p:cNvPr id="284" name="Shape 282"/>
          <p:cNvSpPr/>
          <p:nvPr/>
        </p:nvSpPr>
        <p:spPr>
          <a:xfrm>
            <a:off x="8064380" y="3973900"/>
            <a:ext cx="449216" cy="279103"/>
          </a:xfrm>
          <a:prstGeom prst="rect">
            <a:avLst/>
          </a:prstGeom>
          <a:solidFill>
            <a:srgbClr val="001878"/>
          </a:solidFill>
          <a:ln w="9525">
            <a:solidFill>
              <a:srgbClr val="3078C0"/>
            </a:solidFill>
            <a:prstDash val="solid"/>
          </a:ln>
        </p:spPr>
      </p:sp>
      <p:sp>
        <p:nvSpPr>
          <p:cNvPr id="285" name="Text 283"/>
          <p:cNvSpPr/>
          <p:nvPr/>
        </p:nvSpPr>
        <p:spPr>
          <a:xfrm>
            <a:off x="8064380" y="3973900"/>
            <a:ext cx="449216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500" dirty="0"/>
          </a:p>
        </p:txBody>
      </p:sp>
      <p:sp>
        <p:nvSpPr>
          <p:cNvPr id="286" name="Shape 284"/>
          <p:cNvSpPr/>
          <p:nvPr/>
        </p:nvSpPr>
        <p:spPr>
          <a:xfrm>
            <a:off x="8691962" y="4007127"/>
            <a:ext cx="449216" cy="279103"/>
          </a:xfrm>
          <a:prstGeom prst="rect">
            <a:avLst/>
          </a:prstGeom>
          <a:solidFill>
            <a:srgbClr val="58A8C8"/>
          </a:solidFill>
          <a:ln/>
        </p:spPr>
      </p:sp>
      <p:sp>
        <p:nvSpPr>
          <p:cNvPr id="287" name="Shape 285"/>
          <p:cNvSpPr/>
          <p:nvPr/>
        </p:nvSpPr>
        <p:spPr>
          <a:xfrm>
            <a:off x="8658931" y="3973900"/>
            <a:ext cx="449216" cy="279103"/>
          </a:xfrm>
          <a:prstGeom prst="rect">
            <a:avLst/>
          </a:prstGeom>
          <a:solidFill>
            <a:srgbClr val="001878"/>
          </a:solidFill>
          <a:ln w="9525">
            <a:solidFill>
              <a:srgbClr val="3078C0"/>
            </a:solidFill>
            <a:prstDash val="solid"/>
          </a:ln>
        </p:spPr>
      </p:sp>
      <p:sp>
        <p:nvSpPr>
          <p:cNvPr id="288" name="Text 286"/>
          <p:cNvSpPr/>
          <p:nvPr/>
        </p:nvSpPr>
        <p:spPr>
          <a:xfrm>
            <a:off x="8658931" y="3973900"/>
            <a:ext cx="449216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500" dirty="0"/>
          </a:p>
        </p:txBody>
      </p:sp>
      <p:sp>
        <p:nvSpPr>
          <p:cNvPr id="289" name="Shape 287"/>
          <p:cNvSpPr/>
          <p:nvPr/>
        </p:nvSpPr>
        <p:spPr>
          <a:xfrm>
            <a:off x="9326149" y="4007127"/>
            <a:ext cx="449216" cy="279103"/>
          </a:xfrm>
          <a:prstGeom prst="rect">
            <a:avLst/>
          </a:prstGeom>
          <a:solidFill>
            <a:srgbClr val="58A8C8"/>
          </a:solidFill>
          <a:ln/>
        </p:spPr>
      </p:sp>
      <p:sp>
        <p:nvSpPr>
          <p:cNvPr id="290" name="Shape 288"/>
          <p:cNvSpPr/>
          <p:nvPr/>
        </p:nvSpPr>
        <p:spPr>
          <a:xfrm>
            <a:off x="9293119" y="3973900"/>
            <a:ext cx="449216" cy="279103"/>
          </a:xfrm>
          <a:prstGeom prst="rect">
            <a:avLst/>
          </a:prstGeom>
          <a:solidFill>
            <a:srgbClr val="001878"/>
          </a:solidFill>
          <a:ln w="9525">
            <a:solidFill>
              <a:srgbClr val="3078C0"/>
            </a:solidFill>
            <a:prstDash val="solid"/>
          </a:ln>
        </p:spPr>
      </p:sp>
      <p:sp>
        <p:nvSpPr>
          <p:cNvPr id="291" name="Text 289"/>
          <p:cNvSpPr/>
          <p:nvPr/>
        </p:nvSpPr>
        <p:spPr>
          <a:xfrm>
            <a:off x="9293119" y="3973900"/>
            <a:ext cx="449216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500" dirty="0"/>
          </a:p>
        </p:txBody>
      </p:sp>
      <p:sp>
        <p:nvSpPr>
          <p:cNvPr id="292" name="Shape 290"/>
          <p:cNvSpPr/>
          <p:nvPr/>
        </p:nvSpPr>
        <p:spPr>
          <a:xfrm>
            <a:off x="9894275" y="4007127"/>
            <a:ext cx="449216" cy="279103"/>
          </a:xfrm>
          <a:prstGeom prst="rect">
            <a:avLst/>
          </a:prstGeom>
          <a:solidFill>
            <a:srgbClr val="58A8C8"/>
          </a:solidFill>
          <a:ln/>
        </p:spPr>
      </p:sp>
      <p:sp>
        <p:nvSpPr>
          <p:cNvPr id="293" name="Shape 291"/>
          <p:cNvSpPr/>
          <p:nvPr/>
        </p:nvSpPr>
        <p:spPr>
          <a:xfrm>
            <a:off x="9861245" y="3973900"/>
            <a:ext cx="449216" cy="279103"/>
          </a:xfrm>
          <a:prstGeom prst="rect">
            <a:avLst/>
          </a:prstGeom>
          <a:solidFill>
            <a:srgbClr val="001878"/>
          </a:solidFill>
          <a:ln w="9525">
            <a:solidFill>
              <a:srgbClr val="3078C0"/>
            </a:solidFill>
            <a:prstDash val="solid"/>
          </a:ln>
        </p:spPr>
      </p:sp>
      <p:sp>
        <p:nvSpPr>
          <p:cNvPr id="294" name="Text 292"/>
          <p:cNvSpPr/>
          <p:nvPr/>
        </p:nvSpPr>
        <p:spPr>
          <a:xfrm>
            <a:off x="9861245" y="3973900"/>
            <a:ext cx="449216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500" dirty="0"/>
          </a:p>
        </p:txBody>
      </p:sp>
      <p:sp>
        <p:nvSpPr>
          <p:cNvPr id="295" name="Shape 293"/>
          <p:cNvSpPr/>
          <p:nvPr/>
        </p:nvSpPr>
        <p:spPr>
          <a:xfrm>
            <a:off x="7522679" y="4625141"/>
            <a:ext cx="2708509" cy="93034"/>
          </a:xfrm>
          <a:prstGeom prst="rect">
            <a:avLst/>
          </a:prstGeom>
          <a:solidFill>
            <a:srgbClr val="7A1F1F"/>
          </a:solidFill>
          <a:ln/>
        </p:spPr>
      </p:sp>
      <p:sp>
        <p:nvSpPr>
          <p:cNvPr id="296" name="Text 294"/>
          <p:cNvSpPr/>
          <p:nvPr/>
        </p:nvSpPr>
        <p:spPr>
          <a:xfrm>
            <a:off x="7522679" y="4625141"/>
            <a:ext cx="2708509" cy="93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 and Layer Normalization</a:t>
            </a:r>
            <a:endParaRPr lang="en-US" sz="550" dirty="0"/>
          </a:p>
        </p:txBody>
      </p:sp>
      <p:sp>
        <p:nvSpPr>
          <p:cNvPr id="297" name="Shape 295"/>
          <p:cNvSpPr/>
          <p:nvPr/>
        </p:nvSpPr>
        <p:spPr>
          <a:xfrm>
            <a:off x="7509466" y="4771338"/>
            <a:ext cx="2734933" cy="119616"/>
          </a:xfrm>
          <a:prstGeom prst="rect">
            <a:avLst/>
          </a:prstGeom>
          <a:solidFill>
            <a:srgbClr val="1E9028"/>
          </a:solidFill>
          <a:ln/>
        </p:spPr>
      </p:sp>
      <p:sp>
        <p:nvSpPr>
          <p:cNvPr id="298" name="Text 296"/>
          <p:cNvSpPr/>
          <p:nvPr/>
        </p:nvSpPr>
        <p:spPr>
          <a:xfrm>
            <a:off x="7509466" y="4771338"/>
            <a:ext cx="2734933" cy="11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Forward Networks - One Hidden with RELU Activation</a:t>
            </a:r>
            <a:endParaRPr lang="en-US" sz="500" dirty="0"/>
          </a:p>
        </p:txBody>
      </p:sp>
      <p:sp>
        <p:nvSpPr>
          <p:cNvPr id="299" name="Shape 297"/>
          <p:cNvSpPr/>
          <p:nvPr/>
        </p:nvSpPr>
        <p:spPr>
          <a:xfrm>
            <a:off x="7522679" y="4890954"/>
            <a:ext cx="2708509" cy="93034"/>
          </a:xfrm>
          <a:prstGeom prst="rect">
            <a:avLst/>
          </a:prstGeom>
          <a:solidFill>
            <a:srgbClr val="7A1F1F"/>
          </a:solidFill>
          <a:ln/>
        </p:spPr>
      </p:sp>
      <p:sp>
        <p:nvSpPr>
          <p:cNvPr id="300" name="Text 298"/>
          <p:cNvSpPr/>
          <p:nvPr/>
        </p:nvSpPr>
        <p:spPr>
          <a:xfrm>
            <a:off x="7522679" y="4890954"/>
            <a:ext cx="2708509" cy="93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 and Layer Normalization</a:t>
            </a:r>
            <a:endParaRPr lang="en-US" sz="550" dirty="0"/>
          </a:p>
        </p:txBody>
      </p:sp>
      <p:sp>
        <p:nvSpPr>
          <p:cNvPr id="301" name="Shape 299"/>
          <p:cNvSpPr/>
          <p:nvPr/>
        </p:nvSpPr>
        <p:spPr>
          <a:xfrm>
            <a:off x="7681226" y="5010570"/>
            <a:ext cx="79273" cy="66453"/>
          </a:xfrm>
          <a:prstGeom prst="upArrow">
            <a:avLst/>
          </a:prstGeom>
          <a:solidFill>
            <a:srgbClr val="001878"/>
          </a:solidFill>
          <a:ln/>
        </p:spPr>
      </p:sp>
      <p:sp>
        <p:nvSpPr>
          <p:cNvPr id="302" name="Shape 300"/>
          <p:cNvSpPr/>
          <p:nvPr/>
        </p:nvSpPr>
        <p:spPr>
          <a:xfrm>
            <a:off x="8242746" y="5010570"/>
            <a:ext cx="79273" cy="66453"/>
          </a:xfrm>
          <a:prstGeom prst="upArrow">
            <a:avLst/>
          </a:prstGeom>
          <a:solidFill>
            <a:srgbClr val="001878"/>
          </a:solidFill>
          <a:ln/>
        </p:spPr>
      </p:sp>
      <p:sp>
        <p:nvSpPr>
          <p:cNvPr id="303" name="Shape 301"/>
          <p:cNvSpPr/>
          <p:nvPr/>
        </p:nvSpPr>
        <p:spPr>
          <a:xfrm>
            <a:off x="8837296" y="5010570"/>
            <a:ext cx="79273" cy="66453"/>
          </a:xfrm>
          <a:prstGeom prst="upArrow">
            <a:avLst/>
          </a:prstGeom>
          <a:solidFill>
            <a:srgbClr val="001878"/>
          </a:solidFill>
          <a:ln/>
        </p:spPr>
      </p:sp>
      <p:sp>
        <p:nvSpPr>
          <p:cNvPr id="304" name="Shape 302"/>
          <p:cNvSpPr/>
          <p:nvPr/>
        </p:nvSpPr>
        <p:spPr>
          <a:xfrm>
            <a:off x="9478090" y="5010570"/>
            <a:ext cx="79273" cy="66453"/>
          </a:xfrm>
          <a:prstGeom prst="upArrow">
            <a:avLst/>
          </a:prstGeom>
          <a:solidFill>
            <a:srgbClr val="001878"/>
          </a:solidFill>
          <a:ln/>
        </p:spPr>
      </p:sp>
      <p:sp>
        <p:nvSpPr>
          <p:cNvPr id="305" name="Shape 303"/>
          <p:cNvSpPr/>
          <p:nvPr/>
        </p:nvSpPr>
        <p:spPr>
          <a:xfrm>
            <a:off x="10033004" y="5010570"/>
            <a:ext cx="79273" cy="66453"/>
          </a:xfrm>
          <a:prstGeom prst="upArrow">
            <a:avLst/>
          </a:prstGeom>
          <a:solidFill>
            <a:srgbClr val="001878"/>
          </a:solidFill>
          <a:ln/>
        </p:spPr>
      </p:sp>
      <p:sp>
        <p:nvSpPr>
          <p:cNvPr id="306" name="Shape 304"/>
          <p:cNvSpPr/>
          <p:nvPr/>
        </p:nvSpPr>
        <p:spPr>
          <a:xfrm>
            <a:off x="7529285" y="5110249"/>
            <a:ext cx="449216" cy="265813"/>
          </a:xfrm>
          <a:prstGeom prst="rect">
            <a:avLst/>
          </a:prstGeom>
          <a:solidFill>
            <a:srgbClr val="58A8C8"/>
          </a:solidFill>
          <a:ln/>
        </p:spPr>
      </p:sp>
      <p:sp>
        <p:nvSpPr>
          <p:cNvPr id="307" name="Shape 305"/>
          <p:cNvSpPr/>
          <p:nvPr/>
        </p:nvSpPr>
        <p:spPr>
          <a:xfrm>
            <a:off x="7496254" y="5077023"/>
            <a:ext cx="449216" cy="265813"/>
          </a:xfrm>
          <a:prstGeom prst="rect">
            <a:avLst/>
          </a:prstGeom>
          <a:solidFill>
            <a:srgbClr val="001878"/>
          </a:solidFill>
          <a:ln w="9525">
            <a:solidFill>
              <a:srgbClr val="3078C0"/>
            </a:solidFill>
            <a:prstDash val="solid"/>
          </a:ln>
        </p:spPr>
      </p:sp>
      <p:sp>
        <p:nvSpPr>
          <p:cNvPr id="308" name="Text 306"/>
          <p:cNvSpPr/>
          <p:nvPr/>
        </p:nvSpPr>
        <p:spPr>
          <a:xfrm>
            <a:off x="7496254" y="5077023"/>
            <a:ext cx="449216" cy="265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500" dirty="0"/>
          </a:p>
        </p:txBody>
      </p:sp>
      <p:sp>
        <p:nvSpPr>
          <p:cNvPr id="309" name="Shape 307"/>
          <p:cNvSpPr/>
          <p:nvPr/>
        </p:nvSpPr>
        <p:spPr>
          <a:xfrm>
            <a:off x="8097411" y="5110249"/>
            <a:ext cx="449216" cy="265813"/>
          </a:xfrm>
          <a:prstGeom prst="rect">
            <a:avLst/>
          </a:prstGeom>
          <a:solidFill>
            <a:srgbClr val="58A8C8"/>
          </a:solidFill>
          <a:ln/>
        </p:spPr>
      </p:sp>
      <p:sp>
        <p:nvSpPr>
          <p:cNvPr id="310" name="Shape 308"/>
          <p:cNvSpPr/>
          <p:nvPr/>
        </p:nvSpPr>
        <p:spPr>
          <a:xfrm>
            <a:off x="8064380" y="5077023"/>
            <a:ext cx="449216" cy="265813"/>
          </a:xfrm>
          <a:prstGeom prst="rect">
            <a:avLst/>
          </a:prstGeom>
          <a:solidFill>
            <a:srgbClr val="001878"/>
          </a:solidFill>
          <a:ln w="9525">
            <a:solidFill>
              <a:srgbClr val="3078C0"/>
            </a:solidFill>
            <a:prstDash val="solid"/>
          </a:ln>
        </p:spPr>
      </p:sp>
      <p:sp>
        <p:nvSpPr>
          <p:cNvPr id="311" name="Text 309"/>
          <p:cNvSpPr/>
          <p:nvPr/>
        </p:nvSpPr>
        <p:spPr>
          <a:xfrm>
            <a:off x="8064380" y="5077023"/>
            <a:ext cx="449216" cy="265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500" dirty="0"/>
          </a:p>
        </p:txBody>
      </p:sp>
      <p:sp>
        <p:nvSpPr>
          <p:cNvPr id="312" name="Shape 310"/>
          <p:cNvSpPr/>
          <p:nvPr/>
        </p:nvSpPr>
        <p:spPr>
          <a:xfrm>
            <a:off x="8691962" y="5110249"/>
            <a:ext cx="449216" cy="265813"/>
          </a:xfrm>
          <a:prstGeom prst="rect">
            <a:avLst/>
          </a:prstGeom>
          <a:solidFill>
            <a:srgbClr val="58A8C8"/>
          </a:solidFill>
          <a:ln/>
        </p:spPr>
      </p:sp>
      <p:sp>
        <p:nvSpPr>
          <p:cNvPr id="313" name="Shape 311"/>
          <p:cNvSpPr/>
          <p:nvPr/>
        </p:nvSpPr>
        <p:spPr>
          <a:xfrm>
            <a:off x="8658931" y="5077023"/>
            <a:ext cx="449216" cy="265813"/>
          </a:xfrm>
          <a:prstGeom prst="rect">
            <a:avLst/>
          </a:prstGeom>
          <a:solidFill>
            <a:srgbClr val="001878"/>
          </a:solidFill>
          <a:ln w="9525">
            <a:solidFill>
              <a:srgbClr val="3078C0"/>
            </a:solidFill>
            <a:prstDash val="solid"/>
          </a:ln>
        </p:spPr>
      </p:sp>
      <p:sp>
        <p:nvSpPr>
          <p:cNvPr id="314" name="Text 312"/>
          <p:cNvSpPr/>
          <p:nvPr/>
        </p:nvSpPr>
        <p:spPr>
          <a:xfrm>
            <a:off x="8658931" y="5077023"/>
            <a:ext cx="449216" cy="265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500" dirty="0"/>
          </a:p>
        </p:txBody>
      </p:sp>
      <p:sp>
        <p:nvSpPr>
          <p:cNvPr id="315" name="Shape 313"/>
          <p:cNvSpPr/>
          <p:nvPr/>
        </p:nvSpPr>
        <p:spPr>
          <a:xfrm>
            <a:off x="9326149" y="5110249"/>
            <a:ext cx="449216" cy="265813"/>
          </a:xfrm>
          <a:prstGeom prst="rect">
            <a:avLst/>
          </a:prstGeom>
          <a:solidFill>
            <a:srgbClr val="58A8C8"/>
          </a:solidFill>
          <a:ln/>
        </p:spPr>
      </p:sp>
      <p:sp>
        <p:nvSpPr>
          <p:cNvPr id="316" name="Shape 314"/>
          <p:cNvSpPr/>
          <p:nvPr/>
        </p:nvSpPr>
        <p:spPr>
          <a:xfrm>
            <a:off x="9293119" y="5077023"/>
            <a:ext cx="449216" cy="265813"/>
          </a:xfrm>
          <a:prstGeom prst="rect">
            <a:avLst/>
          </a:prstGeom>
          <a:solidFill>
            <a:srgbClr val="001878"/>
          </a:solidFill>
          <a:ln w="9525">
            <a:solidFill>
              <a:srgbClr val="3078C0"/>
            </a:solidFill>
            <a:prstDash val="solid"/>
          </a:ln>
        </p:spPr>
      </p:sp>
      <p:sp>
        <p:nvSpPr>
          <p:cNvPr id="317" name="Text 315"/>
          <p:cNvSpPr/>
          <p:nvPr/>
        </p:nvSpPr>
        <p:spPr>
          <a:xfrm>
            <a:off x="9293119" y="5077023"/>
            <a:ext cx="449216" cy="265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500" dirty="0"/>
          </a:p>
        </p:txBody>
      </p:sp>
      <p:sp>
        <p:nvSpPr>
          <p:cNvPr id="318" name="Shape 316"/>
          <p:cNvSpPr/>
          <p:nvPr/>
        </p:nvSpPr>
        <p:spPr>
          <a:xfrm>
            <a:off x="9894275" y="5110249"/>
            <a:ext cx="449216" cy="265813"/>
          </a:xfrm>
          <a:prstGeom prst="rect">
            <a:avLst/>
          </a:prstGeom>
          <a:solidFill>
            <a:srgbClr val="58A8C8"/>
          </a:solidFill>
          <a:ln/>
        </p:spPr>
      </p:sp>
      <p:sp>
        <p:nvSpPr>
          <p:cNvPr id="319" name="Shape 317"/>
          <p:cNvSpPr/>
          <p:nvPr/>
        </p:nvSpPr>
        <p:spPr>
          <a:xfrm>
            <a:off x="9861245" y="5077023"/>
            <a:ext cx="449216" cy="265813"/>
          </a:xfrm>
          <a:prstGeom prst="rect">
            <a:avLst/>
          </a:prstGeom>
          <a:solidFill>
            <a:srgbClr val="001878"/>
          </a:solidFill>
          <a:ln w="9525">
            <a:solidFill>
              <a:srgbClr val="3078C0"/>
            </a:solidFill>
            <a:prstDash val="solid"/>
          </a:ln>
        </p:spPr>
      </p:sp>
      <p:sp>
        <p:nvSpPr>
          <p:cNvPr id="320" name="Text 318"/>
          <p:cNvSpPr/>
          <p:nvPr/>
        </p:nvSpPr>
        <p:spPr>
          <a:xfrm>
            <a:off x="9861245" y="5077023"/>
            <a:ext cx="449216" cy="265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500" dirty="0"/>
          </a:p>
        </p:txBody>
      </p:sp>
      <p:sp>
        <p:nvSpPr>
          <p:cNvPr id="321" name="Shape 319"/>
          <p:cNvSpPr/>
          <p:nvPr/>
        </p:nvSpPr>
        <p:spPr>
          <a:xfrm>
            <a:off x="7965289" y="5096959"/>
            <a:ext cx="39637" cy="39872"/>
          </a:xfrm>
          <a:prstGeom prst="rect">
            <a:avLst/>
          </a:prstGeom>
          <a:solidFill>
            <a:srgbClr val="C04040"/>
          </a:solidFill>
          <a:ln/>
        </p:spPr>
      </p:sp>
      <p:sp>
        <p:nvSpPr>
          <p:cNvPr id="322" name="Shape 320"/>
          <p:cNvSpPr/>
          <p:nvPr/>
        </p:nvSpPr>
        <p:spPr>
          <a:xfrm>
            <a:off x="8018138" y="5096959"/>
            <a:ext cx="39637" cy="39872"/>
          </a:xfrm>
          <a:prstGeom prst="rect">
            <a:avLst/>
          </a:prstGeom>
          <a:solidFill>
            <a:srgbClr val="3050C0"/>
          </a:solidFill>
          <a:ln/>
        </p:spPr>
      </p:sp>
      <p:sp>
        <p:nvSpPr>
          <p:cNvPr id="323" name="Shape 321"/>
          <p:cNvSpPr/>
          <p:nvPr/>
        </p:nvSpPr>
        <p:spPr>
          <a:xfrm>
            <a:off x="8533415" y="5096959"/>
            <a:ext cx="39637" cy="39872"/>
          </a:xfrm>
          <a:prstGeom prst="rect">
            <a:avLst/>
          </a:prstGeom>
          <a:solidFill>
            <a:srgbClr val="C04040"/>
          </a:solidFill>
          <a:ln/>
        </p:spPr>
      </p:sp>
      <p:sp>
        <p:nvSpPr>
          <p:cNvPr id="324" name="Shape 322"/>
          <p:cNvSpPr/>
          <p:nvPr/>
        </p:nvSpPr>
        <p:spPr>
          <a:xfrm>
            <a:off x="8586264" y="5096959"/>
            <a:ext cx="39637" cy="39872"/>
          </a:xfrm>
          <a:prstGeom prst="rect">
            <a:avLst/>
          </a:prstGeom>
          <a:solidFill>
            <a:srgbClr val="3050C0"/>
          </a:solidFill>
          <a:ln/>
        </p:spPr>
      </p:sp>
      <p:sp>
        <p:nvSpPr>
          <p:cNvPr id="325" name="Shape 323"/>
          <p:cNvSpPr/>
          <p:nvPr/>
        </p:nvSpPr>
        <p:spPr>
          <a:xfrm>
            <a:off x="9127966" y="5096959"/>
            <a:ext cx="39637" cy="39872"/>
          </a:xfrm>
          <a:prstGeom prst="rect">
            <a:avLst/>
          </a:prstGeom>
          <a:solidFill>
            <a:srgbClr val="C04040"/>
          </a:solidFill>
          <a:ln/>
        </p:spPr>
      </p:sp>
      <p:sp>
        <p:nvSpPr>
          <p:cNvPr id="326" name="Shape 324"/>
          <p:cNvSpPr/>
          <p:nvPr/>
        </p:nvSpPr>
        <p:spPr>
          <a:xfrm>
            <a:off x="9180815" y="5096959"/>
            <a:ext cx="39637" cy="39872"/>
          </a:xfrm>
          <a:prstGeom prst="rect">
            <a:avLst/>
          </a:prstGeom>
          <a:solidFill>
            <a:srgbClr val="3050C0"/>
          </a:solidFill>
          <a:ln/>
        </p:spPr>
      </p:sp>
      <p:sp>
        <p:nvSpPr>
          <p:cNvPr id="327" name="Shape 325"/>
          <p:cNvSpPr/>
          <p:nvPr/>
        </p:nvSpPr>
        <p:spPr>
          <a:xfrm>
            <a:off x="9762153" y="5096959"/>
            <a:ext cx="39637" cy="39872"/>
          </a:xfrm>
          <a:prstGeom prst="rect">
            <a:avLst/>
          </a:prstGeom>
          <a:solidFill>
            <a:srgbClr val="C04040"/>
          </a:solidFill>
          <a:ln/>
        </p:spPr>
      </p:sp>
      <p:sp>
        <p:nvSpPr>
          <p:cNvPr id="328" name="Shape 326"/>
          <p:cNvSpPr/>
          <p:nvPr/>
        </p:nvSpPr>
        <p:spPr>
          <a:xfrm>
            <a:off x="9815002" y="5096959"/>
            <a:ext cx="39637" cy="39872"/>
          </a:xfrm>
          <a:prstGeom prst="rect">
            <a:avLst/>
          </a:prstGeom>
          <a:solidFill>
            <a:srgbClr val="3050C0"/>
          </a:solidFill>
          <a:ln/>
        </p:spPr>
      </p:sp>
      <p:sp>
        <p:nvSpPr>
          <p:cNvPr id="329" name="Shape 327"/>
          <p:cNvSpPr/>
          <p:nvPr/>
        </p:nvSpPr>
        <p:spPr>
          <a:xfrm>
            <a:off x="10330279" y="5096959"/>
            <a:ext cx="39637" cy="39872"/>
          </a:xfrm>
          <a:prstGeom prst="rect">
            <a:avLst/>
          </a:prstGeom>
          <a:solidFill>
            <a:srgbClr val="C04040"/>
          </a:solidFill>
          <a:ln/>
        </p:spPr>
      </p:sp>
      <p:sp>
        <p:nvSpPr>
          <p:cNvPr id="330" name="Shape 328"/>
          <p:cNvSpPr/>
          <p:nvPr/>
        </p:nvSpPr>
        <p:spPr>
          <a:xfrm>
            <a:off x="10383128" y="5096959"/>
            <a:ext cx="39637" cy="39872"/>
          </a:xfrm>
          <a:prstGeom prst="rect">
            <a:avLst/>
          </a:prstGeom>
          <a:solidFill>
            <a:srgbClr val="3050C0"/>
          </a:solidFill>
          <a:ln/>
        </p:spPr>
      </p:sp>
      <p:sp>
        <p:nvSpPr>
          <p:cNvPr id="331" name="Shape 329"/>
          <p:cNvSpPr/>
          <p:nvPr/>
        </p:nvSpPr>
        <p:spPr>
          <a:xfrm>
            <a:off x="7522679" y="5356126"/>
            <a:ext cx="396367" cy="119616"/>
          </a:xfrm>
          <a:prstGeom prst="rect">
            <a:avLst/>
          </a:prstGeom>
          <a:solidFill>
            <a:srgbClr val="FFF8E0"/>
          </a:solidFill>
          <a:ln w="9525">
            <a:solidFill>
              <a:srgbClr val="8A8A60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7588740" y="5382708"/>
            <a:ext cx="52849" cy="6645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7661407" y="5382708"/>
            <a:ext cx="52849" cy="6645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7734074" y="5382708"/>
            <a:ext cx="52849" cy="6645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7806742" y="5382708"/>
            <a:ext cx="52849" cy="6645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8084199" y="5356126"/>
            <a:ext cx="396367" cy="119616"/>
          </a:xfrm>
          <a:prstGeom prst="rect">
            <a:avLst/>
          </a:prstGeom>
          <a:solidFill>
            <a:srgbClr val="FFF8E0"/>
          </a:solidFill>
          <a:ln w="9525">
            <a:solidFill>
              <a:srgbClr val="8A8A60"/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8150260" y="5382708"/>
            <a:ext cx="52849" cy="6645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8222927" y="5382708"/>
            <a:ext cx="52849" cy="6645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8295595" y="5382708"/>
            <a:ext cx="52849" cy="6645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8368262" y="5382708"/>
            <a:ext cx="52849" cy="6645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8678750" y="5356126"/>
            <a:ext cx="396367" cy="119616"/>
          </a:xfrm>
          <a:prstGeom prst="rect">
            <a:avLst/>
          </a:prstGeom>
          <a:solidFill>
            <a:srgbClr val="FFF8E0"/>
          </a:solidFill>
          <a:ln w="9525">
            <a:solidFill>
              <a:srgbClr val="8A8A60"/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8744811" y="5382708"/>
            <a:ext cx="52849" cy="6645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8817478" y="5382708"/>
            <a:ext cx="52849" cy="6645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8890145" y="5382708"/>
            <a:ext cx="52849" cy="6645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8962813" y="5382708"/>
            <a:ext cx="52849" cy="6645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9319543" y="5356126"/>
            <a:ext cx="396367" cy="119616"/>
          </a:xfrm>
          <a:prstGeom prst="rect">
            <a:avLst/>
          </a:prstGeom>
          <a:solidFill>
            <a:srgbClr val="FFF8E0"/>
          </a:solidFill>
          <a:ln w="9525">
            <a:solidFill>
              <a:srgbClr val="8A8A60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9385604" y="5382708"/>
            <a:ext cx="52849" cy="6645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9458272" y="5382708"/>
            <a:ext cx="52849" cy="6645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9530939" y="5382708"/>
            <a:ext cx="52849" cy="6645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9603606" y="5382708"/>
            <a:ext cx="52849" cy="6645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9874457" y="5356126"/>
            <a:ext cx="396367" cy="119616"/>
          </a:xfrm>
          <a:prstGeom prst="rect">
            <a:avLst/>
          </a:prstGeom>
          <a:solidFill>
            <a:srgbClr val="FFF8E0"/>
          </a:solidFill>
          <a:ln w="9525">
            <a:solidFill>
              <a:srgbClr val="8A8A60"/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9940518" y="5382708"/>
            <a:ext cx="52849" cy="6645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10013186" y="5382708"/>
            <a:ext cx="52849" cy="6645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10085853" y="5382708"/>
            <a:ext cx="52849" cy="6645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10158520" y="5382708"/>
            <a:ext cx="52849" cy="6645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7687832" y="5621939"/>
            <a:ext cx="66061" cy="79744"/>
          </a:xfrm>
          <a:prstGeom prst="downArrow">
            <a:avLst/>
          </a:prstGeom>
          <a:solidFill>
            <a:srgbClr val="001878"/>
          </a:solidFill>
          <a:ln/>
        </p:spPr>
      </p:sp>
      <p:sp>
        <p:nvSpPr>
          <p:cNvPr id="357" name="Shape 355"/>
          <p:cNvSpPr/>
          <p:nvPr/>
        </p:nvSpPr>
        <p:spPr>
          <a:xfrm>
            <a:off x="8249352" y="5621939"/>
            <a:ext cx="66061" cy="79744"/>
          </a:xfrm>
          <a:prstGeom prst="downArrow">
            <a:avLst/>
          </a:prstGeom>
          <a:solidFill>
            <a:srgbClr val="001878"/>
          </a:solidFill>
          <a:ln/>
        </p:spPr>
      </p:sp>
      <p:sp>
        <p:nvSpPr>
          <p:cNvPr id="358" name="Shape 356"/>
          <p:cNvSpPr/>
          <p:nvPr/>
        </p:nvSpPr>
        <p:spPr>
          <a:xfrm>
            <a:off x="8843902" y="5621939"/>
            <a:ext cx="66061" cy="79744"/>
          </a:xfrm>
          <a:prstGeom prst="downArrow">
            <a:avLst/>
          </a:prstGeom>
          <a:solidFill>
            <a:srgbClr val="001878"/>
          </a:solidFill>
          <a:ln/>
        </p:spPr>
      </p:sp>
      <p:sp>
        <p:nvSpPr>
          <p:cNvPr id="359" name="Shape 357"/>
          <p:cNvSpPr/>
          <p:nvPr/>
        </p:nvSpPr>
        <p:spPr>
          <a:xfrm>
            <a:off x="9484696" y="5621939"/>
            <a:ext cx="66061" cy="79744"/>
          </a:xfrm>
          <a:prstGeom prst="downArrow">
            <a:avLst/>
          </a:prstGeom>
          <a:solidFill>
            <a:srgbClr val="001878"/>
          </a:solidFill>
          <a:ln/>
        </p:spPr>
      </p:sp>
      <p:sp>
        <p:nvSpPr>
          <p:cNvPr id="360" name="Shape 358"/>
          <p:cNvSpPr/>
          <p:nvPr/>
        </p:nvSpPr>
        <p:spPr>
          <a:xfrm>
            <a:off x="10039610" y="5621939"/>
            <a:ext cx="66061" cy="79744"/>
          </a:xfrm>
          <a:prstGeom prst="downArrow">
            <a:avLst/>
          </a:prstGeom>
          <a:solidFill>
            <a:srgbClr val="001878"/>
          </a:solidFill>
          <a:ln/>
        </p:spPr>
      </p:sp>
      <p:sp>
        <p:nvSpPr>
          <p:cNvPr id="361" name="Shape 359"/>
          <p:cNvSpPr/>
          <p:nvPr/>
        </p:nvSpPr>
        <p:spPr>
          <a:xfrm>
            <a:off x="7271646" y="5675102"/>
            <a:ext cx="3276635" cy="1116413"/>
          </a:xfrm>
          <a:prstGeom prst="roundRect">
            <a:avLst>
              <a:gd name="adj" fmla="val 6552"/>
            </a:avLst>
          </a:prstGeom>
          <a:solidFill>
            <a:srgbClr val="CFC1E2"/>
          </a:solidFill>
          <a:ln w="15875">
            <a:solidFill>
              <a:srgbClr val="C893C4"/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7522679" y="5741555"/>
            <a:ext cx="2708509" cy="93034"/>
          </a:xfrm>
          <a:prstGeom prst="rect">
            <a:avLst/>
          </a:prstGeom>
          <a:solidFill>
            <a:srgbClr val="7A1F1F"/>
          </a:solidFill>
          <a:ln/>
        </p:spPr>
      </p:sp>
      <p:sp>
        <p:nvSpPr>
          <p:cNvPr id="363" name="Text 361"/>
          <p:cNvSpPr/>
          <p:nvPr/>
        </p:nvSpPr>
        <p:spPr>
          <a:xfrm>
            <a:off x="7522679" y="5741555"/>
            <a:ext cx="2708509" cy="93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 and Layer Normalization</a:t>
            </a:r>
            <a:endParaRPr lang="en-US" sz="550" dirty="0"/>
          </a:p>
        </p:txBody>
      </p:sp>
      <p:sp>
        <p:nvSpPr>
          <p:cNvPr id="364" name="Shape 362"/>
          <p:cNvSpPr/>
          <p:nvPr/>
        </p:nvSpPr>
        <p:spPr>
          <a:xfrm>
            <a:off x="7720862" y="5861170"/>
            <a:ext cx="0" cy="39872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8282382" y="5861170"/>
            <a:ext cx="0" cy="39872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8876933" y="5861170"/>
            <a:ext cx="0" cy="39872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9517727" y="5861170"/>
            <a:ext cx="0" cy="39872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10072641" y="5861170"/>
            <a:ext cx="0" cy="39872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7529285" y="5934269"/>
            <a:ext cx="449216" cy="252522"/>
          </a:xfrm>
          <a:prstGeom prst="rect">
            <a:avLst/>
          </a:prstGeom>
          <a:solidFill>
            <a:srgbClr val="58A8C8"/>
          </a:solidFill>
          <a:ln/>
        </p:spPr>
      </p:sp>
      <p:sp>
        <p:nvSpPr>
          <p:cNvPr id="370" name="Shape 368"/>
          <p:cNvSpPr/>
          <p:nvPr/>
        </p:nvSpPr>
        <p:spPr>
          <a:xfrm>
            <a:off x="7496254" y="5901042"/>
            <a:ext cx="449216" cy="252522"/>
          </a:xfrm>
          <a:prstGeom prst="rect">
            <a:avLst/>
          </a:prstGeom>
          <a:solidFill>
            <a:srgbClr val="001878"/>
          </a:solidFill>
          <a:ln w="9525">
            <a:solidFill>
              <a:srgbClr val="3078C0"/>
            </a:solidFill>
            <a:prstDash val="solid"/>
          </a:ln>
        </p:spPr>
      </p:sp>
      <p:sp>
        <p:nvSpPr>
          <p:cNvPr id="371" name="Text 369"/>
          <p:cNvSpPr/>
          <p:nvPr/>
        </p:nvSpPr>
        <p:spPr>
          <a:xfrm>
            <a:off x="7496254" y="5901042"/>
            <a:ext cx="449216" cy="2525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450" dirty="0"/>
          </a:p>
          <a:p>
            <a:pPr algn="ctr" indent="0" marL="0">
              <a:lnSpc>
                <a:spcPts val="600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Self-Attention</a:t>
            </a:r>
            <a:endParaRPr lang="en-US" sz="450" dirty="0"/>
          </a:p>
        </p:txBody>
      </p:sp>
      <p:sp>
        <p:nvSpPr>
          <p:cNvPr id="372" name="Shape 370"/>
          <p:cNvSpPr/>
          <p:nvPr/>
        </p:nvSpPr>
        <p:spPr>
          <a:xfrm>
            <a:off x="8097411" y="5934269"/>
            <a:ext cx="449216" cy="252522"/>
          </a:xfrm>
          <a:prstGeom prst="rect">
            <a:avLst/>
          </a:prstGeom>
          <a:solidFill>
            <a:srgbClr val="58A8C8"/>
          </a:solidFill>
          <a:ln/>
        </p:spPr>
      </p:sp>
      <p:sp>
        <p:nvSpPr>
          <p:cNvPr id="373" name="Shape 371"/>
          <p:cNvSpPr/>
          <p:nvPr/>
        </p:nvSpPr>
        <p:spPr>
          <a:xfrm>
            <a:off x="8064380" y="5901042"/>
            <a:ext cx="449216" cy="252522"/>
          </a:xfrm>
          <a:prstGeom prst="rect">
            <a:avLst/>
          </a:prstGeom>
          <a:solidFill>
            <a:srgbClr val="001878"/>
          </a:solidFill>
          <a:ln w="9525">
            <a:solidFill>
              <a:srgbClr val="3078C0"/>
            </a:solidFill>
            <a:prstDash val="solid"/>
          </a:ln>
        </p:spPr>
      </p:sp>
      <p:sp>
        <p:nvSpPr>
          <p:cNvPr id="374" name="Text 372"/>
          <p:cNvSpPr/>
          <p:nvPr/>
        </p:nvSpPr>
        <p:spPr>
          <a:xfrm>
            <a:off x="8064380" y="5901042"/>
            <a:ext cx="449216" cy="2525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450" dirty="0"/>
          </a:p>
          <a:p>
            <a:pPr algn="ctr" indent="0" marL="0">
              <a:lnSpc>
                <a:spcPts val="600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Self-Attention</a:t>
            </a:r>
            <a:endParaRPr lang="en-US" sz="450" dirty="0"/>
          </a:p>
        </p:txBody>
      </p:sp>
      <p:sp>
        <p:nvSpPr>
          <p:cNvPr id="375" name="Shape 373"/>
          <p:cNvSpPr/>
          <p:nvPr/>
        </p:nvSpPr>
        <p:spPr>
          <a:xfrm>
            <a:off x="8691962" y="5934269"/>
            <a:ext cx="449216" cy="252522"/>
          </a:xfrm>
          <a:prstGeom prst="rect">
            <a:avLst/>
          </a:prstGeom>
          <a:solidFill>
            <a:srgbClr val="58A8C8"/>
          </a:solidFill>
          <a:ln/>
        </p:spPr>
      </p:sp>
      <p:sp>
        <p:nvSpPr>
          <p:cNvPr id="376" name="Shape 374"/>
          <p:cNvSpPr/>
          <p:nvPr/>
        </p:nvSpPr>
        <p:spPr>
          <a:xfrm>
            <a:off x="8658931" y="5901042"/>
            <a:ext cx="449216" cy="252522"/>
          </a:xfrm>
          <a:prstGeom prst="rect">
            <a:avLst/>
          </a:prstGeom>
          <a:solidFill>
            <a:srgbClr val="001878"/>
          </a:solidFill>
          <a:ln w="9525">
            <a:solidFill>
              <a:srgbClr val="3078C0"/>
            </a:solidFill>
            <a:prstDash val="solid"/>
          </a:ln>
        </p:spPr>
      </p:sp>
      <p:sp>
        <p:nvSpPr>
          <p:cNvPr id="377" name="Text 375"/>
          <p:cNvSpPr/>
          <p:nvPr/>
        </p:nvSpPr>
        <p:spPr>
          <a:xfrm>
            <a:off x="8658931" y="5901042"/>
            <a:ext cx="449216" cy="2525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450" dirty="0"/>
          </a:p>
          <a:p>
            <a:pPr algn="ctr" indent="0" marL="0">
              <a:lnSpc>
                <a:spcPts val="600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Self-Attention</a:t>
            </a:r>
            <a:endParaRPr lang="en-US" sz="450" dirty="0"/>
          </a:p>
        </p:txBody>
      </p:sp>
      <p:sp>
        <p:nvSpPr>
          <p:cNvPr id="378" name="Shape 376"/>
          <p:cNvSpPr/>
          <p:nvPr/>
        </p:nvSpPr>
        <p:spPr>
          <a:xfrm>
            <a:off x="9326149" y="5934269"/>
            <a:ext cx="449216" cy="252522"/>
          </a:xfrm>
          <a:prstGeom prst="rect">
            <a:avLst/>
          </a:prstGeom>
          <a:solidFill>
            <a:srgbClr val="58A8C8"/>
          </a:solidFill>
          <a:ln/>
        </p:spPr>
      </p:sp>
      <p:sp>
        <p:nvSpPr>
          <p:cNvPr id="379" name="Shape 377"/>
          <p:cNvSpPr/>
          <p:nvPr/>
        </p:nvSpPr>
        <p:spPr>
          <a:xfrm>
            <a:off x="9293119" y="5901042"/>
            <a:ext cx="449216" cy="252522"/>
          </a:xfrm>
          <a:prstGeom prst="rect">
            <a:avLst/>
          </a:prstGeom>
          <a:solidFill>
            <a:srgbClr val="001878"/>
          </a:solidFill>
          <a:ln w="9525">
            <a:solidFill>
              <a:srgbClr val="3078C0"/>
            </a:solidFill>
            <a:prstDash val="solid"/>
          </a:ln>
        </p:spPr>
      </p:sp>
      <p:sp>
        <p:nvSpPr>
          <p:cNvPr id="380" name="Text 378"/>
          <p:cNvSpPr/>
          <p:nvPr/>
        </p:nvSpPr>
        <p:spPr>
          <a:xfrm>
            <a:off x="9293119" y="5901042"/>
            <a:ext cx="449216" cy="2525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450" dirty="0"/>
          </a:p>
          <a:p>
            <a:pPr algn="ctr" indent="0" marL="0">
              <a:lnSpc>
                <a:spcPts val="600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Self-Attention</a:t>
            </a:r>
            <a:endParaRPr lang="en-US" sz="450" dirty="0"/>
          </a:p>
        </p:txBody>
      </p:sp>
      <p:sp>
        <p:nvSpPr>
          <p:cNvPr id="381" name="Shape 379"/>
          <p:cNvSpPr/>
          <p:nvPr/>
        </p:nvSpPr>
        <p:spPr>
          <a:xfrm>
            <a:off x="9894275" y="5934269"/>
            <a:ext cx="449216" cy="252522"/>
          </a:xfrm>
          <a:prstGeom prst="rect">
            <a:avLst/>
          </a:prstGeom>
          <a:solidFill>
            <a:srgbClr val="58A8C8"/>
          </a:solidFill>
          <a:ln/>
        </p:spPr>
      </p:sp>
      <p:sp>
        <p:nvSpPr>
          <p:cNvPr id="382" name="Shape 380"/>
          <p:cNvSpPr/>
          <p:nvPr/>
        </p:nvSpPr>
        <p:spPr>
          <a:xfrm>
            <a:off x="9861245" y="5901042"/>
            <a:ext cx="449216" cy="252522"/>
          </a:xfrm>
          <a:prstGeom prst="rect">
            <a:avLst/>
          </a:prstGeom>
          <a:solidFill>
            <a:srgbClr val="001878"/>
          </a:solidFill>
          <a:ln w="9525">
            <a:solidFill>
              <a:srgbClr val="3078C0"/>
            </a:solidFill>
            <a:prstDash val="solid"/>
          </a:ln>
        </p:spPr>
      </p:sp>
      <p:sp>
        <p:nvSpPr>
          <p:cNvPr id="383" name="Text 381"/>
          <p:cNvSpPr/>
          <p:nvPr/>
        </p:nvSpPr>
        <p:spPr>
          <a:xfrm>
            <a:off x="9861245" y="5901042"/>
            <a:ext cx="449216" cy="2525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450" dirty="0"/>
          </a:p>
          <a:p>
            <a:pPr algn="ctr" indent="0" marL="0">
              <a:lnSpc>
                <a:spcPts val="600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Self-Attention</a:t>
            </a:r>
            <a:endParaRPr lang="en-US" sz="450" dirty="0"/>
          </a:p>
        </p:txBody>
      </p:sp>
      <p:sp>
        <p:nvSpPr>
          <p:cNvPr id="384" name="Shape 382"/>
          <p:cNvSpPr/>
          <p:nvPr/>
        </p:nvSpPr>
        <p:spPr>
          <a:xfrm>
            <a:off x="7932258" y="5954205"/>
            <a:ext cx="145335" cy="172778"/>
          </a:xfrm>
          <a:prstGeom prst="arc">
            <a:avLst>
              <a:gd name="adj1" fmla="val 10800000"/>
              <a:gd name="adj2" fmla="val 21600000"/>
            </a:avLst>
          </a:prstGeom>
          <a:ln w="9525">
            <a:solidFill>
              <a:srgbClr val="C03030"/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8500384" y="5954205"/>
            <a:ext cx="171759" cy="172778"/>
          </a:xfrm>
          <a:prstGeom prst="arc">
            <a:avLst>
              <a:gd name="adj1" fmla="val 10800000"/>
              <a:gd name="adj2" fmla="val 21600000"/>
            </a:avLst>
          </a:prstGeom>
          <a:ln w="9525">
            <a:solidFill>
              <a:srgbClr val="C03030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9094935" y="5954205"/>
            <a:ext cx="211396" cy="172778"/>
          </a:xfrm>
          <a:prstGeom prst="arc">
            <a:avLst>
              <a:gd name="adj1" fmla="val 10800000"/>
              <a:gd name="adj2" fmla="val 21600000"/>
            </a:avLst>
          </a:prstGeom>
          <a:ln w="9525">
            <a:solidFill>
              <a:srgbClr val="C03030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9729122" y="5954205"/>
            <a:ext cx="145335" cy="172778"/>
          </a:xfrm>
          <a:prstGeom prst="arc">
            <a:avLst>
              <a:gd name="adj1" fmla="val 10800000"/>
              <a:gd name="adj2" fmla="val 21600000"/>
            </a:avLst>
          </a:prstGeom>
          <a:ln w="9525">
            <a:solidFill>
              <a:srgbClr val="C03030"/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7496254" y="6153564"/>
            <a:ext cx="449216" cy="186069"/>
          </a:xfrm>
          <a:prstGeom prst="rect">
            <a:avLst/>
          </a:prstGeom>
          <a:solidFill>
            <a:srgbClr val="DFF5C8"/>
          </a:solidFill>
          <a:ln w="9525">
            <a:solidFill>
              <a:srgbClr val="8A9A70"/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7588740" y="6180146"/>
            <a:ext cx="46243" cy="46517"/>
          </a:xfrm>
          <a:prstGeom prst="rect">
            <a:avLst/>
          </a:prstGeom>
          <a:solidFill>
            <a:srgbClr val="C04040"/>
          </a:solidFill>
          <a:ln/>
        </p:spPr>
      </p:sp>
      <p:sp>
        <p:nvSpPr>
          <p:cNvPr id="390" name="Shape 388"/>
          <p:cNvSpPr/>
          <p:nvPr/>
        </p:nvSpPr>
        <p:spPr>
          <a:xfrm>
            <a:off x="7644231" y="6180146"/>
            <a:ext cx="46243" cy="46517"/>
          </a:xfrm>
          <a:prstGeom prst="rect">
            <a:avLst/>
          </a:prstGeom>
          <a:solidFill>
            <a:srgbClr val="3050C0"/>
          </a:solidFill>
          <a:ln/>
        </p:spPr>
      </p:sp>
      <p:sp>
        <p:nvSpPr>
          <p:cNvPr id="391" name="Shape 389"/>
          <p:cNvSpPr/>
          <p:nvPr/>
        </p:nvSpPr>
        <p:spPr>
          <a:xfrm>
            <a:off x="7699723" y="6180146"/>
            <a:ext cx="46243" cy="46517"/>
          </a:xfrm>
          <a:prstGeom prst="rect">
            <a:avLst/>
          </a:prstGeom>
          <a:solidFill>
            <a:srgbClr val="E0C040"/>
          </a:solidFill>
          <a:ln/>
        </p:spPr>
      </p:sp>
      <p:sp>
        <p:nvSpPr>
          <p:cNvPr id="392" name="Shape 390"/>
          <p:cNvSpPr/>
          <p:nvPr/>
        </p:nvSpPr>
        <p:spPr>
          <a:xfrm>
            <a:off x="7755214" y="6180146"/>
            <a:ext cx="46243" cy="46517"/>
          </a:xfrm>
          <a:prstGeom prst="rect">
            <a:avLst/>
          </a:prstGeom>
          <a:solidFill>
            <a:srgbClr val="E08030"/>
          </a:solidFill>
          <a:ln/>
        </p:spPr>
      </p:sp>
      <p:sp>
        <p:nvSpPr>
          <p:cNvPr id="393" name="Shape 391"/>
          <p:cNvSpPr/>
          <p:nvPr/>
        </p:nvSpPr>
        <p:spPr>
          <a:xfrm>
            <a:off x="7810705" y="6180146"/>
            <a:ext cx="46243" cy="46517"/>
          </a:xfrm>
          <a:prstGeom prst="rect">
            <a:avLst/>
          </a:prstGeom>
          <a:solidFill>
            <a:srgbClr val="40A060"/>
          </a:solidFill>
          <a:ln/>
        </p:spPr>
      </p:sp>
      <p:sp>
        <p:nvSpPr>
          <p:cNvPr id="394" name="Shape 392"/>
          <p:cNvSpPr/>
          <p:nvPr/>
        </p:nvSpPr>
        <p:spPr>
          <a:xfrm>
            <a:off x="7615164" y="6246599"/>
            <a:ext cx="46243" cy="46517"/>
          </a:xfrm>
          <a:prstGeom prst="rect">
            <a:avLst/>
          </a:prstGeom>
          <a:solidFill>
            <a:srgbClr val="E0C040"/>
          </a:solidFill>
          <a:ln/>
        </p:spPr>
      </p:sp>
      <p:sp>
        <p:nvSpPr>
          <p:cNvPr id="395" name="Shape 393"/>
          <p:cNvSpPr/>
          <p:nvPr/>
        </p:nvSpPr>
        <p:spPr>
          <a:xfrm>
            <a:off x="7670656" y="6246599"/>
            <a:ext cx="46243" cy="46517"/>
          </a:xfrm>
          <a:prstGeom prst="rect">
            <a:avLst/>
          </a:prstGeom>
          <a:solidFill>
            <a:srgbClr val="E08030"/>
          </a:solidFill>
          <a:ln/>
        </p:spPr>
      </p:sp>
      <p:sp>
        <p:nvSpPr>
          <p:cNvPr id="396" name="Shape 394"/>
          <p:cNvSpPr/>
          <p:nvPr/>
        </p:nvSpPr>
        <p:spPr>
          <a:xfrm>
            <a:off x="7726147" y="6246599"/>
            <a:ext cx="46243" cy="46517"/>
          </a:xfrm>
          <a:prstGeom prst="rect">
            <a:avLst/>
          </a:prstGeom>
          <a:solidFill>
            <a:srgbClr val="40A060"/>
          </a:solidFill>
          <a:ln/>
        </p:spPr>
      </p:sp>
      <p:sp>
        <p:nvSpPr>
          <p:cNvPr id="397" name="Shape 395"/>
          <p:cNvSpPr/>
          <p:nvPr/>
        </p:nvSpPr>
        <p:spPr>
          <a:xfrm>
            <a:off x="7781639" y="6246599"/>
            <a:ext cx="46243" cy="46517"/>
          </a:xfrm>
          <a:prstGeom prst="rect">
            <a:avLst/>
          </a:prstGeom>
          <a:solidFill>
            <a:srgbClr val="C04040"/>
          </a:solidFill>
          <a:ln/>
        </p:spPr>
      </p:sp>
      <p:sp>
        <p:nvSpPr>
          <p:cNvPr id="398" name="Shape 396"/>
          <p:cNvSpPr/>
          <p:nvPr/>
        </p:nvSpPr>
        <p:spPr>
          <a:xfrm>
            <a:off x="8064380" y="6153564"/>
            <a:ext cx="449216" cy="186069"/>
          </a:xfrm>
          <a:prstGeom prst="rect">
            <a:avLst/>
          </a:prstGeom>
          <a:solidFill>
            <a:srgbClr val="DFF5C8"/>
          </a:solidFill>
          <a:ln w="9525">
            <a:solidFill>
              <a:srgbClr val="8A9A70"/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8156866" y="6180146"/>
            <a:ext cx="46243" cy="46517"/>
          </a:xfrm>
          <a:prstGeom prst="rect">
            <a:avLst/>
          </a:prstGeom>
          <a:solidFill>
            <a:srgbClr val="C04040"/>
          </a:solidFill>
          <a:ln/>
        </p:spPr>
      </p:sp>
      <p:sp>
        <p:nvSpPr>
          <p:cNvPr id="400" name="Shape 398"/>
          <p:cNvSpPr/>
          <p:nvPr/>
        </p:nvSpPr>
        <p:spPr>
          <a:xfrm>
            <a:off x="8212358" y="6180146"/>
            <a:ext cx="46243" cy="46517"/>
          </a:xfrm>
          <a:prstGeom prst="rect">
            <a:avLst/>
          </a:prstGeom>
          <a:solidFill>
            <a:srgbClr val="3050C0"/>
          </a:solidFill>
          <a:ln/>
        </p:spPr>
      </p:sp>
      <p:sp>
        <p:nvSpPr>
          <p:cNvPr id="401" name="Shape 399"/>
          <p:cNvSpPr/>
          <p:nvPr/>
        </p:nvSpPr>
        <p:spPr>
          <a:xfrm>
            <a:off x="8267849" y="6180146"/>
            <a:ext cx="46243" cy="46517"/>
          </a:xfrm>
          <a:prstGeom prst="rect">
            <a:avLst/>
          </a:prstGeom>
          <a:solidFill>
            <a:srgbClr val="E0C040"/>
          </a:solidFill>
          <a:ln/>
        </p:spPr>
      </p:sp>
      <p:sp>
        <p:nvSpPr>
          <p:cNvPr id="402" name="Shape 400"/>
          <p:cNvSpPr/>
          <p:nvPr/>
        </p:nvSpPr>
        <p:spPr>
          <a:xfrm>
            <a:off x="8323340" y="6180146"/>
            <a:ext cx="46243" cy="46517"/>
          </a:xfrm>
          <a:prstGeom prst="rect">
            <a:avLst/>
          </a:prstGeom>
          <a:solidFill>
            <a:srgbClr val="E08030"/>
          </a:solidFill>
          <a:ln/>
        </p:spPr>
      </p:sp>
      <p:sp>
        <p:nvSpPr>
          <p:cNvPr id="403" name="Shape 401"/>
          <p:cNvSpPr/>
          <p:nvPr/>
        </p:nvSpPr>
        <p:spPr>
          <a:xfrm>
            <a:off x="8378832" y="6180146"/>
            <a:ext cx="46243" cy="46517"/>
          </a:xfrm>
          <a:prstGeom prst="rect">
            <a:avLst/>
          </a:prstGeom>
          <a:solidFill>
            <a:srgbClr val="40A060"/>
          </a:solidFill>
          <a:ln/>
        </p:spPr>
      </p:sp>
      <p:sp>
        <p:nvSpPr>
          <p:cNvPr id="404" name="Shape 402"/>
          <p:cNvSpPr/>
          <p:nvPr/>
        </p:nvSpPr>
        <p:spPr>
          <a:xfrm>
            <a:off x="8183291" y="6246599"/>
            <a:ext cx="46243" cy="46517"/>
          </a:xfrm>
          <a:prstGeom prst="rect">
            <a:avLst/>
          </a:prstGeom>
          <a:solidFill>
            <a:srgbClr val="E0C040"/>
          </a:solidFill>
          <a:ln/>
        </p:spPr>
      </p:sp>
      <p:sp>
        <p:nvSpPr>
          <p:cNvPr id="405" name="Shape 403"/>
          <p:cNvSpPr/>
          <p:nvPr/>
        </p:nvSpPr>
        <p:spPr>
          <a:xfrm>
            <a:off x="8238782" y="6246599"/>
            <a:ext cx="46243" cy="46517"/>
          </a:xfrm>
          <a:prstGeom prst="rect">
            <a:avLst/>
          </a:prstGeom>
          <a:solidFill>
            <a:srgbClr val="E08030"/>
          </a:solidFill>
          <a:ln/>
        </p:spPr>
      </p:sp>
      <p:sp>
        <p:nvSpPr>
          <p:cNvPr id="406" name="Shape 404"/>
          <p:cNvSpPr/>
          <p:nvPr/>
        </p:nvSpPr>
        <p:spPr>
          <a:xfrm>
            <a:off x="8294273" y="6246599"/>
            <a:ext cx="46243" cy="46517"/>
          </a:xfrm>
          <a:prstGeom prst="rect">
            <a:avLst/>
          </a:prstGeom>
          <a:solidFill>
            <a:srgbClr val="40A060"/>
          </a:solidFill>
          <a:ln/>
        </p:spPr>
      </p:sp>
      <p:sp>
        <p:nvSpPr>
          <p:cNvPr id="407" name="Shape 405"/>
          <p:cNvSpPr/>
          <p:nvPr/>
        </p:nvSpPr>
        <p:spPr>
          <a:xfrm>
            <a:off x="8349765" y="6246599"/>
            <a:ext cx="46243" cy="46517"/>
          </a:xfrm>
          <a:prstGeom prst="rect">
            <a:avLst/>
          </a:prstGeom>
          <a:solidFill>
            <a:srgbClr val="C04040"/>
          </a:solidFill>
          <a:ln/>
        </p:spPr>
      </p:sp>
      <p:sp>
        <p:nvSpPr>
          <p:cNvPr id="408" name="Shape 406"/>
          <p:cNvSpPr/>
          <p:nvPr/>
        </p:nvSpPr>
        <p:spPr>
          <a:xfrm>
            <a:off x="8658931" y="6153564"/>
            <a:ext cx="449216" cy="186069"/>
          </a:xfrm>
          <a:prstGeom prst="rect">
            <a:avLst/>
          </a:prstGeom>
          <a:solidFill>
            <a:srgbClr val="DFF5C8"/>
          </a:solidFill>
          <a:ln w="9525">
            <a:solidFill>
              <a:srgbClr val="8A9A70"/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>
            <a:off x="8751417" y="6180146"/>
            <a:ext cx="46243" cy="46517"/>
          </a:xfrm>
          <a:prstGeom prst="rect">
            <a:avLst/>
          </a:prstGeom>
          <a:solidFill>
            <a:srgbClr val="C04040"/>
          </a:solidFill>
          <a:ln/>
        </p:spPr>
      </p:sp>
      <p:sp>
        <p:nvSpPr>
          <p:cNvPr id="410" name="Shape 408"/>
          <p:cNvSpPr/>
          <p:nvPr/>
        </p:nvSpPr>
        <p:spPr>
          <a:xfrm>
            <a:off x="8806908" y="6180146"/>
            <a:ext cx="46243" cy="46517"/>
          </a:xfrm>
          <a:prstGeom prst="rect">
            <a:avLst/>
          </a:prstGeom>
          <a:solidFill>
            <a:srgbClr val="3050C0"/>
          </a:solidFill>
          <a:ln/>
        </p:spPr>
      </p:sp>
      <p:sp>
        <p:nvSpPr>
          <p:cNvPr id="411" name="Shape 409"/>
          <p:cNvSpPr/>
          <p:nvPr/>
        </p:nvSpPr>
        <p:spPr>
          <a:xfrm>
            <a:off x="8862400" y="6180146"/>
            <a:ext cx="46243" cy="46517"/>
          </a:xfrm>
          <a:prstGeom prst="rect">
            <a:avLst/>
          </a:prstGeom>
          <a:solidFill>
            <a:srgbClr val="E0C040"/>
          </a:solidFill>
          <a:ln/>
        </p:spPr>
      </p:sp>
      <p:sp>
        <p:nvSpPr>
          <p:cNvPr id="412" name="Shape 410"/>
          <p:cNvSpPr/>
          <p:nvPr/>
        </p:nvSpPr>
        <p:spPr>
          <a:xfrm>
            <a:off x="8917891" y="6180146"/>
            <a:ext cx="46243" cy="46517"/>
          </a:xfrm>
          <a:prstGeom prst="rect">
            <a:avLst/>
          </a:prstGeom>
          <a:solidFill>
            <a:srgbClr val="E08030"/>
          </a:solidFill>
          <a:ln/>
        </p:spPr>
      </p:sp>
      <p:sp>
        <p:nvSpPr>
          <p:cNvPr id="413" name="Shape 411"/>
          <p:cNvSpPr/>
          <p:nvPr/>
        </p:nvSpPr>
        <p:spPr>
          <a:xfrm>
            <a:off x="8973382" y="6180146"/>
            <a:ext cx="46243" cy="46517"/>
          </a:xfrm>
          <a:prstGeom prst="rect">
            <a:avLst/>
          </a:prstGeom>
          <a:solidFill>
            <a:srgbClr val="40A060"/>
          </a:solidFill>
          <a:ln/>
        </p:spPr>
      </p:sp>
      <p:sp>
        <p:nvSpPr>
          <p:cNvPr id="414" name="Shape 412"/>
          <p:cNvSpPr/>
          <p:nvPr/>
        </p:nvSpPr>
        <p:spPr>
          <a:xfrm>
            <a:off x="8777841" y="6246599"/>
            <a:ext cx="46243" cy="46517"/>
          </a:xfrm>
          <a:prstGeom prst="rect">
            <a:avLst/>
          </a:prstGeom>
          <a:solidFill>
            <a:srgbClr val="E0C040"/>
          </a:solidFill>
          <a:ln/>
        </p:spPr>
      </p:sp>
      <p:sp>
        <p:nvSpPr>
          <p:cNvPr id="415" name="Shape 413"/>
          <p:cNvSpPr/>
          <p:nvPr/>
        </p:nvSpPr>
        <p:spPr>
          <a:xfrm>
            <a:off x="8833333" y="6246599"/>
            <a:ext cx="46243" cy="46517"/>
          </a:xfrm>
          <a:prstGeom prst="rect">
            <a:avLst/>
          </a:prstGeom>
          <a:solidFill>
            <a:srgbClr val="E08030"/>
          </a:solidFill>
          <a:ln/>
        </p:spPr>
      </p:sp>
      <p:sp>
        <p:nvSpPr>
          <p:cNvPr id="416" name="Shape 414"/>
          <p:cNvSpPr/>
          <p:nvPr/>
        </p:nvSpPr>
        <p:spPr>
          <a:xfrm>
            <a:off x="8888824" y="6246599"/>
            <a:ext cx="46243" cy="46517"/>
          </a:xfrm>
          <a:prstGeom prst="rect">
            <a:avLst/>
          </a:prstGeom>
          <a:solidFill>
            <a:srgbClr val="40A060"/>
          </a:solidFill>
          <a:ln/>
        </p:spPr>
      </p:sp>
      <p:sp>
        <p:nvSpPr>
          <p:cNvPr id="417" name="Shape 415"/>
          <p:cNvSpPr/>
          <p:nvPr/>
        </p:nvSpPr>
        <p:spPr>
          <a:xfrm>
            <a:off x="8944316" y="6246599"/>
            <a:ext cx="46243" cy="46517"/>
          </a:xfrm>
          <a:prstGeom prst="rect">
            <a:avLst/>
          </a:prstGeom>
          <a:solidFill>
            <a:srgbClr val="C04040"/>
          </a:solidFill>
          <a:ln/>
        </p:spPr>
      </p:sp>
      <p:sp>
        <p:nvSpPr>
          <p:cNvPr id="418" name="Shape 416"/>
          <p:cNvSpPr/>
          <p:nvPr/>
        </p:nvSpPr>
        <p:spPr>
          <a:xfrm>
            <a:off x="9293119" y="6153564"/>
            <a:ext cx="449216" cy="186069"/>
          </a:xfrm>
          <a:prstGeom prst="rect">
            <a:avLst/>
          </a:prstGeom>
          <a:solidFill>
            <a:srgbClr val="DFF5C8"/>
          </a:solidFill>
          <a:ln w="9525">
            <a:solidFill>
              <a:srgbClr val="8A9A70"/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>
            <a:off x="9385604" y="6180146"/>
            <a:ext cx="46243" cy="46517"/>
          </a:xfrm>
          <a:prstGeom prst="rect">
            <a:avLst/>
          </a:prstGeom>
          <a:solidFill>
            <a:srgbClr val="C04040"/>
          </a:solidFill>
          <a:ln/>
        </p:spPr>
      </p:sp>
      <p:sp>
        <p:nvSpPr>
          <p:cNvPr id="420" name="Shape 418"/>
          <p:cNvSpPr/>
          <p:nvPr/>
        </p:nvSpPr>
        <p:spPr>
          <a:xfrm>
            <a:off x="9441096" y="6180146"/>
            <a:ext cx="46243" cy="46517"/>
          </a:xfrm>
          <a:prstGeom prst="rect">
            <a:avLst/>
          </a:prstGeom>
          <a:solidFill>
            <a:srgbClr val="3050C0"/>
          </a:solidFill>
          <a:ln/>
        </p:spPr>
      </p:sp>
      <p:sp>
        <p:nvSpPr>
          <p:cNvPr id="421" name="Shape 419"/>
          <p:cNvSpPr/>
          <p:nvPr/>
        </p:nvSpPr>
        <p:spPr>
          <a:xfrm>
            <a:off x="9496587" y="6180146"/>
            <a:ext cx="46243" cy="46517"/>
          </a:xfrm>
          <a:prstGeom prst="rect">
            <a:avLst/>
          </a:prstGeom>
          <a:solidFill>
            <a:srgbClr val="E0C040"/>
          </a:solidFill>
          <a:ln/>
        </p:spPr>
      </p:sp>
      <p:sp>
        <p:nvSpPr>
          <p:cNvPr id="422" name="Shape 420"/>
          <p:cNvSpPr/>
          <p:nvPr/>
        </p:nvSpPr>
        <p:spPr>
          <a:xfrm>
            <a:off x="9552078" y="6180146"/>
            <a:ext cx="46243" cy="46517"/>
          </a:xfrm>
          <a:prstGeom prst="rect">
            <a:avLst/>
          </a:prstGeom>
          <a:solidFill>
            <a:srgbClr val="E08030"/>
          </a:solidFill>
          <a:ln/>
        </p:spPr>
      </p:sp>
      <p:sp>
        <p:nvSpPr>
          <p:cNvPr id="423" name="Shape 421"/>
          <p:cNvSpPr/>
          <p:nvPr/>
        </p:nvSpPr>
        <p:spPr>
          <a:xfrm>
            <a:off x="9607570" y="6180146"/>
            <a:ext cx="46243" cy="46517"/>
          </a:xfrm>
          <a:prstGeom prst="rect">
            <a:avLst/>
          </a:prstGeom>
          <a:solidFill>
            <a:srgbClr val="40A060"/>
          </a:solidFill>
          <a:ln/>
        </p:spPr>
      </p:sp>
      <p:sp>
        <p:nvSpPr>
          <p:cNvPr id="424" name="Shape 422"/>
          <p:cNvSpPr/>
          <p:nvPr/>
        </p:nvSpPr>
        <p:spPr>
          <a:xfrm>
            <a:off x="9412029" y="6246599"/>
            <a:ext cx="46243" cy="46517"/>
          </a:xfrm>
          <a:prstGeom prst="rect">
            <a:avLst/>
          </a:prstGeom>
          <a:solidFill>
            <a:srgbClr val="E0C040"/>
          </a:solidFill>
          <a:ln/>
        </p:spPr>
      </p:sp>
      <p:sp>
        <p:nvSpPr>
          <p:cNvPr id="425" name="Shape 423"/>
          <p:cNvSpPr/>
          <p:nvPr/>
        </p:nvSpPr>
        <p:spPr>
          <a:xfrm>
            <a:off x="9467520" y="6246599"/>
            <a:ext cx="46243" cy="46517"/>
          </a:xfrm>
          <a:prstGeom prst="rect">
            <a:avLst/>
          </a:prstGeom>
          <a:solidFill>
            <a:srgbClr val="E08030"/>
          </a:solidFill>
          <a:ln/>
        </p:spPr>
      </p:sp>
      <p:sp>
        <p:nvSpPr>
          <p:cNvPr id="426" name="Shape 424"/>
          <p:cNvSpPr/>
          <p:nvPr/>
        </p:nvSpPr>
        <p:spPr>
          <a:xfrm>
            <a:off x="9523012" y="6246599"/>
            <a:ext cx="46243" cy="46517"/>
          </a:xfrm>
          <a:prstGeom prst="rect">
            <a:avLst/>
          </a:prstGeom>
          <a:solidFill>
            <a:srgbClr val="40A060"/>
          </a:solidFill>
          <a:ln/>
        </p:spPr>
      </p:sp>
      <p:sp>
        <p:nvSpPr>
          <p:cNvPr id="427" name="Shape 425"/>
          <p:cNvSpPr/>
          <p:nvPr/>
        </p:nvSpPr>
        <p:spPr>
          <a:xfrm>
            <a:off x="9578503" y="6246599"/>
            <a:ext cx="46243" cy="46517"/>
          </a:xfrm>
          <a:prstGeom prst="rect">
            <a:avLst/>
          </a:prstGeom>
          <a:solidFill>
            <a:srgbClr val="C04040"/>
          </a:solidFill>
          <a:ln/>
        </p:spPr>
      </p:sp>
      <p:sp>
        <p:nvSpPr>
          <p:cNvPr id="428" name="Shape 426"/>
          <p:cNvSpPr/>
          <p:nvPr/>
        </p:nvSpPr>
        <p:spPr>
          <a:xfrm>
            <a:off x="9861245" y="6153564"/>
            <a:ext cx="449216" cy="186069"/>
          </a:xfrm>
          <a:prstGeom prst="rect">
            <a:avLst/>
          </a:prstGeom>
          <a:solidFill>
            <a:srgbClr val="DFF5C8"/>
          </a:solidFill>
          <a:ln w="9525">
            <a:solidFill>
              <a:srgbClr val="8A9A70"/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>
            <a:off x="9953731" y="6180146"/>
            <a:ext cx="46243" cy="46517"/>
          </a:xfrm>
          <a:prstGeom prst="rect">
            <a:avLst/>
          </a:prstGeom>
          <a:solidFill>
            <a:srgbClr val="C04040"/>
          </a:solidFill>
          <a:ln/>
        </p:spPr>
      </p:sp>
      <p:sp>
        <p:nvSpPr>
          <p:cNvPr id="430" name="Shape 428"/>
          <p:cNvSpPr/>
          <p:nvPr/>
        </p:nvSpPr>
        <p:spPr>
          <a:xfrm>
            <a:off x="10009222" y="6180146"/>
            <a:ext cx="46243" cy="46517"/>
          </a:xfrm>
          <a:prstGeom prst="rect">
            <a:avLst/>
          </a:prstGeom>
          <a:solidFill>
            <a:srgbClr val="3050C0"/>
          </a:solidFill>
          <a:ln/>
        </p:spPr>
      </p:sp>
      <p:sp>
        <p:nvSpPr>
          <p:cNvPr id="431" name="Shape 429"/>
          <p:cNvSpPr/>
          <p:nvPr/>
        </p:nvSpPr>
        <p:spPr>
          <a:xfrm>
            <a:off x="10064713" y="6180146"/>
            <a:ext cx="46243" cy="46517"/>
          </a:xfrm>
          <a:prstGeom prst="rect">
            <a:avLst/>
          </a:prstGeom>
          <a:solidFill>
            <a:srgbClr val="E0C040"/>
          </a:solidFill>
          <a:ln/>
        </p:spPr>
      </p:sp>
      <p:sp>
        <p:nvSpPr>
          <p:cNvPr id="432" name="Shape 430"/>
          <p:cNvSpPr/>
          <p:nvPr/>
        </p:nvSpPr>
        <p:spPr>
          <a:xfrm>
            <a:off x="10120205" y="6180146"/>
            <a:ext cx="46243" cy="46517"/>
          </a:xfrm>
          <a:prstGeom prst="rect">
            <a:avLst/>
          </a:prstGeom>
          <a:solidFill>
            <a:srgbClr val="E08030"/>
          </a:solidFill>
          <a:ln/>
        </p:spPr>
      </p:sp>
      <p:sp>
        <p:nvSpPr>
          <p:cNvPr id="433" name="Shape 431"/>
          <p:cNvSpPr/>
          <p:nvPr/>
        </p:nvSpPr>
        <p:spPr>
          <a:xfrm>
            <a:off x="10175696" y="6180146"/>
            <a:ext cx="46243" cy="46517"/>
          </a:xfrm>
          <a:prstGeom prst="rect">
            <a:avLst/>
          </a:prstGeom>
          <a:solidFill>
            <a:srgbClr val="40A060"/>
          </a:solidFill>
          <a:ln/>
        </p:spPr>
      </p:sp>
      <p:sp>
        <p:nvSpPr>
          <p:cNvPr id="434" name="Shape 432"/>
          <p:cNvSpPr/>
          <p:nvPr/>
        </p:nvSpPr>
        <p:spPr>
          <a:xfrm>
            <a:off x="9980155" y="6246599"/>
            <a:ext cx="46243" cy="46517"/>
          </a:xfrm>
          <a:prstGeom prst="rect">
            <a:avLst/>
          </a:prstGeom>
          <a:solidFill>
            <a:srgbClr val="E0C040"/>
          </a:solidFill>
          <a:ln/>
        </p:spPr>
      </p:sp>
      <p:sp>
        <p:nvSpPr>
          <p:cNvPr id="435" name="Shape 433"/>
          <p:cNvSpPr/>
          <p:nvPr/>
        </p:nvSpPr>
        <p:spPr>
          <a:xfrm>
            <a:off x="10035646" y="6246599"/>
            <a:ext cx="46243" cy="46517"/>
          </a:xfrm>
          <a:prstGeom prst="rect">
            <a:avLst/>
          </a:prstGeom>
          <a:solidFill>
            <a:srgbClr val="E08030"/>
          </a:solidFill>
          <a:ln/>
        </p:spPr>
      </p:sp>
      <p:sp>
        <p:nvSpPr>
          <p:cNvPr id="436" name="Shape 434"/>
          <p:cNvSpPr/>
          <p:nvPr/>
        </p:nvSpPr>
        <p:spPr>
          <a:xfrm>
            <a:off x="10091138" y="6246599"/>
            <a:ext cx="46243" cy="46517"/>
          </a:xfrm>
          <a:prstGeom prst="rect">
            <a:avLst/>
          </a:prstGeom>
          <a:solidFill>
            <a:srgbClr val="40A060"/>
          </a:solidFill>
          <a:ln/>
        </p:spPr>
      </p:sp>
      <p:sp>
        <p:nvSpPr>
          <p:cNvPr id="437" name="Shape 435"/>
          <p:cNvSpPr/>
          <p:nvPr/>
        </p:nvSpPr>
        <p:spPr>
          <a:xfrm>
            <a:off x="10146629" y="6246599"/>
            <a:ext cx="46243" cy="46517"/>
          </a:xfrm>
          <a:prstGeom prst="rect">
            <a:avLst/>
          </a:prstGeom>
          <a:solidFill>
            <a:srgbClr val="C04040"/>
          </a:solidFill>
          <a:ln/>
        </p:spPr>
      </p:sp>
      <p:sp>
        <p:nvSpPr>
          <p:cNvPr id="438" name="Shape 436"/>
          <p:cNvSpPr/>
          <p:nvPr/>
        </p:nvSpPr>
        <p:spPr>
          <a:xfrm>
            <a:off x="7720862" y="6339633"/>
            <a:ext cx="0" cy="132906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439" name="Shape 437"/>
          <p:cNvSpPr/>
          <p:nvPr/>
        </p:nvSpPr>
        <p:spPr>
          <a:xfrm>
            <a:off x="8282382" y="6339633"/>
            <a:ext cx="0" cy="132906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440" name="Shape 438"/>
          <p:cNvSpPr/>
          <p:nvPr/>
        </p:nvSpPr>
        <p:spPr>
          <a:xfrm>
            <a:off x="8876933" y="6339633"/>
            <a:ext cx="0" cy="132906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441" name="Shape 439"/>
          <p:cNvSpPr/>
          <p:nvPr/>
        </p:nvSpPr>
        <p:spPr>
          <a:xfrm>
            <a:off x="9517727" y="6339633"/>
            <a:ext cx="0" cy="132906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442" name="Shape 440"/>
          <p:cNvSpPr/>
          <p:nvPr/>
        </p:nvSpPr>
        <p:spPr>
          <a:xfrm>
            <a:off x="10072641" y="6339633"/>
            <a:ext cx="0" cy="132906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443" name="Shape 441"/>
          <p:cNvSpPr/>
          <p:nvPr/>
        </p:nvSpPr>
        <p:spPr>
          <a:xfrm>
            <a:off x="7588740" y="6479185"/>
            <a:ext cx="2629235" cy="112970"/>
          </a:xfrm>
          <a:prstGeom prst="rect">
            <a:avLst/>
          </a:prstGeom>
          <a:solidFill>
            <a:srgbClr val="5C186E"/>
          </a:solidFill>
          <a:ln/>
        </p:spPr>
      </p:sp>
      <p:sp>
        <p:nvSpPr>
          <p:cNvPr id="444" name="Text 442"/>
          <p:cNvSpPr/>
          <p:nvPr/>
        </p:nvSpPr>
        <p:spPr>
          <a:xfrm>
            <a:off x="7588740" y="6479185"/>
            <a:ext cx="2629235" cy="112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and Position Encoding</a:t>
            </a:r>
            <a:endParaRPr lang="en-US" sz="600" dirty="0"/>
          </a:p>
        </p:txBody>
      </p:sp>
      <p:sp>
        <p:nvSpPr>
          <p:cNvPr id="445" name="Shape 443"/>
          <p:cNvSpPr/>
          <p:nvPr/>
        </p:nvSpPr>
        <p:spPr>
          <a:xfrm>
            <a:off x="7496254" y="6605446"/>
            <a:ext cx="449216" cy="239231"/>
          </a:xfrm>
          <a:prstGeom prst="roundRect">
            <a:avLst>
              <a:gd name="adj" fmla="val 45867"/>
            </a:avLst>
          </a:prstGeom>
          <a:solidFill>
            <a:srgbClr val="C8E8C8"/>
          </a:solidFill>
          <a:ln w="9525">
            <a:solidFill>
              <a:srgbClr val="5A9A6A"/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>
            <a:off x="7601952" y="6625382"/>
            <a:ext cx="52849" cy="5316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>
            <a:off x="7668013" y="6625382"/>
            <a:ext cx="52849" cy="5316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>
            <a:off x="7734074" y="6625382"/>
            <a:ext cx="52849" cy="5316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>
            <a:off x="7800136" y="6625382"/>
            <a:ext cx="52849" cy="5316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450" name="Text 448"/>
          <p:cNvSpPr/>
          <p:nvPr/>
        </p:nvSpPr>
        <p:spPr>
          <a:xfrm>
            <a:off x="7496254" y="6691835"/>
            <a:ext cx="449216" cy="10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</a:t>
            </a:r>
            <a:endParaRPr lang="en-US" sz="500" dirty="0"/>
          </a:p>
        </p:txBody>
      </p:sp>
      <p:sp>
        <p:nvSpPr>
          <p:cNvPr id="451" name="Shape 449"/>
          <p:cNvSpPr/>
          <p:nvPr/>
        </p:nvSpPr>
        <p:spPr>
          <a:xfrm>
            <a:off x="7535891" y="6798160"/>
            <a:ext cx="369943" cy="0"/>
          </a:xfrm>
          <a:prstGeom prst="line">
            <a:avLst/>
          </a:prstGeom>
          <a:noFill/>
          <a:ln w="6350">
            <a:solidFill>
              <a:srgbClr val="5A9A6A"/>
            </a:solidFill>
            <a:prstDash val="solid"/>
          </a:ln>
        </p:spPr>
      </p:sp>
      <p:sp>
        <p:nvSpPr>
          <p:cNvPr id="452" name="Shape 450"/>
          <p:cNvSpPr/>
          <p:nvPr/>
        </p:nvSpPr>
        <p:spPr>
          <a:xfrm>
            <a:off x="7516073" y="6804806"/>
            <a:ext cx="409579" cy="33227"/>
          </a:xfrm>
          <a:prstGeom prst="rect">
            <a:avLst/>
          </a:prstGeom>
          <a:solidFill>
            <a:srgbClr val="E0F4DC"/>
          </a:solidFill>
          <a:ln/>
        </p:spPr>
      </p:sp>
      <p:sp>
        <p:nvSpPr>
          <p:cNvPr id="453" name="Shape 451"/>
          <p:cNvSpPr/>
          <p:nvPr/>
        </p:nvSpPr>
        <p:spPr>
          <a:xfrm>
            <a:off x="8064380" y="6605446"/>
            <a:ext cx="449216" cy="239231"/>
          </a:xfrm>
          <a:prstGeom prst="roundRect">
            <a:avLst>
              <a:gd name="adj" fmla="val 45867"/>
            </a:avLst>
          </a:prstGeom>
          <a:solidFill>
            <a:srgbClr val="C8E8C8"/>
          </a:solidFill>
          <a:ln w="9525">
            <a:solidFill>
              <a:srgbClr val="5A9A6A"/>
            </a:solidFill>
            <a:prstDash val="solid"/>
          </a:ln>
        </p:spPr>
      </p:sp>
      <p:sp>
        <p:nvSpPr>
          <p:cNvPr id="454" name="Shape 452"/>
          <p:cNvSpPr/>
          <p:nvPr/>
        </p:nvSpPr>
        <p:spPr>
          <a:xfrm>
            <a:off x="8170078" y="6625382"/>
            <a:ext cx="52849" cy="5316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455" name="Shape 453"/>
          <p:cNvSpPr/>
          <p:nvPr/>
        </p:nvSpPr>
        <p:spPr>
          <a:xfrm>
            <a:off x="8236140" y="6625382"/>
            <a:ext cx="52849" cy="5316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>
            <a:off x="8302201" y="6625382"/>
            <a:ext cx="52849" cy="5316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457" name="Shape 455"/>
          <p:cNvSpPr/>
          <p:nvPr/>
        </p:nvSpPr>
        <p:spPr>
          <a:xfrm>
            <a:off x="8368262" y="6625382"/>
            <a:ext cx="52849" cy="5316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458" name="Text 456"/>
          <p:cNvSpPr/>
          <p:nvPr/>
        </p:nvSpPr>
        <p:spPr>
          <a:xfrm>
            <a:off x="8064380" y="6691835"/>
            <a:ext cx="449216" cy="10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</a:t>
            </a:r>
            <a:endParaRPr lang="en-US" sz="500" dirty="0"/>
          </a:p>
        </p:txBody>
      </p:sp>
      <p:sp>
        <p:nvSpPr>
          <p:cNvPr id="459" name="Shape 457"/>
          <p:cNvSpPr/>
          <p:nvPr/>
        </p:nvSpPr>
        <p:spPr>
          <a:xfrm>
            <a:off x="8104017" y="6798160"/>
            <a:ext cx="369943" cy="0"/>
          </a:xfrm>
          <a:prstGeom prst="line">
            <a:avLst/>
          </a:prstGeom>
          <a:noFill/>
          <a:ln w="6350">
            <a:solidFill>
              <a:srgbClr val="5A9A6A"/>
            </a:solidFill>
            <a:prstDash val="solid"/>
          </a:ln>
        </p:spPr>
      </p:sp>
      <p:sp>
        <p:nvSpPr>
          <p:cNvPr id="460" name="Shape 458"/>
          <p:cNvSpPr/>
          <p:nvPr/>
        </p:nvSpPr>
        <p:spPr>
          <a:xfrm>
            <a:off x="8084199" y="6804806"/>
            <a:ext cx="409579" cy="33227"/>
          </a:xfrm>
          <a:prstGeom prst="rect">
            <a:avLst/>
          </a:prstGeom>
          <a:solidFill>
            <a:srgbClr val="E0F4DC"/>
          </a:solidFill>
          <a:ln/>
        </p:spPr>
      </p:sp>
      <p:sp>
        <p:nvSpPr>
          <p:cNvPr id="461" name="Shape 459"/>
          <p:cNvSpPr/>
          <p:nvPr/>
        </p:nvSpPr>
        <p:spPr>
          <a:xfrm>
            <a:off x="8658931" y="6605446"/>
            <a:ext cx="449216" cy="239231"/>
          </a:xfrm>
          <a:prstGeom prst="roundRect">
            <a:avLst>
              <a:gd name="adj" fmla="val 45867"/>
            </a:avLst>
          </a:prstGeom>
          <a:solidFill>
            <a:srgbClr val="C8E8C8"/>
          </a:solidFill>
          <a:ln w="9525">
            <a:solidFill>
              <a:srgbClr val="5A9A6A"/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>
            <a:off x="8764629" y="6625382"/>
            <a:ext cx="52849" cy="5316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463" name="Shape 461"/>
          <p:cNvSpPr/>
          <p:nvPr/>
        </p:nvSpPr>
        <p:spPr>
          <a:xfrm>
            <a:off x="8830690" y="6625382"/>
            <a:ext cx="52849" cy="5316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464" name="Shape 462"/>
          <p:cNvSpPr/>
          <p:nvPr/>
        </p:nvSpPr>
        <p:spPr>
          <a:xfrm>
            <a:off x="8896751" y="6625382"/>
            <a:ext cx="52849" cy="5316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465" name="Shape 463"/>
          <p:cNvSpPr/>
          <p:nvPr/>
        </p:nvSpPr>
        <p:spPr>
          <a:xfrm>
            <a:off x="8962813" y="6625382"/>
            <a:ext cx="52849" cy="5316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466" name="Text 464"/>
          <p:cNvSpPr/>
          <p:nvPr/>
        </p:nvSpPr>
        <p:spPr>
          <a:xfrm>
            <a:off x="8658931" y="6691835"/>
            <a:ext cx="449216" cy="10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</a:t>
            </a:r>
            <a:endParaRPr lang="en-US" sz="500" dirty="0"/>
          </a:p>
        </p:txBody>
      </p:sp>
      <p:sp>
        <p:nvSpPr>
          <p:cNvPr id="467" name="Shape 465"/>
          <p:cNvSpPr/>
          <p:nvPr/>
        </p:nvSpPr>
        <p:spPr>
          <a:xfrm>
            <a:off x="8698568" y="6798160"/>
            <a:ext cx="369943" cy="0"/>
          </a:xfrm>
          <a:prstGeom prst="line">
            <a:avLst/>
          </a:prstGeom>
          <a:noFill/>
          <a:ln w="6350">
            <a:solidFill>
              <a:srgbClr val="5A9A6A"/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>
            <a:off x="8678750" y="6804806"/>
            <a:ext cx="409579" cy="33227"/>
          </a:xfrm>
          <a:prstGeom prst="rect">
            <a:avLst/>
          </a:prstGeom>
          <a:solidFill>
            <a:srgbClr val="E0F4DC"/>
          </a:solidFill>
          <a:ln/>
        </p:spPr>
      </p:sp>
      <p:sp>
        <p:nvSpPr>
          <p:cNvPr id="469" name="Shape 467"/>
          <p:cNvSpPr/>
          <p:nvPr/>
        </p:nvSpPr>
        <p:spPr>
          <a:xfrm>
            <a:off x="9293119" y="6605446"/>
            <a:ext cx="449216" cy="239231"/>
          </a:xfrm>
          <a:prstGeom prst="roundRect">
            <a:avLst>
              <a:gd name="adj" fmla="val 45867"/>
            </a:avLst>
          </a:prstGeom>
          <a:solidFill>
            <a:srgbClr val="C8E8C8"/>
          </a:solidFill>
          <a:ln w="9525">
            <a:solidFill>
              <a:srgbClr val="5A9A6A"/>
            </a:solidFill>
            <a:prstDash val="solid"/>
          </a:ln>
        </p:spPr>
      </p:sp>
      <p:sp>
        <p:nvSpPr>
          <p:cNvPr id="470" name="Shape 468"/>
          <p:cNvSpPr/>
          <p:nvPr/>
        </p:nvSpPr>
        <p:spPr>
          <a:xfrm>
            <a:off x="9398817" y="6625382"/>
            <a:ext cx="52849" cy="5316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471" name="Shape 469"/>
          <p:cNvSpPr/>
          <p:nvPr/>
        </p:nvSpPr>
        <p:spPr>
          <a:xfrm>
            <a:off x="9464878" y="6625382"/>
            <a:ext cx="52849" cy="5316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>
            <a:off x="9530939" y="6625382"/>
            <a:ext cx="52849" cy="5316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473" name="Shape 471"/>
          <p:cNvSpPr/>
          <p:nvPr/>
        </p:nvSpPr>
        <p:spPr>
          <a:xfrm>
            <a:off x="9597000" y="6625382"/>
            <a:ext cx="52849" cy="5316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474" name="Text 472"/>
          <p:cNvSpPr/>
          <p:nvPr/>
        </p:nvSpPr>
        <p:spPr>
          <a:xfrm>
            <a:off x="9293119" y="6691835"/>
            <a:ext cx="449216" cy="10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suis</a:t>
            </a:r>
            <a:endParaRPr lang="en-US" sz="500" dirty="0"/>
          </a:p>
        </p:txBody>
      </p:sp>
      <p:sp>
        <p:nvSpPr>
          <p:cNvPr id="475" name="Shape 473"/>
          <p:cNvSpPr/>
          <p:nvPr/>
        </p:nvSpPr>
        <p:spPr>
          <a:xfrm>
            <a:off x="9332755" y="6798160"/>
            <a:ext cx="369943" cy="0"/>
          </a:xfrm>
          <a:prstGeom prst="line">
            <a:avLst/>
          </a:prstGeom>
          <a:noFill/>
          <a:ln w="6350">
            <a:solidFill>
              <a:srgbClr val="5A9A6A"/>
            </a:solidFill>
            <a:prstDash val="solid"/>
          </a:ln>
        </p:spPr>
      </p:sp>
      <p:sp>
        <p:nvSpPr>
          <p:cNvPr id="476" name="Shape 474"/>
          <p:cNvSpPr/>
          <p:nvPr/>
        </p:nvSpPr>
        <p:spPr>
          <a:xfrm>
            <a:off x="9312937" y="6804806"/>
            <a:ext cx="409579" cy="33227"/>
          </a:xfrm>
          <a:prstGeom prst="rect">
            <a:avLst/>
          </a:prstGeom>
          <a:solidFill>
            <a:srgbClr val="E0F4DC"/>
          </a:solidFill>
          <a:ln/>
        </p:spPr>
      </p:sp>
      <p:sp>
        <p:nvSpPr>
          <p:cNvPr id="477" name="Shape 475"/>
          <p:cNvSpPr/>
          <p:nvPr/>
        </p:nvSpPr>
        <p:spPr>
          <a:xfrm>
            <a:off x="9861245" y="6605446"/>
            <a:ext cx="449216" cy="239231"/>
          </a:xfrm>
          <a:prstGeom prst="roundRect">
            <a:avLst>
              <a:gd name="adj" fmla="val 45867"/>
            </a:avLst>
          </a:prstGeom>
          <a:solidFill>
            <a:srgbClr val="C8E8C8"/>
          </a:solidFill>
          <a:ln w="9525">
            <a:solidFill>
              <a:srgbClr val="5A9A6A"/>
            </a:solidFill>
            <a:prstDash val="solid"/>
          </a:ln>
        </p:spPr>
      </p:sp>
      <p:sp>
        <p:nvSpPr>
          <p:cNvPr id="478" name="Shape 476"/>
          <p:cNvSpPr/>
          <p:nvPr/>
        </p:nvSpPr>
        <p:spPr>
          <a:xfrm>
            <a:off x="9966943" y="6625382"/>
            <a:ext cx="52849" cy="5316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479" name="Shape 477"/>
          <p:cNvSpPr/>
          <p:nvPr/>
        </p:nvSpPr>
        <p:spPr>
          <a:xfrm>
            <a:off x="10033004" y="6625382"/>
            <a:ext cx="52849" cy="5316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>
            <a:off x="10099065" y="6625382"/>
            <a:ext cx="52849" cy="5316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481" name="Shape 479"/>
          <p:cNvSpPr/>
          <p:nvPr/>
        </p:nvSpPr>
        <p:spPr>
          <a:xfrm>
            <a:off x="10165126" y="6625382"/>
            <a:ext cx="52849" cy="5316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482" name="Text 480"/>
          <p:cNvSpPr/>
          <p:nvPr/>
        </p:nvSpPr>
        <p:spPr>
          <a:xfrm>
            <a:off x="9861245" y="6691835"/>
            <a:ext cx="449216" cy="10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faisait</a:t>
            </a:r>
            <a:endParaRPr lang="en-US" sz="500" dirty="0"/>
          </a:p>
        </p:txBody>
      </p:sp>
      <p:sp>
        <p:nvSpPr>
          <p:cNvPr id="483" name="Shape 481"/>
          <p:cNvSpPr/>
          <p:nvPr/>
        </p:nvSpPr>
        <p:spPr>
          <a:xfrm>
            <a:off x="9900882" y="6798160"/>
            <a:ext cx="369943" cy="0"/>
          </a:xfrm>
          <a:prstGeom prst="line">
            <a:avLst/>
          </a:prstGeom>
          <a:noFill/>
          <a:ln w="6350">
            <a:solidFill>
              <a:srgbClr val="5A9A6A"/>
            </a:solidFill>
            <a:prstDash val="solid"/>
          </a:ln>
        </p:spPr>
      </p:sp>
      <p:sp>
        <p:nvSpPr>
          <p:cNvPr id="484" name="Shape 482"/>
          <p:cNvSpPr/>
          <p:nvPr/>
        </p:nvSpPr>
        <p:spPr>
          <a:xfrm>
            <a:off x="9881063" y="6804806"/>
            <a:ext cx="409579" cy="33227"/>
          </a:xfrm>
          <a:prstGeom prst="rect">
            <a:avLst/>
          </a:prstGeom>
          <a:solidFill>
            <a:srgbClr val="E0F4DC"/>
          </a:solidFill>
          <a:ln/>
        </p:spPr>
      </p:sp>
      <p:sp>
        <p:nvSpPr>
          <p:cNvPr id="485" name="Text 483"/>
          <p:cNvSpPr/>
          <p:nvPr/>
        </p:nvSpPr>
        <p:spPr>
          <a:xfrm>
            <a:off x="10825738" y="3083428"/>
            <a:ext cx="251033" cy="132906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2000" b="1" spc="200" kern="0" dirty="0">
                <a:solidFill>
                  <a:srgbClr val="1E8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2000" dirty="0"/>
          </a:p>
        </p:txBody>
      </p:sp>
      <p:sp>
        <p:nvSpPr>
          <p:cNvPr id="486" name="Shape 484"/>
          <p:cNvSpPr/>
          <p:nvPr/>
        </p:nvSpPr>
        <p:spPr>
          <a:xfrm>
            <a:off x="5970241" y="1329064"/>
            <a:ext cx="422792" cy="4226422"/>
          </a:xfrm>
          <a:prstGeom prst="rect">
            <a:avLst/>
          </a:prstGeom>
          <a:solidFill>
            <a:srgbClr val="B4AEE6"/>
          </a:solidFill>
          <a:ln/>
        </p:spPr>
      </p:sp>
      <p:sp>
        <p:nvSpPr>
          <p:cNvPr id="487" name="Shape 485"/>
          <p:cNvSpPr/>
          <p:nvPr/>
        </p:nvSpPr>
        <p:spPr>
          <a:xfrm>
            <a:off x="6016483" y="1329064"/>
            <a:ext cx="18497" cy="4226422"/>
          </a:xfrm>
          <a:prstGeom prst="rect">
            <a:avLst/>
          </a:prstGeom>
          <a:solidFill>
            <a:srgbClr val="E0E0FA"/>
          </a:solidFill>
          <a:ln/>
        </p:spPr>
      </p:sp>
      <p:sp>
        <p:nvSpPr>
          <p:cNvPr id="488" name="Shape 486"/>
          <p:cNvSpPr/>
          <p:nvPr/>
        </p:nvSpPr>
        <p:spPr>
          <a:xfrm>
            <a:off x="6062726" y="1329064"/>
            <a:ext cx="18497" cy="4226422"/>
          </a:xfrm>
          <a:prstGeom prst="rect">
            <a:avLst/>
          </a:prstGeom>
          <a:solidFill>
            <a:srgbClr val="E0E0FA"/>
          </a:solidFill>
          <a:ln/>
        </p:spPr>
      </p:sp>
      <p:sp>
        <p:nvSpPr>
          <p:cNvPr id="489" name="Shape 487"/>
          <p:cNvSpPr/>
          <p:nvPr/>
        </p:nvSpPr>
        <p:spPr>
          <a:xfrm>
            <a:off x="6108969" y="1329064"/>
            <a:ext cx="18497" cy="4226422"/>
          </a:xfrm>
          <a:prstGeom prst="rect">
            <a:avLst/>
          </a:prstGeom>
          <a:solidFill>
            <a:srgbClr val="E0E0FA"/>
          </a:solidFill>
          <a:ln/>
        </p:spPr>
      </p:sp>
      <p:sp>
        <p:nvSpPr>
          <p:cNvPr id="490" name="Shape 488"/>
          <p:cNvSpPr/>
          <p:nvPr/>
        </p:nvSpPr>
        <p:spPr>
          <a:xfrm>
            <a:off x="6155212" y="1329064"/>
            <a:ext cx="18497" cy="4226422"/>
          </a:xfrm>
          <a:prstGeom prst="rect">
            <a:avLst/>
          </a:prstGeom>
          <a:solidFill>
            <a:srgbClr val="E0E0FA"/>
          </a:solidFill>
          <a:ln/>
        </p:spPr>
      </p:sp>
      <p:sp>
        <p:nvSpPr>
          <p:cNvPr id="491" name="Shape 489"/>
          <p:cNvSpPr/>
          <p:nvPr/>
        </p:nvSpPr>
        <p:spPr>
          <a:xfrm>
            <a:off x="6201455" y="1329064"/>
            <a:ext cx="18497" cy="4226422"/>
          </a:xfrm>
          <a:prstGeom prst="rect">
            <a:avLst/>
          </a:prstGeom>
          <a:solidFill>
            <a:srgbClr val="E0E0FA"/>
          </a:solidFill>
          <a:ln/>
        </p:spPr>
      </p:sp>
      <p:sp>
        <p:nvSpPr>
          <p:cNvPr id="492" name="Shape 490"/>
          <p:cNvSpPr/>
          <p:nvPr/>
        </p:nvSpPr>
        <p:spPr>
          <a:xfrm>
            <a:off x="6247698" y="1329064"/>
            <a:ext cx="18497" cy="4226422"/>
          </a:xfrm>
          <a:prstGeom prst="rect">
            <a:avLst/>
          </a:prstGeom>
          <a:solidFill>
            <a:srgbClr val="E0E0FA"/>
          </a:solidFill>
          <a:ln/>
        </p:spPr>
      </p:sp>
      <p:sp>
        <p:nvSpPr>
          <p:cNvPr id="493" name="Shape 491"/>
          <p:cNvSpPr/>
          <p:nvPr/>
        </p:nvSpPr>
        <p:spPr>
          <a:xfrm>
            <a:off x="6293940" y="1329064"/>
            <a:ext cx="18497" cy="4226422"/>
          </a:xfrm>
          <a:prstGeom prst="rect">
            <a:avLst/>
          </a:prstGeom>
          <a:solidFill>
            <a:srgbClr val="E0E0FA"/>
          </a:solidFill>
          <a:ln/>
        </p:spPr>
      </p:sp>
      <p:sp>
        <p:nvSpPr>
          <p:cNvPr id="494" name="Shape 492"/>
          <p:cNvSpPr/>
          <p:nvPr/>
        </p:nvSpPr>
        <p:spPr>
          <a:xfrm>
            <a:off x="6340183" y="1329064"/>
            <a:ext cx="18497" cy="4226422"/>
          </a:xfrm>
          <a:prstGeom prst="rect">
            <a:avLst/>
          </a:prstGeom>
          <a:solidFill>
            <a:srgbClr val="E0E0FA"/>
          </a:solidFill>
          <a:ln/>
        </p:spPr>
      </p:sp>
      <p:sp>
        <p:nvSpPr>
          <p:cNvPr id="495" name="Shape 493"/>
          <p:cNvSpPr/>
          <p:nvPr/>
        </p:nvSpPr>
        <p:spPr>
          <a:xfrm>
            <a:off x="5970241" y="1329064"/>
            <a:ext cx="0" cy="4226422"/>
          </a:xfrm>
          <a:prstGeom prst="line">
            <a:avLst/>
          </a:prstGeom>
          <a:noFill/>
          <a:ln w="19050">
            <a:solidFill>
              <a:srgbClr val="1A1160"/>
            </a:solidFill>
            <a:prstDash val="solid"/>
          </a:ln>
        </p:spPr>
      </p:sp>
      <p:sp>
        <p:nvSpPr>
          <p:cNvPr id="496" name="Shape 494"/>
          <p:cNvSpPr/>
          <p:nvPr/>
        </p:nvSpPr>
        <p:spPr>
          <a:xfrm>
            <a:off x="6379820" y="1329064"/>
            <a:ext cx="0" cy="4226422"/>
          </a:xfrm>
          <a:prstGeom prst="line">
            <a:avLst/>
          </a:prstGeom>
          <a:noFill/>
          <a:ln w="19050">
            <a:solidFill>
              <a:srgbClr val="1A1160"/>
            </a:solidFill>
            <a:prstDash val="solid"/>
          </a:ln>
        </p:spPr>
      </p:sp>
      <p:sp>
        <p:nvSpPr>
          <p:cNvPr id="497" name="Shape 495"/>
          <p:cNvSpPr/>
          <p:nvPr/>
        </p:nvSpPr>
        <p:spPr>
          <a:xfrm>
            <a:off x="1735718" y="797438"/>
            <a:ext cx="4545010" cy="0"/>
          </a:xfrm>
          <a:prstGeom prst="line">
            <a:avLst/>
          </a:prstGeom>
          <a:noFill/>
          <a:ln w="19050">
            <a:solidFill>
              <a:srgbClr val="8D8AB5"/>
            </a:solidFill>
            <a:prstDash val="solid"/>
          </a:ln>
        </p:spPr>
      </p:sp>
      <p:sp>
        <p:nvSpPr>
          <p:cNvPr id="498" name="Shape 496"/>
          <p:cNvSpPr/>
          <p:nvPr/>
        </p:nvSpPr>
        <p:spPr>
          <a:xfrm>
            <a:off x="5950422" y="770857"/>
            <a:ext cx="0" cy="584788"/>
          </a:xfrm>
          <a:prstGeom prst="line">
            <a:avLst/>
          </a:prstGeom>
          <a:noFill/>
          <a:ln w="19050">
            <a:solidFill>
              <a:srgbClr val="8D8AB5"/>
            </a:solidFill>
            <a:prstDash val="solid"/>
          </a:ln>
        </p:spPr>
      </p:sp>
      <p:sp>
        <p:nvSpPr>
          <p:cNvPr id="499" name="Shape 497"/>
          <p:cNvSpPr/>
          <p:nvPr/>
        </p:nvSpPr>
        <p:spPr>
          <a:xfrm flipH="1">
            <a:off x="1266684" y="797438"/>
            <a:ext cx="4670526" cy="611369"/>
          </a:xfrm>
          <a:prstGeom prst="line">
            <a:avLst/>
          </a:prstGeom>
          <a:noFill/>
          <a:ln w="12700">
            <a:solidFill>
              <a:srgbClr val="8D8AB5"/>
            </a:solidFill>
            <a:prstDash val="solid"/>
          </a:ln>
        </p:spPr>
      </p:sp>
      <p:sp>
        <p:nvSpPr>
          <p:cNvPr id="500" name="Shape 498"/>
          <p:cNvSpPr/>
          <p:nvPr/>
        </p:nvSpPr>
        <p:spPr>
          <a:xfrm flipH="1">
            <a:off x="1735718" y="797438"/>
            <a:ext cx="4201492" cy="611369"/>
          </a:xfrm>
          <a:prstGeom prst="line">
            <a:avLst/>
          </a:prstGeom>
          <a:noFill/>
          <a:ln w="12700">
            <a:solidFill>
              <a:srgbClr val="8D8AB5"/>
            </a:solidFill>
            <a:prstDash val="solid"/>
          </a:ln>
        </p:spPr>
      </p:sp>
      <p:sp>
        <p:nvSpPr>
          <p:cNvPr id="501" name="Shape 499"/>
          <p:cNvSpPr/>
          <p:nvPr/>
        </p:nvSpPr>
        <p:spPr>
          <a:xfrm flipH="1">
            <a:off x="2204753" y="797438"/>
            <a:ext cx="3732457" cy="611369"/>
          </a:xfrm>
          <a:prstGeom prst="line">
            <a:avLst/>
          </a:prstGeom>
          <a:noFill/>
          <a:ln w="12700">
            <a:solidFill>
              <a:srgbClr val="8D8AB5"/>
            </a:solidFill>
            <a:prstDash val="solid"/>
          </a:ln>
        </p:spPr>
      </p:sp>
      <p:sp>
        <p:nvSpPr>
          <p:cNvPr id="502" name="Shape 500"/>
          <p:cNvSpPr/>
          <p:nvPr/>
        </p:nvSpPr>
        <p:spPr>
          <a:xfrm flipH="1">
            <a:off x="2673787" y="797438"/>
            <a:ext cx="3263423" cy="611369"/>
          </a:xfrm>
          <a:prstGeom prst="line">
            <a:avLst/>
          </a:prstGeom>
          <a:noFill/>
          <a:ln w="12700">
            <a:solidFill>
              <a:srgbClr val="8D8AB5"/>
            </a:solidFill>
            <a:prstDash val="solid"/>
          </a:ln>
        </p:spPr>
      </p:sp>
      <p:sp>
        <p:nvSpPr>
          <p:cNvPr id="503" name="Shape 501"/>
          <p:cNvSpPr/>
          <p:nvPr/>
        </p:nvSpPr>
        <p:spPr>
          <a:xfrm flipH="1">
            <a:off x="3142822" y="797438"/>
            <a:ext cx="2794388" cy="611369"/>
          </a:xfrm>
          <a:prstGeom prst="line">
            <a:avLst/>
          </a:prstGeom>
          <a:noFill/>
          <a:ln w="12700">
            <a:solidFill>
              <a:srgbClr val="8D8AB5"/>
            </a:solidFill>
            <a:prstDash val="solid"/>
          </a:ln>
        </p:spPr>
      </p:sp>
      <p:sp>
        <p:nvSpPr>
          <p:cNvPr id="504" name="Shape 502"/>
          <p:cNvSpPr/>
          <p:nvPr/>
        </p:nvSpPr>
        <p:spPr>
          <a:xfrm flipH="1">
            <a:off x="3611856" y="797438"/>
            <a:ext cx="2325354" cy="611369"/>
          </a:xfrm>
          <a:prstGeom prst="line">
            <a:avLst/>
          </a:prstGeom>
          <a:noFill/>
          <a:ln w="12700">
            <a:solidFill>
              <a:srgbClr val="8D8AB5"/>
            </a:solidFill>
            <a:prstDash val="solid"/>
          </a:ln>
        </p:spPr>
      </p:sp>
      <p:sp>
        <p:nvSpPr>
          <p:cNvPr id="505" name="Shape 503"/>
          <p:cNvSpPr/>
          <p:nvPr/>
        </p:nvSpPr>
        <p:spPr>
          <a:xfrm flipH="1">
            <a:off x="4833988" y="797438"/>
            <a:ext cx="1103222" cy="611369"/>
          </a:xfrm>
          <a:prstGeom prst="line">
            <a:avLst/>
          </a:prstGeom>
          <a:noFill/>
          <a:ln w="12700">
            <a:solidFill>
              <a:srgbClr val="8D8AB5"/>
            </a:solidFill>
            <a:prstDash val="solid"/>
          </a:ln>
        </p:spPr>
      </p:sp>
      <p:sp>
        <p:nvSpPr>
          <p:cNvPr id="506" name="Shape 504"/>
          <p:cNvSpPr/>
          <p:nvPr/>
        </p:nvSpPr>
        <p:spPr>
          <a:xfrm flipH="1">
            <a:off x="5296416" y="797438"/>
            <a:ext cx="640794" cy="611369"/>
          </a:xfrm>
          <a:prstGeom prst="line">
            <a:avLst/>
          </a:prstGeom>
          <a:noFill/>
          <a:ln w="12700">
            <a:solidFill>
              <a:srgbClr val="8D8AB5"/>
            </a:solidFill>
            <a:prstDash val="solid"/>
          </a:ln>
        </p:spPr>
      </p:sp>
      <p:sp>
        <p:nvSpPr>
          <p:cNvPr id="507" name="Shape 505"/>
          <p:cNvSpPr/>
          <p:nvPr/>
        </p:nvSpPr>
        <p:spPr>
          <a:xfrm>
            <a:off x="6465700" y="2099920"/>
            <a:ext cx="264245" cy="265813"/>
          </a:xfrm>
          <a:prstGeom prst="ellipse">
            <a:avLst/>
          </a:prstGeom>
          <a:solidFill>
            <a:srgbClr val="FFF8E0"/>
          </a:solidFill>
          <a:ln w="15875">
            <a:solidFill>
              <a:srgbClr val="B02020"/>
            </a:solidFill>
            <a:prstDash val="solid"/>
          </a:ln>
        </p:spPr>
      </p:sp>
      <p:sp>
        <p:nvSpPr>
          <p:cNvPr id="508" name="Text 506"/>
          <p:cNvSpPr/>
          <p:nvPr/>
        </p:nvSpPr>
        <p:spPr>
          <a:xfrm>
            <a:off x="6465700" y="2099920"/>
            <a:ext cx="264245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E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endParaRPr lang="en-US" sz="1100" dirty="0"/>
          </a:p>
        </p:txBody>
      </p:sp>
      <p:sp>
        <p:nvSpPr>
          <p:cNvPr id="509" name="Shape 507"/>
          <p:cNvSpPr/>
          <p:nvPr/>
        </p:nvSpPr>
        <p:spPr>
          <a:xfrm>
            <a:off x="6729944" y="2166374"/>
            <a:ext cx="343518" cy="159488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10" name="Shape 508"/>
          <p:cNvSpPr/>
          <p:nvPr/>
        </p:nvSpPr>
        <p:spPr>
          <a:xfrm>
            <a:off x="6478912" y="3389112"/>
            <a:ext cx="264245" cy="265813"/>
          </a:xfrm>
          <a:prstGeom prst="ellipse">
            <a:avLst/>
          </a:prstGeom>
          <a:solidFill>
            <a:srgbClr val="FFF8E0"/>
          </a:solidFill>
          <a:ln w="15875">
            <a:solidFill>
              <a:srgbClr val="B02020"/>
            </a:solidFill>
            <a:prstDash val="solid"/>
          </a:ln>
        </p:spPr>
      </p:sp>
      <p:sp>
        <p:nvSpPr>
          <p:cNvPr id="511" name="Text 509"/>
          <p:cNvSpPr/>
          <p:nvPr/>
        </p:nvSpPr>
        <p:spPr>
          <a:xfrm>
            <a:off x="6478912" y="3389112"/>
            <a:ext cx="264245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E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endParaRPr lang="en-US" sz="1100" dirty="0"/>
          </a:p>
        </p:txBody>
      </p:sp>
      <p:sp>
        <p:nvSpPr>
          <p:cNvPr id="512" name="Shape 510"/>
          <p:cNvSpPr/>
          <p:nvPr/>
        </p:nvSpPr>
        <p:spPr>
          <a:xfrm>
            <a:off x="6729944" y="3482147"/>
            <a:ext cx="343518" cy="159488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13" name="Shape 511"/>
          <p:cNvSpPr/>
          <p:nvPr/>
        </p:nvSpPr>
        <p:spPr>
          <a:xfrm>
            <a:off x="6426063" y="2405605"/>
            <a:ext cx="660612" cy="199360"/>
          </a:xfrm>
          <a:prstGeom prst="rightArrow">
            <a:avLst/>
          </a:prstGeom>
          <a:solidFill>
            <a:srgbClr val="C8C4F0"/>
          </a:solidFill>
          <a:ln w="15875">
            <a:solidFill>
              <a:srgbClr val="333399"/>
            </a:solidFill>
            <a:prstDash val="solid"/>
          </a:ln>
        </p:spPr>
      </p:sp>
      <p:sp>
        <p:nvSpPr>
          <p:cNvPr id="514" name="Shape 512"/>
          <p:cNvSpPr/>
          <p:nvPr/>
        </p:nvSpPr>
        <p:spPr>
          <a:xfrm flipV="1">
            <a:off x="6591216" y="2418896"/>
            <a:ext cx="158547" cy="172778"/>
          </a:xfrm>
          <a:prstGeom prst="line">
            <a:avLst/>
          </a:prstGeom>
          <a:noFill/>
          <a:ln w="6350">
            <a:solidFill>
              <a:srgbClr val="333399"/>
            </a:solidFill>
            <a:prstDash val="solid"/>
          </a:ln>
        </p:spPr>
      </p:sp>
      <p:sp>
        <p:nvSpPr>
          <p:cNvPr id="515" name="Shape 513"/>
          <p:cNvSpPr/>
          <p:nvPr/>
        </p:nvSpPr>
        <p:spPr>
          <a:xfrm flipV="1">
            <a:off x="6756369" y="2418896"/>
            <a:ext cx="158547" cy="172778"/>
          </a:xfrm>
          <a:prstGeom prst="line">
            <a:avLst/>
          </a:prstGeom>
          <a:noFill/>
          <a:ln w="6350">
            <a:solidFill>
              <a:srgbClr val="333399"/>
            </a:solidFill>
            <a:prstDash val="solid"/>
          </a:ln>
        </p:spPr>
      </p:sp>
      <p:sp>
        <p:nvSpPr>
          <p:cNvPr id="516" name="Shape 514"/>
          <p:cNvSpPr/>
          <p:nvPr/>
        </p:nvSpPr>
        <p:spPr>
          <a:xfrm flipV="1">
            <a:off x="6921522" y="2418896"/>
            <a:ext cx="151941" cy="172778"/>
          </a:xfrm>
          <a:prstGeom prst="line">
            <a:avLst/>
          </a:prstGeom>
          <a:noFill/>
          <a:ln w="6350">
            <a:solidFill>
              <a:srgbClr val="333399"/>
            </a:solidFill>
            <a:prstDash val="solid"/>
          </a:ln>
        </p:spPr>
      </p:sp>
      <p:sp>
        <p:nvSpPr>
          <p:cNvPr id="517" name="Shape 515"/>
          <p:cNvSpPr/>
          <p:nvPr/>
        </p:nvSpPr>
        <p:spPr>
          <a:xfrm>
            <a:off x="6426063" y="2857487"/>
            <a:ext cx="568126" cy="106325"/>
          </a:xfrm>
          <a:prstGeom prst="rightArrow">
            <a:avLst/>
          </a:prstGeom>
          <a:solidFill>
            <a:srgbClr val="C8C4F0"/>
          </a:solidFill>
          <a:ln w="15875">
            <a:solidFill>
              <a:srgbClr val="333399"/>
            </a:solidFill>
            <a:prstDash val="solid"/>
          </a:ln>
        </p:spPr>
      </p:sp>
      <p:sp>
        <p:nvSpPr>
          <p:cNvPr id="518" name="Shape 516"/>
          <p:cNvSpPr/>
          <p:nvPr/>
        </p:nvSpPr>
        <p:spPr>
          <a:xfrm flipV="1">
            <a:off x="6615438" y="2870777"/>
            <a:ext cx="84558" cy="79744"/>
          </a:xfrm>
          <a:prstGeom prst="line">
            <a:avLst/>
          </a:prstGeom>
          <a:noFill/>
          <a:ln w="6350">
            <a:solidFill>
              <a:srgbClr val="333399"/>
            </a:solidFill>
            <a:prstDash val="solid"/>
          </a:ln>
        </p:spPr>
      </p:sp>
      <p:sp>
        <p:nvSpPr>
          <p:cNvPr id="519" name="Shape 517"/>
          <p:cNvSpPr/>
          <p:nvPr/>
        </p:nvSpPr>
        <p:spPr>
          <a:xfrm flipV="1">
            <a:off x="6804814" y="2870777"/>
            <a:ext cx="84558" cy="79744"/>
          </a:xfrm>
          <a:prstGeom prst="line">
            <a:avLst/>
          </a:prstGeom>
          <a:noFill/>
          <a:ln w="6350">
            <a:solidFill>
              <a:srgbClr val="333399"/>
            </a:solidFill>
            <a:prstDash val="solid"/>
          </a:ln>
        </p:spPr>
      </p:sp>
      <p:sp>
        <p:nvSpPr>
          <p:cNvPr id="520" name="Shape 518"/>
          <p:cNvSpPr/>
          <p:nvPr/>
        </p:nvSpPr>
        <p:spPr>
          <a:xfrm>
            <a:off x="6426063" y="3016974"/>
            <a:ext cx="568126" cy="106325"/>
          </a:xfrm>
          <a:prstGeom prst="rightArrow">
            <a:avLst/>
          </a:prstGeom>
          <a:solidFill>
            <a:srgbClr val="C8C4F0"/>
          </a:solidFill>
          <a:ln w="15875">
            <a:solidFill>
              <a:srgbClr val="333399"/>
            </a:solidFill>
            <a:prstDash val="solid"/>
          </a:ln>
        </p:spPr>
      </p:sp>
      <p:sp>
        <p:nvSpPr>
          <p:cNvPr id="521" name="Shape 519"/>
          <p:cNvSpPr/>
          <p:nvPr/>
        </p:nvSpPr>
        <p:spPr>
          <a:xfrm flipV="1">
            <a:off x="6615438" y="3030265"/>
            <a:ext cx="84558" cy="79744"/>
          </a:xfrm>
          <a:prstGeom prst="line">
            <a:avLst/>
          </a:prstGeom>
          <a:noFill/>
          <a:ln w="6350">
            <a:solidFill>
              <a:srgbClr val="333399"/>
            </a:solidFill>
            <a:prstDash val="solid"/>
          </a:ln>
        </p:spPr>
      </p:sp>
      <p:sp>
        <p:nvSpPr>
          <p:cNvPr id="522" name="Shape 520"/>
          <p:cNvSpPr/>
          <p:nvPr/>
        </p:nvSpPr>
        <p:spPr>
          <a:xfrm flipV="1">
            <a:off x="6804814" y="3030265"/>
            <a:ext cx="84558" cy="79744"/>
          </a:xfrm>
          <a:prstGeom prst="line">
            <a:avLst/>
          </a:prstGeom>
          <a:noFill/>
          <a:ln w="6350">
            <a:solidFill>
              <a:srgbClr val="333399"/>
            </a:solidFill>
            <a:prstDash val="solid"/>
          </a:ln>
        </p:spPr>
      </p:sp>
      <p:sp>
        <p:nvSpPr>
          <p:cNvPr id="523" name="Shape 521"/>
          <p:cNvSpPr/>
          <p:nvPr/>
        </p:nvSpPr>
        <p:spPr>
          <a:xfrm>
            <a:off x="6426063" y="3189753"/>
            <a:ext cx="568126" cy="106325"/>
          </a:xfrm>
          <a:prstGeom prst="rightArrow">
            <a:avLst/>
          </a:prstGeom>
          <a:solidFill>
            <a:srgbClr val="C8C4F0"/>
          </a:solidFill>
          <a:ln w="15875">
            <a:solidFill>
              <a:srgbClr val="333399"/>
            </a:solidFill>
            <a:prstDash val="solid"/>
          </a:ln>
        </p:spPr>
      </p:sp>
      <p:sp>
        <p:nvSpPr>
          <p:cNvPr id="524" name="Shape 522"/>
          <p:cNvSpPr/>
          <p:nvPr/>
        </p:nvSpPr>
        <p:spPr>
          <a:xfrm flipV="1">
            <a:off x="6615438" y="3203043"/>
            <a:ext cx="84558" cy="79744"/>
          </a:xfrm>
          <a:prstGeom prst="line">
            <a:avLst/>
          </a:prstGeom>
          <a:noFill/>
          <a:ln w="6350">
            <a:solidFill>
              <a:srgbClr val="333399"/>
            </a:solidFill>
            <a:prstDash val="solid"/>
          </a:ln>
        </p:spPr>
      </p:sp>
      <p:sp>
        <p:nvSpPr>
          <p:cNvPr id="525" name="Shape 523"/>
          <p:cNvSpPr/>
          <p:nvPr/>
        </p:nvSpPr>
        <p:spPr>
          <a:xfrm flipV="1">
            <a:off x="6804814" y="3203043"/>
            <a:ext cx="84558" cy="79744"/>
          </a:xfrm>
          <a:prstGeom prst="line">
            <a:avLst/>
          </a:prstGeom>
          <a:noFill/>
          <a:ln w="6350">
            <a:solidFill>
              <a:srgbClr val="333399"/>
            </a:solidFill>
            <a:prstDash val="solid"/>
          </a:ln>
        </p:spPr>
      </p:sp>
      <p:sp>
        <p:nvSpPr>
          <p:cNvPr id="526" name="Shape 524"/>
          <p:cNvSpPr/>
          <p:nvPr/>
        </p:nvSpPr>
        <p:spPr>
          <a:xfrm>
            <a:off x="6426063" y="4053644"/>
            <a:ext cx="660612" cy="159488"/>
          </a:xfrm>
          <a:prstGeom prst="rightArrow">
            <a:avLst/>
          </a:prstGeom>
          <a:solidFill>
            <a:srgbClr val="C8C4F0"/>
          </a:solidFill>
          <a:ln w="15875">
            <a:solidFill>
              <a:srgbClr val="333399"/>
            </a:solidFill>
            <a:prstDash val="solid"/>
          </a:ln>
        </p:spPr>
      </p:sp>
      <p:sp>
        <p:nvSpPr>
          <p:cNvPr id="527" name="Shape 525"/>
          <p:cNvSpPr/>
          <p:nvPr/>
        </p:nvSpPr>
        <p:spPr>
          <a:xfrm flipV="1">
            <a:off x="6591216" y="4066935"/>
            <a:ext cx="126837" cy="132906"/>
          </a:xfrm>
          <a:prstGeom prst="line">
            <a:avLst/>
          </a:prstGeom>
          <a:noFill/>
          <a:ln w="6350">
            <a:solidFill>
              <a:srgbClr val="333399"/>
            </a:solidFill>
            <a:prstDash val="solid"/>
          </a:ln>
        </p:spPr>
      </p:sp>
      <p:sp>
        <p:nvSpPr>
          <p:cNvPr id="528" name="Shape 526"/>
          <p:cNvSpPr/>
          <p:nvPr/>
        </p:nvSpPr>
        <p:spPr>
          <a:xfrm flipV="1">
            <a:off x="6756369" y="4066935"/>
            <a:ext cx="126837" cy="132906"/>
          </a:xfrm>
          <a:prstGeom prst="line">
            <a:avLst/>
          </a:prstGeom>
          <a:noFill/>
          <a:ln w="6350">
            <a:solidFill>
              <a:srgbClr val="333399"/>
            </a:solidFill>
            <a:prstDash val="solid"/>
          </a:ln>
        </p:spPr>
      </p:sp>
      <p:sp>
        <p:nvSpPr>
          <p:cNvPr id="529" name="Shape 527"/>
          <p:cNvSpPr/>
          <p:nvPr/>
        </p:nvSpPr>
        <p:spPr>
          <a:xfrm flipV="1">
            <a:off x="6921522" y="4066935"/>
            <a:ext cx="126837" cy="132906"/>
          </a:xfrm>
          <a:prstGeom prst="line">
            <a:avLst/>
          </a:prstGeom>
          <a:noFill/>
          <a:ln w="6350">
            <a:solidFill>
              <a:srgbClr val="333399"/>
            </a:solidFill>
            <a:prstDash val="solid"/>
          </a:ln>
        </p:spPr>
      </p:sp>
      <p:sp>
        <p:nvSpPr>
          <p:cNvPr id="530" name="Shape 528"/>
          <p:cNvSpPr/>
          <p:nvPr/>
        </p:nvSpPr>
        <p:spPr>
          <a:xfrm>
            <a:off x="6426063" y="5103604"/>
            <a:ext cx="660612" cy="199360"/>
          </a:xfrm>
          <a:prstGeom prst="rightArrow">
            <a:avLst/>
          </a:prstGeom>
          <a:solidFill>
            <a:srgbClr val="C8C4F0"/>
          </a:solidFill>
          <a:ln w="15875">
            <a:solidFill>
              <a:srgbClr val="333399"/>
            </a:solidFill>
            <a:prstDash val="solid"/>
          </a:ln>
        </p:spPr>
      </p:sp>
      <p:sp>
        <p:nvSpPr>
          <p:cNvPr id="531" name="Shape 529"/>
          <p:cNvSpPr/>
          <p:nvPr/>
        </p:nvSpPr>
        <p:spPr>
          <a:xfrm flipV="1">
            <a:off x="6591216" y="5116895"/>
            <a:ext cx="158547" cy="172778"/>
          </a:xfrm>
          <a:prstGeom prst="line">
            <a:avLst/>
          </a:prstGeom>
          <a:noFill/>
          <a:ln w="6350">
            <a:solidFill>
              <a:srgbClr val="333399"/>
            </a:solidFill>
            <a:prstDash val="solid"/>
          </a:ln>
        </p:spPr>
      </p:sp>
      <p:sp>
        <p:nvSpPr>
          <p:cNvPr id="532" name="Shape 530"/>
          <p:cNvSpPr/>
          <p:nvPr/>
        </p:nvSpPr>
        <p:spPr>
          <a:xfrm flipV="1">
            <a:off x="6756369" y="5116895"/>
            <a:ext cx="158547" cy="172778"/>
          </a:xfrm>
          <a:prstGeom prst="line">
            <a:avLst/>
          </a:prstGeom>
          <a:noFill/>
          <a:ln w="6350">
            <a:solidFill>
              <a:srgbClr val="333399"/>
            </a:solidFill>
            <a:prstDash val="solid"/>
          </a:ln>
        </p:spPr>
      </p:sp>
      <p:sp>
        <p:nvSpPr>
          <p:cNvPr id="533" name="Shape 531"/>
          <p:cNvSpPr/>
          <p:nvPr/>
        </p:nvSpPr>
        <p:spPr>
          <a:xfrm flipV="1">
            <a:off x="6921522" y="5116895"/>
            <a:ext cx="151941" cy="172778"/>
          </a:xfrm>
          <a:prstGeom prst="line">
            <a:avLst/>
          </a:prstGeom>
          <a:noFill/>
          <a:ln w="6350">
            <a:solidFill>
              <a:srgbClr val="333399"/>
            </a:solidFill>
            <a:prstDash val="solid"/>
          </a:ln>
        </p:spPr>
      </p:sp>
      <p:sp>
        <p:nvSpPr>
          <p:cNvPr id="534" name="Shape 532"/>
          <p:cNvSpPr/>
          <p:nvPr/>
        </p:nvSpPr>
        <p:spPr>
          <a:xfrm>
            <a:off x="7331101" y="3953964"/>
            <a:ext cx="118910" cy="119616"/>
          </a:xfrm>
          <a:prstGeom prst="ellipse">
            <a:avLst/>
          </a:prstGeom>
          <a:solidFill>
            <a:srgbClr val="FFF8E0"/>
          </a:solidFill>
          <a:ln w="9525">
            <a:solidFill>
              <a:srgbClr val="B02020"/>
            </a:solidFill>
            <a:prstDash val="solid"/>
          </a:ln>
        </p:spPr>
      </p:sp>
      <p:sp>
        <p:nvSpPr>
          <p:cNvPr id="535" name="Text 533"/>
          <p:cNvSpPr/>
          <p:nvPr/>
        </p:nvSpPr>
        <p:spPr>
          <a:xfrm>
            <a:off x="7324495" y="3947319"/>
            <a:ext cx="132122" cy="132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8E2E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endParaRPr lang="en-US" sz="500" dirty="0"/>
          </a:p>
        </p:txBody>
      </p:sp>
      <p:sp>
        <p:nvSpPr>
          <p:cNvPr id="536" name="Shape 534"/>
          <p:cNvSpPr/>
          <p:nvPr/>
        </p:nvSpPr>
        <p:spPr>
          <a:xfrm>
            <a:off x="7317889" y="5030506"/>
            <a:ext cx="118910" cy="119616"/>
          </a:xfrm>
          <a:prstGeom prst="ellipse">
            <a:avLst/>
          </a:prstGeom>
          <a:solidFill>
            <a:srgbClr val="FFF8E0"/>
          </a:solidFill>
          <a:ln w="9525">
            <a:solidFill>
              <a:srgbClr val="B02020"/>
            </a:solidFill>
            <a:prstDash val="solid"/>
          </a:ln>
        </p:spPr>
      </p:sp>
      <p:sp>
        <p:nvSpPr>
          <p:cNvPr id="537" name="Text 535"/>
          <p:cNvSpPr/>
          <p:nvPr/>
        </p:nvSpPr>
        <p:spPr>
          <a:xfrm>
            <a:off x="7311283" y="5023860"/>
            <a:ext cx="132122" cy="132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8E2E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endParaRPr lang="en-US" sz="500" dirty="0"/>
          </a:p>
        </p:txBody>
      </p:sp>
      <p:sp>
        <p:nvSpPr>
          <p:cNvPr id="538" name="Shape 536"/>
          <p:cNvSpPr/>
          <p:nvPr/>
        </p:nvSpPr>
        <p:spPr>
          <a:xfrm>
            <a:off x="7099887" y="4193196"/>
            <a:ext cx="277457" cy="0"/>
          </a:xfrm>
          <a:prstGeom prst="line">
            <a:avLst/>
          </a:prstGeom>
          <a:noFill/>
          <a:ln w="12700">
            <a:solidFill>
              <a:srgbClr val="7ED07E"/>
            </a:solidFill>
            <a:prstDash val="solid"/>
          </a:ln>
        </p:spPr>
      </p:sp>
      <p:sp>
        <p:nvSpPr>
          <p:cNvPr id="539" name="Shape 537"/>
          <p:cNvSpPr/>
          <p:nvPr/>
        </p:nvSpPr>
        <p:spPr>
          <a:xfrm>
            <a:off x="7099887" y="5269737"/>
            <a:ext cx="264245" cy="0"/>
          </a:xfrm>
          <a:prstGeom prst="line">
            <a:avLst/>
          </a:prstGeom>
          <a:noFill/>
          <a:ln w="12700">
            <a:solidFill>
              <a:srgbClr val="7ED07E"/>
            </a:solidFill>
            <a:prstDash val="solid"/>
          </a:ln>
        </p:spPr>
      </p:sp>
      <p:sp>
        <p:nvSpPr>
          <p:cNvPr id="540" name="Shape 538"/>
          <p:cNvSpPr/>
          <p:nvPr/>
        </p:nvSpPr>
        <p:spPr>
          <a:xfrm>
            <a:off x="10680404" y="5302964"/>
            <a:ext cx="132122" cy="398719"/>
          </a:xfrm>
          <a:prstGeom prst="upArrow">
            <a:avLst/>
          </a:prstGeom>
          <a:solidFill>
            <a:srgbClr val="FFFFFF"/>
          </a:solidFill>
          <a:ln w="19050">
            <a:solidFill>
              <a:srgbClr val="7A1F1F"/>
            </a:solidFill>
            <a:prstDash val="solid"/>
          </a:ln>
        </p:spPr>
      </p:sp>
      <p:sp>
        <p:nvSpPr>
          <p:cNvPr id="541" name="Shape 539"/>
          <p:cNvSpPr/>
          <p:nvPr/>
        </p:nvSpPr>
        <p:spPr>
          <a:xfrm>
            <a:off x="10653979" y="5701683"/>
            <a:ext cx="211396" cy="212650"/>
          </a:xfrm>
          <a:prstGeom prst="ellipse">
            <a:avLst/>
          </a:prstGeom>
          <a:solidFill>
            <a:srgbClr val="F5F0D0"/>
          </a:solidFill>
          <a:ln w="15875">
            <a:solidFill>
              <a:srgbClr val="B02020"/>
            </a:solidFill>
            <a:prstDash val="solid"/>
          </a:ln>
        </p:spPr>
      </p:sp>
      <p:sp>
        <p:nvSpPr>
          <p:cNvPr id="542" name="Text 540"/>
          <p:cNvSpPr/>
          <p:nvPr/>
        </p:nvSpPr>
        <p:spPr>
          <a:xfrm>
            <a:off x="10653979" y="5701683"/>
            <a:ext cx="211396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2E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endParaRPr lang="en-US" sz="900" dirty="0"/>
          </a:p>
        </p:txBody>
      </p:sp>
      <p:sp>
        <p:nvSpPr>
          <p:cNvPr id="543" name="Shape 541"/>
          <p:cNvSpPr/>
          <p:nvPr/>
        </p:nvSpPr>
        <p:spPr>
          <a:xfrm>
            <a:off x="612678" y="1741073"/>
            <a:ext cx="5060287" cy="5037151"/>
          </a:xfrm>
          <a:prstGeom prst="rect">
            <a:avLst/>
          </a:prstGeom>
          <a:solidFill>
            <a:srgbClr val="CCC1B3"/>
          </a:solidFill>
          <a:ln w="25400">
            <a:solidFill>
              <a:srgbClr val="7A2318"/>
            </a:solidFill>
            <a:prstDash val="solid"/>
          </a:ln>
        </p:spPr>
      </p:sp>
      <p:sp>
        <p:nvSpPr>
          <p:cNvPr id="544" name="Shape 542"/>
          <p:cNvSpPr/>
          <p:nvPr/>
        </p:nvSpPr>
        <p:spPr>
          <a:xfrm>
            <a:off x="1246865" y="1721137"/>
            <a:ext cx="39637" cy="39872"/>
          </a:xfrm>
          <a:prstGeom prst="rect">
            <a:avLst/>
          </a:prstGeom>
          <a:solidFill>
            <a:srgbClr val="7A2318"/>
          </a:solidFill>
          <a:ln/>
        </p:spPr>
      </p:sp>
      <p:sp>
        <p:nvSpPr>
          <p:cNvPr id="545" name="Shape 543"/>
          <p:cNvSpPr/>
          <p:nvPr/>
        </p:nvSpPr>
        <p:spPr>
          <a:xfrm>
            <a:off x="1715900" y="1721137"/>
            <a:ext cx="39637" cy="39872"/>
          </a:xfrm>
          <a:prstGeom prst="rect">
            <a:avLst/>
          </a:prstGeom>
          <a:solidFill>
            <a:srgbClr val="7A2318"/>
          </a:solidFill>
          <a:ln/>
        </p:spPr>
      </p:sp>
      <p:sp>
        <p:nvSpPr>
          <p:cNvPr id="546" name="Shape 544"/>
          <p:cNvSpPr/>
          <p:nvPr/>
        </p:nvSpPr>
        <p:spPr>
          <a:xfrm>
            <a:off x="2184934" y="1721137"/>
            <a:ext cx="39637" cy="39872"/>
          </a:xfrm>
          <a:prstGeom prst="rect">
            <a:avLst/>
          </a:prstGeom>
          <a:solidFill>
            <a:srgbClr val="7A2318"/>
          </a:solidFill>
          <a:ln/>
        </p:spPr>
      </p:sp>
      <p:sp>
        <p:nvSpPr>
          <p:cNvPr id="547" name="Shape 545"/>
          <p:cNvSpPr/>
          <p:nvPr/>
        </p:nvSpPr>
        <p:spPr>
          <a:xfrm>
            <a:off x="2653969" y="1721137"/>
            <a:ext cx="39637" cy="39872"/>
          </a:xfrm>
          <a:prstGeom prst="rect">
            <a:avLst/>
          </a:prstGeom>
          <a:solidFill>
            <a:srgbClr val="7A2318"/>
          </a:solidFill>
          <a:ln/>
        </p:spPr>
      </p:sp>
      <p:sp>
        <p:nvSpPr>
          <p:cNvPr id="548" name="Shape 546"/>
          <p:cNvSpPr/>
          <p:nvPr/>
        </p:nvSpPr>
        <p:spPr>
          <a:xfrm>
            <a:off x="3123003" y="1721137"/>
            <a:ext cx="39637" cy="39872"/>
          </a:xfrm>
          <a:prstGeom prst="rect">
            <a:avLst/>
          </a:prstGeom>
          <a:solidFill>
            <a:srgbClr val="7A2318"/>
          </a:solidFill>
          <a:ln/>
        </p:spPr>
      </p:sp>
      <p:sp>
        <p:nvSpPr>
          <p:cNvPr id="549" name="Shape 547"/>
          <p:cNvSpPr/>
          <p:nvPr/>
        </p:nvSpPr>
        <p:spPr>
          <a:xfrm>
            <a:off x="3592038" y="1721137"/>
            <a:ext cx="39637" cy="39872"/>
          </a:xfrm>
          <a:prstGeom prst="rect">
            <a:avLst/>
          </a:prstGeom>
          <a:solidFill>
            <a:srgbClr val="7A2318"/>
          </a:solidFill>
          <a:ln/>
        </p:spPr>
      </p:sp>
      <p:sp>
        <p:nvSpPr>
          <p:cNvPr id="550" name="Shape 548"/>
          <p:cNvSpPr/>
          <p:nvPr/>
        </p:nvSpPr>
        <p:spPr>
          <a:xfrm>
            <a:off x="4814170" y="1721137"/>
            <a:ext cx="39637" cy="39872"/>
          </a:xfrm>
          <a:prstGeom prst="rect">
            <a:avLst/>
          </a:prstGeom>
          <a:solidFill>
            <a:srgbClr val="7A2318"/>
          </a:solidFill>
          <a:ln/>
        </p:spPr>
      </p:sp>
      <p:sp>
        <p:nvSpPr>
          <p:cNvPr id="551" name="Shape 549"/>
          <p:cNvSpPr/>
          <p:nvPr/>
        </p:nvSpPr>
        <p:spPr>
          <a:xfrm>
            <a:off x="5276598" y="1721137"/>
            <a:ext cx="39637" cy="39872"/>
          </a:xfrm>
          <a:prstGeom prst="rect">
            <a:avLst/>
          </a:prstGeom>
          <a:solidFill>
            <a:srgbClr val="7A2318"/>
          </a:solidFill>
          <a:ln/>
        </p:spPr>
      </p:sp>
      <p:sp>
        <p:nvSpPr>
          <p:cNvPr id="552" name="Shape 550"/>
          <p:cNvSpPr/>
          <p:nvPr/>
        </p:nvSpPr>
        <p:spPr>
          <a:xfrm>
            <a:off x="1180804" y="1408807"/>
            <a:ext cx="171759" cy="318975"/>
          </a:xfrm>
          <a:prstGeom prst="upArrow">
            <a:avLst/>
          </a:prstGeom>
          <a:solidFill>
            <a:srgbClr val="D8EFC8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553" name="Shape 551"/>
          <p:cNvSpPr/>
          <p:nvPr/>
        </p:nvSpPr>
        <p:spPr>
          <a:xfrm>
            <a:off x="1649839" y="1408807"/>
            <a:ext cx="171759" cy="318975"/>
          </a:xfrm>
          <a:prstGeom prst="upArrow">
            <a:avLst/>
          </a:prstGeom>
          <a:solidFill>
            <a:srgbClr val="D8EFC8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554" name="Shape 552"/>
          <p:cNvSpPr/>
          <p:nvPr/>
        </p:nvSpPr>
        <p:spPr>
          <a:xfrm>
            <a:off x="2118873" y="1408807"/>
            <a:ext cx="171759" cy="318975"/>
          </a:xfrm>
          <a:prstGeom prst="upArrow">
            <a:avLst/>
          </a:prstGeom>
          <a:solidFill>
            <a:srgbClr val="D8EFC8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555" name="Shape 553"/>
          <p:cNvSpPr/>
          <p:nvPr/>
        </p:nvSpPr>
        <p:spPr>
          <a:xfrm>
            <a:off x="2587908" y="1408807"/>
            <a:ext cx="171759" cy="318975"/>
          </a:xfrm>
          <a:prstGeom prst="upArrow">
            <a:avLst/>
          </a:prstGeom>
          <a:solidFill>
            <a:srgbClr val="D8EFC8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556" name="Shape 554"/>
          <p:cNvSpPr/>
          <p:nvPr/>
        </p:nvSpPr>
        <p:spPr>
          <a:xfrm>
            <a:off x="3056942" y="1408807"/>
            <a:ext cx="171759" cy="318975"/>
          </a:xfrm>
          <a:prstGeom prst="upArrow">
            <a:avLst/>
          </a:prstGeom>
          <a:solidFill>
            <a:srgbClr val="D8EFC8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557" name="Shape 555"/>
          <p:cNvSpPr/>
          <p:nvPr/>
        </p:nvSpPr>
        <p:spPr>
          <a:xfrm>
            <a:off x="3525977" y="1408807"/>
            <a:ext cx="171759" cy="318975"/>
          </a:xfrm>
          <a:prstGeom prst="upArrow">
            <a:avLst/>
          </a:prstGeom>
          <a:solidFill>
            <a:srgbClr val="D8EFC8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558" name="Shape 556"/>
          <p:cNvSpPr/>
          <p:nvPr/>
        </p:nvSpPr>
        <p:spPr>
          <a:xfrm>
            <a:off x="4748109" y="1408807"/>
            <a:ext cx="171759" cy="318975"/>
          </a:xfrm>
          <a:prstGeom prst="upArrow">
            <a:avLst/>
          </a:prstGeom>
          <a:solidFill>
            <a:srgbClr val="D8EFC8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559" name="Shape 557"/>
          <p:cNvSpPr/>
          <p:nvPr/>
        </p:nvSpPr>
        <p:spPr>
          <a:xfrm>
            <a:off x="5210537" y="1408807"/>
            <a:ext cx="171759" cy="318975"/>
          </a:xfrm>
          <a:prstGeom prst="upArrow">
            <a:avLst/>
          </a:prstGeom>
          <a:solidFill>
            <a:srgbClr val="D8EFC8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560" name="Shape 558"/>
          <p:cNvSpPr/>
          <p:nvPr/>
        </p:nvSpPr>
        <p:spPr>
          <a:xfrm>
            <a:off x="1075106" y="2020177"/>
            <a:ext cx="4426100" cy="318975"/>
          </a:xfrm>
          <a:prstGeom prst="rect">
            <a:avLst/>
          </a:prstGeom>
          <a:solidFill>
            <a:srgbClr val="584592"/>
          </a:solidFill>
          <a:ln/>
        </p:spPr>
      </p:sp>
      <p:sp>
        <p:nvSpPr>
          <p:cNvPr id="561" name="Text 559"/>
          <p:cNvSpPr/>
          <p:nvPr/>
        </p:nvSpPr>
        <p:spPr>
          <a:xfrm>
            <a:off x="1075106" y="2020177"/>
            <a:ext cx="4426100" cy="318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Block M</a:t>
            </a:r>
            <a:endParaRPr lang="en-US" sz="1100" dirty="0"/>
          </a:p>
        </p:txBody>
      </p:sp>
      <p:sp>
        <p:nvSpPr>
          <p:cNvPr id="562" name="Shape 560"/>
          <p:cNvSpPr/>
          <p:nvPr/>
        </p:nvSpPr>
        <p:spPr>
          <a:xfrm>
            <a:off x="1075106" y="3322659"/>
            <a:ext cx="4426100" cy="305685"/>
          </a:xfrm>
          <a:prstGeom prst="rect">
            <a:avLst/>
          </a:prstGeom>
          <a:solidFill>
            <a:srgbClr val="584592"/>
          </a:solidFill>
          <a:ln/>
        </p:spPr>
      </p:sp>
      <p:sp>
        <p:nvSpPr>
          <p:cNvPr id="563" name="Text 561"/>
          <p:cNvSpPr/>
          <p:nvPr/>
        </p:nvSpPr>
        <p:spPr>
          <a:xfrm>
            <a:off x="1075106" y="3322659"/>
            <a:ext cx="4426100" cy="305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Block 2</a:t>
            </a:r>
            <a:endParaRPr lang="en-US" sz="1100" dirty="0"/>
          </a:p>
        </p:txBody>
      </p:sp>
      <p:sp>
        <p:nvSpPr>
          <p:cNvPr id="564" name="Shape 562"/>
          <p:cNvSpPr/>
          <p:nvPr/>
        </p:nvSpPr>
        <p:spPr>
          <a:xfrm>
            <a:off x="1075106" y="3867575"/>
            <a:ext cx="4426100" cy="318975"/>
          </a:xfrm>
          <a:prstGeom prst="rect">
            <a:avLst/>
          </a:prstGeom>
          <a:solidFill>
            <a:srgbClr val="584592"/>
          </a:solidFill>
          <a:ln/>
        </p:spPr>
      </p:sp>
      <p:sp>
        <p:nvSpPr>
          <p:cNvPr id="565" name="Text 563"/>
          <p:cNvSpPr/>
          <p:nvPr/>
        </p:nvSpPr>
        <p:spPr>
          <a:xfrm>
            <a:off x="1075106" y="3867575"/>
            <a:ext cx="4426100" cy="318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Block 1</a:t>
            </a:r>
            <a:endParaRPr lang="en-US" sz="1100" dirty="0"/>
          </a:p>
        </p:txBody>
      </p:sp>
      <p:sp>
        <p:nvSpPr>
          <p:cNvPr id="566" name="Shape 564"/>
          <p:cNvSpPr/>
          <p:nvPr/>
        </p:nvSpPr>
        <p:spPr>
          <a:xfrm>
            <a:off x="1075106" y="4425782"/>
            <a:ext cx="4426100" cy="305685"/>
          </a:xfrm>
          <a:prstGeom prst="rect">
            <a:avLst/>
          </a:prstGeom>
          <a:solidFill>
            <a:srgbClr val="584592"/>
          </a:solidFill>
          <a:ln/>
        </p:spPr>
      </p:sp>
      <p:sp>
        <p:nvSpPr>
          <p:cNvPr id="567" name="Text 565"/>
          <p:cNvSpPr/>
          <p:nvPr/>
        </p:nvSpPr>
        <p:spPr>
          <a:xfrm>
            <a:off x="1075106" y="4425782"/>
            <a:ext cx="4426100" cy="305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Block 0</a:t>
            </a:r>
            <a:endParaRPr lang="en-US" sz="1100" dirty="0"/>
          </a:p>
        </p:txBody>
      </p:sp>
      <p:sp>
        <p:nvSpPr>
          <p:cNvPr id="568" name="Shape 566"/>
          <p:cNvSpPr/>
          <p:nvPr/>
        </p:nvSpPr>
        <p:spPr>
          <a:xfrm>
            <a:off x="1227047" y="2432186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69" name="Shape 567"/>
          <p:cNvSpPr/>
          <p:nvPr/>
        </p:nvSpPr>
        <p:spPr>
          <a:xfrm>
            <a:off x="1227047" y="2571738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70" name="Shape 568"/>
          <p:cNvSpPr/>
          <p:nvPr/>
        </p:nvSpPr>
        <p:spPr>
          <a:xfrm>
            <a:off x="1227047" y="2711290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71" name="Shape 569"/>
          <p:cNvSpPr/>
          <p:nvPr/>
        </p:nvSpPr>
        <p:spPr>
          <a:xfrm>
            <a:off x="1227047" y="2850841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72" name="Shape 570"/>
          <p:cNvSpPr/>
          <p:nvPr/>
        </p:nvSpPr>
        <p:spPr>
          <a:xfrm>
            <a:off x="1227047" y="2990393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73" name="Shape 571"/>
          <p:cNvSpPr/>
          <p:nvPr/>
        </p:nvSpPr>
        <p:spPr>
          <a:xfrm>
            <a:off x="1696081" y="2432186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74" name="Shape 572"/>
          <p:cNvSpPr/>
          <p:nvPr/>
        </p:nvSpPr>
        <p:spPr>
          <a:xfrm>
            <a:off x="1696081" y="2571738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75" name="Shape 573"/>
          <p:cNvSpPr/>
          <p:nvPr/>
        </p:nvSpPr>
        <p:spPr>
          <a:xfrm>
            <a:off x="1696081" y="2711290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76" name="Shape 574"/>
          <p:cNvSpPr/>
          <p:nvPr/>
        </p:nvSpPr>
        <p:spPr>
          <a:xfrm>
            <a:off x="1696081" y="2850841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77" name="Shape 575"/>
          <p:cNvSpPr/>
          <p:nvPr/>
        </p:nvSpPr>
        <p:spPr>
          <a:xfrm>
            <a:off x="1696081" y="2990393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78" name="Shape 576"/>
          <p:cNvSpPr/>
          <p:nvPr/>
        </p:nvSpPr>
        <p:spPr>
          <a:xfrm>
            <a:off x="2165116" y="2432186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79" name="Shape 577"/>
          <p:cNvSpPr/>
          <p:nvPr/>
        </p:nvSpPr>
        <p:spPr>
          <a:xfrm>
            <a:off x="2165116" y="2571738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80" name="Shape 578"/>
          <p:cNvSpPr/>
          <p:nvPr/>
        </p:nvSpPr>
        <p:spPr>
          <a:xfrm>
            <a:off x="2165116" y="2711290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81" name="Shape 579"/>
          <p:cNvSpPr/>
          <p:nvPr/>
        </p:nvSpPr>
        <p:spPr>
          <a:xfrm>
            <a:off x="2165116" y="2850841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82" name="Shape 580"/>
          <p:cNvSpPr/>
          <p:nvPr/>
        </p:nvSpPr>
        <p:spPr>
          <a:xfrm>
            <a:off x="2165116" y="2990393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83" name="Shape 581"/>
          <p:cNvSpPr/>
          <p:nvPr/>
        </p:nvSpPr>
        <p:spPr>
          <a:xfrm>
            <a:off x="2634150" y="2432186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84" name="Shape 582"/>
          <p:cNvSpPr/>
          <p:nvPr/>
        </p:nvSpPr>
        <p:spPr>
          <a:xfrm>
            <a:off x="2634150" y="2571738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85" name="Shape 583"/>
          <p:cNvSpPr/>
          <p:nvPr/>
        </p:nvSpPr>
        <p:spPr>
          <a:xfrm>
            <a:off x="2634150" y="2711290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86" name="Shape 584"/>
          <p:cNvSpPr/>
          <p:nvPr/>
        </p:nvSpPr>
        <p:spPr>
          <a:xfrm>
            <a:off x="2634150" y="2850841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87" name="Shape 585"/>
          <p:cNvSpPr/>
          <p:nvPr/>
        </p:nvSpPr>
        <p:spPr>
          <a:xfrm>
            <a:off x="2634150" y="2990393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88" name="Shape 586"/>
          <p:cNvSpPr/>
          <p:nvPr/>
        </p:nvSpPr>
        <p:spPr>
          <a:xfrm>
            <a:off x="3103185" y="2432186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89" name="Shape 587"/>
          <p:cNvSpPr/>
          <p:nvPr/>
        </p:nvSpPr>
        <p:spPr>
          <a:xfrm>
            <a:off x="3103185" y="2571738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90" name="Shape 588"/>
          <p:cNvSpPr/>
          <p:nvPr/>
        </p:nvSpPr>
        <p:spPr>
          <a:xfrm>
            <a:off x="3103185" y="2711290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91" name="Shape 589"/>
          <p:cNvSpPr/>
          <p:nvPr/>
        </p:nvSpPr>
        <p:spPr>
          <a:xfrm>
            <a:off x="3103185" y="2850841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92" name="Shape 590"/>
          <p:cNvSpPr/>
          <p:nvPr/>
        </p:nvSpPr>
        <p:spPr>
          <a:xfrm>
            <a:off x="3103185" y="2990393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93" name="Shape 591"/>
          <p:cNvSpPr/>
          <p:nvPr/>
        </p:nvSpPr>
        <p:spPr>
          <a:xfrm>
            <a:off x="3572219" y="2432186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94" name="Shape 592"/>
          <p:cNvSpPr/>
          <p:nvPr/>
        </p:nvSpPr>
        <p:spPr>
          <a:xfrm>
            <a:off x="3572219" y="2571738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95" name="Shape 593"/>
          <p:cNvSpPr/>
          <p:nvPr/>
        </p:nvSpPr>
        <p:spPr>
          <a:xfrm>
            <a:off x="3572219" y="2711290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96" name="Shape 594"/>
          <p:cNvSpPr/>
          <p:nvPr/>
        </p:nvSpPr>
        <p:spPr>
          <a:xfrm>
            <a:off x="3572219" y="2850841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97" name="Shape 595"/>
          <p:cNvSpPr/>
          <p:nvPr/>
        </p:nvSpPr>
        <p:spPr>
          <a:xfrm>
            <a:off x="3572219" y="2990393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98" name="Shape 596"/>
          <p:cNvSpPr/>
          <p:nvPr/>
        </p:nvSpPr>
        <p:spPr>
          <a:xfrm>
            <a:off x="4794351" y="2432186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99" name="Shape 597"/>
          <p:cNvSpPr/>
          <p:nvPr/>
        </p:nvSpPr>
        <p:spPr>
          <a:xfrm>
            <a:off x="4794351" y="2571738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600" name="Shape 598"/>
          <p:cNvSpPr/>
          <p:nvPr/>
        </p:nvSpPr>
        <p:spPr>
          <a:xfrm>
            <a:off x="4794351" y="2711290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601" name="Shape 599"/>
          <p:cNvSpPr/>
          <p:nvPr/>
        </p:nvSpPr>
        <p:spPr>
          <a:xfrm>
            <a:off x="4794351" y="2850841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602" name="Shape 600"/>
          <p:cNvSpPr/>
          <p:nvPr/>
        </p:nvSpPr>
        <p:spPr>
          <a:xfrm>
            <a:off x="4794351" y="2990393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603" name="Shape 601"/>
          <p:cNvSpPr/>
          <p:nvPr/>
        </p:nvSpPr>
        <p:spPr>
          <a:xfrm>
            <a:off x="5256780" y="2432186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604" name="Shape 602"/>
          <p:cNvSpPr/>
          <p:nvPr/>
        </p:nvSpPr>
        <p:spPr>
          <a:xfrm>
            <a:off x="5256780" y="2571738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605" name="Shape 603"/>
          <p:cNvSpPr/>
          <p:nvPr/>
        </p:nvSpPr>
        <p:spPr>
          <a:xfrm>
            <a:off x="5256780" y="2711290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606" name="Shape 604"/>
          <p:cNvSpPr/>
          <p:nvPr/>
        </p:nvSpPr>
        <p:spPr>
          <a:xfrm>
            <a:off x="5256780" y="2850841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607" name="Shape 605"/>
          <p:cNvSpPr/>
          <p:nvPr/>
        </p:nvSpPr>
        <p:spPr>
          <a:xfrm>
            <a:off x="5256780" y="2990393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608" name="Shape 606"/>
          <p:cNvSpPr/>
          <p:nvPr/>
        </p:nvSpPr>
        <p:spPr>
          <a:xfrm>
            <a:off x="1200623" y="3668215"/>
            <a:ext cx="132122" cy="172778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609" name="Shape 607"/>
          <p:cNvSpPr/>
          <p:nvPr/>
        </p:nvSpPr>
        <p:spPr>
          <a:xfrm>
            <a:off x="1200623" y="4226422"/>
            <a:ext cx="132122" cy="172778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610" name="Shape 608"/>
          <p:cNvSpPr/>
          <p:nvPr/>
        </p:nvSpPr>
        <p:spPr>
          <a:xfrm>
            <a:off x="1669657" y="3668215"/>
            <a:ext cx="132122" cy="172778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611" name="Shape 609"/>
          <p:cNvSpPr/>
          <p:nvPr/>
        </p:nvSpPr>
        <p:spPr>
          <a:xfrm>
            <a:off x="1669657" y="4226422"/>
            <a:ext cx="132122" cy="172778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612" name="Shape 610"/>
          <p:cNvSpPr/>
          <p:nvPr/>
        </p:nvSpPr>
        <p:spPr>
          <a:xfrm>
            <a:off x="2138691" y="3668215"/>
            <a:ext cx="132122" cy="172778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613" name="Shape 611"/>
          <p:cNvSpPr/>
          <p:nvPr/>
        </p:nvSpPr>
        <p:spPr>
          <a:xfrm>
            <a:off x="2138691" y="4226422"/>
            <a:ext cx="132122" cy="172778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614" name="Shape 612"/>
          <p:cNvSpPr/>
          <p:nvPr/>
        </p:nvSpPr>
        <p:spPr>
          <a:xfrm>
            <a:off x="2607726" y="3668215"/>
            <a:ext cx="132122" cy="172778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615" name="Shape 613"/>
          <p:cNvSpPr/>
          <p:nvPr/>
        </p:nvSpPr>
        <p:spPr>
          <a:xfrm>
            <a:off x="2607726" y="4226422"/>
            <a:ext cx="132122" cy="172778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616" name="Shape 614"/>
          <p:cNvSpPr/>
          <p:nvPr/>
        </p:nvSpPr>
        <p:spPr>
          <a:xfrm>
            <a:off x="3076760" y="3668215"/>
            <a:ext cx="132122" cy="172778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617" name="Shape 615"/>
          <p:cNvSpPr/>
          <p:nvPr/>
        </p:nvSpPr>
        <p:spPr>
          <a:xfrm>
            <a:off x="3076760" y="4226422"/>
            <a:ext cx="132122" cy="172778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618" name="Shape 616"/>
          <p:cNvSpPr/>
          <p:nvPr/>
        </p:nvSpPr>
        <p:spPr>
          <a:xfrm>
            <a:off x="3545795" y="3668215"/>
            <a:ext cx="132122" cy="172778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619" name="Shape 617"/>
          <p:cNvSpPr/>
          <p:nvPr/>
        </p:nvSpPr>
        <p:spPr>
          <a:xfrm>
            <a:off x="3545795" y="4226422"/>
            <a:ext cx="132122" cy="172778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620" name="Shape 618"/>
          <p:cNvSpPr/>
          <p:nvPr/>
        </p:nvSpPr>
        <p:spPr>
          <a:xfrm>
            <a:off x="4767927" y="3668215"/>
            <a:ext cx="132122" cy="172778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621" name="Shape 619"/>
          <p:cNvSpPr/>
          <p:nvPr/>
        </p:nvSpPr>
        <p:spPr>
          <a:xfrm>
            <a:off x="4767927" y="4226422"/>
            <a:ext cx="132122" cy="172778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622" name="Shape 620"/>
          <p:cNvSpPr/>
          <p:nvPr/>
        </p:nvSpPr>
        <p:spPr>
          <a:xfrm>
            <a:off x="5230355" y="3668215"/>
            <a:ext cx="132122" cy="172778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623" name="Shape 621"/>
          <p:cNvSpPr/>
          <p:nvPr/>
        </p:nvSpPr>
        <p:spPr>
          <a:xfrm>
            <a:off x="5230355" y="4226422"/>
            <a:ext cx="132122" cy="172778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624" name="Shape 622"/>
          <p:cNvSpPr/>
          <p:nvPr/>
        </p:nvSpPr>
        <p:spPr>
          <a:xfrm>
            <a:off x="1180804" y="4758048"/>
            <a:ext cx="171759" cy="332266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25" name="Shape 623"/>
          <p:cNvSpPr/>
          <p:nvPr/>
        </p:nvSpPr>
        <p:spPr>
          <a:xfrm>
            <a:off x="1187410" y="5329545"/>
            <a:ext cx="158547" cy="186069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26" name="Shape 624"/>
          <p:cNvSpPr/>
          <p:nvPr/>
        </p:nvSpPr>
        <p:spPr>
          <a:xfrm>
            <a:off x="1187410" y="6126983"/>
            <a:ext cx="158547" cy="199360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27" name="Shape 625"/>
          <p:cNvSpPr/>
          <p:nvPr/>
        </p:nvSpPr>
        <p:spPr>
          <a:xfrm>
            <a:off x="1649839" y="4758048"/>
            <a:ext cx="171759" cy="332266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28" name="Shape 626"/>
          <p:cNvSpPr/>
          <p:nvPr/>
        </p:nvSpPr>
        <p:spPr>
          <a:xfrm>
            <a:off x="1656445" y="5329545"/>
            <a:ext cx="158547" cy="186069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29" name="Shape 627"/>
          <p:cNvSpPr/>
          <p:nvPr/>
        </p:nvSpPr>
        <p:spPr>
          <a:xfrm>
            <a:off x="1656445" y="6126983"/>
            <a:ext cx="158547" cy="199360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30" name="Shape 628"/>
          <p:cNvSpPr/>
          <p:nvPr/>
        </p:nvSpPr>
        <p:spPr>
          <a:xfrm>
            <a:off x="2118873" y="4758048"/>
            <a:ext cx="171759" cy="332266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31" name="Shape 629"/>
          <p:cNvSpPr/>
          <p:nvPr/>
        </p:nvSpPr>
        <p:spPr>
          <a:xfrm>
            <a:off x="2125479" y="5329545"/>
            <a:ext cx="158547" cy="186069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32" name="Shape 630"/>
          <p:cNvSpPr/>
          <p:nvPr/>
        </p:nvSpPr>
        <p:spPr>
          <a:xfrm>
            <a:off x="2125479" y="6126983"/>
            <a:ext cx="158547" cy="199360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33" name="Shape 631"/>
          <p:cNvSpPr/>
          <p:nvPr/>
        </p:nvSpPr>
        <p:spPr>
          <a:xfrm>
            <a:off x="2587908" y="4758048"/>
            <a:ext cx="171759" cy="332266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34" name="Shape 632"/>
          <p:cNvSpPr/>
          <p:nvPr/>
        </p:nvSpPr>
        <p:spPr>
          <a:xfrm>
            <a:off x="2594514" y="5329545"/>
            <a:ext cx="158547" cy="186069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35" name="Shape 633"/>
          <p:cNvSpPr/>
          <p:nvPr/>
        </p:nvSpPr>
        <p:spPr>
          <a:xfrm>
            <a:off x="2594514" y="6126983"/>
            <a:ext cx="158547" cy="199360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36" name="Shape 634"/>
          <p:cNvSpPr/>
          <p:nvPr/>
        </p:nvSpPr>
        <p:spPr>
          <a:xfrm>
            <a:off x="3056942" y="4758048"/>
            <a:ext cx="171759" cy="332266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37" name="Shape 635"/>
          <p:cNvSpPr/>
          <p:nvPr/>
        </p:nvSpPr>
        <p:spPr>
          <a:xfrm>
            <a:off x="3063548" y="5329545"/>
            <a:ext cx="158547" cy="186069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38" name="Shape 636"/>
          <p:cNvSpPr/>
          <p:nvPr/>
        </p:nvSpPr>
        <p:spPr>
          <a:xfrm>
            <a:off x="3063548" y="6126983"/>
            <a:ext cx="158547" cy="199360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39" name="Shape 637"/>
          <p:cNvSpPr/>
          <p:nvPr/>
        </p:nvSpPr>
        <p:spPr>
          <a:xfrm>
            <a:off x="3525977" y="4758048"/>
            <a:ext cx="171759" cy="332266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40" name="Shape 638"/>
          <p:cNvSpPr/>
          <p:nvPr/>
        </p:nvSpPr>
        <p:spPr>
          <a:xfrm>
            <a:off x="3532583" y="5329545"/>
            <a:ext cx="158547" cy="186069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41" name="Shape 639"/>
          <p:cNvSpPr/>
          <p:nvPr/>
        </p:nvSpPr>
        <p:spPr>
          <a:xfrm>
            <a:off x="3532583" y="6126983"/>
            <a:ext cx="158547" cy="199360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42" name="Shape 640"/>
          <p:cNvSpPr/>
          <p:nvPr/>
        </p:nvSpPr>
        <p:spPr>
          <a:xfrm>
            <a:off x="4748109" y="4758048"/>
            <a:ext cx="171759" cy="332266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43" name="Shape 641"/>
          <p:cNvSpPr/>
          <p:nvPr/>
        </p:nvSpPr>
        <p:spPr>
          <a:xfrm>
            <a:off x="4754715" y="5329545"/>
            <a:ext cx="158547" cy="186069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44" name="Shape 642"/>
          <p:cNvSpPr/>
          <p:nvPr/>
        </p:nvSpPr>
        <p:spPr>
          <a:xfrm>
            <a:off x="4754715" y="6126983"/>
            <a:ext cx="158547" cy="199360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45" name="Shape 643"/>
          <p:cNvSpPr/>
          <p:nvPr/>
        </p:nvSpPr>
        <p:spPr>
          <a:xfrm>
            <a:off x="5210537" y="4758048"/>
            <a:ext cx="171759" cy="332266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46" name="Shape 644"/>
          <p:cNvSpPr/>
          <p:nvPr/>
        </p:nvSpPr>
        <p:spPr>
          <a:xfrm>
            <a:off x="5217143" y="5329545"/>
            <a:ext cx="158547" cy="186069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47" name="Shape 645"/>
          <p:cNvSpPr/>
          <p:nvPr/>
        </p:nvSpPr>
        <p:spPr>
          <a:xfrm>
            <a:off x="5217143" y="6126983"/>
            <a:ext cx="158547" cy="199360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48" name="Shape 646"/>
          <p:cNvSpPr/>
          <p:nvPr/>
        </p:nvSpPr>
        <p:spPr>
          <a:xfrm>
            <a:off x="1068500" y="1468615"/>
            <a:ext cx="79273" cy="212650"/>
          </a:xfrm>
          <a:prstGeom prst="rect">
            <a:avLst/>
          </a:prstGeom>
          <a:solidFill>
            <a:srgbClr val="F2C4CC"/>
          </a:solidFill>
          <a:ln/>
        </p:spPr>
      </p:sp>
      <p:sp>
        <p:nvSpPr>
          <p:cNvPr id="649" name="Shape 647"/>
          <p:cNvSpPr/>
          <p:nvPr/>
        </p:nvSpPr>
        <p:spPr>
          <a:xfrm>
            <a:off x="1147774" y="1468615"/>
            <a:ext cx="79273" cy="212650"/>
          </a:xfrm>
          <a:prstGeom prst="rect">
            <a:avLst/>
          </a:prstGeom>
          <a:solidFill>
            <a:srgbClr val="FDF3DC"/>
          </a:solidFill>
          <a:ln/>
        </p:spPr>
      </p:sp>
      <p:sp>
        <p:nvSpPr>
          <p:cNvPr id="650" name="Shape 648"/>
          <p:cNvSpPr/>
          <p:nvPr/>
        </p:nvSpPr>
        <p:spPr>
          <a:xfrm>
            <a:off x="1227047" y="1468615"/>
            <a:ext cx="79273" cy="212650"/>
          </a:xfrm>
          <a:prstGeom prst="rect">
            <a:avLst/>
          </a:prstGeom>
          <a:solidFill>
            <a:srgbClr val="F6D8E0"/>
          </a:solidFill>
          <a:ln/>
        </p:spPr>
      </p:sp>
      <p:sp>
        <p:nvSpPr>
          <p:cNvPr id="651" name="Shape 649"/>
          <p:cNvSpPr/>
          <p:nvPr/>
        </p:nvSpPr>
        <p:spPr>
          <a:xfrm>
            <a:off x="1306320" y="1468615"/>
            <a:ext cx="79273" cy="212650"/>
          </a:xfrm>
          <a:prstGeom prst="rect">
            <a:avLst/>
          </a:prstGeom>
          <a:solidFill>
            <a:srgbClr val="FDF3DC"/>
          </a:solidFill>
          <a:ln/>
        </p:spPr>
      </p:sp>
      <p:sp>
        <p:nvSpPr>
          <p:cNvPr id="652" name="Shape 650"/>
          <p:cNvSpPr/>
          <p:nvPr/>
        </p:nvSpPr>
        <p:spPr>
          <a:xfrm>
            <a:off x="1385594" y="1468615"/>
            <a:ext cx="79273" cy="212650"/>
          </a:xfrm>
          <a:prstGeom prst="rect">
            <a:avLst/>
          </a:prstGeom>
          <a:solidFill>
            <a:srgbClr val="F2C4CC"/>
          </a:solidFill>
          <a:ln/>
        </p:spPr>
      </p:sp>
      <p:sp>
        <p:nvSpPr>
          <p:cNvPr id="653" name="Shape 651"/>
          <p:cNvSpPr/>
          <p:nvPr/>
        </p:nvSpPr>
        <p:spPr>
          <a:xfrm>
            <a:off x="1068500" y="1468615"/>
            <a:ext cx="396367" cy="212650"/>
          </a:xfrm>
          <a:prstGeom prst="rect">
            <a:avLst/>
          </a:prstGeom>
          <a:ln w="9525">
            <a:solidFill>
              <a:srgbClr val="6A1A1A"/>
            </a:solidFill>
            <a:prstDash val="solid"/>
          </a:ln>
        </p:spPr>
      </p:sp>
      <p:sp>
        <p:nvSpPr>
          <p:cNvPr id="654" name="Text 652"/>
          <p:cNvSpPr/>
          <p:nvPr/>
        </p:nvSpPr>
        <p:spPr>
          <a:xfrm>
            <a:off x="1055288" y="1442034"/>
            <a:ext cx="422792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850" b="1" i="1" baseline="-40000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850" dirty="0"/>
          </a:p>
        </p:txBody>
      </p:sp>
      <p:sp>
        <p:nvSpPr>
          <p:cNvPr id="655" name="Shape 653"/>
          <p:cNvSpPr/>
          <p:nvPr/>
        </p:nvSpPr>
        <p:spPr>
          <a:xfrm>
            <a:off x="1537535" y="1468615"/>
            <a:ext cx="79273" cy="212650"/>
          </a:xfrm>
          <a:prstGeom prst="rect">
            <a:avLst/>
          </a:prstGeom>
          <a:solidFill>
            <a:srgbClr val="F2C4CC"/>
          </a:solidFill>
          <a:ln/>
        </p:spPr>
      </p:sp>
      <p:sp>
        <p:nvSpPr>
          <p:cNvPr id="656" name="Shape 654"/>
          <p:cNvSpPr/>
          <p:nvPr/>
        </p:nvSpPr>
        <p:spPr>
          <a:xfrm>
            <a:off x="1616808" y="1468615"/>
            <a:ext cx="79273" cy="212650"/>
          </a:xfrm>
          <a:prstGeom prst="rect">
            <a:avLst/>
          </a:prstGeom>
          <a:solidFill>
            <a:srgbClr val="FDF3DC"/>
          </a:solidFill>
          <a:ln/>
        </p:spPr>
      </p:sp>
      <p:sp>
        <p:nvSpPr>
          <p:cNvPr id="657" name="Shape 655"/>
          <p:cNvSpPr/>
          <p:nvPr/>
        </p:nvSpPr>
        <p:spPr>
          <a:xfrm>
            <a:off x="1696081" y="1468615"/>
            <a:ext cx="79273" cy="212650"/>
          </a:xfrm>
          <a:prstGeom prst="rect">
            <a:avLst/>
          </a:prstGeom>
          <a:solidFill>
            <a:srgbClr val="F6D8E0"/>
          </a:solidFill>
          <a:ln/>
        </p:spPr>
      </p:sp>
      <p:sp>
        <p:nvSpPr>
          <p:cNvPr id="658" name="Shape 656"/>
          <p:cNvSpPr/>
          <p:nvPr/>
        </p:nvSpPr>
        <p:spPr>
          <a:xfrm>
            <a:off x="1775355" y="1468615"/>
            <a:ext cx="79273" cy="212650"/>
          </a:xfrm>
          <a:prstGeom prst="rect">
            <a:avLst/>
          </a:prstGeom>
          <a:solidFill>
            <a:srgbClr val="FDF3DC"/>
          </a:solidFill>
          <a:ln/>
        </p:spPr>
      </p:sp>
      <p:sp>
        <p:nvSpPr>
          <p:cNvPr id="659" name="Shape 657"/>
          <p:cNvSpPr/>
          <p:nvPr/>
        </p:nvSpPr>
        <p:spPr>
          <a:xfrm>
            <a:off x="1854628" y="1468615"/>
            <a:ext cx="79273" cy="212650"/>
          </a:xfrm>
          <a:prstGeom prst="rect">
            <a:avLst/>
          </a:prstGeom>
          <a:solidFill>
            <a:srgbClr val="F2C4CC"/>
          </a:solidFill>
          <a:ln/>
        </p:spPr>
      </p:sp>
      <p:sp>
        <p:nvSpPr>
          <p:cNvPr id="660" name="Shape 658"/>
          <p:cNvSpPr/>
          <p:nvPr/>
        </p:nvSpPr>
        <p:spPr>
          <a:xfrm>
            <a:off x="1537535" y="1468615"/>
            <a:ext cx="396367" cy="212650"/>
          </a:xfrm>
          <a:prstGeom prst="rect">
            <a:avLst/>
          </a:prstGeom>
          <a:ln w="9525">
            <a:solidFill>
              <a:srgbClr val="6A1A1A"/>
            </a:solidFill>
            <a:prstDash val="solid"/>
          </a:ln>
        </p:spPr>
      </p:sp>
      <p:sp>
        <p:nvSpPr>
          <p:cNvPr id="661" name="Text 659"/>
          <p:cNvSpPr/>
          <p:nvPr/>
        </p:nvSpPr>
        <p:spPr>
          <a:xfrm>
            <a:off x="1524322" y="1442034"/>
            <a:ext cx="422792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850" b="1" i="1" baseline="-40000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850" dirty="0"/>
          </a:p>
        </p:txBody>
      </p:sp>
      <p:sp>
        <p:nvSpPr>
          <p:cNvPr id="662" name="Shape 660"/>
          <p:cNvSpPr/>
          <p:nvPr/>
        </p:nvSpPr>
        <p:spPr>
          <a:xfrm>
            <a:off x="2006569" y="1468615"/>
            <a:ext cx="79273" cy="212650"/>
          </a:xfrm>
          <a:prstGeom prst="rect">
            <a:avLst/>
          </a:prstGeom>
          <a:solidFill>
            <a:srgbClr val="F2C4CC"/>
          </a:solidFill>
          <a:ln/>
        </p:spPr>
      </p:sp>
      <p:sp>
        <p:nvSpPr>
          <p:cNvPr id="663" name="Shape 661"/>
          <p:cNvSpPr/>
          <p:nvPr/>
        </p:nvSpPr>
        <p:spPr>
          <a:xfrm>
            <a:off x="2085843" y="1468615"/>
            <a:ext cx="79273" cy="212650"/>
          </a:xfrm>
          <a:prstGeom prst="rect">
            <a:avLst/>
          </a:prstGeom>
          <a:solidFill>
            <a:srgbClr val="FDF3DC"/>
          </a:solidFill>
          <a:ln/>
        </p:spPr>
      </p:sp>
      <p:sp>
        <p:nvSpPr>
          <p:cNvPr id="664" name="Shape 662"/>
          <p:cNvSpPr/>
          <p:nvPr/>
        </p:nvSpPr>
        <p:spPr>
          <a:xfrm>
            <a:off x="2165116" y="1468615"/>
            <a:ext cx="79273" cy="212650"/>
          </a:xfrm>
          <a:prstGeom prst="rect">
            <a:avLst/>
          </a:prstGeom>
          <a:solidFill>
            <a:srgbClr val="F6D8E0"/>
          </a:solidFill>
          <a:ln/>
        </p:spPr>
      </p:sp>
      <p:sp>
        <p:nvSpPr>
          <p:cNvPr id="665" name="Shape 663"/>
          <p:cNvSpPr/>
          <p:nvPr/>
        </p:nvSpPr>
        <p:spPr>
          <a:xfrm>
            <a:off x="2244389" y="1468615"/>
            <a:ext cx="79273" cy="212650"/>
          </a:xfrm>
          <a:prstGeom prst="rect">
            <a:avLst/>
          </a:prstGeom>
          <a:solidFill>
            <a:srgbClr val="FDF3DC"/>
          </a:solidFill>
          <a:ln/>
        </p:spPr>
      </p:sp>
      <p:sp>
        <p:nvSpPr>
          <p:cNvPr id="666" name="Shape 664"/>
          <p:cNvSpPr/>
          <p:nvPr/>
        </p:nvSpPr>
        <p:spPr>
          <a:xfrm>
            <a:off x="2323663" y="1468615"/>
            <a:ext cx="79273" cy="212650"/>
          </a:xfrm>
          <a:prstGeom prst="rect">
            <a:avLst/>
          </a:prstGeom>
          <a:solidFill>
            <a:srgbClr val="F2C4CC"/>
          </a:solidFill>
          <a:ln/>
        </p:spPr>
      </p:sp>
      <p:sp>
        <p:nvSpPr>
          <p:cNvPr id="667" name="Shape 665"/>
          <p:cNvSpPr/>
          <p:nvPr/>
        </p:nvSpPr>
        <p:spPr>
          <a:xfrm>
            <a:off x="2006569" y="1468615"/>
            <a:ext cx="396367" cy="212650"/>
          </a:xfrm>
          <a:prstGeom prst="rect">
            <a:avLst/>
          </a:prstGeom>
          <a:ln w="9525">
            <a:solidFill>
              <a:srgbClr val="6A1A1A"/>
            </a:solidFill>
            <a:prstDash val="solid"/>
          </a:ln>
        </p:spPr>
      </p:sp>
      <p:sp>
        <p:nvSpPr>
          <p:cNvPr id="668" name="Text 666"/>
          <p:cNvSpPr/>
          <p:nvPr/>
        </p:nvSpPr>
        <p:spPr>
          <a:xfrm>
            <a:off x="1993357" y="1442034"/>
            <a:ext cx="422792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850" b="1" i="1" baseline="-40000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850" dirty="0"/>
          </a:p>
        </p:txBody>
      </p:sp>
      <p:sp>
        <p:nvSpPr>
          <p:cNvPr id="669" name="Shape 667"/>
          <p:cNvSpPr/>
          <p:nvPr/>
        </p:nvSpPr>
        <p:spPr>
          <a:xfrm>
            <a:off x="2475604" y="1468615"/>
            <a:ext cx="79273" cy="212650"/>
          </a:xfrm>
          <a:prstGeom prst="rect">
            <a:avLst/>
          </a:prstGeom>
          <a:solidFill>
            <a:srgbClr val="F2C4CC"/>
          </a:solidFill>
          <a:ln/>
        </p:spPr>
      </p:sp>
      <p:sp>
        <p:nvSpPr>
          <p:cNvPr id="670" name="Shape 668"/>
          <p:cNvSpPr/>
          <p:nvPr/>
        </p:nvSpPr>
        <p:spPr>
          <a:xfrm>
            <a:off x="2554877" y="1468615"/>
            <a:ext cx="79273" cy="212650"/>
          </a:xfrm>
          <a:prstGeom prst="rect">
            <a:avLst/>
          </a:prstGeom>
          <a:solidFill>
            <a:srgbClr val="FDF3DC"/>
          </a:solidFill>
          <a:ln/>
        </p:spPr>
      </p:sp>
      <p:sp>
        <p:nvSpPr>
          <p:cNvPr id="671" name="Shape 669"/>
          <p:cNvSpPr/>
          <p:nvPr/>
        </p:nvSpPr>
        <p:spPr>
          <a:xfrm>
            <a:off x="2634150" y="1468615"/>
            <a:ext cx="79273" cy="212650"/>
          </a:xfrm>
          <a:prstGeom prst="rect">
            <a:avLst/>
          </a:prstGeom>
          <a:solidFill>
            <a:srgbClr val="F6D8E0"/>
          </a:solidFill>
          <a:ln/>
        </p:spPr>
      </p:sp>
      <p:sp>
        <p:nvSpPr>
          <p:cNvPr id="672" name="Shape 670"/>
          <p:cNvSpPr/>
          <p:nvPr/>
        </p:nvSpPr>
        <p:spPr>
          <a:xfrm>
            <a:off x="2713424" y="1468615"/>
            <a:ext cx="79273" cy="212650"/>
          </a:xfrm>
          <a:prstGeom prst="rect">
            <a:avLst/>
          </a:prstGeom>
          <a:solidFill>
            <a:srgbClr val="FDF3DC"/>
          </a:solidFill>
          <a:ln/>
        </p:spPr>
      </p:sp>
      <p:sp>
        <p:nvSpPr>
          <p:cNvPr id="673" name="Shape 671"/>
          <p:cNvSpPr/>
          <p:nvPr/>
        </p:nvSpPr>
        <p:spPr>
          <a:xfrm>
            <a:off x="2792697" y="1468615"/>
            <a:ext cx="79273" cy="212650"/>
          </a:xfrm>
          <a:prstGeom prst="rect">
            <a:avLst/>
          </a:prstGeom>
          <a:solidFill>
            <a:srgbClr val="F2C4CC"/>
          </a:solidFill>
          <a:ln/>
        </p:spPr>
      </p:sp>
      <p:sp>
        <p:nvSpPr>
          <p:cNvPr id="674" name="Shape 672"/>
          <p:cNvSpPr/>
          <p:nvPr/>
        </p:nvSpPr>
        <p:spPr>
          <a:xfrm>
            <a:off x="2475604" y="1468615"/>
            <a:ext cx="396367" cy="212650"/>
          </a:xfrm>
          <a:prstGeom prst="rect">
            <a:avLst/>
          </a:prstGeom>
          <a:ln w="9525">
            <a:solidFill>
              <a:srgbClr val="6A1A1A"/>
            </a:solidFill>
            <a:prstDash val="solid"/>
          </a:ln>
        </p:spPr>
      </p:sp>
      <p:sp>
        <p:nvSpPr>
          <p:cNvPr id="675" name="Text 673"/>
          <p:cNvSpPr/>
          <p:nvPr/>
        </p:nvSpPr>
        <p:spPr>
          <a:xfrm>
            <a:off x="2462391" y="1442034"/>
            <a:ext cx="422792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850" b="1" i="1" baseline="-40000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850" dirty="0"/>
          </a:p>
        </p:txBody>
      </p:sp>
      <p:sp>
        <p:nvSpPr>
          <p:cNvPr id="676" name="Shape 674"/>
          <p:cNvSpPr/>
          <p:nvPr/>
        </p:nvSpPr>
        <p:spPr>
          <a:xfrm>
            <a:off x="2944638" y="1468615"/>
            <a:ext cx="79273" cy="212650"/>
          </a:xfrm>
          <a:prstGeom prst="rect">
            <a:avLst/>
          </a:prstGeom>
          <a:solidFill>
            <a:srgbClr val="F2C4CC"/>
          </a:solidFill>
          <a:ln/>
        </p:spPr>
      </p:sp>
      <p:sp>
        <p:nvSpPr>
          <p:cNvPr id="677" name="Shape 675"/>
          <p:cNvSpPr/>
          <p:nvPr/>
        </p:nvSpPr>
        <p:spPr>
          <a:xfrm>
            <a:off x="3023911" y="1468615"/>
            <a:ext cx="79273" cy="212650"/>
          </a:xfrm>
          <a:prstGeom prst="rect">
            <a:avLst/>
          </a:prstGeom>
          <a:solidFill>
            <a:srgbClr val="FDF3DC"/>
          </a:solidFill>
          <a:ln/>
        </p:spPr>
      </p:sp>
      <p:sp>
        <p:nvSpPr>
          <p:cNvPr id="678" name="Shape 676"/>
          <p:cNvSpPr/>
          <p:nvPr/>
        </p:nvSpPr>
        <p:spPr>
          <a:xfrm>
            <a:off x="3103185" y="1468615"/>
            <a:ext cx="79273" cy="212650"/>
          </a:xfrm>
          <a:prstGeom prst="rect">
            <a:avLst/>
          </a:prstGeom>
          <a:solidFill>
            <a:srgbClr val="F6D8E0"/>
          </a:solidFill>
          <a:ln/>
        </p:spPr>
      </p:sp>
      <p:sp>
        <p:nvSpPr>
          <p:cNvPr id="679" name="Shape 677"/>
          <p:cNvSpPr/>
          <p:nvPr/>
        </p:nvSpPr>
        <p:spPr>
          <a:xfrm>
            <a:off x="3182458" y="1468615"/>
            <a:ext cx="79273" cy="212650"/>
          </a:xfrm>
          <a:prstGeom prst="rect">
            <a:avLst/>
          </a:prstGeom>
          <a:solidFill>
            <a:srgbClr val="FDF3DC"/>
          </a:solidFill>
          <a:ln/>
        </p:spPr>
      </p:sp>
      <p:sp>
        <p:nvSpPr>
          <p:cNvPr id="680" name="Shape 678"/>
          <p:cNvSpPr/>
          <p:nvPr/>
        </p:nvSpPr>
        <p:spPr>
          <a:xfrm>
            <a:off x="3261732" y="1468615"/>
            <a:ext cx="79273" cy="212650"/>
          </a:xfrm>
          <a:prstGeom prst="rect">
            <a:avLst/>
          </a:prstGeom>
          <a:solidFill>
            <a:srgbClr val="F2C4CC"/>
          </a:solidFill>
          <a:ln/>
        </p:spPr>
      </p:sp>
      <p:sp>
        <p:nvSpPr>
          <p:cNvPr id="681" name="Shape 679"/>
          <p:cNvSpPr/>
          <p:nvPr/>
        </p:nvSpPr>
        <p:spPr>
          <a:xfrm>
            <a:off x="2944638" y="1468615"/>
            <a:ext cx="396367" cy="212650"/>
          </a:xfrm>
          <a:prstGeom prst="rect">
            <a:avLst/>
          </a:prstGeom>
          <a:ln w="9525">
            <a:solidFill>
              <a:srgbClr val="6A1A1A"/>
            </a:solidFill>
            <a:prstDash val="solid"/>
          </a:ln>
        </p:spPr>
      </p:sp>
      <p:sp>
        <p:nvSpPr>
          <p:cNvPr id="682" name="Text 680"/>
          <p:cNvSpPr/>
          <p:nvPr/>
        </p:nvSpPr>
        <p:spPr>
          <a:xfrm>
            <a:off x="2931426" y="1442034"/>
            <a:ext cx="422792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850" b="1" i="1" baseline="-40000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850" dirty="0"/>
          </a:p>
        </p:txBody>
      </p:sp>
      <p:sp>
        <p:nvSpPr>
          <p:cNvPr id="683" name="Shape 681"/>
          <p:cNvSpPr/>
          <p:nvPr/>
        </p:nvSpPr>
        <p:spPr>
          <a:xfrm>
            <a:off x="3413672" y="1468615"/>
            <a:ext cx="79273" cy="212650"/>
          </a:xfrm>
          <a:prstGeom prst="rect">
            <a:avLst/>
          </a:prstGeom>
          <a:solidFill>
            <a:srgbClr val="F2C4CC"/>
          </a:solidFill>
          <a:ln/>
        </p:spPr>
      </p:sp>
      <p:sp>
        <p:nvSpPr>
          <p:cNvPr id="684" name="Shape 682"/>
          <p:cNvSpPr/>
          <p:nvPr/>
        </p:nvSpPr>
        <p:spPr>
          <a:xfrm>
            <a:off x="3492946" y="1468615"/>
            <a:ext cx="79273" cy="212650"/>
          </a:xfrm>
          <a:prstGeom prst="rect">
            <a:avLst/>
          </a:prstGeom>
          <a:solidFill>
            <a:srgbClr val="FDF3DC"/>
          </a:solidFill>
          <a:ln/>
        </p:spPr>
      </p:sp>
      <p:sp>
        <p:nvSpPr>
          <p:cNvPr id="685" name="Shape 683"/>
          <p:cNvSpPr/>
          <p:nvPr/>
        </p:nvSpPr>
        <p:spPr>
          <a:xfrm>
            <a:off x="3572219" y="1468615"/>
            <a:ext cx="79273" cy="212650"/>
          </a:xfrm>
          <a:prstGeom prst="rect">
            <a:avLst/>
          </a:prstGeom>
          <a:solidFill>
            <a:srgbClr val="F6D8E0"/>
          </a:solidFill>
          <a:ln/>
        </p:spPr>
      </p:sp>
      <p:sp>
        <p:nvSpPr>
          <p:cNvPr id="686" name="Shape 684"/>
          <p:cNvSpPr/>
          <p:nvPr/>
        </p:nvSpPr>
        <p:spPr>
          <a:xfrm>
            <a:off x="3651493" y="1468615"/>
            <a:ext cx="79273" cy="212650"/>
          </a:xfrm>
          <a:prstGeom prst="rect">
            <a:avLst/>
          </a:prstGeom>
          <a:solidFill>
            <a:srgbClr val="FDF3DC"/>
          </a:solidFill>
          <a:ln/>
        </p:spPr>
      </p:sp>
      <p:sp>
        <p:nvSpPr>
          <p:cNvPr id="687" name="Shape 685"/>
          <p:cNvSpPr/>
          <p:nvPr/>
        </p:nvSpPr>
        <p:spPr>
          <a:xfrm>
            <a:off x="3730766" y="1468615"/>
            <a:ext cx="79273" cy="212650"/>
          </a:xfrm>
          <a:prstGeom prst="rect">
            <a:avLst/>
          </a:prstGeom>
          <a:solidFill>
            <a:srgbClr val="F2C4CC"/>
          </a:solidFill>
          <a:ln/>
        </p:spPr>
      </p:sp>
      <p:sp>
        <p:nvSpPr>
          <p:cNvPr id="688" name="Shape 686"/>
          <p:cNvSpPr/>
          <p:nvPr/>
        </p:nvSpPr>
        <p:spPr>
          <a:xfrm>
            <a:off x="3413672" y="1468615"/>
            <a:ext cx="396367" cy="212650"/>
          </a:xfrm>
          <a:prstGeom prst="rect">
            <a:avLst/>
          </a:prstGeom>
          <a:ln w="9525">
            <a:solidFill>
              <a:srgbClr val="6A1A1A"/>
            </a:solidFill>
            <a:prstDash val="solid"/>
          </a:ln>
        </p:spPr>
      </p:sp>
      <p:sp>
        <p:nvSpPr>
          <p:cNvPr id="689" name="Text 687"/>
          <p:cNvSpPr/>
          <p:nvPr/>
        </p:nvSpPr>
        <p:spPr>
          <a:xfrm>
            <a:off x="3400460" y="1442034"/>
            <a:ext cx="422792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850" b="1" i="1" baseline="-40000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850" dirty="0"/>
          </a:p>
        </p:txBody>
      </p:sp>
      <p:sp>
        <p:nvSpPr>
          <p:cNvPr id="690" name="Shape 688"/>
          <p:cNvSpPr/>
          <p:nvPr/>
        </p:nvSpPr>
        <p:spPr>
          <a:xfrm>
            <a:off x="4635805" y="1468615"/>
            <a:ext cx="79273" cy="212650"/>
          </a:xfrm>
          <a:prstGeom prst="rect">
            <a:avLst/>
          </a:prstGeom>
          <a:solidFill>
            <a:srgbClr val="F2C4CC"/>
          </a:solidFill>
          <a:ln/>
        </p:spPr>
      </p:sp>
      <p:sp>
        <p:nvSpPr>
          <p:cNvPr id="691" name="Shape 689"/>
          <p:cNvSpPr/>
          <p:nvPr/>
        </p:nvSpPr>
        <p:spPr>
          <a:xfrm>
            <a:off x="4715078" y="1468615"/>
            <a:ext cx="79273" cy="212650"/>
          </a:xfrm>
          <a:prstGeom prst="rect">
            <a:avLst/>
          </a:prstGeom>
          <a:solidFill>
            <a:srgbClr val="FDF3DC"/>
          </a:solidFill>
          <a:ln/>
        </p:spPr>
      </p:sp>
      <p:sp>
        <p:nvSpPr>
          <p:cNvPr id="692" name="Shape 690"/>
          <p:cNvSpPr/>
          <p:nvPr/>
        </p:nvSpPr>
        <p:spPr>
          <a:xfrm>
            <a:off x="4794351" y="1468615"/>
            <a:ext cx="79273" cy="212650"/>
          </a:xfrm>
          <a:prstGeom prst="rect">
            <a:avLst/>
          </a:prstGeom>
          <a:solidFill>
            <a:srgbClr val="F6D8E0"/>
          </a:solidFill>
          <a:ln/>
        </p:spPr>
      </p:sp>
      <p:sp>
        <p:nvSpPr>
          <p:cNvPr id="693" name="Shape 691"/>
          <p:cNvSpPr/>
          <p:nvPr/>
        </p:nvSpPr>
        <p:spPr>
          <a:xfrm>
            <a:off x="4873625" y="1468615"/>
            <a:ext cx="79273" cy="212650"/>
          </a:xfrm>
          <a:prstGeom prst="rect">
            <a:avLst/>
          </a:prstGeom>
          <a:solidFill>
            <a:srgbClr val="FDF3DC"/>
          </a:solidFill>
          <a:ln/>
        </p:spPr>
      </p:sp>
      <p:sp>
        <p:nvSpPr>
          <p:cNvPr id="694" name="Shape 692"/>
          <p:cNvSpPr/>
          <p:nvPr/>
        </p:nvSpPr>
        <p:spPr>
          <a:xfrm>
            <a:off x="4952898" y="1468615"/>
            <a:ext cx="79273" cy="212650"/>
          </a:xfrm>
          <a:prstGeom prst="rect">
            <a:avLst/>
          </a:prstGeom>
          <a:solidFill>
            <a:srgbClr val="F2C4CC"/>
          </a:solidFill>
          <a:ln/>
        </p:spPr>
      </p:sp>
      <p:sp>
        <p:nvSpPr>
          <p:cNvPr id="695" name="Shape 693"/>
          <p:cNvSpPr/>
          <p:nvPr/>
        </p:nvSpPr>
        <p:spPr>
          <a:xfrm>
            <a:off x="4635805" y="1468615"/>
            <a:ext cx="396367" cy="212650"/>
          </a:xfrm>
          <a:prstGeom prst="rect">
            <a:avLst/>
          </a:prstGeom>
          <a:ln w="9525">
            <a:solidFill>
              <a:srgbClr val="6A1A1A"/>
            </a:solidFill>
            <a:prstDash val="solid"/>
          </a:ln>
        </p:spPr>
      </p:sp>
      <p:sp>
        <p:nvSpPr>
          <p:cNvPr id="696" name="Text 694"/>
          <p:cNvSpPr/>
          <p:nvPr/>
        </p:nvSpPr>
        <p:spPr>
          <a:xfrm>
            <a:off x="4622592" y="1442034"/>
            <a:ext cx="422792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850" b="1" i="1" baseline="-40000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N-2</a:t>
            </a:r>
            <a:endParaRPr lang="en-US" sz="850" dirty="0"/>
          </a:p>
        </p:txBody>
      </p:sp>
      <p:sp>
        <p:nvSpPr>
          <p:cNvPr id="697" name="Shape 695"/>
          <p:cNvSpPr/>
          <p:nvPr/>
        </p:nvSpPr>
        <p:spPr>
          <a:xfrm>
            <a:off x="5098233" y="1468615"/>
            <a:ext cx="79273" cy="212650"/>
          </a:xfrm>
          <a:prstGeom prst="rect">
            <a:avLst/>
          </a:prstGeom>
          <a:solidFill>
            <a:srgbClr val="F2C4CC"/>
          </a:solidFill>
          <a:ln/>
        </p:spPr>
      </p:sp>
      <p:sp>
        <p:nvSpPr>
          <p:cNvPr id="698" name="Shape 696"/>
          <p:cNvSpPr/>
          <p:nvPr/>
        </p:nvSpPr>
        <p:spPr>
          <a:xfrm>
            <a:off x="5177506" y="1468615"/>
            <a:ext cx="79273" cy="212650"/>
          </a:xfrm>
          <a:prstGeom prst="rect">
            <a:avLst/>
          </a:prstGeom>
          <a:solidFill>
            <a:srgbClr val="FDF3DC"/>
          </a:solidFill>
          <a:ln/>
        </p:spPr>
      </p:sp>
      <p:sp>
        <p:nvSpPr>
          <p:cNvPr id="699" name="Shape 697"/>
          <p:cNvSpPr/>
          <p:nvPr/>
        </p:nvSpPr>
        <p:spPr>
          <a:xfrm>
            <a:off x="5256780" y="1468615"/>
            <a:ext cx="79273" cy="212650"/>
          </a:xfrm>
          <a:prstGeom prst="rect">
            <a:avLst/>
          </a:prstGeom>
          <a:solidFill>
            <a:srgbClr val="F6D8E0"/>
          </a:solidFill>
          <a:ln/>
        </p:spPr>
      </p:sp>
      <p:sp>
        <p:nvSpPr>
          <p:cNvPr id="700" name="Shape 698"/>
          <p:cNvSpPr/>
          <p:nvPr/>
        </p:nvSpPr>
        <p:spPr>
          <a:xfrm>
            <a:off x="5336053" y="1468615"/>
            <a:ext cx="79273" cy="212650"/>
          </a:xfrm>
          <a:prstGeom prst="rect">
            <a:avLst/>
          </a:prstGeom>
          <a:solidFill>
            <a:srgbClr val="FDF3DC"/>
          </a:solidFill>
          <a:ln/>
        </p:spPr>
      </p:sp>
      <p:sp>
        <p:nvSpPr>
          <p:cNvPr id="701" name="Shape 699"/>
          <p:cNvSpPr/>
          <p:nvPr/>
        </p:nvSpPr>
        <p:spPr>
          <a:xfrm>
            <a:off x="5415327" y="1468615"/>
            <a:ext cx="79273" cy="212650"/>
          </a:xfrm>
          <a:prstGeom prst="rect">
            <a:avLst/>
          </a:prstGeom>
          <a:solidFill>
            <a:srgbClr val="F2C4CC"/>
          </a:solidFill>
          <a:ln/>
        </p:spPr>
      </p:sp>
      <p:sp>
        <p:nvSpPr>
          <p:cNvPr id="702" name="Shape 700"/>
          <p:cNvSpPr/>
          <p:nvPr/>
        </p:nvSpPr>
        <p:spPr>
          <a:xfrm>
            <a:off x="5098233" y="1468615"/>
            <a:ext cx="396367" cy="212650"/>
          </a:xfrm>
          <a:prstGeom prst="rect">
            <a:avLst/>
          </a:prstGeom>
          <a:ln w="9525">
            <a:solidFill>
              <a:srgbClr val="6A1A1A"/>
            </a:solidFill>
            <a:prstDash val="solid"/>
          </a:ln>
        </p:spPr>
      </p:sp>
      <p:sp>
        <p:nvSpPr>
          <p:cNvPr id="703" name="Text 701"/>
          <p:cNvSpPr/>
          <p:nvPr/>
        </p:nvSpPr>
        <p:spPr>
          <a:xfrm>
            <a:off x="5085021" y="1442034"/>
            <a:ext cx="422792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850" b="1" i="1" baseline="-40000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N-1</a:t>
            </a:r>
            <a:endParaRPr lang="en-US" sz="850" dirty="0"/>
          </a:p>
        </p:txBody>
      </p:sp>
      <p:sp>
        <p:nvSpPr>
          <p:cNvPr id="704" name="Shape 702"/>
          <p:cNvSpPr/>
          <p:nvPr/>
        </p:nvSpPr>
        <p:spPr>
          <a:xfrm>
            <a:off x="3872798" y="1538391"/>
            <a:ext cx="59455" cy="59808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705" name="Shape 703"/>
          <p:cNvSpPr/>
          <p:nvPr/>
        </p:nvSpPr>
        <p:spPr>
          <a:xfrm>
            <a:off x="4044557" y="1538391"/>
            <a:ext cx="59455" cy="59808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706" name="Shape 704"/>
          <p:cNvSpPr/>
          <p:nvPr/>
        </p:nvSpPr>
        <p:spPr>
          <a:xfrm>
            <a:off x="4216316" y="1538391"/>
            <a:ext cx="59455" cy="59808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707" name="Shape 705"/>
          <p:cNvSpPr/>
          <p:nvPr/>
        </p:nvSpPr>
        <p:spPr>
          <a:xfrm>
            <a:off x="4388075" y="1538391"/>
            <a:ext cx="59455" cy="59808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708" name="Shape 706"/>
          <p:cNvSpPr/>
          <p:nvPr/>
        </p:nvSpPr>
        <p:spPr>
          <a:xfrm>
            <a:off x="4559834" y="1538391"/>
            <a:ext cx="59455" cy="59808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709" name="Shape 707"/>
          <p:cNvSpPr/>
          <p:nvPr/>
        </p:nvSpPr>
        <p:spPr>
          <a:xfrm>
            <a:off x="1068500" y="5110249"/>
            <a:ext cx="66061" cy="212650"/>
          </a:xfrm>
          <a:prstGeom prst="rect">
            <a:avLst/>
          </a:prstGeom>
          <a:solidFill>
            <a:srgbClr val="FFF3C8"/>
          </a:solidFill>
          <a:ln/>
        </p:spPr>
      </p:sp>
      <p:sp>
        <p:nvSpPr>
          <p:cNvPr id="710" name="Shape 708"/>
          <p:cNvSpPr/>
          <p:nvPr/>
        </p:nvSpPr>
        <p:spPr>
          <a:xfrm>
            <a:off x="1134561" y="5110249"/>
            <a:ext cx="66061" cy="212650"/>
          </a:xfrm>
          <a:prstGeom prst="rect">
            <a:avLst/>
          </a:prstGeom>
          <a:solidFill>
            <a:srgbClr val="FFE0A8"/>
          </a:solidFill>
          <a:ln/>
        </p:spPr>
      </p:sp>
      <p:sp>
        <p:nvSpPr>
          <p:cNvPr id="711" name="Shape 709"/>
          <p:cNvSpPr/>
          <p:nvPr/>
        </p:nvSpPr>
        <p:spPr>
          <a:xfrm>
            <a:off x="1200623" y="5110249"/>
            <a:ext cx="66061" cy="212650"/>
          </a:xfrm>
          <a:prstGeom prst="rect">
            <a:avLst/>
          </a:prstGeom>
          <a:solidFill>
            <a:srgbClr val="FFAD7A"/>
          </a:solidFill>
          <a:ln/>
        </p:spPr>
      </p:sp>
      <p:sp>
        <p:nvSpPr>
          <p:cNvPr id="712" name="Shape 710"/>
          <p:cNvSpPr/>
          <p:nvPr/>
        </p:nvSpPr>
        <p:spPr>
          <a:xfrm>
            <a:off x="1266684" y="5110249"/>
            <a:ext cx="66061" cy="212650"/>
          </a:xfrm>
          <a:prstGeom prst="rect">
            <a:avLst/>
          </a:prstGeom>
          <a:solidFill>
            <a:srgbClr val="FF8D6A"/>
          </a:solidFill>
          <a:ln/>
        </p:spPr>
      </p:sp>
      <p:sp>
        <p:nvSpPr>
          <p:cNvPr id="713" name="Shape 711"/>
          <p:cNvSpPr/>
          <p:nvPr/>
        </p:nvSpPr>
        <p:spPr>
          <a:xfrm>
            <a:off x="1332745" y="5110249"/>
            <a:ext cx="66061" cy="212650"/>
          </a:xfrm>
          <a:prstGeom prst="rect">
            <a:avLst/>
          </a:prstGeom>
          <a:solidFill>
            <a:srgbClr val="F8B8B0"/>
          </a:solidFill>
          <a:ln/>
        </p:spPr>
      </p:sp>
      <p:sp>
        <p:nvSpPr>
          <p:cNvPr id="714" name="Shape 712"/>
          <p:cNvSpPr/>
          <p:nvPr/>
        </p:nvSpPr>
        <p:spPr>
          <a:xfrm>
            <a:off x="1398806" y="5110249"/>
            <a:ext cx="66061" cy="212650"/>
          </a:xfrm>
          <a:prstGeom prst="rect">
            <a:avLst/>
          </a:prstGeom>
          <a:solidFill>
            <a:srgbClr val="F8D0D0"/>
          </a:solidFill>
          <a:ln/>
        </p:spPr>
      </p:sp>
      <p:sp>
        <p:nvSpPr>
          <p:cNvPr id="715" name="Shape 713"/>
          <p:cNvSpPr/>
          <p:nvPr/>
        </p:nvSpPr>
        <p:spPr>
          <a:xfrm>
            <a:off x="1068500" y="5110249"/>
            <a:ext cx="396367" cy="212650"/>
          </a:xfrm>
          <a:prstGeom prst="rect">
            <a:avLst/>
          </a:prstGeom>
          <a:ln w="9525">
            <a:solidFill>
              <a:srgbClr val="C04030"/>
            </a:solidFill>
            <a:prstDash val="solid"/>
          </a:ln>
        </p:spPr>
      </p:sp>
      <p:sp>
        <p:nvSpPr>
          <p:cNvPr id="716" name="Text 714"/>
          <p:cNvSpPr/>
          <p:nvPr/>
        </p:nvSpPr>
        <p:spPr>
          <a:xfrm>
            <a:off x="1055288" y="5083668"/>
            <a:ext cx="422792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850" b="1" i="1" baseline="-40000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850" dirty="0"/>
          </a:p>
        </p:txBody>
      </p:sp>
      <p:sp>
        <p:nvSpPr>
          <p:cNvPr id="717" name="Shape 715"/>
          <p:cNvSpPr/>
          <p:nvPr/>
        </p:nvSpPr>
        <p:spPr>
          <a:xfrm>
            <a:off x="1537535" y="5110249"/>
            <a:ext cx="66061" cy="212650"/>
          </a:xfrm>
          <a:prstGeom prst="rect">
            <a:avLst/>
          </a:prstGeom>
          <a:solidFill>
            <a:srgbClr val="FFF3C8"/>
          </a:solidFill>
          <a:ln/>
        </p:spPr>
      </p:sp>
      <p:sp>
        <p:nvSpPr>
          <p:cNvPr id="718" name="Shape 716"/>
          <p:cNvSpPr/>
          <p:nvPr/>
        </p:nvSpPr>
        <p:spPr>
          <a:xfrm>
            <a:off x="1603596" y="5110249"/>
            <a:ext cx="66061" cy="212650"/>
          </a:xfrm>
          <a:prstGeom prst="rect">
            <a:avLst/>
          </a:prstGeom>
          <a:solidFill>
            <a:srgbClr val="FFE0A8"/>
          </a:solidFill>
          <a:ln/>
        </p:spPr>
      </p:sp>
      <p:sp>
        <p:nvSpPr>
          <p:cNvPr id="719" name="Shape 717"/>
          <p:cNvSpPr/>
          <p:nvPr/>
        </p:nvSpPr>
        <p:spPr>
          <a:xfrm>
            <a:off x="1669657" y="5110249"/>
            <a:ext cx="66061" cy="212650"/>
          </a:xfrm>
          <a:prstGeom prst="rect">
            <a:avLst/>
          </a:prstGeom>
          <a:solidFill>
            <a:srgbClr val="FFAD7A"/>
          </a:solidFill>
          <a:ln/>
        </p:spPr>
      </p:sp>
      <p:sp>
        <p:nvSpPr>
          <p:cNvPr id="720" name="Shape 718"/>
          <p:cNvSpPr/>
          <p:nvPr/>
        </p:nvSpPr>
        <p:spPr>
          <a:xfrm>
            <a:off x="1735718" y="5110249"/>
            <a:ext cx="66061" cy="212650"/>
          </a:xfrm>
          <a:prstGeom prst="rect">
            <a:avLst/>
          </a:prstGeom>
          <a:solidFill>
            <a:srgbClr val="FF8D6A"/>
          </a:solidFill>
          <a:ln/>
        </p:spPr>
      </p:sp>
      <p:sp>
        <p:nvSpPr>
          <p:cNvPr id="721" name="Shape 719"/>
          <p:cNvSpPr/>
          <p:nvPr/>
        </p:nvSpPr>
        <p:spPr>
          <a:xfrm>
            <a:off x="1801779" y="5110249"/>
            <a:ext cx="66061" cy="212650"/>
          </a:xfrm>
          <a:prstGeom prst="rect">
            <a:avLst/>
          </a:prstGeom>
          <a:solidFill>
            <a:srgbClr val="F8B8B0"/>
          </a:solidFill>
          <a:ln/>
        </p:spPr>
      </p:sp>
      <p:sp>
        <p:nvSpPr>
          <p:cNvPr id="722" name="Shape 720"/>
          <p:cNvSpPr/>
          <p:nvPr/>
        </p:nvSpPr>
        <p:spPr>
          <a:xfrm>
            <a:off x="1867841" y="5110249"/>
            <a:ext cx="66061" cy="212650"/>
          </a:xfrm>
          <a:prstGeom prst="rect">
            <a:avLst/>
          </a:prstGeom>
          <a:solidFill>
            <a:srgbClr val="F8D0D0"/>
          </a:solidFill>
          <a:ln/>
        </p:spPr>
      </p:sp>
      <p:sp>
        <p:nvSpPr>
          <p:cNvPr id="723" name="Shape 721"/>
          <p:cNvSpPr/>
          <p:nvPr/>
        </p:nvSpPr>
        <p:spPr>
          <a:xfrm>
            <a:off x="1537535" y="5110249"/>
            <a:ext cx="396367" cy="212650"/>
          </a:xfrm>
          <a:prstGeom prst="rect">
            <a:avLst/>
          </a:prstGeom>
          <a:ln w="9525">
            <a:solidFill>
              <a:srgbClr val="C04030"/>
            </a:solidFill>
            <a:prstDash val="solid"/>
          </a:ln>
        </p:spPr>
      </p:sp>
      <p:sp>
        <p:nvSpPr>
          <p:cNvPr id="724" name="Text 722"/>
          <p:cNvSpPr/>
          <p:nvPr/>
        </p:nvSpPr>
        <p:spPr>
          <a:xfrm>
            <a:off x="1524322" y="5083668"/>
            <a:ext cx="422792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850" b="1" i="1" baseline="-40000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850" dirty="0"/>
          </a:p>
        </p:txBody>
      </p:sp>
      <p:sp>
        <p:nvSpPr>
          <p:cNvPr id="725" name="Shape 723"/>
          <p:cNvSpPr/>
          <p:nvPr/>
        </p:nvSpPr>
        <p:spPr>
          <a:xfrm>
            <a:off x="2006569" y="5110249"/>
            <a:ext cx="66061" cy="212650"/>
          </a:xfrm>
          <a:prstGeom prst="rect">
            <a:avLst/>
          </a:prstGeom>
          <a:solidFill>
            <a:srgbClr val="FFF3C8"/>
          </a:solidFill>
          <a:ln/>
        </p:spPr>
      </p:sp>
      <p:sp>
        <p:nvSpPr>
          <p:cNvPr id="726" name="Shape 724"/>
          <p:cNvSpPr/>
          <p:nvPr/>
        </p:nvSpPr>
        <p:spPr>
          <a:xfrm>
            <a:off x="2072630" y="5110249"/>
            <a:ext cx="66061" cy="212650"/>
          </a:xfrm>
          <a:prstGeom prst="rect">
            <a:avLst/>
          </a:prstGeom>
          <a:solidFill>
            <a:srgbClr val="FFE0A8"/>
          </a:solidFill>
          <a:ln/>
        </p:spPr>
      </p:sp>
      <p:sp>
        <p:nvSpPr>
          <p:cNvPr id="727" name="Shape 725"/>
          <p:cNvSpPr/>
          <p:nvPr/>
        </p:nvSpPr>
        <p:spPr>
          <a:xfrm>
            <a:off x="2138691" y="5110249"/>
            <a:ext cx="66061" cy="212650"/>
          </a:xfrm>
          <a:prstGeom prst="rect">
            <a:avLst/>
          </a:prstGeom>
          <a:solidFill>
            <a:srgbClr val="FFAD7A"/>
          </a:solidFill>
          <a:ln/>
        </p:spPr>
      </p:sp>
      <p:sp>
        <p:nvSpPr>
          <p:cNvPr id="728" name="Shape 726"/>
          <p:cNvSpPr/>
          <p:nvPr/>
        </p:nvSpPr>
        <p:spPr>
          <a:xfrm>
            <a:off x="2204753" y="5110249"/>
            <a:ext cx="66061" cy="212650"/>
          </a:xfrm>
          <a:prstGeom prst="rect">
            <a:avLst/>
          </a:prstGeom>
          <a:solidFill>
            <a:srgbClr val="FF8D6A"/>
          </a:solidFill>
          <a:ln/>
        </p:spPr>
      </p:sp>
      <p:sp>
        <p:nvSpPr>
          <p:cNvPr id="729" name="Shape 727"/>
          <p:cNvSpPr/>
          <p:nvPr/>
        </p:nvSpPr>
        <p:spPr>
          <a:xfrm>
            <a:off x="2270814" y="5110249"/>
            <a:ext cx="66061" cy="212650"/>
          </a:xfrm>
          <a:prstGeom prst="rect">
            <a:avLst/>
          </a:prstGeom>
          <a:solidFill>
            <a:srgbClr val="F8B8B0"/>
          </a:solidFill>
          <a:ln/>
        </p:spPr>
      </p:sp>
      <p:sp>
        <p:nvSpPr>
          <p:cNvPr id="730" name="Shape 728"/>
          <p:cNvSpPr/>
          <p:nvPr/>
        </p:nvSpPr>
        <p:spPr>
          <a:xfrm>
            <a:off x="2336875" y="5110249"/>
            <a:ext cx="66061" cy="212650"/>
          </a:xfrm>
          <a:prstGeom prst="rect">
            <a:avLst/>
          </a:prstGeom>
          <a:solidFill>
            <a:srgbClr val="F8D0D0"/>
          </a:solidFill>
          <a:ln/>
        </p:spPr>
      </p:sp>
      <p:sp>
        <p:nvSpPr>
          <p:cNvPr id="731" name="Shape 729"/>
          <p:cNvSpPr/>
          <p:nvPr/>
        </p:nvSpPr>
        <p:spPr>
          <a:xfrm>
            <a:off x="2006569" y="5110249"/>
            <a:ext cx="396367" cy="212650"/>
          </a:xfrm>
          <a:prstGeom prst="rect">
            <a:avLst/>
          </a:prstGeom>
          <a:ln w="9525">
            <a:solidFill>
              <a:srgbClr val="C04030"/>
            </a:solidFill>
            <a:prstDash val="solid"/>
          </a:ln>
        </p:spPr>
      </p:sp>
      <p:sp>
        <p:nvSpPr>
          <p:cNvPr id="732" name="Text 730"/>
          <p:cNvSpPr/>
          <p:nvPr/>
        </p:nvSpPr>
        <p:spPr>
          <a:xfrm>
            <a:off x="1993357" y="5083668"/>
            <a:ext cx="422792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850" b="1" i="1" baseline="-40000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850" dirty="0"/>
          </a:p>
        </p:txBody>
      </p:sp>
      <p:sp>
        <p:nvSpPr>
          <p:cNvPr id="733" name="Shape 731"/>
          <p:cNvSpPr/>
          <p:nvPr/>
        </p:nvSpPr>
        <p:spPr>
          <a:xfrm>
            <a:off x="2475604" y="5110249"/>
            <a:ext cx="66061" cy="212650"/>
          </a:xfrm>
          <a:prstGeom prst="rect">
            <a:avLst/>
          </a:prstGeom>
          <a:solidFill>
            <a:srgbClr val="FFF3C8"/>
          </a:solidFill>
          <a:ln/>
        </p:spPr>
      </p:sp>
      <p:sp>
        <p:nvSpPr>
          <p:cNvPr id="734" name="Shape 732"/>
          <p:cNvSpPr/>
          <p:nvPr/>
        </p:nvSpPr>
        <p:spPr>
          <a:xfrm>
            <a:off x="2541665" y="5110249"/>
            <a:ext cx="66061" cy="212650"/>
          </a:xfrm>
          <a:prstGeom prst="rect">
            <a:avLst/>
          </a:prstGeom>
          <a:solidFill>
            <a:srgbClr val="FFE0A8"/>
          </a:solidFill>
          <a:ln/>
        </p:spPr>
      </p:sp>
      <p:sp>
        <p:nvSpPr>
          <p:cNvPr id="735" name="Shape 733"/>
          <p:cNvSpPr/>
          <p:nvPr/>
        </p:nvSpPr>
        <p:spPr>
          <a:xfrm>
            <a:off x="2607726" y="5110249"/>
            <a:ext cx="66061" cy="212650"/>
          </a:xfrm>
          <a:prstGeom prst="rect">
            <a:avLst/>
          </a:prstGeom>
          <a:solidFill>
            <a:srgbClr val="FFAD7A"/>
          </a:solidFill>
          <a:ln/>
        </p:spPr>
      </p:sp>
      <p:sp>
        <p:nvSpPr>
          <p:cNvPr id="736" name="Shape 734"/>
          <p:cNvSpPr/>
          <p:nvPr/>
        </p:nvSpPr>
        <p:spPr>
          <a:xfrm>
            <a:off x="2673787" y="5110249"/>
            <a:ext cx="66061" cy="212650"/>
          </a:xfrm>
          <a:prstGeom prst="rect">
            <a:avLst/>
          </a:prstGeom>
          <a:solidFill>
            <a:srgbClr val="FF8D6A"/>
          </a:solidFill>
          <a:ln/>
        </p:spPr>
      </p:sp>
      <p:sp>
        <p:nvSpPr>
          <p:cNvPr id="737" name="Shape 735"/>
          <p:cNvSpPr/>
          <p:nvPr/>
        </p:nvSpPr>
        <p:spPr>
          <a:xfrm>
            <a:off x="2739848" y="5110249"/>
            <a:ext cx="66061" cy="212650"/>
          </a:xfrm>
          <a:prstGeom prst="rect">
            <a:avLst/>
          </a:prstGeom>
          <a:solidFill>
            <a:srgbClr val="F8B8B0"/>
          </a:solidFill>
          <a:ln/>
        </p:spPr>
      </p:sp>
      <p:sp>
        <p:nvSpPr>
          <p:cNvPr id="738" name="Shape 736"/>
          <p:cNvSpPr/>
          <p:nvPr/>
        </p:nvSpPr>
        <p:spPr>
          <a:xfrm>
            <a:off x="2805910" y="5110249"/>
            <a:ext cx="66061" cy="212650"/>
          </a:xfrm>
          <a:prstGeom prst="rect">
            <a:avLst/>
          </a:prstGeom>
          <a:solidFill>
            <a:srgbClr val="F8D0D0"/>
          </a:solidFill>
          <a:ln/>
        </p:spPr>
      </p:sp>
      <p:sp>
        <p:nvSpPr>
          <p:cNvPr id="739" name="Shape 737"/>
          <p:cNvSpPr/>
          <p:nvPr/>
        </p:nvSpPr>
        <p:spPr>
          <a:xfrm>
            <a:off x="2475604" y="5110249"/>
            <a:ext cx="396367" cy="212650"/>
          </a:xfrm>
          <a:prstGeom prst="rect">
            <a:avLst/>
          </a:prstGeom>
          <a:ln w="9525">
            <a:solidFill>
              <a:srgbClr val="C04030"/>
            </a:solidFill>
            <a:prstDash val="solid"/>
          </a:ln>
        </p:spPr>
      </p:sp>
      <p:sp>
        <p:nvSpPr>
          <p:cNvPr id="740" name="Text 738"/>
          <p:cNvSpPr/>
          <p:nvPr/>
        </p:nvSpPr>
        <p:spPr>
          <a:xfrm>
            <a:off x="2462391" y="5083668"/>
            <a:ext cx="422792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850" b="1" i="1" baseline="-40000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850" dirty="0"/>
          </a:p>
        </p:txBody>
      </p:sp>
      <p:sp>
        <p:nvSpPr>
          <p:cNvPr id="741" name="Shape 739"/>
          <p:cNvSpPr/>
          <p:nvPr/>
        </p:nvSpPr>
        <p:spPr>
          <a:xfrm>
            <a:off x="2944638" y="5110249"/>
            <a:ext cx="66061" cy="212650"/>
          </a:xfrm>
          <a:prstGeom prst="rect">
            <a:avLst/>
          </a:prstGeom>
          <a:solidFill>
            <a:srgbClr val="FFF3C8"/>
          </a:solidFill>
          <a:ln/>
        </p:spPr>
      </p:sp>
      <p:sp>
        <p:nvSpPr>
          <p:cNvPr id="742" name="Shape 740"/>
          <p:cNvSpPr/>
          <p:nvPr/>
        </p:nvSpPr>
        <p:spPr>
          <a:xfrm>
            <a:off x="3010699" y="5110249"/>
            <a:ext cx="66061" cy="212650"/>
          </a:xfrm>
          <a:prstGeom prst="rect">
            <a:avLst/>
          </a:prstGeom>
          <a:solidFill>
            <a:srgbClr val="FFE0A8"/>
          </a:solidFill>
          <a:ln/>
        </p:spPr>
      </p:sp>
      <p:sp>
        <p:nvSpPr>
          <p:cNvPr id="743" name="Shape 741"/>
          <p:cNvSpPr/>
          <p:nvPr/>
        </p:nvSpPr>
        <p:spPr>
          <a:xfrm>
            <a:off x="3076760" y="5110249"/>
            <a:ext cx="66061" cy="212650"/>
          </a:xfrm>
          <a:prstGeom prst="rect">
            <a:avLst/>
          </a:prstGeom>
          <a:solidFill>
            <a:srgbClr val="FFAD7A"/>
          </a:solidFill>
          <a:ln/>
        </p:spPr>
      </p:sp>
      <p:sp>
        <p:nvSpPr>
          <p:cNvPr id="744" name="Shape 742"/>
          <p:cNvSpPr/>
          <p:nvPr/>
        </p:nvSpPr>
        <p:spPr>
          <a:xfrm>
            <a:off x="3142822" y="5110249"/>
            <a:ext cx="66061" cy="212650"/>
          </a:xfrm>
          <a:prstGeom prst="rect">
            <a:avLst/>
          </a:prstGeom>
          <a:solidFill>
            <a:srgbClr val="FF8D6A"/>
          </a:solidFill>
          <a:ln/>
        </p:spPr>
      </p:sp>
      <p:sp>
        <p:nvSpPr>
          <p:cNvPr id="745" name="Shape 743"/>
          <p:cNvSpPr/>
          <p:nvPr/>
        </p:nvSpPr>
        <p:spPr>
          <a:xfrm>
            <a:off x="3208883" y="5110249"/>
            <a:ext cx="66061" cy="212650"/>
          </a:xfrm>
          <a:prstGeom prst="rect">
            <a:avLst/>
          </a:prstGeom>
          <a:solidFill>
            <a:srgbClr val="F8B8B0"/>
          </a:solidFill>
          <a:ln/>
        </p:spPr>
      </p:sp>
      <p:sp>
        <p:nvSpPr>
          <p:cNvPr id="746" name="Shape 744"/>
          <p:cNvSpPr/>
          <p:nvPr/>
        </p:nvSpPr>
        <p:spPr>
          <a:xfrm>
            <a:off x="3274944" y="5110249"/>
            <a:ext cx="66061" cy="212650"/>
          </a:xfrm>
          <a:prstGeom prst="rect">
            <a:avLst/>
          </a:prstGeom>
          <a:solidFill>
            <a:srgbClr val="F8D0D0"/>
          </a:solidFill>
          <a:ln/>
        </p:spPr>
      </p:sp>
      <p:sp>
        <p:nvSpPr>
          <p:cNvPr id="747" name="Shape 745"/>
          <p:cNvSpPr/>
          <p:nvPr/>
        </p:nvSpPr>
        <p:spPr>
          <a:xfrm>
            <a:off x="2944638" y="5110249"/>
            <a:ext cx="396367" cy="212650"/>
          </a:xfrm>
          <a:prstGeom prst="rect">
            <a:avLst/>
          </a:prstGeom>
          <a:ln w="9525">
            <a:solidFill>
              <a:srgbClr val="C04030"/>
            </a:solidFill>
            <a:prstDash val="solid"/>
          </a:ln>
        </p:spPr>
      </p:sp>
      <p:sp>
        <p:nvSpPr>
          <p:cNvPr id="748" name="Text 746"/>
          <p:cNvSpPr/>
          <p:nvPr/>
        </p:nvSpPr>
        <p:spPr>
          <a:xfrm>
            <a:off x="2931426" y="5083668"/>
            <a:ext cx="422792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850" b="1" i="1" baseline="-40000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850" dirty="0"/>
          </a:p>
        </p:txBody>
      </p:sp>
      <p:sp>
        <p:nvSpPr>
          <p:cNvPr id="749" name="Shape 747"/>
          <p:cNvSpPr/>
          <p:nvPr/>
        </p:nvSpPr>
        <p:spPr>
          <a:xfrm>
            <a:off x="3413672" y="5110249"/>
            <a:ext cx="66061" cy="212650"/>
          </a:xfrm>
          <a:prstGeom prst="rect">
            <a:avLst/>
          </a:prstGeom>
          <a:solidFill>
            <a:srgbClr val="FFF3C8"/>
          </a:solidFill>
          <a:ln/>
        </p:spPr>
      </p:sp>
      <p:sp>
        <p:nvSpPr>
          <p:cNvPr id="750" name="Shape 748"/>
          <p:cNvSpPr/>
          <p:nvPr/>
        </p:nvSpPr>
        <p:spPr>
          <a:xfrm>
            <a:off x="3479734" y="5110249"/>
            <a:ext cx="66061" cy="212650"/>
          </a:xfrm>
          <a:prstGeom prst="rect">
            <a:avLst/>
          </a:prstGeom>
          <a:solidFill>
            <a:srgbClr val="FFE0A8"/>
          </a:solidFill>
          <a:ln/>
        </p:spPr>
      </p:sp>
      <p:sp>
        <p:nvSpPr>
          <p:cNvPr id="751" name="Shape 749"/>
          <p:cNvSpPr/>
          <p:nvPr/>
        </p:nvSpPr>
        <p:spPr>
          <a:xfrm>
            <a:off x="3545795" y="5110249"/>
            <a:ext cx="66061" cy="212650"/>
          </a:xfrm>
          <a:prstGeom prst="rect">
            <a:avLst/>
          </a:prstGeom>
          <a:solidFill>
            <a:srgbClr val="FFAD7A"/>
          </a:solidFill>
          <a:ln/>
        </p:spPr>
      </p:sp>
      <p:sp>
        <p:nvSpPr>
          <p:cNvPr id="752" name="Shape 750"/>
          <p:cNvSpPr/>
          <p:nvPr/>
        </p:nvSpPr>
        <p:spPr>
          <a:xfrm>
            <a:off x="3611856" y="5110249"/>
            <a:ext cx="66061" cy="212650"/>
          </a:xfrm>
          <a:prstGeom prst="rect">
            <a:avLst/>
          </a:prstGeom>
          <a:solidFill>
            <a:srgbClr val="FF8D6A"/>
          </a:solidFill>
          <a:ln/>
        </p:spPr>
      </p:sp>
      <p:sp>
        <p:nvSpPr>
          <p:cNvPr id="753" name="Shape 751"/>
          <p:cNvSpPr/>
          <p:nvPr/>
        </p:nvSpPr>
        <p:spPr>
          <a:xfrm>
            <a:off x="3677917" y="5110249"/>
            <a:ext cx="66061" cy="212650"/>
          </a:xfrm>
          <a:prstGeom prst="rect">
            <a:avLst/>
          </a:prstGeom>
          <a:solidFill>
            <a:srgbClr val="F8B8B0"/>
          </a:solidFill>
          <a:ln/>
        </p:spPr>
      </p:sp>
      <p:sp>
        <p:nvSpPr>
          <p:cNvPr id="754" name="Shape 752"/>
          <p:cNvSpPr/>
          <p:nvPr/>
        </p:nvSpPr>
        <p:spPr>
          <a:xfrm>
            <a:off x="3743978" y="5110249"/>
            <a:ext cx="66061" cy="212650"/>
          </a:xfrm>
          <a:prstGeom prst="rect">
            <a:avLst/>
          </a:prstGeom>
          <a:solidFill>
            <a:srgbClr val="F8D0D0"/>
          </a:solidFill>
          <a:ln/>
        </p:spPr>
      </p:sp>
      <p:sp>
        <p:nvSpPr>
          <p:cNvPr id="755" name="Shape 753"/>
          <p:cNvSpPr/>
          <p:nvPr/>
        </p:nvSpPr>
        <p:spPr>
          <a:xfrm>
            <a:off x="3413672" y="5110249"/>
            <a:ext cx="396367" cy="212650"/>
          </a:xfrm>
          <a:prstGeom prst="rect">
            <a:avLst/>
          </a:prstGeom>
          <a:ln w="9525">
            <a:solidFill>
              <a:srgbClr val="C04030"/>
            </a:solidFill>
            <a:prstDash val="solid"/>
          </a:ln>
        </p:spPr>
      </p:sp>
      <p:sp>
        <p:nvSpPr>
          <p:cNvPr id="756" name="Text 754"/>
          <p:cNvSpPr/>
          <p:nvPr/>
        </p:nvSpPr>
        <p:spPr>
          <a:xfrm>
            <a:off x="3400460" y="5083668"/>
            <a:ext cx="422792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850" b="1" i="1" baseline="-40000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850" dirty="0"/>
          </a:p>
        </p:txBody>
      </p:sp>
      <p:sp>
        <p:nvSpPr>
          <p:cNvPr id="757" name="Shape 755"/>
          <p:cNvSpPr/>
          <p:nvPr/>
        </p:nvSpPr>
        <p:spPr>
          <a:xfrm>
            <a:off x="4635805" y="5110249"/>
            <a:ext cx="66061" cy="212650"/>
          </a:xfrm>
          <a:prstGeom prst="rect">
            <a:avLst/>
          </a:prstGeom>
          <a:solidFill>
            <a:srgbClr val="FFF3C8"/>
          </a:solidFill>
          <a:ln/>
        </p:spPr>
      </p:sp>
      <p:sp>
        <p:nvSpPr>
          <p:cNvPr id="758" name="Shape 756"/>
          <p:cNvSpPr/>
          <p:nvPr/>
        </p:nvSpPr>
        <p:spPr>
          <a:xfrm>
            <a:off x="4701866" y="5110249"/>
            <a:ext cx="66061" cy="212650"/>
          </a:xfrm>
          <a:prstGeom prst="rect">
            <a:avLst/>
          </a:prstGeom>
          <a:solidFill>
            <a:srgbClr val="FFE0A8"/>
          </a:solidFill>
          <a:ln/>
        </p:spPr>
      </p:sp>
      <p:sp>
        <p:nvSpPr>
          <p:cNvPr id="759" name="Shape 757"/>
          <p:cNvSpPr/>
          <p:nvPr/>
        </p:nvSpPr>
        <p:spPr>
          <a:xfrm>
            <a:off x="4767927" y="5110249"/>
            <a:ext cx="66061" cy="212650"/>
          </a:xfrm>
          <a:prstGeom prst="rect">
            <a:avLst/>
          </a:prstGeom>
          <a:solidFill>
            <a:srgbClr val="FFAD7A"/>
          </a:solidFill>
          <a:ln/>
        </p:spPr>
      </p:sp>
      <p:sp>
        <p:nvSpPr>
          <p:cNvPr id="760" name="Shape 758"/>
          <p:cNvSpPr/>
          <p:nvPr/>
        </p:nvSpPr>
        <p:spPr>
          <a:xfrm>
            <a:off x="4833988" y="5110249"/>
            <a:ext cx="66061" cy="212650"/>
          </a:xfrm>
          <a:prstGeom prst="rect">
            <a:avLst/>
          </a:prstGeom>
          <a:solidFill>
            <a:srgbClr val="FF8D6A"/>
          </a:solidFill>
          <a:ln/>
        </p:spPr>
      </p:sp>
      <p:sp>
        <p:nvSpPr>
          <p:cNvPr id="761" name="Shape 759"/>
          <p:cNvSpPr/>
          <p:nvPr/>
        </p:nvSpPr>
        <p:spPr>
          <a:xfrm>
            <a:off x="4900049" y="5110249"/>
            <a:ext cx="66061" cy="212650"/>
          </a:xfrm>
          <a:prstGeom prst="rect">
            <a:avLst/>
          </a:prstGeom>
          <a:solidFill>
            <a:srgbClr val="F8B8B0"/>
          </a:solidFill>
          <a:ln/>
        </p:spPr>
      </p:sp>
      <p:sp>
        <p:nvSpPr>
          <p:cNvPr id="762" name="Shape 760"/>
          <p:cNvSpPr/>
          <p:nvPr/>
        </p:nvSpPr>
        <p:spPr>
          <a:xfrm>
            <a:off x="4966111" y="5110249"/>
            <a:ext cx="66061" cy="212650"/>
          </a:xfrm>
          <a:prstGeom prst="rect">
            <a:avLst/>
          </a:prstGeom>
          <a:solidFill>
            <a:srgbClr val="F8D0D0"/>
          </a:solidFill>
          <a:ln/>
        </p:spPr>
      </p:sp>
      <p:sp>
        <p:nvSpPr>
          <p:cNvPr id="763" name="Shape 761"/>
          <p:cNvSpPr/>
          <p:nvPr/>
        </p:nvSpPr>
        <p:spPr>
          <a:xfrm>
            <a:off x="4635805" y="5110249"/>
            <a:ext cx="396367" cy="212650"/>
          </a:xfrm>
          <a:prstGeom prst="rect">
            <a:avLst/>
          </a:prstGeom>
          <a:ln w="9525">
            <a:solidFill>
              <a:srgbClr val="C04030"/>
            </a:solidFill>
            <a:prstDash val="solid"/>
          </a:ln>
        </p:spPr>
      </p:sp>
      <p:sp>
        <p:nvSpPr>
          <p:cNvPr id="764" name="Text 762"/>
          <p:cNvSpPr/>
          <p:nvPr/>
        </p:nvSpPr>
        <p:spPr>
          <a:xfrm>
            <a:off x="4622592" y="5083668"/>
            <a:ext cx="422792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850" b="1" i="1" baseline="-40000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N-2</a:t>
            </a:r>
            <a:endParaRPr lang="en-US" sz="850" dirty="0"/>
          </a:p>
        </p:txBody>
      </p:sp>
      <p:sp>
        <p:nvSpPr>
          <p:cNvPr id="765" name="Shape 763"/>
          <p:cNvSpPr/>
          <p:nvPr/>
        </p:nvSpPr>
        <p:spPr>
          <a:xfrm>
            <a:off x="5098233" y="5110249"/>
            <a:ext cx="66061" cy="212650"/>
          </a:xfrm>
          <a:prstGeom prst="rect">
            <a:avLst/>
          </a:prstGeom>
          <a:solidFill>
            <a:srgbClr val="FFF3C8"/>
          </a:solidFill>
          <a:ln/>
        </p:spPr>
      </p:sp>
      <p:sp>
        <p:nvSpPr>
          <p:cNvPr id="766" name="Shape 764"/>
          <p:cNvSpPr/>
          <p:nvPr/>
        </p:nvSpPr>
        <p:spPr>
          <a:xfrm>
            <a:off x="5164294" y="5110249"/>
            <a:ext cx="66061" cy="212650"/>
          </a:xfrm>
          <a:prstGeom prst="rect">
            <a:avLst/>
          </a:prstGeom>
          <a:solidFill>
            <a:srgbClr val="FFE0A8"/>
          </a:solidFill>
          <a:ln/>
        </p:spPr>
      </p:sp>
      <p:sp>
        <p:nvSpPr>
          <p:cNvPr id="767" name="Shape 765"/>
          <p:cNvSpPr/>
          <p:nvPr/>
        </p:nvSpPr>
        <p:spPr>
          <a:xfrm>
            <a:off x="5230355" y="5110249"/>
            <a:ext cx="66061" cy="212650"/>
          </a:xfrm>
          <a:prstGeom prst="rect">
            <a:avLst/>
          </a:prstGeom>
          <a:solidFill>
            <a:srgbClr val="FFAD7A"/>
          </a:solidFill>
          <a:ln/>
        </p:spPr>
      </p:sp>
      <p:sp>
        <p:nvSpPr>
          <p:cNvPr id="768" name="Shape 766"/>
          <p:cNvSpPr/>
          <p:nvPr/>
        </p:nvSpPr>
        <p:spPr>
          <a:xfrm>
            <a:off x="5296416" y="5110249"/>
            <a:ext cx="66061" cy="212650"/>
          </a:xfrm>
          <a:prstGeom prst="rect">
            <a:avLst/>
          </a:prstGeom>
          <a:solidFill>
            <a:srgbClr val="FF8D6A"/>
          </a:solidFill>
          <a:ln/>
        </p:spPr>
      </p:sp>
      <p:sp>
        <p:nvSpPr>
          <p:cNvPr id="769" name="Shape 767"/>
          <p:cNvSpPr/>
          <p:nvPr/>
        </p:nvSpPr>
        <p:spPr>
          <a:xfrm>
            <a:off x="5362478" y="5110249"/>
            <a:ext cx="66061" cy="212650"/>
          </a:xfrm>
          <a:prstGeom prst="rect">
            <a:avLst/>
          </a:prstGeom>
          <a:solidFill>
            <a:srgbClr val="F8B8B0"/>
          </a:solidFill>
          <a:ln/>
        </p:spPr>
      </p:sp>
      <p:sp>
        <p:nvSpPr>
          <p:cNvPr id="770" name="Shape 768"/>
          <p:cNvSpPr/>
          <p:nvPr/>
        </p:nvSpPr>
        <p:spPr>
          <a:xfrm>
            <a:off x="5428539" y="5110249"/>
            <a:ext cx="66061" cy="212650"/>
          </a:xfrm>
          <a:prstGeom prst="rect">
            <a:avLst/>
          </a:prstGeom>
          <a:solidFill>
            <a:srgbClr val="F8D0D0"/>
          </a:solidFill>
          <a:ln/>
        </p:spPr>
      </p:sp>
      <p:sp>
        <p:nvSpPr>
          <p:cNvPr id="771" name="Shape 769"/>
          <p:cNvSpPr/>
          <p:nvPr/>
        </p:nvSpPr>
        <p:spPr>
          <a:xfrm>
            <a:off x="5098233" y="5110249"/>
            <a:ext cx="396367" cy="212650"/>
          </a:xfrm>
          <a:prstGeom prst="rect">
            <a:avLst/>
          </a:prstGeom>
          <a:ln w="9525">
            <a:solidFill>
              <a:srgbClr val="C04030"/>
            </a:solidFill>
            <a:prstDash val="solid"/>
          </a:ln>
        </p:spPr>
      </p:sp>
      <p:sp>
        <p:nvSpPr>
          <p:cNvPr id="772" name="Text 770"/>
          <p:cNvSpPr/>
          <p:nvPr/>
        </p:nvSpPr>
        <p:spPr>
          <a:xfrm>
            <a:off x="5085021" y="5083668"/>
            <a:ext cx="422792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850" b="1" i="1" baseline="-40000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N-1</a:t>
            </a:r>
            <a:endParaRPr lang="en-US" sz="850" dirty="0"/>
          </a:p>
        </p:txBody>
      </p:sp>
      <p:sp>
        <p:nvSpPr>
          <p:cNvPr id="773" name="Shape 771"/>
          <p:cNvSpPr/>
          <p:nvPr/>
        </p:nvSpPr>
        <p:spPr>
          <a:xfrm>
            <a:off x="3872798" y="5180025"/>
            <a:ext cx="59455" cy="59808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774" name="Shape 772"/>
          <p:cNvSpPr/>
          <p:nvPr/>
        </p:nvSpPr>
        <p:spPr>
          <a:xfrm>
            <a:off x="4044557" y="5180025"/>
            <a:ext cx="59455" cy="59808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775" name="Shape 773"/>
          <p:cNvSpPr/>
          <p:nvPr/>
        </p:nvSpPr>
        <p:spPr>
          <a:xfrm>
            <a:off x="4216316" y="5180025"/>
            <a:ext cx="59455" cy="59808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776" name="Shape 774"/>
          <p:cNvSpPr/>
          <p:nvPr/>
        </p:nvSpPr>
        <p:spPr>
          <a:xfrm>
            <a:off x="4388075" y="5180025"/>
            <a:ext cx="59455" cy="59808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777" name="Shape 775"/>
          <p:cNvSpPr/>
          <p:nvPr/>
        </p:nvSpPr>
        <p:spPr>
          <a:xfrm>
            <a:off x="4559834" y="5180025"/>
            <a:ext cx="59455" cy="59808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778" name="Shape 776"/>
          <p:cNvSpPr/>
          <p:nvPr/>
        </p:nvSpPr>
        <p:spPr>
          <a:xfrm>
            <a:off x="1075106" y="5528905"/>
            <a:ext cx="4439312" cy="58478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779" name="Shape 777"/>
          <p:cNvSpPr/>
          <p:nvPr/>
        </p:nvSpPr>
        <p:spPr>
          <a:xfrm>
            <a:off x="1101531" y="5555486"/>
            <a:ext cx="4386463" cy="265813"/>
          </a:xfrm>
          <a:prstGeom prst="rect">
            <a:avLst/>
          </a:prstGeom>
          <a:solidFill>
            <a:srgbClr val="F4CEA4"/>
          </a:solidFill>
          <a:ln/>
        </p:spPr>
      </p:sp>
      <p:sp>
        <p:nvSpPr>
          <p:cNvPr id="780" name="Text 778"/>
          <p:cNvSpPr/>
          <p:nvPr/>
        </p:nvSpPr>
        <p:spPr>
          <a:xfrm>
            <a:off x="1101531" y="5555486"/>
            <a:ext cx="4386463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7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Embedding</a:t>
            </a:r>
            <a:endParaRPr lang="en-US" sz="900" dirty="0"/>
          </a:p>
        </p:txBody>
      </p:sp>
      <p:sp>
        <p:nvSpPr>
          <p:cNvPr id="781" name="Shape 779"/>
          <p:cNvSpPr/>
          <p:nvPr/>
        </p:nvSpPr>
        <p:spPr>
          <a:xfrm>
            <a:off x="1101531" y="5827944"/>
            <a:ext cx="4386463" cy="0"/>
          </a:xfrm>
          <a:prstGeom prst="line">
            <a:avLst/>
          </a:prstGeom>
          <a:noFill/>
          <a:ln w="12700">
            <a:solidFill>
              <a:srgbClr val="2E8BC0"/>
            </a:solidFill>
            <a:prstDash val="solid"/>
          </a:ln>
        </p:spPr>
      </p:sp>
      <p:sp>
        <p:nvSpPr>
          <p:cNvPr id="782" name="Shape 780"/>
          <p:cNvSpPr/>
          <p:nvPr/>
        </p:nvSpPr>
        <p:spPr>
          <a:xfrm>
            <a:off x="1101531" y="5834589"/>
            <a:ext cx="4386463" cy="252522"/>
          </a:xfrm>
          <a:prstGeom prst="rect">
            <a:avLst/>
          </a:prstGeom>
          <a:solidFill>
            <a:srgbClr val="DFF5D0"/>
          </a:solidFill>
          <a:ln/>
        </p:spPr>
      </p:sp>
      <p:sp>
        <p:nvSpPr>
          <p:cNvPr id="783" name="Text 781"/>
          <p:cNvSpPr/>
          <p:nvPr/>
        </p:nvSpPr>
        <p:spPr>
          <a:xfrm>
            <a:off x="1101531" y="5834589"/>
            <a:ext cx="4386463" cy="25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3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  Encoding / Embedding</a:t>
            </a:r>
            <a:endParaRPr lang="en-US" sz="850" dirty="0"/>
          </a:p>
        </p:txBody>
      </p:sp>
      <p:sp>
        <p:nvSpPr>
          <p:cNvPr id="784" name="Shape 782"/>
          <p:cNvSpPr/>
          <p:nvPr/>
        </p:nvSpPr>
        <p:spPr>
          <a:xfrm>
            <a:off x="1094925" y="6339633"/>
            <a:ext cx="343518" cy="212650"/>
          </a:xfrm>
          <a:prstGeom prst="rect">
            <a:avLst/>
          </a:prstGeom>
          <a:solidFill>
            <a:srgbClr val="FBE0CC"/>
          </a:solidFill>
          <a:ln w="9525">
            <a:solidFill>
              <a:srgbClr val="C04030"/>
            </a:solidFill>
            <a:prstDash val="solid"/>
          </a:ln>
        </p:spPr>
      </p:sp>
      <p:sp>
        <p:nvSpPr>
          <p:cNvPr id="785" name="Text 783"/>
          <p:cNvSpPr/>
          <p:nvPr/>
        </p:nvSpPr>
        <p:spPr>
          <a:xfrm>
            <a:off x="1081712" y="6313052"/>
            <a:ext cx="369943" cy="265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0</a:t>
            </a:r>
            <a:endParaRPr lang="en-US" sz="650" dirty="0"/>
          </a:p>
        </p:txBody>
      </p:sp>
      <p:sp>
        <p:nvSpPr>
          <p:cNvPr id="786" name="Shape 784"/>
          <p:cNvSpPr/>
          <p:nvPr/>
        </p:nvSpPr>
        <p:spPr>
          <a:xfrm>
            <a:off x="1563959" y="6339633"/>
            <a:ext cx="343518" cy="212650"/>
          </a:xfrm>
          <a:prstGeom prst="rect">
            <a:avLst/>
          </a:prstGeom>
          <a:solidFill>
            <a:srgbClr val="FBE0CC"/>
          </a:solidFill>
          <a:ln w="9525">
            <a:solidFill>
              <a:srgbClr val="C04030"/>
            </a:solidFill>
            <a:prstDash val="solid"/>
          </a:ln>
        </p:spPr>
      </p:sp>
      <p:sp>
        <p:nvSpPr>
          <p:cNvPr id="787" name="Text 785"/>
          <p:cNvSpPr/>
          <p:nvPr/>
        </p:nvSpPr>
        <p:spPr>
          <a:xfrm>
            <a:off x="1550747" y="6313052"/>
            <a:ext cx="369943" cy="265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1</a:t>
            </a:r>
            <a:endParaRPr lang="en-US" sz="650" dirty="0"/>
          </a:p>
        </p:txBody>
      </p:sp>
      <p:sp>
        <p:nvSpPr>
          <p:cNvPr id="788" name="Shape 786"/>
          <p:cNvSpPr/>
          <p:nvPr/>
        </p:nvSpPr>
        <p:spPr>
          <a:xfrm>
            <a:off x="2032994" y="6339633"/>
            <a:ext cx="343518" cy="212650"/>
          </a:xfrm>
          <a:prstGeom prst="rect">
            <a:avLst/>
          </a:prstGeom>
          <a:solidFill>
            <a:srgbClr val="FBE0CC"/>
          </a:solidFill>
          <a:ln w="9525">
            <a:solidFill>
              <a:srgbClr val="C04030"/>
            </a:solidFill>
            <a:prstDash val="solid"/>
          </a:ln>
        </p:spPr>
      </p:sp>
      <p:sp>
        <p:nvSpPr>
          <p:cNvPr id="789" name="Text 787"/>
          <p:cNvSpPr/>
          <p:nvPr/>
        </p:nvSpPr>
        <p:spPr>
          <a:xfrm>
            <a:off x="2019781" y="6313052"/>
            <a:ext cx="369943" cy="265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2</a:t>
            </a:r>
            <a:endParaRPr lang="en-US" sz="650" dirty="0"/>
          </a:p>
        </p:txBody>
      </p:sp>
      <p:sp>
        <p:nvSpPr>
          <p:cNvPr id="790" name="Shape 788"/>
          <p:cNvSpPr/>
          <p:nvPr/>
        </p:nvSpPr>
        <p:spPr>
          <a:xfrm>
            <a:off x="2502028" y="6339633"/>
            <a:ext cx="343518" cy="212650"/>
          </a:xfrm>
          <a:prstGeom prst="rect">
            <a:avLst/>
          </a:prstGeom>
          <a:solidFill>
            <a:srgbClr val="FBE0CC"/>
          </a:solidFill>
          <a:ln w="9525">
            <a:solidFill>
              <a:srgbClr val="C04030"/>
            </a:solidFill>
            <a:prstDash val="solid"/>
          </a:ln>
        </p:spPr>
      </p:sp>
      <p:sp>
        <p:nvSpPr>
          <p:cNvPr id="791" name="Text 789"/>
          <p:cNvSpPr/>
          <p:nvPr/>
        </p:nvSpPr>
        <p:spPr>
          <a:xfrm>
            <a:off x="2488816" y="6313052"/>
            <a:ext cx="369943" cy="265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3</a:t>
            </a:r>
            <a:endParaRPr lang="en-US" sz="650" dirty="0"/>
          </a:p>
        </p:txBody>
      </p:sp>
      <p:sp>
        <p:nvSpPr>
          <p:cNvPr id="792" name="Shape 790"/>
          <p:cNvSpPr/>
          <p:nvPr/>
        </p:nvSpPr>
        <p:spPr>
          <a:xfrm>
            <a:off x="2971062" y="6339633"/>
            <a:ext cx="343518" cy="212650"/>
          </a:xfrm>
          <a:prstGeom prst="rect">
            <a:avLst/>
          </a:prstGeom>
          <a:solidFill>
            <a:srgbClr val="FBE0CC"/>
          </a:solidFill>
          <a:ln w="9525">
            <a:solidFill>
              <a:srgbClr val="C04030"/>
            </a:solidFill>
            <a:prstDash val="solid"/>
          </a:ln>
        </p:spPr>
      </p:sp>
      <p:sp>
        <p:nvSpPr>
          <p:cNvPr id="793" name="Text 791"/>
          <p:cNvSpPr/>
          <p:nvPr/>
        </p:nvSpPr>
        <p:spPr>
          <a:xfrm>
            <a:off x="2957850" y="6313052"/>
            <a:ext cx="369943" cy="265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4</a:t>
            </a:r>
            <a:endParaRPr lang="en-US" sz="650" dirty="0"/>
          </a:p>
        </p:txBody>
      </p:sp>
      <p:sp>
        <p:nvSpPr>
          <p:cNvPr id="794" name="Shape 792"/>
          <p:cNvSpPr/>
          <p:nvPr/>
        </p:nvSpPr>
        <p:spPr>
          <a:xfrm>
            <a:off x="3440097" y="6339633"/>
            <a:ext cx="343518" cy="212650"/>
          </a:xfrm>
          <a:prstGeom prst="rect">
            <a:avLst/>
          </a:prstGeom>
          <a:solidFill>
            <a:srgbClr val="FBE0CC"/>
          </a:solidFill>
          <a:ln w="9525">
            <a:solidFill>
              <a:srgbClr val="C04030"/>
            </a:solidFill>
            <a:prstDash val="solid"/>
          </a:ln>
        </p:spPr>
      </p:sp>
      <p:sp>
        <p:nvSpPr>
          <p:cNvPr id="795" name="Text 793"/>
          <p:cNvSpPr/>
          <p:nvPr/>
        </p:nvSpPr>
        <p:spPr>
          <a:xfrm>
            <a:off x="3426885" y="6313052"/>
            <a:ext cx="369943" cy="265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5</a:t>
            </a:r>
            <a:endParaRPr lang="en-US" sz="650" dirty="0"/>
          </a:p>
        </p:txBody>
      </p:sp>
      <p:sp>
        <p:nvSpPr>
          <p:cNvPr id="796" name="Shape 794"/>
          <p:cNvSpPr/>
          <p:nvPr/>
        </p:nvSpPr>
        <p:spPr>
          <a:xfrm>
            <a:off x="4662229" y="6339633"/>
            <a:ext cx="343518" cy="212650"/>
          </a:xfrm>
          <a:prstGeom prst="rect">
            <a:avLst/>
          </a:prstGeom>
          <a:solidFill>
            <a:srgbClr val="FBE0CC"/>
          </a:solidFill>
          <a:ln w="9525">
            <a:solidFill>
              <a:srgbClr val="C04030"/>
            </a:solidFill>
            <a:prstDash val="solid"/>
          </a:ln>
        </p:spPr>
      </p:sp>
      <p:sp>
        <p:nvSpPr>
          <p:cNvPr id="797" name="Text 795"/>
          <p:cNvSpPr/>
          <p:nvPr/>
        </p:nvSpPr>
        <p:spPr>
          <a:xfrm>
            <a:off x="4649017" y="6313052"/>
            <a:ext cx="369943" cy="265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N-2</a:t>
            </a:r>
            <a:endParaRPr lang="en-US" sz="650" dirty="0"/>
          </a:p>
        </p:txBody>
      </p:sp>
      <p:sp>
        <p:nvSpPr>
          <p:cNvPr id="798" name="Shape 796"/>
          <p:cNvSpPr/>
          <p:nvPr/>
        </p:nvSpPr>
        <p:spPr>
          <a:xfrm>
            <a:off x="5124657" y="6339633"/>
            <a:ext cx="343518" cy="212650"/>
          </a:xfrm>
          <a:prstGeom prst="rect">
            <a:avLst/>
          </a:prstGeom>
          <a:solidFill>
            <a:srgbClr val="FBE0CC"/>
          </a:solidFill>
          <a:ln w="9525">
            <a:solidFill>
              <a:srgbClr val="C04030"/>
            </a:solidFill>
            <a:prstDash val="solid"/>
          </a:ln>
        </p:spPr>
      </p:sp>
      <p:sp>
        <p:nvSpPr>
          <p:cNvPr id="799" name="Text 797"/>
          <p:cNvSpPr/>
          <p:nvPr/>
        </p:nvSpPr>
        <p:spPr>
          <a:xfrm>
            <a:off x="5111445" y="6313052"/>
            <a:ext cx="369943" cy="265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N-1</a:t>
            </a:r>
            <a:endParaRPr lang="en-US" sz="650" dirty="0"/>
          </a:p>
        </p:txBody>
      </p:sp>
      <p:sp>
        <p:nvSpPr>
          <p:cNvPr id="800" name="Shape 798"/>
          <p:cNvSpPr/>
          <p:nvPr/>
        </p:nvSpPr>
        <p:spPr>
          <a:xfrm>
            <a:off x="3717554" y="6419377"/>
            <a:ext cx="52849" cy="53163"/>
          </a:xfrm>
          <a:prstGeom prst="ellipse">
            <a:avLst/>
          </a:prstGeom>
          <a:ln w="9525">
            <a:solidFill>
              <a:srgbClr val="8A8A8A"/>
            </a:solidFill>
            <a:prstDash val="solid"/>
          </a:ln>
        </p:spPr>
      </p:sp>
      <p:sp>
        <p:nvSpPr>
          <p:cNvPr id="801" name="Shape 799"/>
          <p:cNvSpPr/>
          <p:nvPr/>
        </p:nvSpPr>
        <p:spPr>
          <a:xfrm>
            <a:off x="3902525" y="6419377"/>
            <a:ext cx="52849" cy="53163"/>
          </a:xfrm>
          <a:prstGeom prst="ellipse">
            <a:avLst/>
          </a:prstGeom>
          <a:ln w="9525">
            <a:solidFill>
              <a:srgbClr val="8A8A8A"/>
            </a:solidFill>
            <a:prstDash val="solid"/>
          </a:ln>
        </p:spPr>
      </p:sp>
      <p:sp>
        <p:nvSpPr>
          <p:cNvPr id="802" name="Shape 800"/>
          <p:cNvSpPr/>
          <p:nvPr/>
        </p:nvSpPr>
        <p:spPr>
          <a:xfrm>
            <a:off x="4087497" y="6419377"/>
            <a:ext cx="52849" cy="53163"/>
          </a:xfrm>
          <a:prstGeom prst="ellipse">
            <a:avLst/>
          </a:prstGeom>
          <a:ln w="9525">
            <a:solidFill>
              <a:srgbClr val="8A8A8A"/>
            </a:solidFill>
            <a:prstDash val="solid"/>
          </a:ln>
        </p:spPr>
      </p:sp>
      <p:sp>
        <p:nvSpPr>
          <p:cNvPr id="803" name="Shape 801"/>
          <p:cNvSpPr/>
          <p:nvPr/>
        </p:nvSpPr>
        <p:spPr>
          <a:xfrm>
            <a:off x="4272468" y="6419377"/>
            <a:ext cx="52849" cy="53163"/>
          </a:xfrm>
          <a:prstGeom prst="ellipse">
            <a:avLst/>
          </a:prstGeom>
          <a:ln w="9525">
            <a:solidFill>
              <a:srgbClr val="8A8A8A"/>
            </a:solidFill>
            <a:prstDash val="solid"/>
          </a:ln>
        </p:spPr>
      </p:sp>
      <p:sp>
        <p:nvSpPr>
          <p:cNvPr id="804" name="Shape 802"/>
          <p:cNvSpPr/>
          <p:nvPr/>
        </p:nvSpPr>
        <p:spPr>
          <a:xfrm>
            <a:off x="4457439" y="6419377"/>
            <a:ext cx="52849" cy="53163"/>
          </a:xfrm>
          <a:prstGeom prst="ellipse">
            <a:avLst/>
          </a:prstGeom>
          <a:ln w="9525">
            <a:solidFill>
              <a:srgbClr val="8A8A8A"/>
            </a:solidFill>
            <a:prstDash val="solid"/>
          </a:ln>
        </p:spPr>
      </p:sp>
      <p:sp>
        <p:nvSpPr>
          <p:cNvPr id="805" name="Shape 803"/>
          <p:cNvSpPr/>
          <p:nvPr/>
        </p:nvSpPr>
        <p:spPr>
          <a:xfrm>
            <a:off x="4642411" y="6419377"/>
            <a:ext cx="52849" cy="53163"/>
          </a:xfrm>
          <a:prstGeom prst="ellipse">
            <a:avLst/>
          </a:prstGeom>
          <a:ln w="9525">
            <a:solidFill>
              <a:srgbClr val="8A8A8A"/>
            </a:solidFill>
            <a:prstDash val="solid"/>
          </a:ln>
        </p:spPr>
      </p:sp>
      <p:sp>
        <p:nvSpPr>
          <p:cNvPr id="806" name="Text 804"/>
          <p:cNvSpPr/>
          <p:nvPr/>
        </p:nvSpPr>
        <p:spPr>
          <a:xfrm>
            <a:off x="718376" y="3402403"/>
            <a:ext cx="211396" cy="138222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500" dirty="0"/>
          </a:p>
        </p:txBody>
      </p:sp>
      <p:sp>
        <p:nvSpPr>
          <p:cNvPr id="807" name="Text 805"/>
          <p:cNvSpPr/>
          <p:nvPr/>
        </p:nvSpPr>
        <p:spPr>
          <a:xfrm>
            <a:off x="5910786" y="5661811"/>
            <a:ext cx="1004130" cy="225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550" dirty="0"/>
          </a:p>
        </p:txBody>
      </p:sp>
      <p:sp>
        <p:nvSpPr>
          <p:cNvPr id="808" name="Text 806"/>
          <p:cNvSpPr/>
          <p:nvPr/>
        </p:nvSpPr>
        <p:spPr>
          <a:xfrm>
            <a:off x="5910786" y="5907688"/>
            <a:ext cx="1004130" cy="225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i="1" dirty="0">
                <a:solidFill>
                  <a:srgbClr val="1E8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550" dirty="0"/>
          </a:p>
        </p:txBody>
      </p:sp>
      <p:sp>
        <p:nvSpPr>
          <p:cNvPr id="809" name="Text 807"/>
          <p:cNvSpPr/>
          <p:nvPr/>
        </p:nvSpPr>
        <p:spPr>
          <a:xfrm>
            <a:off x="5910786" y="6153564"/>
            <a:ext cx="1004130" cy="225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i="1" dirty="0">
                <a:solidFill>
                  <a:srgbClr val="203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2026-10-12T23:30:14Z</dcterms:created>
  <dcterms:modified xsi:type="dcterms:W3CDTF">2026-10-12T23:30:14Z</dcterms:modified>
</cp:coreProperties>
</file>