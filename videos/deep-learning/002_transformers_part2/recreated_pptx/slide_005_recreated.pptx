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901700" y="1320800"/>
            <a:ext cx="5295900" cy="533400"/>
          </a:xfrm>
          <a:prstGeom prst="rect">
            <a:avLst/>
          </a:prstGeom>
          <a:solidFill>
            <a:srgbClr val="F2C699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01700" y="1320800"/>
            <a:ext cx="529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Encoder and Decoder Blocks Contain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block</a:t>
            </a:r>
            <a:endParaRPr lang="en-US" sz="1600" dirty="0"/>
          </a:p>
        </p:txBody>
      </p:sp>
      <p:sp>
        <p:nvSpPr>
          <p:cNvPr id="137" name="Shape 135"/>
          <p:cNvSpPr/>
          <p:nvPr/>
        </p:nvSpPr>
        <p:spPr>
          <a:xfrm>
            <a:off x="1384300" y="1993900"/>
            <a:ext cx="3886200" cy="533400"/>
          </a:xfrm>
          <a:prstGeom prst="rect">
            <a:avLst/>
          </a:prstGeom>
          <a:solidFill>
            <a:srgbClr val="DECDBB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384300" y="1993900"/>
            <a:ext cx="3886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“h”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of Heads are 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</a:t>
            </a:r>
            <a:endParaRPr lang="en-US" sz="1500" dirty="0"/>
          </a:p>
        </p:txBody>
      </p:sp>
      <p:sp>
        <p:nvSpPr>
          <p:cNvPr id="139" name="Text 137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40" name="Shape 138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9" name="Text 167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70" name="Shape 168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5" name="Shape 203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6" name="Shape 204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3" name="Shape 211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4" name="Shape 212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5" name="Shape 213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21" name="Text 219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270500" y="2298700"/>
            <a:ext cx="228600" cy="381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499100" y="2336800"/>
            <a:ext cx="266700" cy="1524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765800" y="2489200"/>
            <a:ext cx="203200" cy="2667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5969000" y="2755900"/>
            <a:ext cx="88900" cy="1905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057900" y="2946400"/>
            <a:ext cx="50800" cy="1905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132830" y="3208020"/>
            <a:ext cx="119380" cy="97536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252210" y="4183380"/>
            <a:ext cx="26670" cy="35560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095750" y="4380230"/>
            <a:ext cx="20447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140450" y="4380230"/>
            <a:ext cx="3810" cy="27178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027170" y="4466590"/>
            <a:ext cx="203962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flipV="1">
            <a:off x="6238240" y="4530090"/>
            <a:ext cx="68580" cy="121920"/>
          </a:xfrm>
          <a:prstGeom prst="triangle">
            <a:avLst/>
          </a:prstGeom>
          <a:solidFill>
            <a:srgbClr val="653716"/>
          </a:solidFill>
          <a:ln w="6350">
            <a:solidFill>
              <a:srgbClr val="653716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177280" y="461772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126480" y="4668520"/>
            <a:ext cx="279400" cy="2794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126480" y="466852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40" name="Shape 238"/>
          <p:cNvSpPr/>
          <p:nvPr/>
        </p:nvSpPr>
        <p:spPr>
          <a:xfrm flipH="1">
            <a:off x="6068060" y="4652010"/>
            <a:ext cx="76200" cy="11811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flipH="1">
            <a:off x="6055360" y="4770120"/>
            <a:ext cx="12700" cy="7874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flipH="1">
            <a:off x="6031230" y="4848860"/>
            <a:ext cx="24130" cy="4064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451600" y="3225800"/>
            <a:ext cx="1803400" cy="149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44" name="Shape 242"/>
          <p:cNvSpPr/>
          <p:nvPr/>
        </p:nvSpPr>
        <p:spPr>
          <a:xfrm>
            <a:off x="2406650" y="3524250"/>
            <a:ext cx="1464310" cy="1244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45" name="Shape 243"/>
          <p:cNvSpPr/>
          <p:nvPr/>
        </p:nvSpPr>
        <p:spPr>
          <a:xfrm flipH="1">
            <a:off x="2400300" y="5435600"/>
            <a:ext cx="787400" cy="749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46" name="Shape 244"/>
          <p:cNvSpPr/>
          <p:nvPr/>
        </p:nvSpPr>
        <p:spPr>
          <a:xfrm>
            <a:off x="7404100" y="4540250"/>
            <a:ext cx="1917700" cy="584200"/>
          </a:xfrm>
          <a:prstGeom prst="rect">
            <a:avLst/>
          </a:prstGeom>
          <a:solidFill>
            <a:srgbClr val="ED7D31">
              <a:alpha val="63000"/>
            </a:srgbClr>
          </a:solidFill>
          <a:ln w="3175">
            <a:solidFill>
              <a:srgbClr val="ED7D31">
                <a:alpha val="63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505950" y="3511550"/>
            <a:ext cx="1771650" cy="609600"/>
          </a:xfrm>
          <a:prstGeom prst="rect">
            <a:avLst/>
          </a:prstGeom>
          <a:solidFill>
            <a:srgbClr val="ED7D31">
              <a:alpha val="63000"/>
            </a:srgbClr>
          </a:solidFill>
          <a:ln w="3175">
            <a:solidFill>
              <a:srgbClr val="ED7D31">
                <a:alpha val="63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2026-10-12T15:33:40Z</dcterms:created>
  <dcterms:modified xsi:type="dcterms:W3CDTF">2026-10-12T15:33:40Z</dcterms:modified>
</cp:coreProperties>
</file>