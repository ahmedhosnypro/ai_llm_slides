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62143" y="1049960"/>
            <a:ext cx="9763844" cy="5808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296237" y="637951"/>
            <a:ext cx="10668000" cy="345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170" kern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Stacked Encoder Blocks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920690" y="1063251"/>
            <a:ext cx="9433538" cy="5728264"/>
          </a:xfrm>
          <a:prstGeom prst="rect">
            <a:avLst/>
          </a:prstGeom>
          <a:ln w="25400">
            <a:solidFill>
              <a:srgbClr val="0000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690" y="6772908"/>
            <a:ext cx="9433538" cy="0"/>
          </a:xfrm>
          <a:prstGeom prst="line">
            <a:avLst/>
          </a:prstGeom>
          <a:noFill/>
          <a:ln w="44450">
            <a:solidFill>
              <a:srgbClr val="0000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7114" y="1687911"/>
            <a:ext cx="9393902" cy="3149881"/>
          </a:xfrm>
          <a:prstGeom prst="rect">
            <a:avLst/>
          </a:prstGeom>
          <a:solidFill>
            <a:srgbClr val="C9DFF0"/>
          </a:solidFill>
          <a:ln w="31750">
            <a:solidFill>
              <a:srgbClr val="0000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2812" y="1754364"/>
            <a:ext cx="9195718" cy="358847"/>
          </a:xfrm>
          <a:prstGeom prst="rect">
            <a:avLst/>
          </a:prstGeom>
          <a:solidFill>
            <a:srgbClr val="353BB7"/>
          </a:solidFill>
          <a:ln/>
        </p:spPr>
      </p:sp>
      <p:sp>
        <p:nvSpPr>
          <p:cNvPr id="11" name="Text 9"/>
          <p:cNvSpPr/>
          <p:nvPr/>
        </p:nvSpPr>
        <p:spPr>
          <a:xfrm>
            <a:off x="2052812" y="1754364"/>
            <a:ext cx="9195718" cy="358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Block M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052812" y="3163171"/>
            <a:ext cx="9195718" cy="372138"/>
          </a:xfrm>
          <a:prstGeom prst="rect">
            <a:avLst/>
          </a:prstGeom>
          <a:solidFill>
            <a:srgbClr val="353BB7"/>
          </a:solidFill>
          <a:ln/>
        </p:spPr>
      </p:sp>
      <p:sp>
        <p:nvSpPr>
          <p:cNvPr id="13" name="Text 11"/>
          <p:cNvSpPr/>
          <p:nvPr/>
        </p:nvSpPr>
        <p:spPr>
          <a:xfrm>
            <a:off x="2052812" y="3163171"/>
            <a:ext cx="9195718" cy="372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Block 2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052812" y="3774541"/>
            <a:ext cx="9195718" cy="358847"/>
          </a:xfrm>
          <a:prstGeom prst="rect">
            <a:avLst/>
          </a:prstGeom>
          <a:solidFill>
            <a:srgbClr val="353BB7"/>
          </a:solidFill>
          <a:ln/>
        </p:spPr>
      </p:sp>
      <p:sp>
        <p:nvSpPr>
          <p:cNvPr id="15" name="Text 13"/>
          <p:cNvSpPr/>
          <p:nvPr/>
        </p:nvSpPr>
        <p:spPr>
          <a:xfrm>
            <a:off x="2052812" y="3774541"/>
            <a:ext cx="9195718" cy="358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Block 1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2052812" y="4385910"/>
            <a:ext cx="9195718" cy="358847"/>
          </a:xfrm>
          <a:prstGeom prst="rect">
            <a:avLst/>
          </a:prstGeom>
          <a:solidFill>
            <a:srgbClr val="353BB7"/>
          </a:solidFill>
          <a:ln/>
        </p:spPr>
      </p:sp>
      <p:sp>
        <p:nvSpPr>
          <p:cNvPr id="17" name="Text 15"/>
          <p:cNvSpPr/>
          <p:nvPr/>
        </p:nvSpPr>
        <p:spPr>
          <a:xfrm>
            <a:off x="2052812" y="4385910"/>
            <a:ext cx="9195718" cy="358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Block 0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402936" y="3575181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02936" y="4186550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67430" y="3575181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67430" y="4186550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38529" y="3575181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38529" y="4186550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9629" y="3575181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9629" y="4186550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80728" y="3575181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80728" y="4186550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38616" y="3575181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38616" y="4186550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75365" y="3575181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775365" y="4186550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739859" y="3575181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739859" y="4186550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29361" y="2246117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35" name="Shape 33"/>
          <p:cNvSpPr/>
          <p:nvPr/>
        </p:nvSpPr>
        <p:spPr>
          <a:xfrm>
            <a:off x="2429361" y="2392314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36" name="Shape 34"/>
          <p:cNvSpPr/>
          <p:nvPr/>
        </p:nvSpPr>
        <p:spPr>
          <a:xfrm>
            <a:off x="2429361" y="2538511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37" name="Shape 35"/>
          <p:cNvSpPr/>
          <p:nvPr/>
        </p:nvSpPr>
        <p:spPr>
          <a:xfrm>
            <a:off x="2429361" y="2678063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38" name="Shape 36"/>
          <p:cNvSpPr/>
          <p:nvPr/>
        </p:nvSpPr>
        <p:spPr>
          <a:xfrm>
            <a:off x="2429361" y="2810969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39" name="Shape 37"/>
          <p:cNvSpPr/>
          <p:nvPr/>
        </p:nvSpPr>
        <p:spPr>
          <a:xfrm>
            <a:off x="3393854" y="2246117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40" name="Shape 38"/>
          <p:cNvSpPr/>
          <p:nvPr/>
        </p:nvSpPr>
        <p:spPr>
          <a:xfrm>
            <a:off x="3393854" y="2392314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41" name="Shape 39"/>
          <p:cNvSpPr/>
          <p:nvPr/>
        </p:nvSpPr>
        <p:spPr>
          <a:xfrm>
            <a:off x="3393854" y="2538511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42" name="Shape 40"/>
          <p:cNvSpPr/>
          <p:nvPr/>
        </p:nvSpPr>
        <p:spPr>
          <a:xfrm>
            <a:off x="3393854" y="2678063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43" name="Shape 41"/>
          <p:cNvSpPr/>
          <p:nvPr/>
        </p:nvSpPr>
        <p:spPr>
          <a:xfrm>
            <a:off x="3393854" y="2810969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44" name="Shape 42"/>
          <p:cNvSpPr/>
          <p:nvPr/>
        </p:nvSpPr>
        <p:spPr>
          <a:xfrm>
            <a:off x="4364954" y="2246117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45" name="Shape 43"/>
          <p:cNvSpPr/>
          <p:nvPr/>
        </p:nvSpPr>
        <p:spPr>
          <a:xfrm>
            <a:off x="4364954" y="2392314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46" name="Shape 44"/>
          <p:cNvSpPr/>
          <p:nvPr/>
        </p:nvSpPr>
        <p:spPr>
          <a:xfrm>
            <a:off x="4364954" y="2538511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47" name="Shape 45"/>
          <p:cNvSpPr/>
          <p:nvPr/>
        </p:nvSpPr>
        <p:spPr>
          <a:xfrm>
            <a:off x="4364954" y="2678063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48" name="Shape 46"/>
          <p:cNvSpPr/>
          <p:nvPr/>
        </p:nvSpPr>
        <p:spPr>
          <a:xfrm>
            <a:off x="4364954" y="2810969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49" name="Shape 47"/>
          <p:cNvSpPr/>
          <p:nvPr/>
        </p:nvSpPr>
        <p:spPr>
          <a:xfrm>
            <a:off x="5336053" y="2246117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50" name="Shape 48"/>
          <p:cNvSpPr/>
          <p:nvPr/>
        </p:nvSpPr>
        <p:spPr>
          <a:xfrm>
            <a:off x="5336053" y="2392314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51" name="Shape 49"/>
          <p:cNvSpPr/>
          <p:nvPr/>
        </p:nvSpPr>
        <p:spPr>
          <a:xfrm>
            <a:off x="5336053" y="2538511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52" name="Shape 50"/>
          <p:cNvSpPr/>
          <p:nvPr/>
        </p:nvSpPr>
        <p:spPr>
          <a:xfrm>
            <a:off x="5336053" y="2678063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53" name="Shape 51"/>
          <p:cNvSpPr/>
          <p:nvPr/>
        </p:nvSpPr>
        <p:spPr>
          <a:xfrm>
            <a:off x="5336053" y="2810969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54" name="Shape 52"/>
          <p:cNvSpPr/>
          <p:nvPr/>
        </p:nvSpPr>
        <p:spPr>
          <a:xfrm>
            <a:off x="6307153" y="2246117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55" name="Shape 53"/>
          <p:cNvSpPr/>
          <p:nvPr/>
        </p:nvSpPr>
        <p:spPr>
          <a:xfrm>
            <a:off x="6307153" y="2392314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56" name="Shape 54"/>
          <p:cNvSpPr/>
          <p:nvPr/>
        </p:nvSpPr>
        <p:spPr>
          <a:xfrm>
            <a:off x="6307153" y="2538511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57" name="Shape 55"/>
          <p:cNvSpPr/>
          <p:nvPr/>
        </p:nvSpPr>
        <p:spPr>
          <a:xfrm>
            <a:off x="6307153" y="2678063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58" name="Shape 56"/>
          <p:cNvSpPr/>
          <p:nvPr/>
        </p:nvSpPr>
        <p:spPr>
          <a:xfrm>
            <a:off x="6307153" y="2810969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59" name="Shape 57"/>
          <p:cNvSpPr/>
          <p:nvPr/>
        </p:nvSpPr>
        <p:spPr>
          <a:xfrm>
            <a:off x="7265040" y="2246117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60" name="Shape 58"/>
          <p:cNvSpPr/>
          <p:nvPr/>
        </p:nvSpPr>
        <p:spPr>
          <a:xfrm>
            <a:off x="7265040" y="2392314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61" name="Shape 59"/>
          <p:cNvSpPr/>
          <p:nvPr/>
        </p:nvSpPr>
        <p:spPr>
          <a:xfrm>
            <a:off x="7265040" y="2538511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62" name="Shape 60"/>
          <p:cNvSpPr/>
          <p:nvPr/>
        </p:nvSpPr>
        <p:spPr>
          <a:xfrm>
            <a:off x="7265040" y="2678063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63" name="Shape 61"/>
          <p:cNvSpPr/>
          <p:nvPr/>
        </p:nvSpPr>
        <p:spPr>
          <a:xfrm>
            <a:off x="7265040" y="2810969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64" name="Shape 62"/>
          <p:cNvSpPr/>
          <p:nvPr/>
        </p:nvSpPr>
        <p:spPr>
          <a:xfrm>
            <a:off x="9801790" y="2246117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65" name="Shape 63"/>
          <p:cNvSpPr/>
          <p:nvPr/>
        </p:nvSpPr>
        <p:spPr>
          <a:xfrm>
            <a:off x="9801790" y="2392314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66" name="Shape 64"/>
          <p:cNvSpPr/>
          <p:nvPr/>
        </p:nvSpPr>
        <p:spPr>
          <a:xfrm>
            <a:off x="9801790" y="2538511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67" name="Shape 65"/>
          <p:cNvSpPr/>
          <p:nvPr/>
        </p:nvSpPr>
        <p:spPr>
          <a:xfrm>
            <a:off x="9801790" y="2678063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68" name="Shape 66"/>
          <p:cNvSpPr/>
          <p:nvPr/>
        </p:nvSpPr>
        <p:spPr>
          <a:xfrm>
            <a:off x="9801790" y="2810969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69" name="Shape 67"/>
          <p:cNvSpPr/>
          <p:nvPr/>
        </p:nvSpPr>
        <p:spPr>
          <a:xfrm>
            <a:off x="10766283" y="2246117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70" name="Shape 68"/>
          <p:cNvSpPr/>
          <p:nvPr/>
        </p:nvSpPr>
        <p:spPr>
          <a:xfrm>
            <a:off x="10766283" y="2392314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71" name="Shape 69"/>
          <p:cNvSpPr/>
          <p:nvPr/>
        </p:nvSpPr>
        <p:spPr>
          <a:xfrm>
            <a:off x="10766283" y="2538511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72" name="Shape 70"/>
          <p:cNvSpPr/>
          <p:nvPr/>
        </p:nvSpPr>
        <p:spPr>
          <a:xfrm>
            <a:off x="10766283" y="2678063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73" name="Shape 71"/>
          <p:cNvSpPr/>
          <p:nvPr/>
        </p:nvSpPr>
        <p:spPr>
          <a:xfrm>
            <a:off x="10766283" y="2810969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74" name="Shape 72"/>
          <p:cNvSpPr/>
          <p:nvPr/>
        </p:nvSpPr>
        <p:spPr>
          <a:xfrm>
            <a:off x="2369906" y="1422098"/>
            <a:ext cx="198184" cy="212650"/>
          </a:xfrm>
          <a:prstGeom prst="upArrow">
            <a:avLst/>
          </a:prstGeom>
          <a:solidFill>
            <a:srgbClr val="BAEDC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334399" y="1422098"/>
            <a:ext cx="198184" cy="212650"/>
          </a:xfrm>
          <a:prstGeom prst="upArrow">
            <a:avLst/>
          </a:prstGeom>
          <a:solidFill>
            <a:srgbClr val="BAEDC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305499" y="1422098"/>
            <a:ext cx="198184" cy="212650"/>
          </a:xfrm>
          <a:prstGeom prst="upArrow">
            <a:avLst/>
          </a:prstGeom>
          <a:solidFill>
            <a:srgbClr val="BAEDC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276598" y="1422098"/>
            <a:ext cx="198184" cy="212650"/>
          </a:xfrm>
          <a:prstGeom prst="upArrow">
            <a:avLst/>
          </a:prstGeom>
          <a:solidFill>
            <a:srgbClr val="BAEDC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247698" y="1422098"/>
            <a:ext cx="198184" cy="212650"/>
          </a:xfrm>
          <a:prstGeom prst="upArrow">
            <a:avLst/>
          </a:prstGeom>
          <a:solidFill>
            <a:srgbClr val="BAEDC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205585" y="1422098"/>
            <a:ext cx="198184" cy="212650"/>
          </a:xfrm>
          <a:prstGeom prst="upArrow">
            <a:avLst/>
          </a:prstGeom>
          <a:solidFill>
            <a:srgbClr val="BAEDC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742335" y="1422098"/>
            <a:ext cx="198184" cy="212650"/>
          </a:xfrm>
          <a:prstGeom prst="upArrow">
            <a:avLst/>
          </a:prstGeom>
          <a:solidFill>
            <a:srgbClr val="BAEDC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706828" y="1422098"/>
            <a:ext cx="198184" cy="212650"/>
          </a:xfrm>
          <a:prstGeom prst="upArrow">
            <a:avLst/>
          </a:prstGeom>
          <a:solidFill>
            <a:srgbClr val="BAEDC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072630" y="1169576"/>
            <a:ext cx="158547" cy="19936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83" name="Shape 81"/>
          <p:cNvSpPr/>
          <p:nvPr/>
        </p:nvSpPr>
        <p:spPr>
          <a:xfrm>
            <a:off x="2231177" y="1169576"/>
            <a:ext cx="158547" cy="19936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84" name="Shape 82"/>
          <p:cNvSpPr/>
          <p:nvPr/>
        </p:nvSpPr>
        <p:spPr>
          <a:xfrm>
            <a:off x="2389724" y="1169576"/>
            <a:ext cx="158547" cy="19936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85" name="Shape 83"/>
          <p:cNvSpPr/>
          <p:nvPr/>
        </p:nvSpPr>
        <p:spPr>
          <a:xfrm>
            <a:off x="2548271" y="1169576"/>
            <a:ext cx="158547" cy="19936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86" name="Shape 84"/>
          <p:cNvSpPr/>
          <p:nvPr/>
        </p:nvSpPr>
        <p:spPr>
          <a:xfrm>
            <a:off x="2706818" y="1169576"/>
            <a:ext cx="158547" cy="19936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2072630" y="1169576"/>
            <a:ext cx="792734" cy="19936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066024" y="1116413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3037124" y="1169576"/>
            <a:ext cx="158547" cy="19936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90" name="Shape 88"/>
          <p:cNvSpPr/>
          <p:nvPr/>
        </p:nvSpPr>
        <p:spPr>
          <a:xfrm>
            <a:off x="3195671" y="1169576"/>
            <a:ext cx="158547" cy="19936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91" name="Shape 89"/>
          <p:cNvSpPr/>
          <p:nvPr/>
        </p:nvSpPr>
        <p:spPr>
          <a:xfrm>
            <a:off x="3354217" y="1169576"/>
            <a:ext cx="158547" cy="19936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92" name="Shape 90"/>
          <p:cNvSpPr/>
          <p:nvPr/>
        </p:nvSpPr>
        <p:spPr>
          <a:xfrm>
            <a:off x="3512764" y="1169576"/>
            <a:ext cx="158547" cy="19936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93" name="Shape 91"/>
          <p:cNvSpPr/>
          <p:nvPr/>
        </p:nvSpPr>
        <p:spPr>
          <a:xfrm>
            <a:off x="3671311" y="1169576"/>
            <a:ext cx="158547" cy="19936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3037124" y="1169576"/>
            <a:ext cx="792734" cy="19936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030518" y="1116413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4008223" y="1169576"/>
            <a:ext cx="158547" cy="19936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97" name="Shape 95"/>
          <p:cNvSpPr/>
          <p:nvPr/>
        </p:nvSpPr>
        <p:spPr>
          <a:xfrm>
            <a:off x="4166770" y="1169576"/>
            <a:ext cx="158547" cy="19936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98" name="Shape 96"/>
          <p:cNvSpPr/>
          <p:nvPr/>
        </p:nvSpPr>
        <p:spPr>
          <a:xfrm>
            <a:off x="4325317" y="1169576"/>
            <a:ext cx="158547" cy="19936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99" name="Shape 97"/>
          <p:cNvSpPr/>
          <p:nvPr/>
        </p:nvSpPr>
        <p:spPr>
          <a:xfrm>
            <a:off x="4483864" y="1169576"/>
            <a:ext cx="158547" cy="19936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00" name="Shape 98"/>
          <p:cNvSpPr/>
          <p:nvPr/>
        </p:nvSpPr>
        <p:spPr>
          <a:xfrm>
            <a:off x="4642411" y="1169576"/>
            <a:ext cx="158547" cy="19936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008223" y="1169576"/>
            <a:ext cx="792734" cy="19936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001617" y="1116413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103" name="Shape 101"/>
          <p:cNvSpPr/>
          <p:nvPr/>
        </p:nvSpPr>
        <p:spPr>
          <a:xfrm>
            <a:off x="4979323" y="1169576"/>
            <a:ext cx="158547" cy="19936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137870" y="1169576"/>
            <a:ext cx="158547" cy="19936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296416" y="1169576"/>
            <a:ext cx="158547" cy="19936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454963" y="1169576"/>
            <a:ext cx="158547" cy="19936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613510" y="1169576"/>
            <a:ext cx="158547" cy="19936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4979323" y="1169576"/>
            <a:ext cx="792734" cy="19936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972717" y="1116413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110" name="Shape 108"/>
          <p:cNvSpPr/>
          <p:nvPr/>
        </p:nvSpPr>
        <p:spPr>
          <a:xfrm>
            <a:off x="5950422" y="1169576"/>
            <a:ext cx="158547" cy="19936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111" name="Shape 109"/>
          <p:cNvSpPr/>
          <p:nvPr/>
        </p:nvSpPr>
        <p:spPr>
          <a:xfrm>
            <a:off x="6108969" y="1169576"/>
            <a:ext cx="158547" cy="19936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112" name="Shape 110"/>
          <p:cNvSpPr/>
          <p:nvPr/>
        </p:nvSpPr>
        <p:spPr>
          <a:xfrm>
            <a:off x="6267516" y="1169576"/>
            <a:ext cx="158547" cy="19936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113" name="Shape 111"/>
          <p:cNvSpPr/>
          <p:nvPr/>
        </p:nvSpPr>
        <p:spPr>
          <a:xfrm>
            <a:off x="6426063" y="1169576"/>
            <a:ext cx="158547" cy="19936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14" name="Shape 112"/>
          <p:cNvSpPr/>
          <p:nvPr/>
        </p:nvSpPr>
        <p:spPr>
          <a:xfrm>
            <a:off x="6584610" y="1169576"/>
            <a:ext cx="158547" cy="19936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950422" y="1169576"/>
            <a:ext cx="792734" cy="19936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943816" y="1116413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117" name="Shape 115"/>
          <p:cNvSpPr/>
          <p:nvPr/>
        </p:nvSpPr>
        <p:spPr>
          <a:xfrm>
            <a:off x="6908310" y="1169576"/>
            <a:ext cx="158547" cy="19936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118" name="Shape 116"/>
          <p:cNvSpPr/>
          <p:nvPr/>
        </p:nvSpPr>
        <p:spPr>
          <a:xfrm>
            <a:off x="7066856" y="1169576"/>
            <a:ext cx="158547" cy="19936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119" name="Shape 117"/>
          <p:cNvSpPr/>
          <p:nvPr/>
        </p:nvSpPr>
        <p:spPr>
          <a:xfrm>
            <a:off x="7225403" y="1169576"/>
            <a:ext cx="158547" cy="19936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120" name="Shape 118"/>
          <p:cNvSpPr/>
          <p:nvPr/>
        </p:nvSpPr>
        <p:spPr>
          <a:xfrm>
            <a:off x="7383950" y="1169576"/>
            <a:ext cx="158547" cy="19936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21" name="Shape 119"/>
          <p:cNvSpPr/>
          <p:nvPr/>
        </p:nvSpPr>
        <p:spPr>
          <a:xfrm>
            <a:off x="7542497" y="1169576"/>
            <a:ext cx="158547" cy="19936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908310" y="1169576"/>
            <a:ext cx="792734" cy="19936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901703" y="1116413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124" name="Shape 122"/>
          <p:cNvSpPr/>
          <p:nvPr/>
        </p:nvSpPr>
        <p:spPr>
          <a:xfrm>
            <a:off x="9445059" y="1169576"/>
            <a:ext cx="158547" cy="19936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125" name="Shape 123"/>
          <p:cNvSpPr/>
          <p:nvPr/>
        </p:nvSpPr>
        <p:spPr>
          <a:xfrm>
            <a:off x="9603606" y="1169576"/>
            <a:ext cx="158547" cy="19936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126" name="Shape 124"/>
          <p:cNvSpPr/>
          <p:nvPr/>
        </p:nvSpPr>
        <p:spPr>
          <a:xfrm>
            <a:off x="9762153" y="1169576"/>
            <a:ext cx="158547" cy="19936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127" name="Shape 125"/>
          <p:cNvSpPr/>
          <p:nvPr/>
        </p:nvSpPr>
        <p:spPr>
          <a:xfrm>
            <a:off x="9920700" y="1169576"/>
            <a:ext cx="158547" cy="19936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28" name="Shape 126"/>
          <p:cNvSpPr/>
          <p:nvPr/>
        </p:nvSpPr>
        <p:spPr>
          <a:xfrm>
            <a:off x="10079247" y="1169576"/>
            <a:ext cx="158547" cy="19936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9445059" y="1169576"/>
            <a:ext cx="792734" cy="19936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9438453" y="1116413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N-2</a:t>
            </a:r>
            <a:endParaRPr lang="en-US" sz="1600" dirty="0"/>
          </a:p>
        </p:txBody>
      </p:sp>
      <p:sp>
        <p:nvSpPr>
          <p:cNvPr id="131" name="Shape 129"/>
          <p:cNvSpPr/>
          <p:nvPr/>
        </p:nvSpPr>
        <p:spPr>
          <a:xfrm>
            <a:off x="10409553" y="1169576"/>
            <a:ext cx="158547" cy="19936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132" name="Shape 130"/>
          <p:cNvSpPr/>
          <p:nvPr/>
        </p:nvSpPr>
        <p:spPr>
          <a:xfrm>
            <a:off x="10568100" y="1169576"/>
            <a:ext cx="158547" cy="19936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133" name="Shape 131"/>
          <p:cNvSpPr/>
          <p:nvPr/>
        </p:nvSpPr>
        <p:spPr>
          <a:xfrm>
            <a:off x="10726646" y="1169576"/>
            <a:ext cx="158547" cy="19936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134" name="Shape 132"/>
          <p:cNvSpPr/>
          <p:nvPr/>
        </p:nvSpPr>
        <p:spPr>
          <a:xfrm>
            <a:off x="10885193" y="1169576"/>
            <a:ext cx="158547" cy="19936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35" name="Shape 133"/>
          <p:cNvSpPr/>
          <p:nvPr/>
        </p:nvSpPr>
        <p:spPr>
          <a:xfrm>
            <a:off x="11043740" y="1169576"/>
            <a:ext cx="158547" cy="19936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10409553" y="1169576"/>
            <a:ext cx="792734" cy="19936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10402947" y="1116413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N-1</a:t>
            </a:r>
            <a:endParaRPr lang="en-US" sz="1600" dirty="0"/>
          </a:p>
        </p:txBody>
      </p:sp>
      <p:sp>
        <p:nvSpPr>
          <p:cNvPr id="138" name="Shape 136"/>
          <p:cNvSpPr/>
          <p:nvPr/>
        </p:nvSpPr>
        <p:spPr>
          <a:xfrm>
            <a:off x="7995016" y="1179544"/>
            <a:ext cx="112304" cy="112970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139" name="Shape 137"/>
          <p:cNvSpPr/>
          <p:nvPr/>
        </p:nvSpPr>
        <p:spPr>
          <a:xfrm>
            <a:off x="8206412" y="1179544"/>
            <a:ext cx="112304" cy="112970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140" name="Shape 138"/>
          <p:cNvSpPr/>
          <p:nvPr/>
        </p:nvSpPr>
        <p:spPr>
          <a:xfrm>
            <a:off x="8470657" y="1179544"/>
            <a:ext cx="112304" cy="112970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141" name="Shape 139"/>
          <p:cNvSpPr/>
          <p:nvPr/>
        </p:nvSpPr>
        <p:spPr>
          <a:xfrm>
            <a:off x="8682053" y="1179544"/>
            <a:ext cx="112304" cy="112970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142" name="Shape 140"/>
          <p:cNvSpPr/>
          <p:nvPr/>
        </p:nvSpPr>
        <p:spPr>
          <a:xfrm>
            <a:off x="8893448" y="1179544"/>
            <a:ext cx="112304" cy="112970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143" name="Shape 141"/>
          <p:cNvSpPr/>
          <p:nvPr/>
        </p:nvSpPr>
        <p:spPr>
          <a:xfrm>
            <a:off x="2072630" y="5090314"/>
            <a:ext cx="158547" cy="21265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144" name="Shape 142"/>
          <p:cNvSpPr/>
          <p:nvPr/>
        </p:nvSpPr>
        <p:spPr>
          <a:xfrm>
            <a:off x="2231177" y="5090314"/>
            <a:ext cx="158547" cy="21265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145" name="Shape 143"/>
          <p:cNvSpPr/>
          <p:nvPr/>
        </p:nvSpPr>
        <p:spPr>
          <a:xfrm>
            <a:off x="2389724" y="5090314"/>
            <a:ext cx="158547" cy="21265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146" name="Shape 144"/>
          <p:cNvSpPr/>
          <p:nvPr/>
        </p:nvSpPr>
        <p:spPr>
          <a:xfrm>
            <a:off x="2548271" y="5090314"/>
            <a:ext cx="158547" cy="21265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47" name="Shape 145"/>
          <p:cNvSpPr/>
          <p:nvPr/>
        </p:nvSpPr>
        <p:spPr>
          <a:xfrm>
            <a:off x="2706818" y="5090314"/>
            <a:ext cx="158547" cy="21265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2072630" y="5090314"/>
            <a:ext cx="792734" cy="21265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2066024" y="5037151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600" dirty="0"/>
          </a:p>
        </p:txBody>
      </p:sp>
      <p:sp>
        <p:nvSpPr>
          <p:cNvPr id="150" name="Shape 148"/>
          <p:cNvSpPr/>
          <p:nvPr/>
        </p:nvSpPr>
        <p:spPr>
          <a:xfrm>
            <a:off x="3037124" y="5090314"/>
            <a:ext cx="158547" cy="21265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151" name="Shape 149"/>
          <p:cNvSpPr/>
          <p:nvPr/>
        </p:nvSpPr>
        <p:spPr>
          <a:xfrm>
            <a:off x="3195671" y="5090314"/>
            <a:ext cx="158547" cy="21265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152" name="Shape 150"/>
          <p:cNvSpPr/>
          <p:nvPr/>
        </p:nvSpPr>
        <p:spPr>
          <a:xfrm>
            <a:off x="3354217" y="5090314"/>
            <a:ext cx="158547" cy="21265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153" name="Shape 151"/>
          <p:cNvSpPr/>
          <p:nvPr/>
        </p:nvSpPr>
        <p:spPr>
          <a:xfrm>
            <a:off x="3512764" y="5090314"/>
            <a:ext cx="158547" cy="21265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54" name="Shape 152"/>
          <p:cNvSpPr/>
          <p:nvPr/>
        </p:nvSpPr>
        <p:spPr>
          <a:xfrm>
            <a:off x="3671311" y="5090314"/>
            <a:ext cx="158547" cy="21265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3037124" y="5090314"/>
            <a:ext cx="792734" cy="21265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3030518" y="5037151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157" name="Shape 155"/>
          <p:cNvSpPr/>
          <p:nvPr/>
        </p:nvSpPr>
        <p:spPr>
          <a:xfrm>
            <a:off x="4008223" y="5090314"/>
            <a:ext cx="158547" cy="21265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158" name="Shape 156"/>
          <p:cNvSpPr/>
          <p:nvPr/>
        </p:nvSpPr>
        <p:spPr>
          <a:xfrm>
            <a:off x="4166770" y="5090314"/>
            <a:ext cx="158547" cy="21265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159" name="Shape 157"/>
          <p:cNvSpPr/>
          <p:nvPr/>
        </p:nvSpPr>
        <p:spPr>
          <a:xfrm>
            <a:off x="4325317" y="5090314"/>
            <a:ext cx="158547" cy="21265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160" name="Shape 158"/>
          <p:cNvSpPr/>
          <p:nvPr/>
        </p:nvSpPr>
        <p:spPr>
          <a:xfrm>
            <a:off x="4483864" y="5090314"/>
            <a:ext cx="158547" cy="21265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61" name="Shape 159"/>
          <p:cNvSpPr/>
          <p:nvPr/>
        </p:nvSpPr>
        <p:spPr>
          <a:xfrm>
            <a:off x="4642411" y="5090314"/>
            <a:ext cx="158547" cy="21265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4008223" y="5090314"/>
            <a:ext cx="792734" cy="21265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4001617" y="5037151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164" name="Shape 162"/>
          <p:cNvSpPr/>
          <p:nvPr/>
        </p:nvSpPr>
        <p:spPr>
          <a:xfrm>
            <a:off x="4979323" y="5090314"/>
            <a:ext cx="158547" cy="21265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165" name="Shape 163"/>
          <p:cNvSpPr/>
          <p:nvPr/>
        </p:nvSpPr>
        <p:spPr>
          <a:xfrm>
            <a:off x="5137870" y="5090314"/>
            <a:ext cx="158547" cy="21265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166" name="Shape 164"/>
          <p:cNvSpPr/>
          <p:nvPr/>
        </p:nvSpPr>
        <p:spPr>
          <a:xfrm>
            <a:off x="5296416" y="5090314"/>
            <a:ext cx="158547" cy="21265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167" name="Shape 165"/>
          <p:cNvSpPr/>
          <p:nvPr/>
        </p:nvSpPr>
        <p:spPr>
          <a:xfrm>
            <a:off x="5454963" y="5090314"/>
            <a:ext cx="158547" cy="21265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68" name="Shape 166"/>
          <p:cNvSpPr/>
          <p:nvPr/>
        </p:nvSpPr>
        <p:spPr>
          <a:xfrm>
            <a:off x="5613510" y="5090314"/>
            <a:ext cx="158547" cy="21265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4979323" y="5090314"/>
            <a:ext cx="792734" cy="21265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4972717" y="5037151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171" name="Shape 169"/>
          <p:cNvSpPr/>
          <p:nvPr/>
        </p:nvSpPr>
        <p:spPr>
          <a:xfrm>
            <a:off x="5950422" y="5090314"/>
            <a:ext cx="158547" cy="21265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172" name="Shape 170"/>
          <p:cNvSpPr/>
          <p:nvPr/>
        </p:nvSpPr>
        <p:spPr>
          <a:xfrm>
            <a:off x="6108969" y="5090314"/>
            <a:ext cx="158547" cy="21265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173" name="Shape 171"/>
          <p:cNvSpPr/>
          <p:nvPr/>
        </p:nvSpPr>
        <p:spPr>
          <a:xfrm>
            <a:off x="6267516" y="5090314"/>
            <a:ext cx="158547" cy="21265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174" name="Shape 172"/>
          <p:cNvSpPr/>
          <p:nvPr/>
        </p:nvSpPr>
        <p:spPr>
          <a:xfrm>
            <a:off x="6426063" y="5090314"/>
            <a:ext cx="158547" cy="21265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75" name="Shape 173"/>
          <p:cNvSpPr/>
          <p:nvPr/>
        </p:nvSpPr>
        <p:spPr>
          <a:xfrm>
            <a:off x="6584610" y="5090314"/>
            <a:ext cx="158547" cy="21265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5950422" y="5090314"/>
            <a:ext cx="792734" cy="21265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5943816" y="5037151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178" name="Shape 176"/>
          <p:cNvSpPr/>
          <p:nvPr/>
        </p:nvSpPr>
        <p:spPr>
          <a:xfrm>
            <a:off x="6908310" y="5090314"/>
            <a:ext cx="158547" cy="21265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179" name="Shape 177"/>
          <p:cNvSpPr/>
          <p:nvPr/>
        </p:nvSpPr>
        <p:spPr>
          <a:xfrm>
            <a:off x="7066856" y="5090314"/>
            <a:ext cx="158547" cy="21265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180" name="Shape 178"/>
          <p:cNvSpPr/>
          <p:nvPr/>
        </p:nvSpPr>
        <p:spPr>
          <a:xfrm>
            <a:off x="7225403" y="5090314"/>
            <a:ext cx="158547" cy="21265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181" name="Shape 179"/>
          <p:cNvSpPr/>
          <p:nvPr/>
        </p:nvSpPr>
        <p:spPr>
          <a:xfrm>
            <a:off x="7383950" y="5090314"/>
            <a:ext cx="158547" cy="21265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82" name="Shape 180"/>
          <p:cNvSpPr/>
          <p:nvPr/>
        </p:nvSpPr>
        <p:spPr>
          <a:xfrm>
            <a:off x="7542497" y="5090314"/>
            <a:ext cx="158547" cy="21265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83" name="Shape 181"/>
          <p:cNvSpPr/>
          <p:nvPr/>
        </p:nvSpPr>
        <p:spPr>
          <a:xfrm>
            <a:off x="6908310" y="5090314"/>
            <a:ext cx="792734" cy="21265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6901703" y="5037151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185" name="Shape 183"/>
          <p:cNvSpPr/>
          <p:nvPr/>
        </p:nvSpPr>
        <p:spPr>
          <a:xfrm>
            <a:off x="9445059" y="5090314"/>
            <a:ext cx="158547" cy="21265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186" name="Shape 184"/>
          <p:cNvSpPr/>
          <p:nvPr/>
        </p:nvSpPr>
        <p:spPr>
          <a:xfrm>
            <a:off x="9603606" y="5090314"/>
            <a:ext cx="158547" cy="21265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187" name="Shape 185"/>
          <p:cNvSpPr/>
          <p:nvPr/>
        </p:nvSpPr>
        <p:spPr>
          <a:xfrm>
            <a:off x="9762153" y="5090314"/>
            <a:ext cx="158547" cy="21265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188" name="Shape 186"/>
          <p:cNvSpPr/>
          <p:nvPr/>
        </p:nvSpPr>
        <p:spPr>
          <a:xfrm>
            <a:off x="9920700" y="5090314"/>
            <a:ext cx="158547" cy="21265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89" name="Shape 187"/>
          <p:cNvSpPr/>
          <p:nvPr/>
        </p:nvSpPr>
        <p:spPr>
          <a:xfrm>
            <a:off x="10079247" y="5090314"/>
            <a:ext cx="158547" cy="21265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90" name="Shape 188"/>
          <p:cNvSpPr/>
          <p:nvPr/>
        </p:nvSpPr>
        <p:spPr>
          <a:xfrm>
            <a:off x="9445059" y="5090314"/>
            <a:ext cx="792734" cy="21265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9438453" y="5037151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N-2</a:t>
            </a:r>
            <a:endParaRPr lang="en-US" sz="1600" dirty="0"/>
          </a:p>
        </p:txBody>
      </p:sp>
      <p:sp>
        <p:nvSpPr>
          <p:cNvPr id="192" name="Shape 190"/>
          <p:cNvSpPr/>
          <p:nvPr/>
        </p:nvSpPr>
        <p:spPr>
          <a:xfrm>
            <a:off x="10409553" y="5090314"/>
            <a:ext cx="158547" cy="21265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193" name="Shape 191"/>
          <p:cNvSpPr/>
          <p:nvPr/>
        </p:nvSpPr>
        <p:spPr>
          <a:xfrm>
            <a:off x="10568100" y="5090314"/>
            <a:ext cx="158547" cy="21265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194" name="Shape 192"/>
          <p:cNvSpPr/>
          <p:nvPr/>
        </p:nvSpPr>
        <p:spPr>
          <a:xfrm>
            <a:off x="10726646" y="5090314"/>
            <a:ext cx="158547" cy="21265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195" name="Shape 193"/>
          <p:cNvSpPr/>
          <p:nvPr/>
        </p:nvSpPr>
        <p:spPr>
          <a:xfrm>
            <a:off x="10885193" y="5090314"/>
            <a:ext cx="158547" cy="21265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96" name="Shape 194"/>
          <p:cNvSpPr/>
          <p:nvPr/>
        </p:nvSpPr>
        <p:spPr>
          <a:xfrm>
            <a:off x="11043740" y="5090314"/>
            <a:ext cx="158547" cy="21265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97" name="Shape 195"/>
          <p:cNvSpPr/>
          <p:nvPr/>
        </p:nvSpPr>
        <p:spPr>
          <a:xfrm>
            <a:off x="10409553" y="5090314"/>
            <a:ext cx="792734" cy="21265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10402947" y="5037151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N-1</a:t>
            </a:r>
            <a:endParaRPr lang="en-US" sz="1600" dirty="0"/>
          </a:p>
        </p:txBody>
      </p:sp>
      <p:sp>
        <p:nvSpPr>
          <p:cNvPr id="199" name="Shape 197"/>
          <p:cNvSpPr/>
          <p:nvPr/>
        </p:nvSpPr>
        <p:spPr>
          <a:xfrm>
            <a:off x="7995016" y="5140153"/>
            <a:ext cx="112304" cy="11297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00" name="Shape 198"/>
          <p:cNvSpPr/>
          <p:nvPr/>
        </p:nvSpPr>
        <p:spPr>
          <a:xfrm>
            <a:off x="8232836" y="5140153"/>
            <a:ext cx="112304" cy="11297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01" name="Shape 199"/>
          <p:cNvSpPr/>
          <p:nvPr/>
        </p:nvSpPr>
        <p:spPr>
          <a:xfrm>
            <a:off x="8477263" y="5140153"/>
            <a:ext cx="112304" cy="11297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02" name="Shape 200"/>
          <p:cNvSpPr/>
          <p:nvPr/>
        </p:nvSpPr>
        <p:spPr>
          <a:xfrm>
            <a:off x="8715083" y="5140153"/>
            <a:ext cx="112304" cy="11297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03" name="Shape 201"/>
          <p:cNvSpPr/>
          <p:nvPr/>
        </p:nvSpPr>
        <p:spPr>
          <a:xfrm>
            <a:off x="8919873" y="5140153"/>
            <a:ext cx="112304" cy="11297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04" name="Shape 202"/>
          <p:cNvSpPr/>
          <p:nvPr/>
        </p:nvSpPr>
        <p:spPr>
          <a:xfrm>
            <a:off x="1920690" y="4970698"/>
            <a:ext cx="9433538" cy="0"/>
          </a:xfrm>
          <a:prstGeom prst="line">
            <a:avLst/>
          </a:prstGeom>
          <a:noFill/>
          <a:ln w="31750">
            <a:solidFill>
              <a:srgbClr val="00008B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 rot="10800000">
            <a:off x="2369906" y="4864373"/>
            <a:ext cx="198184" cy="93034"/>
          </a:xfrm>
          <a:prstGeom prst="triangle">
            <a:avLst/>
          </a:prstGeom>
          <a:solidFill>
            <a:srgbClr val="00008B"/>
          </a:solidFill>
          <a:ln/>
        </p:spPr>
      </p:sp>
      <p:sp>
        <p:nvSpPr>
          <p:cNvPr id="206" name="Shape 204"/>
          <p:cNvSpPr/>
          <p:nvPr/>
        </p:nvSpPr>
        <p:spPr>
          <a:xfrm>
            <a:off x="2409542" y="4983988"/>
            <a:ext cx="118910" cy="79744"/>
          </a:xfrm>
          <a:prstGeom prst="rect">
            <a:avLst/>
          </a:prstGeom>
          <a:solidFill>
            <a:srgbClr val="00008B"/>
          </a:solidFill>
          <a:ln/>
        </p:spPr>
      </p:sp>
      <p:sp>
        <p:nvSpPr>
          <p:cNvPr id="207" name="Shape 205"/>
          <p:cNvSpPr/>
          <p:nvPr/>
        </p:nvSpPr>
        <p:spPr>
          <a:xfrm rot="10800000">
            <a:off x="3334399" y="4864373"/>
            <a:ext cx="198184" cy="93034"/>
          </a:xfrm>
          <a:prstGeom prst="triangle">
            <a:avLst/>
          </a:prstGeom>
          <a:solidFill>
            <a:srgbClr val="00008B"/>
          </a:solidFill>
          <a:ln/>
        </p:spPr>
      </p:sp>
      <p:sp>
        <p:nvSpPr>
          <p:cNvPr id="208" name="Shape 206"/>
          <p:cNvSpPr/>
          <p:nvPr/>
        </p:nvSpPr>
        <p:spPr>
          <a:xfrm>
            <a:off x="3374036" y="4983988"/>
            <a:ext cx="118910" cy="79744"/>
          </a:xfrm>
          <a:prstGeom prst="rect">
            <a:avLst/>
          </a:prstGeom>
          <a:solidFill>
            <a:srgbClr val="00008B"/>
          </a:solidFill>
          <a:ln/>
        </p:spPr>
      </p:sp>
      <p:sp>
        <p:nvSpPr>
          <p:cNvPr id="209" name="Shape 207"/>
          <p:cNvSpPr/>
          <p:nvPr/>
        </p:nvSpPr>
        <p:spPr>
          <a:xfrm rot="10800000">
            <a:off x="4305499" y="4864373"/>
            <a:ext cx="198184" cy="93034"/>
          </a:xfrm>
          <a:prstGeom prst="triangle">
            <a:avLst/>
          </a:prstGeom>
          <a:solidFill>
            <a:srgbClr val="00008B"/>
          </a:solidFill>
          <a:ln/>
        </p:spPr>
      </p:sp>
      <p:sp>
        <p:nvSpPr>
          <p:cNvPr id="210" name="Shape 208"/>
          <p:cNvSpPr/>
          <p:nvPr/>
        </p:nvSpPr>
        <p:spPr>
          <a:xfrm>
            <a:off x="4345135" y="4983988"/>
            <a:ext cx="118910" cy="79744"/>
          </a:xfrm>
          <a:prstGeom prst="rect">
            <a:avLst/>
          </a:prstGeom>
          <a:solidFill>
            <a:srgbClr val="00008B"/>
          </a:solidFill>
          <a:ln/>
        </p:spPr>
      </p:sp>
      <p:sp>
        <p:nvSpPr>
          <p:cNvPr id="211" name="Shape 209"/>
          <p:cNvSpPr/>
          <p:nvPr/>
        </p:nvSpPr>
        <p:spPr>
          <a:xfrm rot="10800000">
            <a:off x="5276598" y="4864373"/>
            <a:ext cx="198184" cy="93034"/>
          </a:xfrm>
          <a:prstGeom prst="triangle">
            <a:avLst/>
          </a:prstGeom>
          <a:solidFill>
            <a:srgbClr val="00008B"/>
          </a:solidFill>
          <a:ln/>
        </p:spPr>
      </p:sp>
      <p:sp>
        <p:nvSpPr>
          <p:cNvPr id="212" name="Shape 210"/>
          <p:cNvSpPr/>
          <p:nvPr/>
        </p:nvSpPr>
        <p:spPr>
          <a:xfrm>
            <a:off x="5316235" y="4983988"/>
            <a:ext cx="118910" cy="79744"/>
          </a:xfrm>
          <a:prstGeom prst="rect">
            <a:avLst/>
          </a:prstGeom>
          <a:solidFill>
            <a:srgbClr val="00008B"/>
          </a:solidFill>
          <a:ln/>
        </p:spPr>
      </p:sp>
      <p:sp>
        <p:nvSpPr>
          <p:cNvPr id="213" name="Shape 211"/>
          <p:cNvSpPr/>
          <p:nvPr/>
        </p:nvSpPr>
        <p:spPr>
          <a:xfrm rot="10800000">
            <a:off x="6247698" y="4864373"/>
            <a:ext cx="198184" cy="93034"/>
          </a:xfrm>
          <a:prstGeom prst="triangle">
            <a:avLst/>
          </a:prstGeom>
          <a:solidFill>
            <a:srgbClr val="00008B"/>
          </a:solidFill>
          <a:ln/>
        </p:spPr>
      </p:sp>
      <p:sp>
        <p:nvSpPr>
          <p:cNvPr id="214" name="Shape 212"/>
          <p:cNvSpPr/>
          <p:nvPr/>
        </p:nvSpPr>
        <p:spPr>
          <a:xfrm>
            <a:off x="6287334" y="4983988"/>
            <a:ext cx="118910" cy="79744"/>
          </a:xfrm>
          <a:prstGeom prst="rect">
            <a:avLst/>
          </a:prstGeom>
          <a:solidFill>
            <a:srgbClr val="00008B"/>
          </a:solidFill>
          <a:ln/>
        </p:spPr>
      </p:sp>
      <p:sp>
        <p:nvSpPr>
          <p:cNvPr id="215" name="Shape 213"/>
          <p:cNvSpPr/>
          <p:nvPr/>
        </p:nvSpPr>
        <p:spPr>
          <a:xfrm rot="10800000">
            <a:off x="7205585" y="4864373"/>
            <a:ext cx="198184" cy="93034"/>
          </a:xfrm>
          <a:prstGeom prst="triangle">
            <a:avLst/>
          </a:prstGeom>
          <a:solidFill>
            <a:srgbClr val="00008B"/>
          </a:solidFill>
          <a:ln/>
        </p:spPr>
      </p:sp>
      <p:sp>
        <p:nvSpPr>
          <p:cNvPr id="216" name="Shape 214"/>
          <p:cNvSpPr/>
          <p:nvPr/>
        </p:nvSpPr>
        <p:spPr>
          <a:xfrm>
            <a:off x="7245222" y="4983988"/>
            <a:ext cx="118910" cy="79744"/>
          </a:xfrm>
          <a:prstGeom prst="rect">
            <a:avLst/>
          </a:prstGeom>
          <a:solidFill>
            <a:srgbClr val="00008B"/>
          </a:solidFill>
          <a:ln/>
        </p:spPr>
      </p:sp>
      <p:sp>
        <p:nvSpPr>
          <p:cNvPr id="217" name="Shape 215"/>
          <p:cNvSpPr/>
          <p:nvPr/>
        </p:nvSpPr>
        <p:spPr>
          <a:xfrm rot="10800000">
            <a:off x="9742335" y="4864373"/>
            <a:ext cx="198184" cy="93034"/>
          </a:xfrm>
          <a:prstGeom prst="triangle">
            <a:avLst/>
          </a:prstGeom>
          <a:solidFill>
            <a:srgbClr val="00008B"/>
          </a:solidFill>
          <a:ln/>
        </p:spPr>
      </p:sp>
      <p:sp>
        <p:nvSpPr>
          <p:cNvPr id="218" name="Shape 216"/>
          <p:cNvSpPr/>
          <p:nvPr/>
        </p:nvSpPr>
        <p:spPr>
          <a:xfrm>
            <a:off x="9781971" y="4983988"/>
            <a:ext cx="118910" cy="79744"/>
          </a:xfrm>
          <a:prstGeom prst="rect">
            <a:avLst/>
          </a:prstGeom>
          <a:solidFill>
            <a:srgbClr val="00008B"/>
          </a:solidFill>
          <a:ln/>
        </p:spPr>
      </p:sp>
      <p:sp>
        <p:nvSpPr>
          <p:cNvPr id="219" name="Shape 217"/>
          <p:cNvSpPr/>
          <p:nvPr/>
        </p:nvSpPr>
        <p:spPr>
          <a:xfrm rot="10800000">
            <a:off x="10706828" y="4864373"/>
            <a:ext cx="198184" cy="93034"/>
          </a:xfrm>
          <a:prstGeom prst="triangle">
            <a:avLst/>
          </a:prstGeom>
          <a:solidFill>
            <a:srgbClr val="00008B"/>
          </a:solidFill>
          <a:ln/>
        </p:spPr>
      </p:sp>
      <p:sp>
        <p:nvSpPr>
          <p:cNvPr id="220" name="Shape 218"/>
          <p:cNvSpPr/>
          <p:nvPr/>
        </p:nvSpPr>
        <p:spPr>
          <a:xfrm>
            <a:off x="10746465" y="4983988"/>
            <a:ext cx="118910" cy="79744"/>
          </a:xfrm>
          <a:prstGeom prst="rect">
            <a:avLst/>
          </a:prstGeom>
          <a:solidFill>
            <a:srgbClr val="00008B"/>
          </a:solidFill>
          <a:ln/>
        </p:spPr>
      </p:sp>
      <p:sp>
        <p:nvSpPr>
          <p:cNvPr id="221" name="Shape 219"/>
          <p:cNvSpPr/>
          <p:nvPr/>
        </p:nvSpPr>
        <p:spPr>
          <a:xfrm>
            <a:off x="2383118" y="5329545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3347611" y="5329545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4318711" y="5329545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5289810" y="5329545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6260910" y="5329545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7218797" y="5329545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9755547" y="5329545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0720040" y="5329545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2026387" y="5542195"/>
            <a:ext cx="9235355" cy="651241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2052812" y="5568776"/>
            <a:ext cx="9182506" cy="305685"/>
          </a:xfrm>
          <a:prstGeom prst="rect">
            <a:avLst/>
          </a:prstGeom>
          <a:solidFill>
            <a:srgbClr val="FDE9D9"/>
          </a:solidFill>
          <a:ln/>
        </p:spPr>
      </p:sp>
      <p:sp>
        <p:nvSpPr>
          <p:cNvPr id="231" name="Shape 229"/>
          <p:cNvSpPr/>
          <p:nvPr/>
        </p:nvSpPr>
        <p:spPr>
          <a:xfrm>
            <a:off x="2052812" y="5874461"/>
            <a:ext cx="9182506" cy="292394"/>
          </a:xfrm>
          <a:prstGeom prst="rect">
            <a:avLst/>
          </a:prstGeom>
          <a:solidFill>
            <a:srgbClr val="CCFFFF"/>
          </a:solidFill>
          <a:ln/>
        </p:spPr>
      </p:sp>
      <p:sp>
        <p:nvSpPr>
          <p:cNvPr id="232" name="Text 230"/>
          <p:cNvSpPr/>
          <p:nvPr/>
        </p:nvSpPr>
        <p:spPr>
          <a:xfrm>
            <a:off x="2052812" y="5568776"/>
            <a:ext cx="9182506" cy="305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6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Embedding</a:t>
            </a:r>
            <a:endParaRPr lang="en-US" sz="1300" dirty="0"/>
          </a:p>
        </p:txBody>
      </p:sp>
      <p:sp>
        <p:nvSpPr>
          <p:cNvPr id="233" name="Text 231"/>
          <p:cNvSpPr/>
          <p:nvPr/>
        </p:nvSpPr>
        <p:spPr>
          <a:xfrm>
            <a:off x="2052812" y="5874461"/>
            <a:ext cx="9182506" cy="292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  Encoding / Embedding</a:t>
            </a:r>
            <a:endParaRPr lang="en-US" sz="1200" dirty="0"/>
          </a:p>
        </p:txBody>
      </p:sp>
      <p:sp>
        <p:nvSpPr>
          <p:cNvPr id="234" name="Shape 232"/>
          <p:cNvSpPr/>
          <p:nvPr/>
        </p:nvSpPr>
        <p:spPr>
          <a:xfrm>
            <a:off x="2383118" y="6206727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3347611" y="6206727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4318711" y="6206727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5289810" y="6206727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6260910" y="6206727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7218797" y="6206727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755547" y="6206727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0720040" y="6206727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2072630" y="6406086"/>
            <a:ext cx="792734" cy="279103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2072630" y="6406086"/>
            <a:ext cx="792734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0</a:t>
            </a:r>
            <a:endParaRPr lang="en-US" sz="1600" dirty="0"/>
          </a:p>
        </p:txBody>
      </p:sp>
      <p:sp>
        <p:nvSpPr>
          <p:cNvPr id="244" name="Shape 242"/>
          <p:cNvSpPr/>
          <p:nvPr/>
        </p:nvSpPr>
        <p:spPr>
          <a:xfrm>
            <a:off x="3037124" y="6406086"/>
            <a:ext cx="792734" cy="279103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3037124" y="6406086"/>
            <a:ext cx="792734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1</a:t>
            </a:r>
            <a:endParaRPr lang="en-US" sz="1600" dirty="0"/>
          </a:p>
        </p:txBody>
      </p:sp>
      <p:sp>
        <p:nvSpPr>
          <p:cNvPr id="246" name="Shape 244"/>
          <p:cNvSpPr/>
          <p:nvPr/>
        </p:nvSpPr>
        <p:spPr>
          <a:xfrm>
            <a:off x="4008223" y="6406086"/>
            <a:ext cx="792734" cy="279103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4008223" y="6406086"/>
            <a:ext cx="792734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2</a:t>
            </a:r>
            <a:endParaRPr lang="en-US" sz="1600" dirty="0"/>
          </a:p>
        </p:txBody>
      </p:sp>
      <p:sp>
        <p:nvSpPr>
          <p:cNvPr id="248" name="Shape 246"/>
          <p:cNvSpPr/>
          <p:nvPr/>
        </p:nvSpPr>
        <p:spPr>
          <a:xfrm>
            <a:off x="4979323" y="6406086"/>
            <a:ext cx="792734" cy="279103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4979323" y="6406086"/>
            <a:ext cx="792734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3</a:t>
            </a:r>
            <a:endParaRPr lang="en-US" sz="1600" dirty="0"/>
          </a:p>
        </p:txBody>
      </p:sp>
      <p:sp>
        <p:nvSpPr>
          <p:cNvPr id="250" name="Shape 248"/>
          <p:cNvSpPr/>
          <p:nvPr/>
        </p:nvSpPr>
        <p:spPr>
          <a:xfrm>
            <a:off x="5950422" y="6406086"/>
            <a:ext cx="792734" cy="279103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5950422" y="6406086"/>
            <a:ext cx="792734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4</a:t>
            </a:r>
            <a:endParaRPr lang="en-US" sz="1600" dirty="0"/>
          </a:p>
        </p:txBody>
      </p:sp>
      <p:sp>
        <p:nvSpPr>
          <p:cNvPr id="252" name="Shape 250"/>
          <p:cNvSpPr/>
          <p:nvPr/>
        </p:nvSpPr>
        <p:spPr>
          <a:xfrm>
            <a:off x="6908310" y="6406086"/>
            <a:ext cx="792734" cy="279103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6908310" y="6406086"/>
            <a:ext cx="792734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5</a:t>
            </a:r>
            <a:endParaRPr lang="en-US" sz="1600" dirty="0"/>
          </a:p>
        </p:txBody>
      </p:sp>
      <p:sp>
        <p:nvSpPr>
          <p:cNvPr id="254" name="Shape 252"/>
          <p:cNvSpPr/>
          <p:nvPr/>
        </p:nvSpPr>
        <p:spPr>
          <a:xfrm>
            <a:off x="9445059" y="6406086"/>
            <a:ext cx="792734" cy="279103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9445059" y="6406086"/>
            <a:ext cx="792734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N-2</a:t>
            </a:r>
            <a:endParaRPr lang="en-US" sz="1600" dirty="0"/>
          </a:p>
        </p:txBody>
      </p:sp>
      <p:sp>
        <p:nvSpPr>
          <p:cNvPr id="256" name="Shape 254"/>
          <p:cNvSpPr/>
          <p:nvPr/>
        </p:nvSpPr>
        <p:spPr>
          <a:xfrm>
            <a:off x="10409553" y="6406086"/>
            <a:ext cx="792734" cy="279103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10409553" y="6406086"/>
            <a:ext cx="792734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N-1</a:t>
            </a:r>
            <a:endParaRPr lang="en-US" sz="1600" dirty="0"/>
          </a:p>
        </p:txBody>
      </p:sp>
      <p:sp>
        <p:nvSpPr>
          <p:cNvPr id="258" name="Shape 256"/>
          <p:cNvSpPr/>
          <p:nvPr/>
        </p:nvSpPr>
        <p:spPr>
          <a:xfrm>
            <a:off x="8024744" y="6512412"/>
            <a:ext cx="105698" cy="106325"/>
          </a:xfrm>
          <a:prstGeom prst="ellipse">
            <a:avLst/>
          </a:prstGeom>
          <a:solidFill>
            <a:srgbClr val="A6A6A6"/>
          </a:solidFill>
          <a:ln/>
        </p:spPr>
      </p:sp>
      <p:sp>
        <p:nvSpPr>
          <p:cNvPr id="259" name="Shape 257"/>
          <p:cNvSpPr/>
          <p:nvPr/>
        </p:nvSpPr>
        <p:spPr>
          <a:xfrm>
            <a:off x="8262564" y="6512412"/>
            <a:ext cx="105698" cy="106325"/>
          </a:xfrm>
          <a:prstGeom prst="ellipse">
            <a:avLst/>
          </a:prstGeom>
          <a:solidFill>
            <a:srgbClr val="A6A6A6"/>
          </a:solidFill>
          <a:ln/>
        </p:spPr>
      </p:sp>
      <p:sp>
        <p:nvSpPr>
          <p:cNvPr id="260" name="Shape 258"/>
          <p:cNvSpPr/>
          <p:nvPr/>
        </p:nvSpPr>
        <p:spPr>
          <a:xfrm>
            <a:off x="8500384" y="6512412"/>
            <a:ext cx="105698" cy="106325"/>
          </a:xfrm>
          <a:prstGeom prst="ellipse">
            <a:avLst/>
          </a:prstGeom>
          <a:solidFill>
            <a:srgbClr val="A6A6A6"/>
          </a:solidFill>
          <a:ln/>
        </p:spPr>
      </p:sp>
      <p:sp>
        <p:nvSpPr>
          <p:cNvPr id="261" name="Shape 259"/>
          <p:cNvSpPr/>
          <p:nvPr/>
        </p:nvSpPr>
        <p:spPr>
          <a:xfrm>
            <a:off x="8738205" y="6512412"/>
            <a:ext cx="105698" cy="106325"/>
          </a:xfrm>
          <a:prstGeom prst="ellipse">
            <a:avLst/>
          </a:prstGeom>
          <a:solidFill>
            <a:srgbClr val="A6A6A6"/>
          </a:solidFill>
          <a:ln/>
        </p:spPr>
      </p:sp>
      <p:sp>
        <p:nvSpPr>
          <p:cNvPr id="262" name="Shape 260"/>
          <p:cNvSpPr/>
          <p:nvPr/>
        </p:nvSpPr>
        <p:spPr>
          <a:xfrm>
            <a:off x="8949600" y="6512412"/>
            <a:ext cx="105698" cy="106325"/>
          </a:xfrm>
          <a:prstGeom prst="ellipse">
            <a:avLst/>
          </a:prstGeom>
          <a:solidFill>
            <a:srgbClr val="A6A6A6"/>
          </a:solidFill>
          <a:ln/>
        </p:spPr>
      </p:sp>
      <p:sp>
        <p:nvSpPr>
          <p:cNvPr id="263" name="Shape 261"/>
          <p:cNvSpPr/>
          <p:nvPr/>
        </p:nvSpPr>
        <p:spPr>
          <a:xfrm>
            <a:off x="612678" y="996798"/>
            <a:ext cx="1056979" cy="598079"/>
          </a:xfrm>
          <a:prstGeom prst="rect">
            <a:avLst/>
          </a:prstGeom>
          <a:solidFill>
            <a:srgbClr val="F9E8D6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612678" y="996798"/>
            <a:ext cx="1056979" cy="5980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400" dirty="0"/>
          </a:p>
        </p:txBody>
      </p:sp>
      <p:sp>
        <p:nvSpPr>
          <p:cNvPr id="265" name="Shape 263"/>
          <p:cNvSpPr/>
          <p:nvPr/>
        </p:nvSpPr>
        <p:spPr>
          <a:xfrm>
            <a:off x="612678" y="5010570"/>
            <a:ext cx="1056979" cy="598079"/>
          </a:xfrm>
          <a:prstGeom prst="rect">
            <a:avLst/>
          </a:prstGeom>
          <a:solidFill>
            <a:srgbClr val="F9E8D6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612678" y="5010570"/>
            <a:ext cx="1056979" cy="5980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400" dirty="0"/>
          </a:p>
        </p:txBody>
      </p:sp>
      <p:sp>
        <p:nvSpPr>
          <p:cNvPr id="267" name="Text 265"/>
          <p:cNvSpPr/>
          <p:nvPr/>
        </p:nvSpPr>
        <p:spPr>
          <a:xfrm>
            <a:off x="876923" y="2153083"/>
            <a:ext cx="647400" cy="219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2950"/>
              </a:lnSpc>
              <a:buNone/>
            </a:pPr>
            <a:r>
              <a:rPr lang="en-US" sz="2850" b="1" i="1" dirty="0">
                <a:solidFill>
                  <a:srgbClr val="33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</a:t>
            </a:r>
            <a:endParaRPr lang="en-US" sz="2850" dirty="0"/>
          </a:p>
          <a:p>
            <a:pPr algn="ctr" indent="0" marL="0">
              <a:lnSpc>
                <a:spcPts val="2950"/>
              </a:lnSpc>
              <a:buNone/>
            </a:pPr>
            <a:r>
              <a:rPr lang="en-US" sz="2850" b="1" i="1" dirty="0">
                <a:solidFill>
                  <a:srgbClr val="33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2850" dirty="0"/>
          </a:p>
        </p:txBody>
      </p:sp>
      <p:sp>
        <p:nvSpPr>
          <p:cNvPr id="268" name="Text 266"/>
          <p:cNvSpPr/>
          <p:nvPr/>
        </p:nvSpPr>
        <p:spPr>
          <a:xfrm>
            <a:off x="573041" y="5741555"/>
            <a:ext cx="1136253" cy="398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3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5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&amp; Pos.</a:t>
            </a:r>
            <a:endParaRPr lang="en-US" sz="1350" dirty="0"/>
          </a:p>
        </p:txBody>
      </p:sp>
      <p:sp>
        <p:nvSpPr>
          <p:cNvPr id="269" name="Shape 267"/>
          <p:cNvSpPr/>
          <p:nvPr/>
        </p:nvSpPr>
        <p:spPr>
          <a:xfrm>
            <a:off x="612678" y="6406086"/>
            <a:ext cx="1056979" cy="385428"/>
          </a:xfrm>
          <a:prstGeom prst="rect">
            <a:avLst/>
          </a:prstGeom>
          <a:solidFill>
            <a:srgbClr val="F9E8D6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612678" y="6406086"/>
            <a:ext cx="1056979" cy="385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Seq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2026-10-12T05:13:39Z</dcterms:created>
  <dcterms:modified xsi:type="dcterms:W3CDTF">2026-10-12T05:13:39Z</dcterms:modified>
</cp:coreProperties>
</file>