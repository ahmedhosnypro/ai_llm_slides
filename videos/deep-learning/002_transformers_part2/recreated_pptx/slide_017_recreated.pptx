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80000" y="635000"/>
            <a:ext cx="889000" cy="279400"/>
          </a:xfrm>
          <a:prstGeom prst="roundRect">
            <a:avLst>
              <a:gd name="adj" fmla="val 13091"/>
            </a:avLst>
          </a:prstGeom>
          <a:solidFill>
            <a:srgbClr val="FFFFFF"/>
          </a:solidFill>
          <a:ln w="15875">
            <a:solidFill>
              <a:srgbClr val="2222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05400" y="666750"/>
            <a:ext cx="165100" cy="215900"/>
          </a:xfrm>
          <a:prstGeom prst="rect">
            <a:avLst/>
          </a:prstGeom>
          <a:solidFill>
            <a:srgbClr val="FCFFCB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75580" y="666750"/>
            <a:ext cx="165100" cy="215900"/>
          </a:xfrm>
          <a:prstGeom prst="rect">
            <a:avLst/>
          </a:prstGeom>
          <a:solidFill>
            <a:srgbClr val="F1FFDB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45760" y="666750"/>
            <a:ext cx="165100" cy="215900"/>
          </a:xfrm>
          <a:prstGeom prst="rect">
            <a:avLst/>
          </a:prstGeom>
          <a:solidFill>
            <a:srgbClr val="DFF0C8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15940" y="666750"/>
            <a:ext cx="165100" cy="2159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86120" y="666750"/>
            <a:ext cx="165100" cy="2159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84800" y="68580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00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007100" y="762000"/>
            <a:ext cx="330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1×d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778500" y="946150"/>
            <a:ext cx="0" cy="18415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4" name="Shape 12"/>
          <p:cNvSpPr/>
          <p:nvPr/>
        </p:nvSpPr>
        <p:spPr>
          <a:xfrm>
            <a:off x="5930900" y="1466850"/>
            <a:ext cx="0" cy="14605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5" name="Shape 13"/>
          <p:cNvSpPr/>
          <p:nvPr/>
        </p:nvSpPr>
        <p:spPr>
          <a:xfrm>
            <a:off x="3987800" y="1143000"/>
            <a:ext cx="3048000" cy="311150"/>
          </a:xfrm>
          <a:prstGeom prst="rect">
            <a:avLst/>
          </a:prstGeom>
          <a:solidFill>
            <a:srgbClr val="F6FAD5"/>
          </a:solidFill>
          <a:ln w="19050">
            <a:solidFill>
              <a:srgbClr val="D269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87800" y="1143000"/>
            <a:ext cx="3048000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Transformation    [ T ] 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pPr algn="ctr" indent="0" marL="0">
              <a:buNone/>
            </a:pPr>
            <a:r>
              <a:rPr lang="en-US" sz="750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349500" y="1625600"/>
            <a:ext cx="6337300" cy="298450"/>
          </a:xfrm>
          <a:prstGeom prst="roundRect">
            <a:avLst>
              <a:gd name="adj" fmla="val 49940"/>
            </a:avLst>
          </a:prstGeom>
          <a:solidFill>
            <a:srgbClr val="F9FBBD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962400" y="1644650"/>
            <a:ext cx="914400" cy="260350"/>
          </a:xfrm>
          <a:prstGeom prst="rect">
            <a:avLst/>
          </a:prstGeom>
          <a:solidFill>
            <a:srgbClr val="BB4F07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18000" y="1695450"/>
            <a:ext cx="203200" cy="158750"/>
          </a:xfrm>
          <a:prstGeom prst="rect">
            <a:avLst/>
          </a:prstGeom>
          <a:solidFill>
            <a:srgbClr val="FFFFFF"/>
          </a:solidFill>
          <a:ln w="6350">
            <a:solidFill>
              <a:srgbClr val="B0B0B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02200" y="1644650"/>
            <a:ext cx="927100" cy="260350"/>
          </a:xfrm>
          <a:prstGeom prst="rect">
            <a:avLst/>
          </a:prstGeom>
          <a:solidFill>
            <a:srgbClr val="777C5C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264150" y="1695450"/>
            <a:ext cx="203200" cy="158750"/>
          </a:xfrm>
          <a:prstGeom prst="rect">
            <a:avLst/>
          </a:prstGeom>
          <a:solidFill>
            <a:srgbClr val="FFFFFF"/>
          </a:solidFill>
          <a:ln w="6350">
            <a:solidFill>
              <a:srgbClr val="B0B0B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54700" y="1644650"/>
            <a:ext cx="914400" cy="260350"/>
          </a:xfrm>
          <a:prstGeom prst="rect">
            <a:avLst/>
          </a:prstGeom>
          <a:solidFill>
            <a:srgbClr val="F2F208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10300" y="1695450"/>
            <a:ext cx="203200" cy="158750"/>
          </a:xfrm>
          <a:prstGeom prst="rect">
            <a:avLst/>
          </a:prstGeom>
          <a:solidFill>
            <a:srgbClr val="FFFFFF"/>
          </a:solidFill>
          <a:ln w="6350">
            <a:solidFill>
              <a:srgbClr val="B0B0B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94500" y="1644650"/>
            <a:ext cx="914400" cy="260350"/>
          </a:xfrm>
          <a:prstGeom prst="rect">
            <a:avLst/>
          </a:prstGeom>
          <a:solidFill>
            <a:srgbClr val="AAFF71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50100" y="1695450"/>
            <a:ext cx="203200" cy="158750"/>
          </a:xfrm>
          <a:prstGeom prst="rect">
            <a:avLst/>
          </a:prstGeom>
          <a:solidFill>
            <a:srgbClr val="FFFFFF"/>
          </a:solidFill>
          <a:ln w="6350">
            <a:solidFill>
              <a:srgbClr val="B0B0B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34300" y="1644650"/>
            <a:ext cx="939800" cy="260350"/>
          </a:xfrm>
          <a:prstGeom prst="rect">
            <a:avLst/>
          </a:prstGeom>
          <a:solidFill>
            <a:srgbClr val="F3DEBC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02600" y="1695450"/>
            <a:ext cx="203200" cy="158750"/>
          </a:xfrm>
          <a:prstGeom prst="rect">
            <a:avLst/>
          </a:prstGeom>
          <a:solidFill>
            <a:srgbClr val="FFFFFF"/>
          </a:solidFill>
          <a:ln w="6350">
            <a:solidFill>
              <a:srgbClr val="B0B0B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18000" y="1695450"/>
            <a:ext cx="2032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5264150" y="1695450"/>
            <a:ext cx="2032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6210300" y="1695450"/>
            <a:ext cx="2032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7150100" y="1695450"/>
            <a:ext cx="2032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8102600" y="1695450"/>
            <a:ext cx="2032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600" dirty="0"/>
          </a:p>
        </p:txBody>
      </p:sp>
      <p:sp>
        <p:nvSpPr>
          <p:cNvPr id="33" name="Shape 31"/>
          <p:cNvSpPr/>
          <p:nvPr/>
        </p:nvSpPr>
        <p:spPr>
          <a:xfrm>
            <a:off x="2349500" y="1625600"/>
            <a:ext cx="6337300" cy="298450"/>
          </a:xfrm>
          <a:prstGeom prst="roundRect">
            <a:avLst>
              <a:gd name="adj" fmla="val 49940"/>
            </a:avLst>
          </a:prstGeom>
          <a:ln w="12700">
            <a:solidFill>
              <a:srgbClr val="3A3A3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387600" y="1651000"/>
            <a:ext cx="1498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Concatenated Vector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3149600" y="1790700"/>
            <a:ext cx="736600" cy="120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1×</a:t>
            </a:r>
            <a:pPr algn="l" indent="0" marL="0">
              <a:buNone/>
            </a:pPr>
            <a:r>
              <a:rPr lang="en-US" sz="700" b="1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5219700" y="1936750"/>
            <a:ext cx="0" cy="48260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37" name="Shape 35"/>
          <p:cNvSpPr/>
          <p:nvPr/>
        </p:nvSpPr>
        <p:spPr>
          <a:xfrm>
            <a:off x="5473700" y="1936750"/>
            <a:ext cx="0" cy="48260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38" name="Shape 36"/>
          <p:cNvSpPr/>
          <p:nvPr/>
        </p:nvSpPr>
        <p:spPr>
          <a:xfrm>
            <a:off x="5727700" y="1936750"/>
            <a:ext cx="0" cy="48260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39" name="Shape 37"/>
          <p:cNvSpPr/>
          <p:nvPr/>
        </p:nvSpPr>
        <p:spPr>
          <a:xfrm>
            <a:off x="5981700" y="1936750"/>
            <a:ext cx="0" cy="48260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40" name="Shape 38"/>
          <p:cNvSpPr/>
          <p:nvPr/>
        </p:nvSpPr>
        <p:spPr>
          <a:xfrm>
            <a:off x="6235700" y="1936750"/>
            <a:ext cx="0" cy="48260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41" name="Shape 39"/>
          <p:cNvSpPr/>
          <p:nvPr/>
        </p:nvSpPr>
        <p:spPr>
          <a:xfrm>
            <a:off x="2971800" y="2438400"/>
            <a:ext cx="6959600" cy="3048000"/>
          </a:xfrm>
          <a:prstGeom prst="roundRect">
            <a:avLst>
              <a:gd name="adj" fmla="val 1800"/>
            </a:avLst>
          </a:prstGeom>
          <a:solidFill>
            <a:srgbClr val="F7E2CD"/>
          </a:solidFill>
          <a:ln/>
        </p:spPr>
      </p:sp>
      <p:sp>
        <p:nvSpPr>
          <p:cNvPr id="42" name="Shape 40"/>
          <p:cNvSpPr/>
          <p:nvPr/>
        </p:nvSpPr>
        <p:spPr>
          <a:xfrm>
            <a:off x="2400300" y="2641600"/>
            <a:ext cx="6959600" cy="3136900"/>
          </a:xfrm>
          <a:prstGeom prst="roundRect">
            <a:avLst>
              <a:gd name="adj" fmla="val 1749"/>
            </a:avLst>
          </a:prstGeom>
          <a:solidFill>
            <a:srgbClr val="D4FFE5"/>
          </a:solidFill>
          <a:ln/>
        </p:spPr>
      </p:sp>
      <p:sp>
        <p:nvSpPr>
          <p:cNvPr id="43" name="Shape 41"/>
          <p:cNvSpPr/>
          <p:nvPr/>
        </p:nvSpPr>
        <p:spPr>
          <a:xfrm>
            <a:off x="1930400" y="2946400"/>
            <a:ext cx="6959600" cy="3175000"/>
          </a:xfrm>
          <a:prstGeom prst="roundRect">
            <a:avLst>
              <a:gd name="adj" fmla="val 1728"/>
            </a:avLst>
          </a:prstGeom>
          <a:solidFill>
            <a:srgbClr val="F8FF9A"/>
          </a:solidFill>
          <a:ln/>
        </p:spPr>
      </p:sp>
      <p:sp>
        <p:nvSpPr>
          <p:cNvPr id="44" name="Shape 42"/>
          <p:cNvSpPr/>
          <p:nvPr/>
        </p:nvSpPr>
        <p:spPr>
          <a:xfrm>
            <a:off x="1320800" y="3200400"/>
            <a:ext cx="6959600" cy="3251200"/>
          </a:xfrm>
          <a:prstGeom prst="roundRect">
            <a:avLst>
              <a:gd name="adj" fmla="val 1688"/>
            </a:avLst>
          </a:prstGeom>
          <a:solidFill>
            <a:srgbClr val="C5C1F4"/>
          </a:solidFill>
          <a:ln/>
        </p:spPr>
      </p:sp>
      <p:sp>
        <p:nvSpPr>
          <p:cNvPr id="45" name="Shape 43"/>
          <p:cNvSpPr/>
          <p:nvPr/>
        </p:nvSpPr>
        <p:spPr>
          <a:xfrm>
            <a:off x="711200" y="3479800"/>
            <a:ext cx="6959600" cy="3200400"/>
          </a:xfrm>
          <a:prstGeom prst="roundRect">
            <a:avLst>
              <a:gd name="adj" fmla="val 1714"/>
            </a:avLst>
          </a:prstGeom>
          <a:solidFill>
            <a:srgbClr val="EF8C96"/>
          </a:solidFill>
          <a:ln/>
        </p:spPr>
      </p:sp>
      <p:sp>
        <p:nvSpPr>
          <p:cNvPr id="46" name="Shape 44"/>
          <p:cNvSpPr/>
          <p:nvPr/>
        </p:nvSpPr>
        <p:spPr>
          <a:xfrm>
            <a:off x="2616200" y="3536950"/>
            <a:ext cx="5588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616200" y="3536950"/>
            <a:ext cx="558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48" name="Shape 46"/>
          <p:cNvSpPr/>
          <p:nvPr/>
        </p:nvSpPr>
        <p:spPr>
          <a:xfrm>
            <a:off x="5435600" y="3536950"/>
            <a:ext cx="8001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35600" y="3536950"/>
            <a:ext cx="800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50" name="Shape 48"/>
          <p:cNvSpPr/>
          <p:nvPr/>
        </p:nvSpPr>
        <p:spPr>
          <a:xfrm>
            <a:off x="3962400" y="3530600"/>
            <a:ext cx="787400" cy="203200"/>
          </a:xfrm>
          <a:prstGeom prst="rect">
            <a:avLst/>
          </a:prstGeom>
          <a:solidFill>
            <a:srgbClr val="E4E0BC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51" name="Text 49"/>
          <p:cNvSpPr/>
          <p:nvPr/>
        </p:nvSpPr>
        <p:spPr>
          <a:xfrm>
            <a:off x="3962400" y="3530600"/>
            <a:ext cx="787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00" dirty="0"/>
          </a:p>
        </p:txBody>
      </p:sp>
      <p:sp>
        <p:nvSpPr>
          <p:cNvPr id="52" name="Shape 50"/>
          <p:cNvSpPr/>
          <p:nvPr/>
        </p:nvSpPr>
        <p:spPr>
          <a:xfrm>
            <a:off x="7150100" y="3556000"/>
            <a:ext cx="381000" cy="18415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53" name="Text 51"/>
          <p:cNvSpPr/>
          <p:nvPr/>
        </p:nvSpPr>
        <p:spPr>
          <a:xfrm>
            <a:off x="7150100" y="3556000"/>
            <a:ext cx="381000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h=1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3175000" y="3276600"/>
            <a:ext cx="5588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175000" y="3276600"/>
            <a:ext cx="558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56" name="Shape 54"/>
          <p:cNvSpPr/>
          <p:nvPr/>
        </p:nvSpPr>
        <p:spPr>
          <a:xfrm>
            <a:off x="5994400" y="3276600"/>
            <a:ext cx="8001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994400" y="3276600"/>
            <a:ext cx="800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58" name="Shape 56"/>
          <p:cNvSpPr/>
          <p:nvPr/>
        </p:nvSpPr>
        <p:spPr>
          <a:xfrm>
            <a:off x="4965700" y="3327400"/>
            <a:ext cx="508000" cy="177800"/>
          </a:xfrm>
          <a:prstGeom prst="rect">
            <a:avLst/>
          </a:prstGeom>
          <a:solidFill>
            <a:srgbClr val="9A86C8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59" name="Text 57"/>
          <p:cNvSpPr/>
          <p:nvPr/>
        </p:nvSpPr>
        <p:spPr>
          <a:xfrm>
            <a:off x="4965700" y="33274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00" dirty="0"/>
          </a:p>
        </p:txBody>
      </p:sp>
      <p:sp>
        <p:nvSpPr>
          <p:cNvPr id="60" name="Shape 58"/>
          <p:cNvSpPr/>
          <p:nvPr/>
        </p:nvSpPr>
        <p:spPr>
          <a:xfrm>
            <a:off x="7734300" y="3295650"/>
            <a:ext cx="381000" cy="18415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61" name="Text 59"/>
          <p:cNvSpPr/>
          <p:nvPr/>
        </p:nvSpPr>
        <p:spPr>
          <a:xfrm>
            <a:off x="7734300" y="3295650"/>
            <a:ext cx="381000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h=2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3733800" y="3016250"/>
            <a:ext cx="5588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733800" y="3016250"/>
            <a:ext cx="558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64" name="Shape 62"/>
          <p:cNvSpPr/>
          <p:nvPr/>
        </p:nvSpPr>
        <p:spPr>
          <a:xfrm>
            <a:off x="6553200" y="3016250"/>
            <a:ext cx="8001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553200" y="3016250"/>
            <a:ext cx="800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66" name="Shape 64"/>
          <p:cNvSpPr/>
          <p:nvPr/>
        </p:nvSpPr>
        <p:spPr>
          <a:xfrm>
            <a:off x="5245100" y="3073400"/>
            <a:ext cx="558800" cy="203200"/>
          </a:xfrm>
          <a:prstGeom prst="rect">
            <a:avLst/>
          </a:prstGeom>
          <a:solidFill>
            <a:srgbClr val="A0400E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67" name="Text 65"/>
          <p:cNvSpPr/>
          <p:nvPr/>
        </p:nvSpPr>
        <p:spPr>
          <a:xfrm>
            <a:off x="5245100" y="3073400"/>
            <a:ext cx="558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00" dirty="0"/>
          </a:p>
        </p:txBody>
      </p:sp>
      <p:sp>
        <p:nvSpPr>
          <p:cNvPr id="68" name="Shape 66"/>
          <p:cNvSpPr/>
          <p:nvPr/>
        </p:nvSpPr>
        <p:spPr>
          <a:xfrm>
            <a:off x="8318500" y="3035300"/>
            <a:ext cx="381000" cy="18415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69" name="Text 67"/>
          <p:cNvSpPr/>
          <p:nvPr/>
        </p:nvSpPr>
        <p:spPr>
          <a:xfrm>
            <a:off x="8318500" y="3035300"/>
            <a:ext cx="381000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h=3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4292600" y="2755900"/>
            <a:ext cx="5588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292600" y="2755900"/>
            <a:ext cx="558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72" name="Shape 70"/>
          <p:cNvSpPr/>
          <p:nvPr/>
        </p:nvSpPr>
        <p:spPr>
          <a:xfrm>
            <a:off x="7112000" y="2755900"/>
            <a:ext cx="8001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112000" y="2755900"/>
            <a:ext cx="800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74" name="Shape 72"/>
          <p:cNvSpPr/>
          <p:nvPr/>
        </p:nvSpPr>
        <p:spPr>
          <a:xfrm>
            <a:off x="5651500" y="2755900"/>
            <a:ext cx="711200" cy="190500"/>
          </a:xfrm>
          <a:prstGeom prst="rect">
            <a:avLst/>
          </a:prstGeom>
          <a:solidFill>
            <a:srgbClr val="4A4A4A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75" name="Text 73"/>
          <p:cNvSpPr/>
          <p:nvPr/>
        </p:nvSpPr>
        <p:spPr>
          <a:xfrm>
            <a:off x="5651500" y="2755900"/>
            <a:ext cx="711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00" dirty="0"/>
          </a:p>
        </p:txBody>
      </p:sp>
      <p:sp>
        <p:nvSpPr>
          <p:cNvPr id="76" name="Shape 74"/>
          <p:cNvSpPr/>
          <p:nvPr/>
        </p:nvSpPr>
        <p:spPr>
          <a:xfrm>
            <a:off x="8902700" y="2774950"/>
            <a:ext cx="381000" cy="18415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77" name="Text 75"/>
          <p:cNvSpPr/>
          <p:nvPr/>
        </p:nvSpPr>
        <p:spPr>
          <a:xfrm>
            <a:off x="8902700" y="2774950"/>
            <a:ext cx="381000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h=4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4851400" y="2495550"/>
            <a:ext cx="5588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851400" y="2495550"/>
            <a:ext cx="558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80" name="Shape 78"/>
          <p:cNvSpPr/>
          <p:nvPr/>
        </p:nvSpPr>
        <p:spPr>
          <a:xfrm>
            <a:off x="7670800" y="2495550"/>
            <a:ext cx="8001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670800" y="2495550"/>
            <a:ext cx="800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82" name="Shape 80"/>
          <p:cNvSpPr/>
          <p:nvPr/>
        </p:nvSpPr>
        <p:spPr>
          <a:xfrm>
            <a:off x="5969000" y="2501900"/>
            <a:ext cx="508000" cy="177800"/>
          </a:xfrm>
          <a:prstGeom prst="rect">
            <a:avLst/>
          </a:prstGeom>
          <a:solidFill>
            <a:srgbClr val="E0DC1E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83" name="Text 81"/>
          <p:cNvSpPr/>
          <p:nvPr/>
        </p:nvSpPr>
        <p:spPr>
          <a:xfrm>
            <a:off x="5969000" y="25019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600" dirty="0"/>
          </a:p>
        </p:txBody>
      </p:sp>
      <p:sp>
        <p:nvSpPr>
          <p:cNvPr id="84" name="Shape 82"/>
          <p:cNvSpPr/>
          <p:nvPr/>
        </p:nvSpPr>
        <p:spPr>
          <a:xfrm>
            <a:off x="9486900" y="2514600"/>
            <a:ext cx="381000" cy="18415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85" name="Text 83"/>
          <p:cNvSpPr/>
          <p:nvPr/>
        </p:nvSpPr>
        <p:spPr>
          <a:xfrm>
            <a:off x="9486900" y="2514600"/>
            <a:ext cx="381000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h=5</a:t>
            </a:r>
            <a:endParaRPr lang="en-US" sz="700" dirty="0"/>
          </a:p>
        </p:txBody>
      </p:sp>
      <p:sp>
        <p:nvSpPr>
          <p:cNvPr id="86" name="Shape 84"/>
          <p:cNvSpPr/>
          <p:nvPr/>
        </p:nvSpPr>
        <p:spPr>
          <a:xfrm>
            <a:off x="3733800" y="3175000"/>
            <a:ext cx="1016000" cy="355600"/>
          </a:xfrm>
          <a:prstGeom prst="ellipse">
            <a:avLst/>
          </a:prstGeom>
          <a:solidFill>
            <a:srgbClr val="FDF3EE"/>
          </a:solidFill>
          <a:ln w="9525">
            <a:solidFill>
              <a:srgbClr val="C9B8B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733800" y="3175000"/>
            <a:ext cx="1016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Probabilities</a:t>
            </a:r>
            <a:endParaRPr lang="en-US" sz="600" dirty="0"/>
          </a:p>
        </p:txBody>
      </p:sp>
      <p:sp>
        <p:nvSpPr>
          <p:cNvPr id="88" name="Shape 86"/>
          <p:cNvSpPr/>
          <p:nvPr/>
        </p:nvSpPr>
        <p:spPr>
          <a:xfrm>
            <a:off x="6172200" y="2247900"/>
            <a:ext cx="558800" cy="190500"/>
          </a:xfrm>
          <a:prstGeom prst="rect">
            <a:avLst/>
          </a:prstGeom>
          <a:solidFill>
            <a:srgbClr val="8ED08A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89" name="Text 87"/>
          <p:cNvSpPr/>
          <p:nvPr/>
        </p:nvSpPr>
        <p:spPr>
          <a:xfrm>
            <a:off x="6172200" y="2247900"/>
            <a:ext cx="558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600" dirty="0"/>
          </a:p>
        </p:txBody>
      </p:sp>
      <p:sp>
        <p:nvSpPr>
          <p:cNvPr id="90" name="Shape 88"/>
          <p:cNvSpPr/>
          <p:nvPr/>
        </p:nvSpPr>
        <p:spPr>
          <a:xfrm>
            <a:off x="3251200" y="4254500"/>
            <a:ext cx="20066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dash"/>
          </a:ln>
        </p:spPr>
      </p:sp>
      <p:sp>
        <p:nvSpPr>
          <p:cNvPr id="91" name="Shape 89"/>
          <p:cNvSpPr/>
          <p:nvPr/>
        </p:nvSpPr>
        <p:spPr>
          <a:xfrm>
            <a:off x="3251200" y="4610100"/>
            <a:ext cx="20066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dash"/>
          </a:ln>
        </p:spPr>
      </p:sp>
      <p:sp>
        <p:nvSpPr>
          <p:cNvPr id="92" name="Shape 90"/>
          <p:cNvSpPr/>
          <p:nvPr/>
        </p:nvSpPr>
        <p:spPr>
          <a:xfrm>
            <a:off x="3251200" y="4965700"/>
            <a:ext cx="20066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dash"/>
          </a:ln>
        </p:spPr>
      </p:sp>
      <p:sp>
        <p:nvSpPr>
          <p:cNvPr id="93" name="Shape 91"/>
          <p:cNvSpPr/>
          <p:nvPr/>
        </p:nvSpPr>
        <p:spPr>
          <a:xfrm>
            <a:off x="3251200" y="5321300"/>
            <a:ext cx="20066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dash"/>
          </a:ln>
        </p:spPr>
      </p:sp>
      <p:sp>
        <p:nvSpPr>
          <p:cNvPr id="94" name="Text 92"/>
          <p:cNvSpPr/>
          <p:nvPr/>
        </p:nvSpPr>
        <p:spPr>
          <a:xfrm>
            <a:off x="3238500" y="3835400"/>
            <a:ext cx="304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K,q</a:t>
            </a:r>
            <a:endParaRPr lang="en-US" sz="650" dirty="0"/>
          </a:p>
        </p:txBody>
      </p:sp>
      <p:sp>
        <p:nvSpPr>
          <p:cNvPr id="95" name="Shape 93"/>
          <p:cNvSpPr/>
          <p:nvPr/>
        </p:nvSpPr>
        <p:spPr>
          <a:xfrm>
            <a:off x="3530600" y="3822700"/>
            <a:ext cx="279400" cy="1778000"/>
          </a:xfrm>
          <a:prstGeom prst="roundRect">
            <a:avLst>
              <a:gd name="adj" fmla="val 29455"/>
            </a:avLst>
          </a:prstGeom>
          <a:solidFill>
            <a:srgbClr val="FBD8E8"/>
          </a:solidFill>
          <a:ln w="9525">
            <a:solidFill>
              <a:srgbClr val="E8A8C8"/>
            </a:solidFill>
            <a:prstDash val="solid"/>
          </a:ln>
        </p:spPr>
      </p:sp>
      <p:pic>
        <p:nvPicPr>
          <p:cNvPr id="96" name="Image 0" descr="/home/ahmed/Projects/ai_llm_slides/videos/deep-learning/001_transformers_part1/recreated_pptx/build/assets/eq_scaling_pill_r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49650" y="4038600"/>
            <a:ext cx="236217" cy="1126239"/>
          </a:xfrm>
          <a:prstGeom prst="rect">
            <a:avLst/>
          </a:prstGeom>
        </p:spPr>
      </p:pic>
      <p:pic>
        <p:nvPicPr>
          <p:cNvPr id="97" name="Image 1" descr="/home/ahmed/Projects/ai_llm_slides/videos/deep-learning/001_transformers_part1/recreated_pptx/build/assets/eq_kq_sqrt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3500" y="3733800"/>
            <a:ext cx="205740" cy="289563"/>
          </a:xfrm>
          <a:prstGeom prst="rect">
            <a:avLst/>
          </a:prstGeom>
        </p:spPr>
      </p:pic>
      <p:sp>
        <p:nvSpPr>
          <p:cNvPr id="98" name="Shape 94"/>
          <p:cNvSpPr/>
          <p:nvPr/>
        </p:nvSpPr>
        <p:spPr>
          <a:xfrm>
            <a:off x="4216400" y="3822700"/>
            <a:ext cx="292100" cy="1778000"/>
          </a:xfrm>
          <a:prstGeom prst="roundRect">
            <a:avLst>
              <a:gd name="adj" fmla="val 28174"/>
            </a:avLst>
          </a:prstGeom>
          <a:solidFill>
            <a:srgbClr val="E4D8F4"/>
          </a:solidFill>
          <a:ln w="9525">
            <a:solidFill>
              <a:srgbClr val="C8B8E8"/>
            </a:solidFill>
            <a:prstDash val="solid"/>
          </a:ln>
        </p:spPr>
      </p:sp>
      <p:pic>
        <p:nvPicPr>
          <p:cNvPr id="99" name="Image 2" descr="/home/ahmed/Projects/ai_llm_slides/videos/deep-learning/001_transformers_part1/recreated_pptx/build/assets/eq_softmax_pill_ro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5300" y="4470400"/>
            <a:ext cx="111255" cy="524253"/>
          </a:xfrm>
          <a:prstGeom prst="rect">
            <a:avLst/>
          </a:prstGeom>
        </p:spPr>
      </p:pic>
      <p:sp>
        <p:nvSpPr>
          <p:cNvPr id="100" name="Shape 95"/>
          <p:cNvSpPr/>
          <p:nvPr/>
        </p:nvSpPr>
        <p:spPr>
          <a:xfrm>
            <a:off x="4800600" y="3517900"/>
            <a:ext cx="406400" cy="-76200"/>
          </a:xfrm>
          <a:prstGeom prst="line">
            <a:avLst/>
          </a:prstGeom>
          <a:noFill/>
          <a:ln w="31750">
            <a:solidFill>
              <a:srgbClr val="00AA00"/>
            </a:solidFill>
            <a:prstDash val="solid"/>
            <a:tailEnd type="triangle"/>
          </a:ln>
        </p:spPr>
      </p:sp>
      <p:sp>
        <p:nvSpPr>
          <p:cNvPr id="101" name="Shape 96"/>
          <p:cNvSpPr/>
          <p:nvPr/>
        </p:nvSpPr>
        <p:spPr>
          <a:xfrm>
            <a:off x="4495800" y="3759200"/>
            <a:ext cx="762000" cy="43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102" name="Text 97"/>
          <p:cNvSpPr/>
          <p:nvPr/>
        </p:nvSpPr>
        <p:spPr>
          <a:xfrm>
            <a:off x="4495800" y="3759200"/>
            <a:ext cx="762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2000" dirty="0"/>
          </a:p>
        </p:txBody>
      </p:sp>
      <p:sp>
        <p:nvSpPr>
          <p:cNvPr id="103" name="Shape 98"/>
          <p:cNvSpPr/>
          <p:nvPr/>
        </p:nvSpPr>
        <p:spPr>
          <a:xfrm>
            <a:off x="2603500" y="5930900"/>
            <a:ext cx="584200" cy="1524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04" name="Text 99"/>
          <p:cNvSpPr/>
          <p:nvPr/>
        </p:nvSpPr>
        <p:spPr>
          <a:xfrm>
            <a:off x="2400300" y="5918200"/>
            <a:ext cx="1905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l" indent="0" marL="0">
              <a:buNone/>
            </a:pPr>
            <a:r>
              <a:rPr lang="en-US" sz="52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00" dirty="0"/>
          </a:p>
        </p:txBody>
      </p:sp>
      <p:sp>
        <p:nvSpPr>
          <p:cNvPr id="105" name="Shape 100"/>
          <p:cNvSpPr/>
          <p:nvPr/>
        </p:nvSpPr>
        <p:spPr>
          <a:xfrm>
            <a:off x="3276600" y="5689600"/>
            <a:ext cx="558800" cy="304800"/>
          </a:xfrm>
          <a:prstGeom prst="rect">
            <a:avLst/>
          </a:prstGeom>
          <a:solidFill>
            <a:srgbClr val="FFFFFF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106" name="Text 101"/>
          <p:cNvSpPr/>
          <p:nvPr/>
        </p:nvSpPr>
        <p:spPr>
          <a:xfrm>
            <a:off x="3276600" y="5689600"/>
            <a:ext cx="558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553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52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650" dirty="0"/>
          </a:p>
        </p:txBody>
      </p:sp>
      <p:sp>
        <p:nvSpPr>
          <p:cNvPr id="107" name="Shape 102"/>
          <p:cNvSpPr/>
          <p:nvPr/>
        </p:nvSpPr>
        <p:spPr>
          <a:xfrm>
            <a:off x="3556000" y="6019800"/>
            <a:ext cx="0" cy="1524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08" name="Shape 103"/>
          <p:cNvSpPr/>
          <p:nvPr/>
        </p:nvSpPr>
        <p:spPr>
          <a:xfrm>
            <a:off x="1930400" y="6248400"/>
            <a:ext cx="2413000" cy="368300"/>
          </a:xfrm>
          <a:prstGeom prst="roundRect">
            <a:avLst>
              <a:gd name="adj" fmla="val 12414"/>
            </a:avLst>
          </a:prstGeom>
          <a:solidFill>
            <a:srgbClr val="E8FCE8"/>
          </a:solidFill>
          <a:ln w="15875">
            <a:solidFill>
              <a:srgbClr val="2E8B57"/>
            </a:solidFill>
            <a:prstDash val="dash"/>
          </a:ln>
        </p:spPr>
      </p:sp>
      <p:sp>
        <p:nvSpPr>
          <p:cNvPr id="109" name="Shape 104"/>
          <p:cNvSpPr/>
          <p:nvPr/>
        </p:nvSpPr>
        <p:spPr>
          <a:xfrm>
            <a:off x="2006600" y="6299200"/>
            <a:ext cx="711200" cy="190500"/>
          </a:xfrm>
          <a:prstGeom prst="rect">
            <a:avLst/>
          </a:prstGeom>
          <a:solidFill>
            <a:srgbClr val="F7F3D8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10" name="Text 105"/>
          <p:cNvSpPr/>
          <p:nvPr/>
        </p:nvSpPr>
        <p:spPr>
          <a:xfrm>
            <a:off x="2006600" y="6299200"/>
            <a:ext cx="711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111" name="Shape 106"/>
          <p:cNvSpPr/>
          <p:nvPr/>
        </p:nvSpPr>
        <p:spPr>
          <a:xfrm>
            <a:off x="2819400" y="6299200"/>
            <a:ext cx="457200" cy="190500"/>
          </a:xfrm>
          <a:prstGeom prst="rect">
            <a:avLst/>
          </a:prstGeom>
          <a:solidFill>
            <a:srgbClr val="F2C8F0"/>
          </a:solidFill>
          <a:ln w="19050">
            <a:solidFill>
              <a:srgbClr val="FF69B4"/>
            </a:solidFill>
            <a:prstDash val="solid"/>
          </a:ln>
        </p:spPr>
      </p:sp>
      <p:sp>
        <p:nvSpPr>
          <p:cNvPr id="112" name="Text 107"/>
          <p:cNvSpPr/>
          <p:nvPr/>
        </p:nvSpPr>
        <p:spPr>
          <a:xfrm>
            <a:off x="2819400" y="6299200"/>
            <a:ext cx="457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113" name="Shape 108"/>
          <p:cNvSpPr/>
          <p:nvPr/>
        </p:nvSpPr>
        <p:spPr>
          <a:xfrm>
            <a:off x="3302000" y="6299200"/>
            <a:ext cx="584200" cy="190500"/>
          </a:xfrm>
          <a:prstGeom prst="rect">
            <a:avLst/>
          </a:prstGeom>
          <a:solidFill>
            <a:srgbClr val="F7F3D8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14" name="Text 109"/>
          <p:cNvSpPr/>
          <p:nvPr/>
        </p:nvSpPr>
        <p:spPr>
          <a:xfrm>
            <a:off x="3302000" y="6299200"/>
            <a:ext cx="58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115" name="Shape 110"/>
          <p:cNvSpPr/>
          <p:nvPr/>
        </p:nvSpPr>
        <p:spPr>
          <a:xfrm>
            <a:off x="3937000" y="6299200"/>
            <a:ext cx="406400" cy="190500"/>
          </a:xfrm>
          <a:prstGeom prst="rect">
            <a:avLst/>
          </a:prstGeom>
          <a:solidFill>
            <a:srgbClr val="F7F3D8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16" name="Text 111"/>
          <p:cNvSpPr/>
          <p:nvPr/>
        </p:nvSpPr>
        <p:spPr>
          <a:xfrm>
            <a:off x="3937000" y="6299200"/>
            <a:ext cx="406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117" name="Shape 112"/>
          <p:cNvSpPr/>
          <p:nvPr/>
        </p:nvSpPr>
        <p:spPr>
          <a:xfrm>
            <a:off x="3086100" y="6515100"/>
            <a:ext cx="127000" cy="-165100"/>
          </a:xfrm>
          <a:prstGeom prst="line">
            <a:avLst/>
          </a:prstGeom>
          <a:noFill/>
          <a:ln w="28575">
            <a:solidFill>
              <a:srgbClr val="C00000"/>
            </a:solidFill>
            <a:prstDash val="solid"/>
            <a:tailEnd type="triangle"/>
          </a:ln>
        </p:spPr>
      </p:sp>
      <p:pic>
        <p:nvPicPr>
          <p:cNvPr id="118" name="Image 3" descr="/home/ahmed/Projects/ai_llm_slides/videos/deep-learning/001_transformers_part1/recreated_pptx/build/assets/bottom_cur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1000" y="5740400"/>
            <a:ext cx="4762497" cy="1041401"/>
          </a:xfrm>
          <a:prstGeom prst="rect">
            <a:avLst/>
          </a:prstGeom>
        </p:spPr>
      </p:pic>
      <p:sp>
        <p:nvSpPr>
          <p:cNvPr id="119" name="Shape 113"/>
          <p:cNvSpPr/>
          <p:nvPr/>
        </p:nvSpPr>
        <p:spPr>
          <a:xfrm>
            <a:off x="7823200" y="4089400"/>
            <a:ext cx="533400" cy="15494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120" name="Text 114"/>
          <p:cNvSpPr/>
          <p:nvPr/>
        </p:nvSpPr>
        <p:spPr>
          <a:xfrm>
            <a:off x="7861300" y="41910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121" name="Shape 115"/>
          <p:cNvSpPr/>
          <p:nvPr/>
        </p:nvSpPr>
        <p:spPr>
          <a:xfrm>
            <a:off x="8013700" y="41910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22" name="Shape 116"/>
          <p:cNvSpPr/>
          <p:nvPr/>
        </p:nvSpPr>
        <p:spPr>
          <a:xfrm>
            <a:off x="8121650" y="41910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23" name="Shape 117"/>
          <p:cNvSpPr/>
          <p:nvPr/>
        </p:nvSpPr>
        <p:spPr>
          <a:xfrm>
            <a:off x="8229600" y="41910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24" name="Text 118"/>
          <p:cNvSpPr/>
          <p:nvPr/>
        </p:nvSpPr>
        <p:spPr>
          <a:xfrm>
            <a:off x="7861300" y="45720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125" name="Shape 119"/>
          <p:cNvSpPr/>
          <p:nvPr/>
        </p:nvSpPr>
        <p:spPr>
          <a:xfrm>
            <a:off x="8013700" y="45720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26" name="Shape 120"/>
          <p:cNvSpPr/>
          <p:nvPr/>
        </p:nvSpPr>
        <p:spPr>
          <a:xfrm>
            <a:off x="8121650" y="45720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27" name="Shape 121"/>
          <p:cNvSpPr/>
          <p:nvPr/>
        </p:nvSpPr>
        <p:spPr>
          <a:xfrm>
            <a:off x="8229600" y="45720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28" name="Text 122"/>
          <p:cNvSpPr/>
          <p:nvPr/>
        </p:nvSpPr>
        <p:spPr>
          <a:xfrm>
            <a:off x="7861300" y="49530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129" name="Shape 123"/>
          <p:cNvSpPr/>
          <p:nvPr/>
        </p:nvSpPr>
        <p:spPr>
          <a:xfrm>
            <a:off x="8013700" y="49530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30" name="Shape 124"/>
          <p:cNvSpPr/>
          <p:nvPr/>
        </p:nvSpPr>
        <p:spPr>
          <a:xfrm>
            <a:off x="8121650" y="49530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31" name="Shape 125"/>
          <p:cNvSpPr/>
          <p:nvPr/>
        </p:nvSpPr>
        <p:spPr>
          <a:xfrm>
            <a:off x="8229600" y="49530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32" name="Text 126"/>
          <p:cNvSpPr/>
          <p:nvPr/>
        </p:nvSpPr>
        <p:spPr>
          <a:xfrm>
            <a:off x="7861300" y="53340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133" name="Shape 127"/>
          <p:cNvSpPr/>
          <p:nvPr/>
        </p:nvSpPr>
        <p:spPr>
          <a:xfrm>
            <a:off x="8013700" y="53340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34" name="Shape 128"/>
          <p:cNvSpPr/>
          <p:nvPr/>
        </p:nvSpPr>
        <p:spPr>
          <a:xfrm>
            <a:off x="8121650" y="53340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35" name="Shape 129"/>
          <p:cNvSpPr/>
          <p:nvPr/>
        </p:nvSpPr>
        <p:spPr>
          <a:xfrm>
            <a:off x="8229600" y="53340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36" name="Shape 130"/>
          <p:cNvSpPr/>
          <p:nvPr/>
        </p:nvSpPr>
        <p:spPr>
          <a:xfrm>
            <a:off x="8089900" y="5562600"/>
            <a:ext cx="0" cy="114300"/>
          </a:xfrm>
          <a:prstGeom prst="line">
            <a:avLst/>
          </a:prstGeom>
          <a:noFill/>
          <a:ln w="15875">
            <a:solidFill>
              <a:srgbClr val="00AA00"/>
            </a:solidFill>
            <a:prstDash val="solid"/>
            <a:headEnd type="triangle"/>
          </a:ln>
        </p:spPr>
      </p:sp>
      <p:sp>
        <p:nvSpPr>
          <p:cNvPr id="137" name="Shape 131"/>
          <p:cNvSpPr/>
          <p:nvPr/>
        </p:nvSpPr>
        <p:spPr>
          <a:xfrm>
            <a:off x="8382000" y="3759200"/>
            <a:ext cx="533400" cy="15494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138" name="Text 132"/>
          <p:cNvSpPr/>
          <p:nvPr/>
        </p:nvSpPr>
        <p:spPr>
          <a:xfrm>
            <a:off x="8420100" y="38608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139" name="Shape 133"/>
          <p:cNvSpPr/>
          <p:nvPr/>
        </p:nvSpPr>
        <p:spPr>
          <a:xfrm>
            <a:off x="8572500" y="38608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40" name="Shape 134"/>
          <p:cNvSpPr/>
          <p:nvPr/>
        </p:nvSpPr>
        <p:spPr>
          <a:xfrm>
            <a:off x="8680450" y="38608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41" name="Shape 135"/>
          <p:cNvSpPr/>
          <p:nvPr/>
        </p:nvSpPr>
        <p:spPr>
          <a:xfrm>
            <a:off x="8788400" y="38608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42" name="Text 136"/>
          <p:cNvSpPr/>
          <p:nvPr/>
        </p:nvSpPr>
        <p:spPr>
          <a:xfrm>
            <a:off x="8420100" y="42418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143" name="Shape 137"/>
          <p:cNvSpPr/>
          <p:nvPr/>
        </p:nvSpPr>
        <p:spPr>
          <a:xfrm>
            <a:off x="8572500" y="42418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44" name="Shape 138"/>
          <p:cNvSpPr/>
          <p:nvPr/>
        </p:nvSpPr>
        <p:spPr>
          <a:xfrm>
            <a:off x="8680450" y="42418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45" name="Shape 139"/>
          <p:cNvSpPr/>
          <p:nvPr/>
        </p:nvSpPr>
        <p:spPr>
          <a:xfrm>
            <a:off x="8788400" y="42418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46" name="Text 140"/>
          <p:cNvSpPr/>
          <p:nvPr/>
        </p:nvSpPr>
        <p:spPr>
          <a:xfrm>
            <a:off x="8420100" y="46228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147" name="Shape 141"/>
          <p:cNvSpPr/>
          <p:nvPr/>
        </p:nvSpPr>
        <p:spPr>
          <a:xfrm>
            <a:off x="8572500" y="46228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48" name="Shape 142"/>
          <p:cNvSpPr/>
          <p:nvPr/>
        </p:nvSpPr>
        <p:spPr>
          <a:xfrm>
            <a:off x="8680450" y="46228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49" name="Shape 143"/>
          <p:cNvSpPr/>
          <p:nvPr/>
        </p:nvSpPr>
        <p:spPr>
          <a:xfrm>
            <a:off x="8788400" y="46228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50" name="Text 144"/>
          <p:cNvSpPr/>
          <p:nvPr/>
        </p:nvSpPr>
        <p:spPr>
          <a:xfrm>
            <a:off x="8420100" y="50038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151" name="Shape 145"/>
          <p:cNvSpPr/>
          <p:nvPr/>
        </p:nvSpPr>
        <p:spPr>
          <a:xfrm>
            <a:off x="8572500" y="50038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52" name="Shape 146"/>
          <p:cNvSpPr/>
          <p:nvPr/>
        </p:nvSpPr>
        <p:spPr>
          <a:xfrm>
            <a:off x="8680450" y="50038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53" name="Shape 147"/>
          <p:cNvSpPr/>
          <p:nvPr/>
        </p:nvSpPr>
        <p:spPr>
          <a:xfrm>
            <a:off x="8788400" y="50038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54" name="Shape 148"/>
          <p:cNvSpPr/>
          <p:nvPr/>
        </p:nvSpPr>
        <p:spPr>
          <a:xfrm>
            <a:off x="8648700" y="5232400"/>
            <a:ext cx="0" cy="114300"/>
          </a:xfrm>
          <a:prstGeom prst="line">
            <a:avLst/>
          </a:prstGeom>
          <a:noFill/>
          <a:ln w="15875">
            <a:solidFill>
              <a:srgbClr val="00AA00"/>
            </a:solidFill>
            <a:prstDash val="solid"/>
            <a:headEnd type="triangle"/>
          </a:ln>
        </p:spPr>
      </p:sp>
      <p:sp>
        <p:nvSpPr>
          <p:cNvPr id="155" name="Shape 149"/>
          <p:cNvSpPr/>
          <p:nvPr/>
        </p:nvSpPr>
        <p:spPr>
          <a:xfrm>
            <a:off x="8940800" y="3429000"/>
            <a:ext cx="533400" cy="15494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156" name="Text 150"/>
          <p:cNvSpPr/>
          <p:nvPr/>
        </p:nvSpPr>
        <p:spPr>
          <a:xfrm>
            <a:off x="8978900" y="35306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157" name="Shape 151"/>
          <p:cNvSpPr/>
          <p:nvPr/>
        </p:nvSpPr>
        <p:spPr>
          <a:xfrm>
            <a:off x="9131300" y="35306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58" name="Shape 152"/>
          <p:cNvSpPr/>
          <p:nvPr/>
        </p:nvSpPr>
        <p:spPr>
          <a:xfrm>
            <a:off x="9239250" y="35306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59" name="Shape 153"/>
          <p:cNvSpPr/>
          <p:nvPr/>
        </p:nvSpPr>
        <p:spPr>
          <a:xfrm>
            <a:off x="9347200" y="35306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60" name="Text 154"/>
          <p:cNvSpPr/>
          <p:nvPr/>
        </p:nvSpPr>
        <p:spPr>
          <a:xfrm>
            <a:off x="8978900" y="39116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161" name="Shape 155"/>
          <p:cNvSpPr/>
          <p:nvPr/>
        </p:nvSpPr>
        <p:spPr>
          <a:xfrm>
            <a:off x="9131300" y="39116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62" name="Shape 156"/>
          <p:cNvSpPr/>
          <p:nvPr/>
        </p:nvSpPr>
        <p:spPr>
          <a:xfrm>
            <a:off x="9239250" y="39116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63" name="Shape 157"/>
          <p:cNvSpPr/>
          <p:nvPr/>
        </p:nvSpPr>
        <p:spPr>
          <a:xfrm>
            <a:off x="9347200" y="39116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64" name="Text 158"/>
          <p:cNvSpPr/>
          <p:nvPr/>
        </p:nvSpPr>
        <p:spPr>
          <a:xfrm>
            <a:off x="8978900" y="42926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165" name="Shape 159"/>
          <p:cNvSpPr/>
          <p:nvPr/>
        </p:nvSpPr>
        <p:spPr>
          <a:xfrm>
            <a:off x="9131300" y="42926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66" name="Shape 160"/>
          <p:cNvSpPr/>
          <p:nvPr/>
        </p:nvSpPr>
        <p:spPr>
          <a:xfrm>
            <a:off x="9239250" y="42926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67" name="Shape 161"/>
          <p:cNvSpPr/>
          <p:nvPr/>
        </p:nvSpPr>
        <p:spPr>
          <a:xfrm>
            <a:off x="9347200" y="42926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68" name="Text 162"/>
          <p:cNvSpPr/>
          <p:nvPr/>
        </p:nvSpPr>
        <p:spPr>
          <a:xfrm>
            <a:off x="8978900" y="46736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169" name="Shape 163"/>
          <p:cNvSpPr/>
          <p:nvPr/>
        </p:nvSpPr>
        <p:spPr>
          <a:xfrm>
            <a:off x="9131300" y="46736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70" name="Shape 164"/>
          <p:cNvSpPr/>
          <p:nvPr/>
        </p:nvSpPr>
        <p:spPr>
          <a:xfrm>
            <a:off x="9239250" y="46736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71" name="Shape 165"/>
          <p:cNvSpPr/>
          <p:nvPr/>
        </p:nvSpPr>
        <p:spPr>
          <a:xfrm>
            <a:off x="9347200" y="46736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72" name="Shape 166"/>
          <p:cNvSpPr/>
          <p:nvPr/>
        </p:nvSpPr>
        <p:spPr>
          <a:xfrm>
            <a:off x="9207500" y="4902200"/>
            <a:ext cx="0" cy="114300"/>
          </a:xfrm>
          <a:prstGeom prst="line">
            <a:avLst/>
          </a:prstGeom>
          <a:noFill/>
          <a:ln w="15875">
            <a:solidFill>
              <a:srgbClr val="00AA00"/>
            </a:solidFill>
            <a:prstDash val="solid"/>
            <a:headEnd type="triangle"/>
          </a:ln>
        </p:spPr>
      </p:sp>
      <p:sp>
        <p:nvSpPr>
          <p:cNvPr id="173" name="Shape 167"/>
          <p:cNvSpPr/>
          <p:nvPr/>
        </p:nvSpPr>
        <p:spPr>
          <a:xfrm>
            <a:off x="9499600" y="3098800"/>
            <a:ext cx="533400" cy="15494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174" name="Text 168"/>
          <p:cNvSpPr/>
          <p:nvPr/>
        </p:nvSpPr>
        <p:spPr>
          <a:xfrm>
            <a:off x="9537700" y="32004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175" name="Shape 169"/>
          <p:cNvSpPr/>
          <p:nvPr/>
        </p:nvSpPr>
        <p:spPr>
          <a:xfrm>
            <a:off x="9690100" y="32004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76" name="Shape 170"/>
          <p:cNvSpPr/>
          <p:nvPr/>
        </p:nvSpPr>
        <p:spPr>
          <a:xfrm>
            <a:off x="9798050" y="32004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77" name="Shape 171"/>
          <p:cNvSpPr/>
          <p:nvPr/>
        </p:nvSpPr>
        <p:spPr>
          <a:xfrm>
            <a:off x="9906000" y="32004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78" name="Text 172"/>
          <p:cNvSpPr/>
          <p:nvPr/>
        </p:nvSpPr>
        <p:spPr>
          <a:xfrm>
            <a:off x="9537700" y="35814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179" name="Shape 173"/>
          <p:cNvSpPr/>
          <p:nvPr/>
        </p:nvSpPr>
        <p:spPr>
          <a:xfrm>
            <a:off x="9690100" y="35814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80" name="Shape 174"/>
          <p:cNvSpPr/>
          <p:nvPr/>
        </p:nvSpPr>
        <p:spPr>
          <a:xfrm>
            <a:off x="9798050" y="35814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81" name="Shape 175"/>
          <p:cNvSpPr/>
          <p:nvPr/>
        </p:nvSpPr>
        <p:spPr>
          <a:xfrm>
            <a:off x="9906000" y="35814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82" name="Text 176"/>
          <p:cNvSpPr/>
          <p:nvPr/>
        </p:nvSpPr>
        <p:spPr>
          <a:xfrm>
            <a:off x="9537700" y="39624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183" name="Shape 177"/>
          <p:cNvSpPr/>
          <p:nvPr/>
        </p:nvSpPr>
        <p:spPr>
          <a:xfrm>
            <a:off x="9690100" y="39624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84" name="Shape 178"/>
          <p:cNvSpPr/>
          <p:nvPr/>
        </p:nvSpPr>
        <p:spPr>
          <a:xfrm>
            <a:off x="9798050" y="39624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85" name="Shape 179"/>
          <p:cNvSpPr/>
          <p:nvPr/>
        </p:nvSpPr>
        <p:spPr>
          <a:xfrm>
            <a:off x="9906000" y="39624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86" name="Text 180"/>
          <p:cNvSpPr/>
          <p:nvPr/>
        </p:nvSpPr>
        <p:spPr>
          <a:xfrm>
            <a:off x="9537700" y="43434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187" name="Shape 181"/>
          <p:cNvSpPr/>
          <p:nvPr/>
        </p:nvSpPr>
        <p:spPr>
          <a:xfrm>
            <a:off x="9690100" y="43434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88" name="Shape 182"/>
          <p:cNvSpPr/>
          <p:nvPr/>
        </p:nvSpPr>
        <p:spPr>
          <a:xfrm>
            <a:off x="9798050" y="43434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89" name="Shape 183"/>
          <p:cNvSpPr/>
          <p:nvPr/>
        </p:nvSpPr>
        <p:spPr>
          <a:xfrm>
            <a:off x="9906000" y="43434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90" name="Shape 184"/>
          <p:cNvSpPr/>
          <p:nvPr/>
        </p:nvSpPr>
        <p:spPr>
          <a:xfrm>
            <a:off x="9766300" y="4572000"/>
            <a:ext cx="0" cy="114300"/>
          </a:xfrm>
          <a:prstGeom prst="line">
            <a:avLst/>
          </a:prstGeom>
          <a:noFill/>
          <a:ln w="15875">
            <a:solidFill>
              <a:srgbClr val="00AA00"/>
            </a:solidFill>
            <a:prstDash val="solid"/>
            <a:headEnd type="triangle"/>
          </a:ln>
        </p:spPr>
      </p:sp>
      <p:sp>
        <p:nvSpPr>
          <p:cNvPr id="191" name="Shape 185"/>
          <p:cNvSpPr/>
          <p:nvPr/>
        </p:nvSpPr>
        <p:spPr>
          <a:xfrm>
            <a:off x="7823200" y="56642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192" name="Text 186"/>
          <p:cNvSpPr/>
          <p:nvPr/>
        </p:nvSpPr>
        <p:spPr>
          <a:xfrm>
            <a:off x="7823200" y="56642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550" dirty="0"/>
          </a:p>
        </p:txBody>
      </p:sp>
      <p:sp>
        <p:nvSpPr>
          <p:cNvPr id="193" name="Shape 187"/>
          <p:cNvSpPr/>
          <p:nvPr/>
        </p:nvSpPr>
        <p:spPr>
          <a:xfrm>
            <a:off x="7823200" y="59690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194" name="Text 188"/>
          <p:cNvSpPr/>
          <p:nvPr/>
        </p:nvSpPr>
        <p:spPr>
          <a:xfrm>
            <a:off x="7823200" y="59690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550" dirty="0"/>
          </a:p>
        </p:txBody>
      </p:sp>
      <p:sp>
        <p:nvSpPr>
          <p:cNvPr id="195" name="Shape 189"/>
          <p:cNvSpPr/>
          <p:nvPr/>
        </p:nvSpPr>
        <p:spPr>
          <a:xfrm>
            <a:off x="7823200" y="62738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196" name="Text 190"/>
          <p:cNvSpPr/>
          <p:nvPr/>
        </p:nvSpPr>
        <p:spPr>
          <a:xfrm>
            <a:off x="7823200" y="62738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550" dirty="0"/>
          </a:p>
        </p:txBody>
      </p:sp>
      <p:sp>
        <p:nvSpPr>
          <p:cNvPr id="197" name="Shape 191"/>
          <p:cNvSpPr/>
          <p:nvPr/>
        </p:nvSpPr>
        <p:spPr>
          <a:xfrm>
            <a:off x="8382000" y="53340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198" name="Text 192"/>
          <p:cNvSpPr/>
          <p:nvPr/>
        </p:nvSpPr>
        <p:spPr>
          <a:xfrm>
            <a:off x="8382000" y="53340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</a:t>
            </a:r>
            <a:endParaRPr lang="en-US" sz="550" dirty="0"/>
          </a:p>
        </p:txBody>
      </p:sp>
      <p:sp>
        <p:nvSpPr>
          <p:cNvPr id="199" name="Shape 193"/>
          <p:cNvSpPr/>
          <p:nvPr/>
        </p:nvSpPr>
        <p:spPr>
          <a:xfrm>
            <a:off x="8382000" y="56388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200" name="Text 194"/>
          <p:cNvSpPr/>
          <p:nvPr/>
        </p:nvSpPr>
        <p:spPr>
          <a:xfrm>
            <a:off x="8382000" y="56388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</a:t>
            </a:r>
            <a:endParaRPr lang="en-US" sz="550" dirty="0"/>
          </a:p>
        </p:txBody>
      </p:sp>
      <p:sp>
        <p:nvSpPr>
          <p:cNvPr id="201" name="Shape 195"/>
          <p:cNvSpPr/>
          <p:nvPr/>
        </p:nvSpPr>
        <p:spPr>
          <a:xfrm>
            <a:off x="8382000" y="59436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202" name="Text 196"/>
          <p:cNvSpPr/>
          <p:nvPr/>
        </p:nvSpPr>
        <p:spPr>
          <a:xfrm>
            <a:off x="8382000" y="59436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</a:t>
            </a:r>
            <a:endParaRPr lang="en-US" sz="550" dirty="0"/>
          </a:p>
        </p:txBody>
      </p:sp>
      <p:sp>
        <p:nvSpPr>
          <p:cNvPr id="203" name="Shape 197"/>
          <p:cNvSpPr/>
          <p:nvPr/>
        </p:nvSpPr>
        <p:spPr>
          <a:xfrm>
            <a:off x="8940800" y="50038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204" name="Text 198"/>
          <p:cNvSpPr/>
          <p:nvPr/>
        </p:nvSpPr>
        <p:spPr>
          <a:xfrm>
            <a:off x="8940800" y="50038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</a:t>
            </a:r>
            <a:endParaRPr lang="en-US" sz="550" dirty="0"/>
          </a:p>
        </p:txBody>
      </p:sp>
      <p:sp>
        <p:nvSpPr>
          <p:cNvPr id="205" name="Shape 199"/>
          <p:cNvSpPr/>
          <p:nvPr/>
        </p:nvSpPr>
        <p:spPr>
          <a:xfrm>
            <a:off x="8940800" y="53086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206" name="Text 200"/>
          <p:cNvSpPr/>
          <p:nvPr/>
        </p:nvSpPr>
        <p:spPr>
          <a:xfrm>
            <a:off x="8940800" y="53086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</a:t>
            </a:r>
            <a:endParaRPr lang="en-US" sz="550" dirty="0"/>
          </a:p>
        </p:txBody>
      </p:sp>
      <p:sp>
        <p:nvSpPr>
          <p:cNvPr id="207" name="Shape 201"/>
          <p:cNvSpPr/>
          <p:nvPr/>
        </p:nvSpPr>
        <p:spPr>
          <a:xfrm>
            <a:off x="8940800" y="56134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208" name="Text 202"/>
          <p:cNvSpPr/>
          <p:nvPr/>
        </p:nvSpPr>
        <p:spPr>
          <a:xfrm>
            <a:off x="8940800" y="56134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</a:t>
            </a:r>
            <a:endParaRPr lang="en-US" sz="550" dirty="0"/>
          </a:p>
        </p:txBody>
      </p:sp>
      <p:sp>
        <p:nvSpPr>
          <p:cNvPr id="209" name="Shape 203"/>
          <p:cNvSpPr/>
          <p:nvPr/>
        </p:nvSpPr>
        <p:spPr>
          <a:xfrm>
            <a:off x="9499600" y="46736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210" name="Text 204"/>
          <p:cNvSpPr/>
          <p:nvPr/>
        </p:nvSpPr>
        <p:spPr>
          <a:xfrm>
            <a:off x="9499600" y="46736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</a:t>
            </a:r>
            <a:endParaRPr lang="en-US" sz="550" dirty="0"/>
          </a:p>
        </p:txBody>
      </p:sp>
      <p:sp>
        <p:nvSpPr>
          <p:cNvPr id="211" name="Shape 205"/>
          <p:cNvSpPr/>
          <p:nvPr/>
        </p:nvSpPr>
        <p:spPr>
          <a:xfrm>
            <a:off x="9499600" y="49784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212" name="Text 206"/>
          <p:cNvSpPr/>
          <p:nvPr/>
        </p:nvSpPr>
        <p:spPr>
          <a:xfrm>
            <a:off x="9499600" y="49784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</a:t>
            </a:r>
            <a:endParaRPr lang="en-US" sz="550" dirty="0"/>
          </a:p>
        </p:txBody>
      </p:sp>
      <p:sp>
        <p:nvSpPr>
          <p:cNvPr id="213" name="Shape 207"/>
          <p:cNvSpPr/>
          <p:nvPr/>
        </p:nvSpPr>
        <p:spPr>
          <a:xfrm>
            <a:off x="9499600" y="52832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214" name="Text 208"/>
          <p:cNvSpPr/>
          <p:nvPr/>
        </p:nvSpPr>
        <p:spPr>
          <a:xfrm>
            <a:off x="9499600" y="52832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</a:t>
            </a:r>
            <a:endParaRPr lang="en-US" sz="550" dirty="0"/>
          </a:p>
        </p:txBody>
      </p:sp>
      <p:sp>
        <p:nvSpPr>
          <p:cNvPr id="215" name="Shape 209"/>
          <p:cNvSpPr/>
          <p:nvPr/>
        </p:nvSpPr>
        <p:spPr>
          <a:xfrm>
            <a:off x="9347200" y="5943600"/>
            <a:ext cx="2159000" cy="812800"/>
          </a:xfrm>
          <a:prstGeom prst="roundRect">
            <a:avLst>
              <a:gd name="adj" fmla="val 6750"/>
            </a:avLst>
          </a:prstGeom>
          <a:solidFill>
            <a:srgbClr val="E6FCE6"/>
          </a:solidFill>
          <a:ln w="15875">
            <a:solidFill>
              <a:srgbClr val="2E8B57"/>
            </a:solidFill>
            <a:prstDash val="dash"/>
          </a:ln>
        </p:spPr>
      </p:sp>
      <p:sp>
        <p:nvSpPr>
          <p:cNvPr id="216" name="Shape 210"/>
          <p:cNvSpPr/>
          <p:nvPr/>
        </p:nvSpPr>
        <p:spPr>
          <a:xfrm>
            <a:off x="9448800" y="5994400"/>
            <a:ext cx="71120" cy="1397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17" name="Shape 211"/>
          <p:cNvSpPr/>
          <p:nvPr/>
        </p:nvSpPr>
        <p:spPr>
          <a:xfrm>
            <a:off x="9519920" y="5994400"/>
            <a:ext cx="71120" cy="139700"/>
          </a:xfrm>
          <a:prstGeom prst="rect">
            <a:avLst/>
          </a:prstGeom>
          <a:solidFill>
            <a:srgbClr val="FFFFFF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18" name="Shape 212"/>
          <p:cNvSpPr/>
          <p:nvPr/>
        </p:nvSpPr>
        <p:spPr>
          <a:xfrm>
            <a:off x="9591040" y="5994400"/>
            <a:ext cx="71120" cy="1397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19" name="Shape 213"/>
          <p:cNvSpPr/>
          <p:nvPr/>
        </p:nvSpPr>
        <p:spPr>
          <a:xfrm>
            <a:off x="9662160" y="5994400"/>
            <a:ext cx="71120" cy="1397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20" name="Shape 214"/>
          <p:cNvSpPr/>
          <p:nvPr/>
        </p:nvSpPr>
        <p:spPr>
          <a:xfrm>
            <a:off x="9733280" y="5994400"/>
            <a:ext cx="71120" cy="1397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21" name="Shape 215"/>
          <p:cNvSpPr/>
          <p:nvPr/>
        </p:nvSpPr>
        <p:spPr>
          <a:xfrm>
            <a:off x="9804400" y="5994400"/>
            <a:ext cx="71120" cy="139700"/>
          </a:xfrm>
          <a:prstGeom prst="rect">
            <a:avLst/>
          </a:prstGeom>
          <a:solidFill>
            <a:srgbClr val="FFFFFF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22" name="Shape 216"/>
          <p:cNvSpPr/>
          <p:nvPr/>
        </p:nvSpPr>
        <p:spPr>
          <a:xfrm>
            <a:off x="9875520" y="5994400"/>
            <a:ext cx="71120" cy="1397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23" name="Shape 217"/>
          <p:cNvSpPr/>
          <p:nvPr/>
        </p:nvSpPr>
        <p:spPr>
          <a:xfrm>
            <a:off x="9946640" y="5994400"/>
            <a:ext cx="71120" cy="1397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24" name="Text 218"/>
          <p:cNvSpPr/>
          <p:nvPr/>
        </p:nvSpPr>
        <p:spPr>
          <a:xfrm>
            <a:off x="9448800" y="6172200"/>
            <a:ext cx="5588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1×d</a:t>
            </a:r>
            <a:endParaRPr lang="en-US" sz="600" dirty="0"/>
          </a:p>
        </p:txBody>
      </p:sp>
      <p:sp>
        <p:nvSpPr>
          <p:cNvPr id="225" name="Shape 219"/>
          <p:cNvSpPr/>
          <p:nvPr/>
        </p:nvSpPr>
        <p:spPr>
          <a:xfrm>
            <a:off x="10134600" y="5994400"/>
            <a:ext cx="330200" cy="330200"/>
          </a:xfrm>
          <a:prstGeom prst="rect">
            <a:avLst/>
          </a:prstGeom>
          <a:solidFill>
            <a:srgbClr val="FBE8B8"/>
          </a:solidFill>
          <a:ln w="15875">
            <a:solidFill>
              <a:srgbClr val="333333"/>
            </a:solidFill>
            <a:prstDash val="solid"/>
          </a:ln>
        </p:spPr>
      </p:sp>
      <p:sp>
        <p:nvSpPr>
          <p:cNvPr id="226" name="Text 220"/>
          <p:cNvSpPr/>
          <p:nvPr/>
        </p:nvSpPr>
        <p:spPr>
          <a:xfrm>
            <a:off x="10134600" y="5994400"/>
            <a:ext cx="330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1200" dirty="0"/>
          </a:p>
        </p:txBody>
      </p:sp>
      <p:sp>
        <p:nvSpPr>
          <p:cNvPr id="227" name="Text 221"/>
          <p:cNvSpPr/>
          <p:nvPr/>
        </p:nvSpPr>
        <p:spPr>
          <a:xfrm>
            <a:off x="10515600" y="6070600"/>
            <a:ext cx="177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1200" dirty="0"/>
          </a:p>
        </p:txBody>
      </p:sp>
      <p:sp>
        <p:nvSpPr>
          <p:cNvPr id="228" name="Shape 222"/>
          <p:cNvSpPr/>
          <p:nvPr/>
        </p:nvSpPr>
        <p:spPr>
          <a:xfrm>
            <a:off x="10744200" y="5994400"/>
            <a:ext cx="330200" cy="33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9" name="Shape 223"/>
          <p:cNvSpPr/>
          <p:nvPr/>
        </p:nvSpPr>
        <p:spPr>
          <a:xfrm>
            <a:off x="10826750" y="5994400"/>
            <a:ext cx="0" cy="330200"/>
          </a:xfrm>
          <a:prstGeom prst="line">
            <a:avLst/>
          </a:prstGeom>
          <a:noFill/>
          <a:ln w="6350">
            <a:solidFill>
              <a:srgbClr val="8A8A8A"/>
            </a:solidFill>
            <a:prstDash val="solid"/>
          </a:ln>
        </p:spPr>
      </p:sp>
      <p:sp>
        <p:nvSpPr>
          <p:cNvPr id="230" name="Shape 224"/>
          <p:cNvSpPr/>
          <p:nvPr/>
        </p:nvSpPr>
        <p:spPr>
          <a:xfrm>
            <a:off x="10744200" y="6076950"/>
            <a:ext cx="330200" cy="0"/>
          </a:xfrm>
          <a:prstGeom prst="line">
            <a:avLst/>
          </a:prstGeom>
          <a:noFill/>
          <a:ln w="6350">
            <a:solidFill>
              <a:srgbClr val="8A8A8A"/>
            </a:solidFill>
            <a:prstDash val="solid"/>
          </a:ln>
        </p:spPr>
      </p:sp>
      <p:sp>
        <p:nvSpPr>
          <p:cNvPr id="231" name="Shape 225"/>
          <p:cNvSpPr/>
          <p:nvPr/>
        </p:nvSpPr>
        <p:spPr>
          <a:xfrm>
            <a:off x="10909300" y="5994400"/>
            <a:ext cx="0" cy="330200"/>
          </a:xfrm>
          <a:prstGeom prst="line">
            <a:avLst/>
          </a:prstGeom>
          <a:noFill/>
          <a:ln w="6350">
            <a:solidFill>
              <a:srgbClr val="8A8A8A"/>
            </a:solidFill>
            <a:prstDash val="solid"/>
          </a:ln>
        </p:spPr>
      </p:sp>
      <p:sp>
        <p:nvSpPr>
          <p:cNvPr id="232" name="Shape 226"/>
          <p:cNvSpPr/>
          <p:nvPr/>
        </p:nvSpPr>
        <p:spPr>
          <a:xfrm>
            <a:off x="10744200" y="6159500"/>
            <a:ext cx="330200" cy="0"/>
          </a:xfrm>
          <a:prstGeom prst="line">
            <a:avLst/>
          </a:prstGeom>
          <a:noFill/>
          <a:ln w="6350">
            <a:solidFill>
              <a:srgbClr val="8A8A8A"/>
            </a:solidFill>
            <a:prstDash val="solid"/>
          </a:ln>
        </p:spPr>
      </p:sp>
      <p:sp>
        <p:nvSpPr>
          <p:cNvPr id="233" name="Shape 227"/>
          <p:cNvSpPr/>
          <p:nvPr/>
        </p:nvSpPr>
        <p:spPr>
          <a:xfrm>
            <a:off x="10991850" y="5994400"/>
            <a:ext cx="0" cy="330200"/>
          </a:xfrm>
          <a:prstGeom prst="line">
            <a:avLst/>
          </a:prstGeom>
          <a:noFill/>
          <a:ln w="6350">
            <a:solidFill>
              <a:srgbClr val="8A8A8A"/>
            </a:solidFill>
            <a:prstDash val="solid"/>
          </a:ln>
        </p:spPr>
      </p:sp>
      <p:sp>
        <p:nvSpPr>
          <p:cNvPr id="234" name="Shape 228"/>
          <p:cNvSpPr/>
          <p:nvPr/>
        </p:nvSpPr>
        <p:spPr>
          <a:xfrm>
            <a:off x="10744200" y="6242050"/>
            <a:ext cx="330200" cy="0"/>
          </a:xfrm>
          <a:prstGeom prst="line">
            <a:avLst/>
          </a:prstGeom>
          <a:noFill/>
          <a:ln w="6350">
            <a:solidFill>
              <a:srgbClr val="8A8A8A"/>
            </a:solidFill>
            <a:prstDash val="solid"/>
          </a:ln>
        </p:spPr>
      </p:sp>
      <p:sp>
        <p:nvSpPr>
          <p:cNvPr id="235" name="Text 229"/>
          <p:cNvSpPr/>
          <p:nvPr/>
        </p:nvSpPr>
        <p:spPr>
          <a:xfrm>
            <a:off x="10668000" y="6350000"/>
            <a:ext cx="4826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d×d</a:t>
            </a:r>
            <a:endParaRPr lang="en-US" sz="600" dirty="0"/>
          </a:p>
        </p:txBody>
      </p:sp>
      <p:sp>
        <p:nvSpPr>
          <p:cNvPr id="236" name="Text 230"/>
          <p:cNvSpPr/>
          <p:nvPr/>
        </p:nvSpPr>
        <p:spPr>
          <a:xfrm>
            <a:off x="9398000" y="6527800"/>
            <a:ext cx="2057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d: Embedding Length</a:t>
            </a:r>
            <a:endParaRPr lang="en-US" sz="700" dirty="0"/>
          </a:p>
        </p:txBody>
      </p:sp>
      <p:sp>
        <p:nvSpPr>
          <p:cNvPr id="237" name="Text 231"/>
          <p:cNvSpPr/>
          <p:nvPr/>
        </p:nvSpPr>
        <p:spPr>
          <a:xfrm>
            <a:off x="6350000" y="609600"/>
            <a:ext cx="508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 Head Self Attention of Word </a:t>
            </a:r>
            <a:pPr algn="ctr" indent="0" marL="0">
              <a:buNone/>
            </a:pPr>
            <a:r>
              <a:rPr lang="en-US" sz="2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4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238" name="Shape 232"/>
          <p:cNvSpPr/>
          <p:nvPr/>
        </p:nvSpPr>
        <p:spPr>
          <a:xfrm>
            <a:off x="1168400" y="4038600"/>
            <a:ext cx="457200" cy="1574800"/>
          </a:xfrm>
          <a:prstGeom prst="roundRect">
            <a:avLst>
              <a:gd name="adj" fmla="val 10000"/>
            </a:avLst>
          </a:prstGeom>
          <a:solidFill>
            <a:srgbClr val="F3F3F0"/>
          </a:solidFill>
          <a:ln w="15875">
            <a:solidFill>
              <a:srgbClr val="2E8B57"/>
            </a:solidFill>
            <a:prstDash val="dash"/>
          </a:ln>
        </p:spPr>
      </p:sp>
      <p:sp>
        <p:nvSpPr>
          <p:cNvPr id="239" name="Shape 233"/>
          <p:cNvSpPr/>
          <p:nvPr/>
        </p:nvSpPr>
        <p:spPr>
          <a:xfrm>
            <a:off x="1219200" y="4114800"/>
            <a:ext cx="355600" cy="2794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40" name="Text 234"/>
          <p:cNvSpPr/>
          <p:nvPr/>
        </p:nvSpPr>
        <p:spPr>
          <a:xfrm>
            <a:off x="1219200" y="4114800"/>
            <a:ext cx="355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41" name="Shape 235"/>
          <p:cNvSpPr/>
          <p:nvPr/>
        </p:nvSpPr>
        <p:spPr>
          <a:xfrm>
            <a:off x="1447800" y="4254500"/>
            <a:ext cx="88900" cy="0"/>
          </a:xfrm>
          <a:prstGeom prst="line">
            <a:avLst/>
          </a:prstGeom>
          <a:noFill/>
          <a:ln w="12700">
            <a:solidFill>
              <a:srgbClr val="8B1A10"/>
            </a:solidFill>
            <a:prstDash val="solid"/>
            <a:tailEnd type="triangle"/>
          </a:ln>
        </p:spPr>
      </p:sp>
      <p:sp>
        <p:nvSpPr>
          <p:cNvPr id="242" name="Shape 236"/>
          <p:cNvSpPr/>
          <p:nvPr/>
        </p:nvSpPr>
        <p:spPr>
          <a:xfrm>
            <a:off x="1219200" y="4470400"/>
            <a:ext cx="355600" cy="2794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43" name="Text 237"/>
          <p:cNvSpPr/>
          <p:nvPr/>
        </p:nvSpPr>
        <p:spPr>
          <a:xfrm>
            <a:off x="1219200" y="4470400"/>
            <a:ext cx="355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44" name="Shape 238"/>
          <p:cNvSpPr/>
          <p:nvPr/>
        </p:nvSpPr>
        <p:spPr>
          <a:xfrm>
            <a:off x="1447800" y="4610100"/>
            <a:ext cx="88900" cy="0"/>
          </a:xfrm>
          <a:prstGeom prst="line">
            <a:avLst/>
          </a:prstGeom>
          <a:noFill/>
          <a:ln w="12700">
            <a:solidFill>
              <a:srgbClr val="8B1A10"/>
            </a:solidFill>
            <a:prstDash val="solid"/>
            <a:tailEnd type="triangle"/>
          </a:ln>
        </p:spPr>
      </p:sp>
      <p:sp>
        <p:nvSpPr>
          <p:cNvPr id="245" name="Shape 239"/>
          <p:cNvSpPr/>
          <p:nvPr/>
        </p:nvSpPr>
        <p:spPr>
          <a:xfrm>
            <a:off x="1219200" y="4826000"/>
            <a:ext cx="355600" cy="2794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46" name="Text 240"/>
          <p:cNvSpPr/>
          <p:nvPr/>
        </p:nvSpPr>
        <p:spPr>
          <a:xfrm>
            <a:off x="1219200" y="4826000"/>
            <a:ext cx="355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47" name="Shape 241"/>
          <p:cNvSpPr/>
          <p:nvPr/>
        </p:nvSpPr>
        <p:spPr>
          <a:xfrm>
            <a:off x="1447800" y="4965700"/>
            <a:ext cx="88900" cy="0"/>
          </a:xfrm>
          <a:prstGeom prst="line">
            <a:avLst/>
          </a:prstGeom>
          <a:noFill/>
          <a:ln w="12700">
            <a:solidFill>
              <a:srgbClr val="8B1A10"/>
            </a:solidFill>
            <a:prstDash val="solid"/>
            <a:tailEnd type="triangle"/>
          </a:ln>
        </p:spPr>
      </p:sp>
      <p:sp>
        <p:nvSpPr>
          <p:cNvPr id="248" name="Shape 242"/>
          <p:cNvSpPr/>
          <p:nvPr/>
        </p:nvSpPr>
        <p:spPr>
          <a:xfrm>
            <a:off x="1219200" y="5181600"/>
            <a:ext cx="355600" cy="2794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49" name="Text 243"/>
          <p:cNvSpPr/>
          <p:nvPr/>
        </p:nvSpPr>
        <p:spPr>
          <a:xfrm>
            <a:off x="1219200" y="5181600"/>
            <a:ext cx="355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250" name="Shape 244"/>
          <p:cNvSpPr/>
          <p:nvPr/>
        </p:nvSpPr>
        <p:spPr>
          <a:xfrm>
            <a:off x="1447800" y="5321300"/>
            <a:ext cx="88900" cy="0"/>
          </a:xfrm>
          <a:prstGeom prst="line">
            <a:avLst/>
          </a:prstGeom>
          <a:noFill/>
          <a:ln w="12700">
            <a:solidFill>
              <a:srgbClr val="8B1A10"/>
            </a:solidFill>
            <a:prstDash val="solid"/>
            <a:tailEnd type="triangle"/>
          </a:ln>
        </p:spPr>
      </p:sp>
      <p:sp>
        <p:nvSpPr>
          <p:cNvPr id="251" name="Shape 245"/>
          <p:cNvSpPr/>
          <p:nvPr/>
        </p:nvSpPr>
        <p:spPr>
          <a:xfrm>
            <a:off x="1549400" y="4089400"/>
            <a:ext cx="469900" cy="1473200"/>
          </a:xfrm>
          <a:prstGeom prst="rect">
            <a:avLst/>
          </a:prstGeom>
          <a:solidFill>
            <a:srgbClr val="F5CC50"/>
          </a:solidFill>
          <a:ln/>
        </p:spPr>
      </p:sp>
      <p:sp>
        <p:nvSpPr>
          <p:cNvPr id="252" name="Shape 246"/>
          <p:cNvSpPr/>
          <p:nvPr/>
        </p:nvSpPr>
        <p:spPr>
          <a:xfrm>
            <a:off x="1689100" y="4121150"/>
            <a:ext cx="292100" cy="266700"/>
          </a:xfrm>
          <a:prstGeom prst="rect">
            <a:avLst/>
          </a:prstGeom>
          <a:solidFill>
            <a:srgbClr val="D2E455"/>
          </a:solidFill>
          <a:ln w="12700">
            <a:solidFill>
              <a:srgbClr val="6B6B2A"/>
            </a:solidFill>
            <a:prstDash val="solid"/>
          </a:ln>
        </p:spPr>
      </p:sp>
      <p:sp>
        <p:nvSpPr>
          <p:cNvPr id="253" name="Text 247"/>
          <p:cNvSpPr/>
          <p:nvPr/>
        </p:nvSpPr>
        <p:spPr>
          <a:xfrm>
            <a:off x="1689100" y="4121150"/>
            <a:ext cx="292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254" name="Shape 248"/>
          <p:cNvSpPr/>
          <p:nvPr/>
        </p:nvSpPr>
        <p:spPr>
          <a:xfrm>
            <a:off x="2070100" y="4159250"/>
            <a:ext cx="88900" cy="1905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55" name="Shape 249"/>
          <p:cNvSpPr/>
          <p:nvPr/>
        </p:nvSpPr>
        <p:spPr>
          <a:xfrm>
            <a:off x="2159000" y="4159250"/>
            <a:ext cx="88900" cy="1905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56" name="Shape 250"/>
          <p:cNvSpPr/>
          <p:nvPr/>
        </p:nvSpPr>
        <p:spPr>
          <a:xfrm>
            <a:off x="2247900" y="4159250"/>
            <a:ext cx="88900" cy="190500"/>
          </a:xfrm>
          <a:prstGeom prst="rect">
            <a:avLst/>
          </a:prstGeom>
          <a:solidFill>
            <a:srgbClr val="F08B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57" name="Text 251"/>
          <p:cNvSpPr/>
          <p:nvPr/>
        </p:nvSpPr>
        <p:spPr>
          <a:xfrm>
            <a:off x="2247900" y="4000500"/>
            <a:ext cx="2032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450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00" dirty="0"/>
          </a:p>
        </p:txBody>
      </p:sp>
      <p:sp>
        <p:nvSpPr>
          <p:cNvPr id="258" name="Shape 252"/>
          <p:cNvSpPr/>
          <p:nvPr/>
        </p:nvSpPr>
        <p:spPr>
          <a:xfrm>
            <a:off x="2362200" y="4254500"/>
            <a:ext cx="1143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solid"/>
            <a:tailEnd type="triangle"/>
          </a:ln>
        </p:spPr>
      </p:sp>
      <p:sp>
        <p:nvSpPr>
          <p:cNvPr id="259" name="Shape 253"/>
          <p:cNvSpPr/>
          <p:nvPr/>
        </p:nvSpPr>
        <p:spPr>
          <a:xfrm>
            <a:off x="1689100" y="4476750"/>
            <a:ext cx="292100" cy="266700"/>
          </a:xfrm>
          <a:prstGeom prst="rect">
            <a:avLst/>
          </a:prstGeom>
          <a:solidFill>
            <a:srgbClr val="D2E455"/>
          </a:solidFill>
          <a:ln w="12700">
            <a:solidFill>
              <a:srgbClr val="6B6B2A"/>
            </a:solidFill>
            <a:prstDash val="solid"/>
          </a:ln>
        </p:spPr>
      </p:sp>
      <p:sp>
        <p:nvSpPr>
          <p:cNvPr id="260" name="Text 254"/>
          <p:cNvSpPr/>
          <p:nvPr/>
        </p:nvSpPr>
        <p:spPr>
          <a:xfrm>
            <a:off x="1689100" y="4476750"/>
            <a:ext cx="292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261" name="Shape 255"/>
          <p:cNvSpPr/>
          <p:nvPr/>
        </p:nvSpPr>
        <p:spPr>
          <a:xfrm>
            <a:off x="2070100" y="4514850"/>
            <a:ext cx="88900" cy="1905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62" name="Shape 256"/>
          <p:cNvSpPr/>
          <p:nvPr/>
        </p:nvSpPr>
        <p:spPr>
          <a:xfrm>
            <a:off x="2159000" y="4514850"/>
            <a:ext cx="88900" cy="1905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63" name="Shape 257"/>
          <p:cNvSpPr/>
          <p:nvPr/>
        </p:nvSpPr>
        <p:spPr>
          <a:xfrm>
            <a:off x="2247900" y="4514850"/>
            <a:ext cx="88900" cy="190500"/>
          </a:xfrm>
          <a:prstGeom prst="rect">
            <a:avLst/>
          </a:prstGeom>
          <a:solidFill>
            <a:srgbClr val="F08B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64" name="Text 258"/>
          <p:cNvSpPr/>
          <p:nvPr/>
        </p:nvSpPr>
        <p:spPr>
          <a:xfrm>
            <a:off x="2247900" y="4356100"/>
            <a:ext cx="2032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450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00" dirty="0"/>
          </a:p>
        </p:txBody>
      </p:sp>
      <p:sp>
        <p:nvSpPr>
          <p:cNvPr id="265" name="Shape 259"/>
          <p:cNvSpPr/>
          <p:nvPr/>
        </p:nvSpPr>
        <p:spPr>
          <a:xfrm>
            <a:off x="2362200" y="4610100"/>
            <a:ext cx="1143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solid"/>
            <a:tailEnd type="triangle"/>
          </a:ln>
        </p:spPr>
      </p:sp>
      <p:sp>
        <p:nvSpPr>
          <p:cNvPr id="266" name="Shape 260"/>
          <p:cNvSpPr/>
          <p:nvPr/>
        </p:nvSpPr>
        <p:spPr>
          <a:xfrm>
            <a:off x="1689100" y="4832350"/>
            <a:ext cx="292100" cy="266700"/>
          </a:xfrm>
          <a:prstGeom prst="rect">
            <a:avLst/>
          </a:prstGeom>
          <a:solidFill>
            <a:srgbClr val="D2E455"/>
          </a:solidFill>
          <a:ln w="12700">
            <a:solidFill>
              <a:srgbClr val="6B6B2A"/>
            </a:solidFill>
            <a:prstDash val="solid"/>
          </a:ln>
        </p:spPr>
      </p:sp>
      <p:sp>
        <p:nvSpPr>
          <p:cNvPr id="267" name="Text 261"/>
          <p:cNvSpPr/>
          <p:nvPr/>
        </p:nvSpPr>
        <p:spPr>
          <a:xfrm>
            <a:off x="1689100" y="4832350"/>
            <a:ext cx="292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268" name="Shape 262"/>
          <p:cNvSpPr/>
          <p:nvPr/>
        </p:nvSpPr>
        <p:spPr>
          <a:xfrm>
            <a:off x="2070100" y="4870450"/>
            <a:ext cx="88900" cy="1905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69" name="Shape 263"/>
          <p:cNvSpPr/>
          <p:nvPr/>
        </p:nvSpPr>
        <p:spPr>
          <a:xfrm>
            <a:off x="2159000" y="4870450"/>
            <a:ext cx="88900" cy="1905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70" name="Shape 264"/>
          <p:cNvSpPr/>
          <p:nvPr/>
        </p:nvSpPr>
        <p:spPr>
          <a:xfrm>
            <a:off x="2247900" y="4870450"/>
            <a:ext cx="88900" cy="190500"/>
          </a:xfrm>
          <a:prstGeom prst="rect">
            <a:avLst/>
          </a:prstGeom>
          <a:solidFill>
            <a:srgbClr val="F08B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71" name="Text 265"/>
          <p:cNvSpPr/>
          <p:nvPr/>
        </p:nvSpPr>
        <p:spPr>
          <a:xfrm>
            <a:off x="2247900" y="4711700"/>
            <a:ext cx="2032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450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00" dirty="0"/>
          </a:p>
        </p:txBody>
      </p:sp>
      <p:sp>
        <p:nvSpPr>
          <p:cNvPr id="272" name="Shape 266"/>
          <p:cNvSpPr/>
          <p:nvPr/>
        </p:nvSpPr>
        <p:spPr>
          <a:xfrm>
            <a:off x="2362200" y="4965700"/>
            <a:ext cx="1143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solid"/>
            <a:tailEnd type="triangle"/>
          </a:ln>
        </p:spPr>
      </p:sp>
      <p:sp>
        <p:nvSpPr>
          <p:cNvPr id="273" name="Shape 267"/>
          <p:cNvSpPr/>
          <p:nvPr/>
        </p:nvSpPr>
        <p:spPr>
          <a:xfrm>
            <a:off x="1689100" y="5187950"/>
            <a:ext cx="292100" cy="266700"/>
          </a:xfrm>
          <a:prstGeom prst="rect">
            <a:avLst/>
          </a:prstGeom>
          <a:solidFill>
            <a:srgbClr val="D2E455"/>
          </a:solidFill>
          <a:ln w="12700">
            <a:solidFill>
              <a:srgbClr val="6B6B2A"/>
            </a:solidFill>
            <a:prstDash val="solid"/>
          </a:ln>
        </p:spPr>
      </p:sp>
      <p:sp>
        <p:nvSpPr>
          <p:cNvPr id="274" name="Text 268"/>
          <p:cNvSpPr/>
          <p:nvPr/>
        </p:nvSpPr>
        <p:spPr>
          <a:xfrm>
            <a:off x="1689100" y="5187950"/>
            <a:ext cx="292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275" name="Shape 269"/>
          <p:cNvSpPr/>
          <p:nvPr/>
        </p:nvSpPr>
        <p:spPr>
          <a:xfrm>
            <a:off x="2070100" y="5226050"/>
            <a:ext cx="88900" cy="1905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76" name="Shape 270"/>
          <p:cNvSpPr/>
          <p:nvPr/>
        </p:nvSpPr>
        <p:spPr>
          <a:xfrm>
            <a:off x="2159000" y="5226050"/>
            <a:ext cx="88900" cy="1905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77" name="Shape 271"/>
          <p:cNvSpPr/>
          <p:nvPr/>
        </p:nvSpPr>
        <p:spPr>
          <a:xfrm>
            <a:off x="2247900" y="5226050"/>
            <a:ext cx="88900" cy="190500"/>
          </a:xfrm>
          <a:prstGeom prst="rect">
            <a:avLst/>
          </a:prstGeom>
          <a:solidFill>
            <a:srgbClr val="F08B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78" name="Text 272"/>
          <p:cNvSpPr/>
          <p:nvPr/>
        </p:nvSpPr>
        <p:spPr>
          <a:xfrm>
            <a:off x="2247900" y="5067300"/>
            <a:ext cx="2032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450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00" dirty="0"/>
          </a:p>
        </p:txBody>
      </p:sp>
      <p:sp>
        <p:nvSpPr>
          <p:cNvPr id="279" name="Shape 273"/>
          <p:cNvSpPr/>
          <p:nvPr/>
        </p:nvSpPr>
        <p:spPr>
          <a:xfrm>
            <a:off x="2362200" y="5321300"/>
            <a:ext cx="1143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solid"/>
            <a:tailEnd type="triangle"/>
          </a:ln>
        </p:spPr>
      </p:sp>
      <p:sp>
        <p:nvSpPr>
          <p:cNvPr id="280" name="Shape 274"/>
          <p:cNvSpPr/>
          <p:nvPr/>
        </p:nvSpPr>
        <p:spPr>
          <a:xfrm>
            <a:off x="2476500" y="3822700"/>
            <a:ext cx="736600" cy="1778000"/>
          </a:xfrm>
          <a:prstGeom prst="rect">
            <a:avLst/>
          </a:prstGeom>
          <a:solidFill>
            <a:srgbClr val="D8C0A8"/>
          </a:solidFill>
          <a:ln w="12700">
            <a:solidFill>
              <a:srgbClr val="8A6A48"/>
            </a:solidFill>
            <a:prstDash val="solid"/>
          </a:ln>
        </p:spPr>
      </p:sp>
      <p:sp>
        <p:nvSpPr>
          <p:cNvPr id="281" name="Text 275"/>
          <p:cNvSpPr/>
          <p:nvPr/>
        </p:nvSpPr>
        <p:spPr>
          <a:xfrm>
            <a:off x="2476500" y="3848100"/>
            <a:ext cx="7366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5C2E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 Product</a:t>
            </a:r>
            <a:endParaRPr lang="en-US" sz="650" dirty="0"/>
          </a:p>
        </p:txBody>
      </p:sp>
      <p:sp>
        <p:nvSpPr>
          <p:cNvPr id="282" name="Shape 276"/>
          <p:cNvSpPr/>
          <p:nvPr/>
        </p:nvSpPr>
        <p:spPr>
          <a:xfrm>
            <a:off x="2844800" y="5562600"/>
            <a:ext cx="-203200" cy="-190500"/>
          </a:xfrm>
          <a:prstGeom prst="line">
            <a:avLst/>
          </a:prstGeom>
          <a:noFill/>
          <a:ln w="11430">
            <a:solidFill>
              <a:srgbClr val="8B1A10"/>
            </a:solidFill>
            <a:prstDash val="solid"/>
          </a:ln>
        </p:spPr>
      </p:sp>
      <p:sp>
        <p:nvSpPr>
          <p:cNvPr id="283" name="Shape 277"/>
          <p:cNvSpPr/>
          <p:nvPr/>
        </p:nvSpPr>
        <p:spPr>
          <a:xfrm>
            <a:off x="2578100" y="5257800"/>
            <a:ext cx="127000" cy="127000"/>
          </a:xfrm>
          <a:prstGeom prst="ellipse">
            <a:avLst/>
          </a:prstGeom>
          <a:solidFill>
            <a:srgbClr val="BFE0F0"/>
          </a:solidFill>
          <a:ln w="12700">
            <a:solidFill>
              <a:srgbClr val="5A8AC8"/>
            </a:solidFill>
            <a:prstDash val="solid"/>
          </a:ln>
        </p:spPr>
      </p:sp>
      <p:sp>
        <p:nvSpPr>
          <p:cNvPr id="284" name="Shape 278"/>
          <p:cNvSpPr/>
          <p:nvPr/>
        </p:nvSpPr>
        <p:spPr>
          <a:xfrm>
            <a:off x="2616200" y="5295900"/>
            <a:ext cx="50800" cy="50800"/>
          </a:xfrm>
          <a:prstGeom prst="ellipse">
            <a:avLst/>
          </a:prstGeom>
          <a:solidFill>
            <a:srgbClr val="1F2A5C"/>
          </a:solidFill>
          <a:ln/>
        </p:spPr>
      </p:sp>
      <p:sp>
        <p:nvSpPr>
          <p:cNvPr id="285" name="Shape 279"/>
          <p:cNvSpPr/>
          <p:nvPr/>
        </p:nvSpPr>
        <p:spPr>
          <a:xfrm>
            <a:off x="2844800" y="5562600"/>
            <a:ext cx="-101600" cy="-546100"/>
          </a:xfrm>
          <a:prstGeom prst="line">
            <a:avLst/>
          </a:prstGeom>
          <a:noFill/>
          <a:ln w="11430">
            <a:solidFill>
              <a:srgbClr val="8B1A10"/>
            </a:solidFill>
            <a:prstDash val="solid"/>
          </a:ln>
        </p:spPr>
      </p:sp>
      <p:sp>
        <p:nvSpPr>
          <p:cNvPr id="286" name="Shape 280"/>
          <p:cNvSpPr/>
          <p:nvPr/>
        </p:nvSpPr>
        <p:spPr>
          <a:xfrm>
            <a:off x="2679700" y="4902200"/>
            <a:ext cx="127000" cy="127000"/>
          </a:xfrm>
          <a:prstGeom prst="ellipse">
            <a:avLst/>
          </a:prstGeom>
          <a:solidFill>
            <a:srgbClr val="BFE0F0"/>
          </a:solidFill>
          <a:ln w="12700">
            <a:solidFill>
              <a:srgbClr val="5A8AC8"/>
            </a:solidFill>
            <a:prstDash val="solid"/>
          </a:ln>
        </p:spPr>
      </p:sp>
      <p:sp>
        <p:nvSpPr>
          <p:cNvPr id="287" name="Shape 281"/>
          <p:cNvSpPr/>
          <p:nvPr/>
        </p:nvSpPr>
        <p:spPr>
          <a:xfrm>
            <a:off x="2717800" y="4940300"/>
            <a:ext cx="50800" cy="50800"/>
          </a:xfrm>
          <a:prstGeom prst="ellipse">
            <a:avLst/>
          </a:prstGeom>
          <a:solidFill>
            <a:srgbClr val="1F2A5C"/>
          </a:solidFill>
          <a:ln/>
        </p:spPr>
      </p:sp>
      <p:sp>
        <p:nvSpPr>
          <p:cNvPr id="288" name="Shape 282"/>
          <p:cNvSpPr/>
          <p:nvPr/>
        </p:nvSpPr>
        <p:spPr>
          <a:xfrm>
            <a:off x="2844800" y="5562600"/>
            <a:ext cx="25400" cy="-901700"/>
          </a:xfrm>
          <a:prstGeom prst="line">
            <a:avLst/>
          </a:prstGeom>
          <a:noFill/>
          <a:ln w="11430">
            <a:solidFill>
              <a:srgbClr val="8B1A10"/>
            </a:solidFill>
            <a:prstDash val="solid"/>
          </a:ln>
        </p:spPr>
      </p:sp>
      <p:sp>
        <p:nvSpPr>
          <p:cNvPr id="289" name="Shape 283"/>
          <p:cNvSpPr/>
          <p:nvPr/>
        </p:nvSpPr>
        <p:spPr>
          <a:xfrm>
            <a:off x="2806700" y="4546600"/>
            <a:ext cx="127000" cy="127000"/>
          </a:xfrm>
          <a:prstGeom prst="ellipse">
            <a:avLst/>
          </a:prstGeom>
          <a:solidFill>
            <a:srgbClr val="BFE0F0"/>
          </a:solidFill>
          <a:ln w="12700">
            <a:solidFill>
              <a:srgbClr val="5A8AC8"/>
            </a:solidFill>
            <a:prstDash val="solid"/>
          </a:ln>
        </p:spPr>
      </p:sp>
      <p:sp>
        <p:nvSpPr>
          <p:cNvPr id="290" name="Shape 284"/>
          <p:cNvSpPr/>
          <p:nvPr/>
        </p:nvSpPr>
        <p:spPr>
          <a:xfrm>
            <a:off x="2844800" y="4584700"/>
            <a:ext cx="50800" cy="50800"/>
          </a:xfrm>
          <a:prstGeom prst="ellipse">
            <a:avLst/>
          </a:prstGeom>
          <a:solidFill>
            <a:srgbClr val="1F2A5C"/>
          </a:solidFill>
          <a:ln/>
        </p:spPr>
      </p:sp>
      <p:sp>
        <p:nvSpPr>
          <p:cNvPr id="291" name="Shape 285"/>
          <p:cNvSpPr/>
          <p:nvPr/>
        </p:nvSpPr>
        <p:spPr>
          <a:xfrm>
            <a:off x="2844800" y="5562600"/>
            <a:ext cx="177800" cy="-1257300"/>
          </a:xfrm>
          <a:prstGeom prst="line">
            <a:avLst/>
          </a:prstGeom>
          <a:noFill/>
          <a:ln w="11430">
            <a:solidFill>
              <a:srgbClr val="8B1A10"/>
            </a:solidFill>
            <a:prstDash val="solid"/>
          </a:ln>
        </p:spPr>
      </p:sp>
      <p:sp>
        <p:nvSpPr>
          <p:cNvPr id="292" name="Shape 286"/>
          <p:cNvSpPr/>
          <p:nvPr/>
        </p:nvSpPr>
        <p:spPr>
          <a:xfrm>
            <a:off x="2959100" y="4191000"/>
            <a:ext cx="127000" cy="127000"/>
          </a:xfrm>
          <a:prstGeom prst="ellipse">
            <a:avLst/>
          </a:prstGeom>
          <a:solidFill>
            <a:srgbClr val="BFE0F0"/>
          </a:solidFill>
          <a:ln w="12700">
            <a:solidFill>
              <a:srgbClr val="5A8AC8"/>
            </a:solidFill>
            <a:prstDash val="solid"/>
          </a:ln>
        </p:spPr>
      </p:sp>
      <p:sp>
        <p:nvSpPr>
          <p:cNvPr id="293" name="Shape 287"/>
          <p:cNvSpPr/>
          <p:nvPr/>
        </p:nvSpPr>
        <p:spPr>
          <a:xfrm>
            <a:off x="2997200" y="4229100"/>
            <a:ext cx="50800" cy="50800"/>
          </a:xfrm>
          <a:prstGeom prst="ellipse">
            <a:avLst/>
          </a:prstGeom>
          <a:solidFill>
            <a:srgbClr val="1F2A5C"/>
          </a:solidFill>
          <a:ln/>
        </p:spPr>
      </p:sp>
      <p:sp>
        <p:nvSpPr>
          <p:cNvPr id="294" name="Shape 288"/>
          <p:cNvSpPr/>
          <p:nvPr/>
        </p:nvSpPr>
        <p:spPr>
          <a:xfrm>
            <a:off x="2844800" y="5626100"/>
            <a:ext cx="0" cy="25400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295" name="Shape 289"/>
          <p:cNvSpPr/>
          <p:nvPr/>
        </p:nvSpPr>
        <p:spPr>
          <a:xfrm>
            <a:off x="5486400" y="4159250"/>
            <a:ext cx="190500" cy="190500"/>
          </a:xfrm>
          <a:prstGeom prst="ellipse">
            <a:avLst/>
          </a:prstGeom>
          <a:solidFill>
            <a:srgbClr val="FCE8E8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296" name="Text 290"/>
          <p:cNvSpPr/>
          <p:nvPr/>
        </p:nvSpPr>
        <p:spPr>
          <a:xfrm>
            <a:off x="5486400" y="415925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800" dirty="0"/>
          </a:p>
        </p:txBody>
      </p:sp>
      <p:sp>
        <p:nvSpPr>
          <p:cNvPr id="297" name="Shape 291"/>
          <p:cNvSpPr/>
          <p:nvPr/>
        </p:nvSpPr>
        <p:spPr>
          <a:xfrm>
            <a:off x="5308600" y="4013200"/>
            <a:ext cx="127000" cy="14605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298" name="Text 292"/>
          <p:cNvSpPr/>
          <p:nvPr/>
        </p:nvSpPr>
        <p:spPr>
          <a:xfrm>
            <a:off x="5892800" y="4140200"/>
            <a:ext cx="1905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413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50" dirty="0"/>
          </a:p>
        </p:txBody>
      </p:sp>
      <p:sp>
        <p:nvSpPr>
          <p:cNvPr id="299" name="Shape 293"/>
          <p:cNvSpPr/>
          <p:nvPr/>
        </p:nvSpPr>
        <p:spPr>
          <a:xfrm>
            <a:off x="6096000" y="4165600"/>
            <a:ext cx="76200" cy="1778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300" name="Shape 294"/>
          <p:cNvSpPr/>
          <p:nvPr/>
        </p:nvSpPr>
        <p:spPr>
          <a:xfrm>
            <a:off x="6172200" y="4165600"/>
            <a:ext cx="76200" cy="1778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301" name="Shape 295"/>
          <p:cNvSpPr/>
          <p:nvPr/>
        </p:nvSpPr>
        <p:spPr>
          <a:xfrm>
            <a:off x="6248400" y="4165600"/>
            <a:ext cx="76200" cy="177800"/>
          </a:xfrm>
          <a:prstGeom prst="rect">
            <a:avLst/>
          </a:prstGeom>
          <a:solidFill>
            <a:srgbClr val="F08B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302" name="Shape 296"/>
          <p:cNvSpPr/>
          <p:nvPr/>
        </p:nvSpPr>
        <p:spPr>
          <a:xfrm>
            <a:off x="5486400" y="4514850"/>
            <a:ext cx="190500" cy="190500"/>
          </a:xfrm>
          <a:prstGeom prst="ellipse">
            <a:avLst/>
          </a:prstGeom>
          <a:solidFill>
            <a:srgbClr val="FCE8E8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303" name="Text 297"/>
          <p:cNvSpPr/>
          <p:nvPr/>
        </p:nvSpPr>
        <p:spPr>
          <a:xfrm>
            <a:off x="5486400" y="451485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800" dirty="0"/>
          </a:p>
        </p:txBody>
      </p:sp>
      <p:sp>
        <p:nvSpPr>
          <p:cNvPr id="304" name="Shape 298"/>
          <p:cNvSpPr/>
          <p:nvPr/>
        </p:nvSpPr>
        <p:spPr>
          <a:xfrm>
            <a:off x="5308600" y="4064000"/>
            <a:ext cx="127000" cy="45085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305" name="Text 299"/>
          <p:cNvSpPr/>
          <p:nvPr/>
        </p:nvSpPr>
        <p:spPr>
          <a:xfrm>
            <a:off x="5892800" y="4495800"/>
            <a:ext cx="1905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413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50" dirty="0"/>
          </a:p>
        </p:txBody>
      </p:sp>
      <p:sp>
        <p:nvSpPr>
          <p:cNvPr id="306" name="Shape 300"/>
          <p:cNvSpPr/>
          <p:nvPr/>
        </p:nvSpPr>
        <p:spPr>
          <a:xfrm>
            <a:off x="6096000" y="4521200"/>
            <a:ext cx="76200" cy="1778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307" name="Shape 301"/>
          <p:cNvSpPr/>
          <p:nvPr/>
        </p:nvSpPr>
        <p:spPr>
          <a:xfrm>
            <a:off x="6172200" y="4521200"/>
            <a:ext cx="76200" cy="1778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308" name="Shape 302"/>
          <p:cNvSpPr/>
          <p:nvPr/>
        </p:nvSpPr>
        <p:spPr>
          <a:xfrm>
            <a:off x="6248400" y="4521200"/>
            <a:ext cx="76200" cy="177800"/>
          </a:xfrm>
          <a:prstGeom prst="rect">
            <a:avLst/>
          </a:prstGeom>
          <a:solidFill>
            <a:srgbClr val="F08B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309" name="Shape 303"/>
          <p:cNvSpPr/>
          <p:nvPr/>
        </p:nvSpPr>
        <p:spPr>
          <a:xfrm>
            <a:off x="5486400" y="4870450"/>
            <a:ext cx="190500" cy="190500"/>
          </a:xfrm>
          <a:prstGeom prst="ellipse">
            <a:avLst/>
          </a:prstGeom>
          <a:solidFill>
            <a:srgbClr val="FCE8E8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310" name="Text 304"/>
          <p:cNvSpPr/>
          <p:nvPr/>
        </p:nvSpPr>
        <p:spPr>
          <a:xfrm>
            <a:off x="5486400" y="487045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800" dirty="0"/>
          </a:p>
        </p:txBody>
      </p:sp>
      <p:sp>
        <p:nvSpPr>
          <p:cNvPr id="311" name="Shape 305"/>
          <p:cNvSpPr/>
          <p:nvPr/>
        </p:nvSpPr>
        <p:spPr>
          <a:xfrm>
            <a:off x="5308600" y="4114800"/>
            <a:ext cx="127000" cy="75565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312" name="Text 306"/>
          <p:cNvSpPr/>
          <p:nvPr/>
        </p:nvSpPr>
        <p:spPr>
          <a:xfrm>
            <a:off x="5892800" y="4851400"/>
            <a:ext cx="1905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413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50" dirty="0"/>
          </a:p>
        </p:txBody>
      </p:sp>
      <p:sp>
        <p:nvSpPr>
          <p:cNvPr id="313" name="Shape 307"/>
          <p:cNvSpPr/>
          <p:nvPr/>
        </p:nvSpPr>
        <p:spPr>
          <a:xfrm>
            <a:off x="6096000" y="4876800"/>
            <a:ext cx="76200" cy="1778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314" name="Shape 308"/>
          <p:cNvSpPr/>
          <p:nvPr/>
        </p:nvSpPr>
        <p:spPr>
          <a:xfrm>
            <a:off x="6172200" y="4876800"/>
            <a:ext cx="76200" cy="1778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315" name="Shape 309"/>
          <p:cNvSpPr/>
          <p:nvPr/>
        </p:nvSpPr>
        <p:spPr>
          <a:xfrm>
            <a:off x="6248400" y="4876800"/>
            <a:ext cx="76200" cy="177800"/>
          </a:xfrm>
          <a:prstGeom prst="rect">
            <a:avLst/>
          </a:prstGeom>
          <a:solidFill>
            <a:srgbClr val="F08B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316" name="Shape 310"/>
          <p:cNvSpPr/>
          <p:nvPr/>
        </p:nvSpPr>
        <p:spPr>
          <a:xfrm>
            <a:off x="5486400" y="5226050"/>
            <a:ext cx="190500" cy="190500"/>
          </a:xfrm>
          <a:prstGeom prst="ellipse">
            <a:avLst/>
          </a:prstGeom>
          <a:solidFill>
            <a:srgbClr val="FCE8E8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317" name="Text 311"/>
          <p:cNvSpPr/>
          <p:nvPr/>
        </p:nvSpPr>
        <p:spPr>
          <a:xfrm>
            <a:off x="5486400" y="522605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800" dirty="0"/>
          </a:p>
        </p:txBody>
      </p:sp>
      <p:sp>
        <p:nvSpPr>
          <p:cNvPr id="318" name="Shape 312"/>
          <p:cNvSpPr/>
          <p:nvPr/>
        </p:nvSpPr>
        <p:spPr>
          <a:xfrm>
            <a:off x="5308600" y="4165600"/>
            <a:ext cx="127000" cy="106045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319" name="Text 313"/>
          <p:cNvSpPr/>
          <p:nvPr/>
        </p:nvSpPr>
        <p:spPr>
          <a:xfrm>
            <a:off x="5892800" y="5207000"/>
            <a:ext cx="1905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413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50" dirty="0"/>
          </a:p>
        </p:txBody>
      </p:sp>
      <p:sp>
        <p:nvSpPr>
          <p:cNvPr id="320" name="Shape 314"/>
          <p:cNvSpPr/>
          <p:nvPr/>
        </p:nvSpPr>
        <p:spPr>
          <a:xfrm>
            <a:off x="6096000" y="5232400"/>
            <a:ext cx="76200" cy="1778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321" name="Shape 315"/>
          <p:cNvSpPr/>
          <p:nvPr/>
        </p:nvSpPr>
        <p:spPr>
          <a:xfrm>
            <a:off x="6172200" y="5232400"/>
            <a:ext cx="76200" cy="1778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322" name="Shape 316"/>
          <p:cNvSpPr/>
          <p:nvPr/>
        </p:nvSpPr>
        <p:spPr>
          <a:xfrm>
            <a:off x="6248400" y="5232400"/>
            <a:ext cx="76200" cy="177800"/>
          </a:xfrm>
          <a:prstGeom prst="rect">
            <a:avLst/>
          </a:prstGeom>
          <a:solidFill>
            <a:srgbClr val="F08B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323" name="Shape 317"/>
          <p:cNvSpPr/>
          <p:nvPr/>
        </p:nvSpPr>
        <p:spPr>
          <a:xfrm>
            <a:off x="6337300" y="4121150"/>
            <a:ext cx="482600" cy="266700"/>
          </a:xfrm>
          <a:prstGeom prst="rect">
            <a:avLst/>
          </a:prstGeom>
          <a:solidFill>
            <a:srgbClr val="F5CC50"/>
          </a:solidFill>
          <a:ln/>
        </p:spPr>
      </p:sp>
      <p:sp>
        <p:nvSpPr>
          <p:cNvPr id="324" name="Shape 318"/>
          <p:cNvSpPr/>
          <p:nvPr/>
        </p:nvSpPr>
        <p:spPr>
          <a:xfrm>
            <a:off x="6375400" y="4121150"/>
            <a:ext cx="406400" cy="266700"/>
          </a:xfrm>
          <a:prstGeom prst="rect">
            <a:avLst/>
          </a:prstGeom>
          <a:solidFill>
            <a:srgbClr val="D2E455"/>
          </a:solidFill>
          <a:ln w="12700">
            <a:solidFill>
              <a:srgbClr val="6B6B2A"/>
            </a:solidFill>
            <a:prstDash val="solid"/>
          </a:ln>
        </p:spPr>
      </p:sp>
      <p:sp>
        <p:nvSpPr>
          <p:cNvPr id="325" name="Text 319"/>
          <p:cNvSpPr/>
          <p:nvPr/>
        </p:nvSpPr>
        <p:spPr>
          <a:xfrm>
            <a:off x="6375400" y="4121150"/>
            <a:ext cx="406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326" name="Shape 320"/>
          <p:cNvSpPr/>
          <p:nvPr/>
        </p:nvSpPr>
        <p:spPr>
          <a:xfrm>
            <a:off x="6337300" y="4476750"/>
            <a:ext cx="482600" cy="266700"/>
          </a:xfrm>
          <a:prstGeom prst="rect">
            <a:avLst/>
          </a:prstGeom>
          <a:solidFill>
            <a:srgbClr val="F5CC50"/>
          </a:solidFill>
          <a:ln/>
        </p:spPr>
      </p:sp>
      <p:sp>
        <p:nvSpPr>
          <p:cNvPr id="327" name="Shape 321"/>
          <p:cNvSpPr/>
          <p:nvPr/>
        </p:nvSpPr>
        <p:spPr>
          <a:xfrm>
            <a:off x="6375400" y="4476750"/>
            <a:ext cx="406400" cy="266700"/>
          </a:xfrm>
          <a:prstGeom prst="rect">
            <a:avLst/>
          </a:prstGeom>
          <a:solidFill>
            <a:srgbClr val="D2E455"/>
          </a:solidFill>
          <a:ln w="12700">
            <a:solidFill>
              <a:srgbClr val="6B6B2A"/>
            </a:solidFill>
            <a:prstDash val="solid"/>
          </a:ln>
        </p:spPr>
      </p:sp>
      <p:sp>
        <p:nvSpPr>
          <p:cNvPr id="328" name="Text 322"/>
          <p:cNvSpPr/>
          <p:nvPr/>
        </p:nvSpPr>
        <p:spPr>
          <a:xfrm>
            <a:off x="6375400" y="4476750"/>
            <a:ext cx="406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329" name="Shape 323"/>
          <p:cNvSpPr/>
          <p:nvPr/>
        </p:nvSpPr>
        <p:spPr>
          <a:xfrm>
            <a:off x="6337300" y="4832350"/>
            <a:ext cx="482600" cy="266700"/>
          </a:xfrm>
          <a:prstGeom prst="rect">
            <a:avLst/>
          </a:prstGeom>
          <a:solidFill>
            <a:srgbClr val="F5CC50"/>
          </a:solidFill>
          <a:ln/>
        </p:spPr>
      </p:sp>
      <p:sp>
        <p:nvSpPr>
          <p:cNvPr id="330" name="Shape 324"/>
          <p:cNvSpPr/>
          <p:nvPr/>
        </p:nvSpPr>
        <p:spPr>
          <a:xfrm>
            <a:off x="6375400" y="4832350"/>
            <a:ext cx="406400" cy="266700"/>
          </a:xfrm>
          <a:prstGeom prst="rect">
            <a:avLst/>
          </a:prstGeom>
          <a:solidFill>
            <a:srgbClr val="D2E455"/>
          </a:solidFill>
          <a:ln w="12700">
            <a:solidFill>
              <a:srgbClr val="6B6B2A"/>
            </a:solidFill>
            <a:prstDash val="solid"/>
          </a:ln>
        </p:spPr>
      </p:sp>
      <p:sp>
        <p:nvSpPr>
          <p:cNvPr id="331" name="Text 325"/>
          <p:cNvSpPr/>
          <p:nvPr/>
        </p:nvSpPr>
        <p:spPr>
          <a:xfrm>
            <a:off x="6375400" y="4832350"/>
            <a:ext cx="406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332" name="Shape 326"/>
          <p:cNvSpPr/>
          <p:nvPr/>
        </p:nvSpPr>
        <p:spPr>
          <a:xfrm>
            <a:off x="6337300" y="5187950"/>
            <a:ext cx="482600" cy="266700"/>
          </a:xfrm>
          <a:prstGeom prst="rect">
            <a:avLst/>
          </a:prstGeom>
          <a:solidFill>
            <a:srgbClr val="F5CC50"/>
          </a:solidFill>
          <a:ln/>
        </p:spPr>
      </p:sp>
      <p:sp>
        <p:nvSpPr>
          <p:cNvPr id="333" name="Shape 327"/>
          <p:cNvSpPr/>
          <p:nvPr/>
        </p:nvSpPr>
        <p:spPr>
          <a:xfrm>
            <a:off x="6375400" y="5187950"/>
            <a:ext cx="406400" cy="266700"/>
          </a:xfrm>
          <a:prstGeom prst="rect">
            <a:avLst/>
          </a:prstGeom>
          <a:solidFill>
            <a:srgbClr val="D2E455"/>
          </a:solidFill>
          <a:ln w="12700">
            <a:solidFill>
              <a:srgbClr val="6B6B2A"/>
            </a:solidFill>
            <a:prstDash val="solid"/>
          </a:ln>
        </p:spPr>
      </p:sp>
      <p:sp>
        <p:nvSpPr>
          <p:cNvPr id="334" name="Text 328"/>
          <p:cNvSpPr/>
          <p:nvPr/>
        </p:nvSpPr>
        <p:spPr>
          <a:xfrm>
            <a:off x="6375400" y="5187950"/>
            <a:ext cx="406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335" name="Shape 329"/>
          <p:cNvSpPr/>
          <p:nvPr/>
        </p:nvSpPr>
        <p:spPr>
          <a:xfrm>
            <a:off x="7086600" y="4064000"/>
            <a:ext cx="584200" cy="142240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336" name="Text 330"/>
          <p:cNvSpPr/>
          <p:nvPr/>
        </p:nvSpPr>
        <p:spPr>
          <a:xfrm>
            <a:off x="7124700" y="41402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337" name="Shape 331"/>
          <p:cNvSpPr/>
          <p:nvPr/>
        </p:nvSpPr>
        <p:spPr>
          <a:xfrm>
            <a:off x="7289800" y="4140200"/>
            <a:ext cx="1206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38" name="Shape 332"/>
          <p:cNvSpPr/>
          <p:nvPr/>
        </p:nvSpPr>
        <p:spPr>
          <a:xfrm>
            <a:off x="7410450" y="4140200"/>
            <a:ext cx="1206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39" name="Shape 333"/>
          <p:cNvSpPr/>
          <p:nvPr/>
        </p:nvSpPr>
        <p:spPr>
          <a:xfrm>
            <a:off x="7531100" y="4140200"/>
            <a:ext cx="1206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40" name="Text 334"/>
          <p:cNvSpPr/>
          <p:nvPr/>
        </p:nvSpPr>
        <p:spPr>
          <a:xfrm>
            <a:off x="7124700" y="44831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341" name="Shape 335"/>
          <p:cNvSpPr/>
          <p:nvPr/>
        </p:nvSpPr>
        <p:spPr>
          <a:xfrm>
            <a:off x="7289800" y="4483100"/>
            <a:ext cx="1206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42" name="Shape 336"/>
          <p:cNvSpPr/>
          <p:nvPr/>
        </p:nvSpPr>
        <p:spPr>
          <a:xfrm>
            <a:off x="7410450" y="4483100"/>
            <a:ext cx="1206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43" name="Shape 337"/>
          <p:cNvSpPr/>
          <p:nvPr/>
        </p:nvSpPr>
        <p:spPr>
          <a:xfrm>
            <a:off x="7531100" y="4483100"/>
            <a:ext cx="1206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44" name="Text 338"/>
          <p:cNvSpPr/>
          <p:nvPr/>
        </p:nvSpPr>
        <p:spPr>
          <a:xfrm>
            <a:off x="7124700" y="48260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345" name="Shape 339"/>
          <p:cNvSpPr/>
          <p:nvPr/>
        </p:nvSpPr>
        <p:spPr>
          <a:xfrm>
            <a:off x="7289800" y="4826000"/>
            <a:ext cx="1206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46" name="Shape 340"/>
          <p:cNvSpPr/>
          <p:nvPr/>
        </p:nvSpPr>
        <p:spPr>
          <a:xfrm>
            <a:off x="7410450" y="4826000"/>
            <a:ext cx="1206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47" name="Shape 341"/>
          <p:cNvSpPr/>
          <p:nvPr/>
        </p:nvSpPr>
        <p:spPr>
          <a:xfrm>
            <a:off x="7531100" y="4826000"/>
            <a:ext cx="1206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48" name="Text 342"/>
          <p:cNvSpPr/>
          <p:nvPr/>
        </p:nvSpPr>
        <p:spPr>
          <a:xfrm>
            <a:off x="7124700" y="51689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349" name="Shape 343"/>
          <p:cNvSpPr/>
          <p:nvPr/>
        </p:nvSpPr>
        <p:spPr>
          <a:xfrm>
            <a:off x="7289800" y="5168900"/>
            <a:ext cx="1206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50" name="Shape 344"/>
          <p:cNvSpPr/>
          <p:nvPr/>
        </p:nvSpPr>
        <p:spPr>
          <a:xfrm>
            <a:off x="7410450" y="5168900"/>
            <a:ext cx="1206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51" name="Shape 345"/>
          <p:cNvSpPr/>
          <p:nvPr/>
        </p:nvSpPr>
        <p:spPr>
          <a:xfrm>
            <a:off x="7531100" y="5168900"/>
            <a:ext cx="1206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52" name="Shape 346"/>
          <p:cNvSpPr/>
          <p:nvPr/>
        </p:nvSpPr>
        <p:spPr>
          <a:xfrm>
            <a:off x="7010400" y="5740400"/>
            <a:ext cx="203200" cy="114300"/>
          </a:xfrm>
          <a:prstGeom prst="line">
            <a:avLst/>
          </a:prstGeom>
          <a:noFill/>
          <a:ln w="88900">
            <a:solidFill>
              <a:srgbClr val="C00000"/>
            </a:solidFill>
            <a:prstDash val="solid"/>
          </a:ln>
        </p:spPr>
      </p:sp>
      <p:sp>
        <p:nvSpPr>
          <p:cNvPr id="353" name="Shape 347"/>
          <p:cNvSpPr/>
          <p:nvPr/>
        </p:nvSpPr>
        <p:spPr>
          <a:xfrm>
            <a:off x="7213600" y="5854700"/>
            <a:ext cx="660400" cy="-317500"/>
          </a:xfrm>
          <a:prstGeom prst="line">
            <a:avLst/>
          </a:prstGeom>
          <a:noFill/>
          <a:ln w="88900">
            <a:solidFill>
              <a:srgbClr val="C00000"/>
            </a:solidFill>
            <a:prstDash val="solid"/>
          </a:ln>
        </p:spPr>
      </p:sp>
      <p:sp>
        <p:nvSpPr>
          <p:cNvPr id="354" name="Shape 348"/>
          <p:cNvSpPr/>
          <p:nvPr/>
        </p:nvSpPr>
        <p:spPr>
          <a:xfrm>
            <a:off x="7874000" y="5537200"/>
            <a:ext cx="1016000" cy="-508000"/>
          </a:xfrm>
          <a:prstGeom prst="line">
            <a:avLst/>
          </a:prstGeom>
          <a:noFill/>
          <a:ln w="88900">
            <a:solidFill>
              <a:srgbClr val="C00000"/>
            </a:solidFill>
            <a:prstDash val="solid"/>
          </a:ln>
        </p:spPr>
      </p:sp>
      <p:sp>
        <p:nvSpPr>
          <p:cNvPr id="355" name="Shape 349"/>
          <p:cNvSpPr/>
          <p:nvPr/>
        </p:nvSpPr>
        <p:spPr>
          <a:xfrm>
            <a:off x="8890000" y="5029200"/>
            <a:ext cx="889000" cy="-444500"/>
          </a:xfrm>
          <a:prstGeom prst="line">
            <a:avLst/>
          </a:prstGeom>
          <a:noFill/>
          <a:ln w="88900">
            <a:solidFill>
              <a:srgbClr val="C00000"/>
            </a:solidFill>
            <a:prstDash val="solid"/>
          </a:ln>
        </p:spPr>
      </p:sp>
      <p:sp>
        <p:nvSpPr>
          <p:cNvPr id="356" name="Shape 350"/>
          <p:cNvSpPr/>
          <p:nvPr/>
        </p:nvSpPr>
        <p:spPr>
          <a:xfrm rot="3780000">
            <a:off x="9829800" y="4241800"/>
            <a:ext cx="304800" cy="2540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357" name="Text 351"/>
          <p:cNvSpPr/>
          <p:nvPr/>
        </p:nvSpPr>
        <p:spPr>
          <a:xfrm rot="19320000">
            <a:off x="9321800" y="4572000"/>
            <a:ext cx="1219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pPr algn="ctr" indent="0" marL="0">
              <a:buNone/>
            </a:pPr>
            <a:r>
              <a:rPr lang="en-US" sz="1000" b="1" i="1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pPr algn="ctr" indent="0" marL="0">
              <a:buNone/>
            </a:pPr>
            <a:r>
              <a:rPr lang="en-US" sz="1000" b="1" i="1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” Heads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2026-10-12T04:43:04Z</dcterms:created>
  <dcterms:modified xsi:type="dcterms:W3CDTF">2026-10-12T04:43:04Z</dcterms:modified>
</cp:coreProperties>
</file>