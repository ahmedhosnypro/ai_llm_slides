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6110" y="5116830"/>
            <a:ext cx="10900410" cy="1686560"/>
          </a:xfrm>
          <a:prstGeom prst="roundRect">
            <a:avLst>
              <a:gd name="adj" fmla="val 3253"/>
            </a:avLst>
          </a:prstGeom>
          <a:solidFill>
            <a:srgbClr val="F5DCF6"/>
          </a:solidFill>
          <a:ln/>
        </p:spPr>
      </p:sp>
      <p:sp>
        <p:nvSpPr>
          <p:cNvPr id="6" name="Shape 4"/>
          <p:cNvSpPr/>
          <p:nvPr/>
        </p:nvSpPr>
        <p:spPr>
          <a:xfrm>
            <a:off x="1959610" y="5447030"/>
            <a:ext cx="9494520" cy="424180"/>
          </a:xfrm>
          <a:prstGeom prst="roundRect">
            <a:avLst>
              <a:gd name="adj" fmla="val 10778"/>
            </a:avLst>
          </a:prstGeom>
          <a:solidFill>
            <a:srgbClr val="F0FEE4"/>
          </a:solidFill>
          <a:ln w="12700">
            <a:solidFill>
              <a:srgbClr val="00B05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959610" y="6244590"/>
            <a:ext cx="9494520" cy="477520"/>
          </a:xfrm>
          <a:prstGeom prst="roundRect">
            <a:avLst>
              <a:gd name="adj" fmla="val 9574"/>
            </a:avLst>
          </a:prstGeom>
          <a:solidFill>
            <a:srgbClr val="FDEBD0"/>
          </a:solidFill>
          <a:ln w="12700">
            <a:solidFill>
              <a:srgbClr val="E67E22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959610" y="3003550"/>
            <a:ext cx="9533890" cy="438150"/>
          </a:xfrm>
          <a:prstGeom prst="roundRect">
            <a:avLst>
              <a:gd name="adj" fmla="val 10435"/>
            </a:avLst>
          </a:prstGeom>
          <a:solidFill>
            <a:srgbClr val="D6EAF8"/>
          </a:solidFill>
          <a:ln w="12700">
            <a:solidFill>
              <a:srgbClr val="2E64F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211070" y="311023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67026" y="311023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22982" y="311023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78938" y="311023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894" y="311023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82112" y="311023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8068" y="311023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94024" y="311023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49980" y="311023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05936" y="311023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53154" y="311023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09110" y="311023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65066" y="311023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21022" y="311023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76978" y="311023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4196" y="311023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80152" y="311023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36108" y="311023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92064" y="311023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48020" y="311023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95238" y="311023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51194" y="311023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7150" y="311023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63106" y="311023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19062" y="311023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66280" y="311023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2236" y="311023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78192" y="311023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34148" y="311023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90104" y="311023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545320" y="311023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701276" y="311023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857232" y="311023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13188" y="311023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169144" y="311023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535920" y="311023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691876" y="311023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847832" y="311023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003788" y="311023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159744" y="311023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11070" y="309118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182112" y="309118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153154" y="309118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124196" y="309118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095238" y="309118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066280" y="309118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545320" y="309118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N-2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0535920" y="309118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N-1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125460" y="3177540"/>
            <a:ext cx="78740" cy="7874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8" name="Shape 56"/>
          <p:cNvSpPr/>
          <p:nvPr/>
        </p:nvSpPr>
        <p:spPr>
          <a:xfrm>
            <a:off x="8361680" y="3177540"/>
            <a:ext cx="78740" cy="7874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9" name="Shape 57"/>
          <p:cNvSpPr/>
          <p:nvPr/>
        </p:nvSpPr>
        <p:spPr>
          <a:xfrm>
            <a:off x="8600440" y="3177540"/>
            <a:ext cx="78740" cy="7874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0" name="Shape 58"/>
          <p:cNvSpPr/>
          <p:nvPr/>
        </p:nvSpPr>
        <p:spPr>
          <a:xfrm>
            <a:off x="8837930" y="3177540"/>
            <a:ext cx="78740" cy="7874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1" name="Shape 59"/>
          <p:cNvSpPr/>
          <p:nvPr/>
        </p:nvSpPr>
        <p:spPr>
          <a:xfrm>
            <a:off x="9042400" y="3177540"/>
            <a:ext cx="78740" cy="7874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2" name="Shape 60"/>
          <p:cNvSpPr/>
          <p:nvPr/>
        </p:nvSpPr>
        <p:spPr>
          <a:xfrm>
            <a:off x="2211070" y="559435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367026" y="559435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522982" y="559435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678938" y="559435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834894" y="559435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182112" y="559435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338068" y="559435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494024" y="559435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649980" y="559435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805936" y="559435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153154" y="559435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309110" y="559435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465066" y="559435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621022" y="559435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776978" y="559435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124196" y="559435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280152" y="559435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436108" y="559435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592064" y="559435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748020" y="559435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095238" y="559435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251194" y="559435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407150" y="559435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563106" y="559435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719062" y="559435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066280" y="559435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222236" y="559435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378192" y="559435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534148" y="559435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690104" y="559435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545320" y="559435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701276" y="559435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857232" y="559435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013188" y="559435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169144" y="559435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535920" y="5594350"/>
            <a:ext cx="155956" cy="213360"/>
          </a:xfrm>
          <a:prstGeom prst="rect">
            <a:avLst/>
          </a:prstGeom>
          <a:solidFill>
            <a:srgbClr val="FCFCD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691876" y="5594350"/>
            <a:ext cx="155956" cy="213360"/>
          </a:xfrm>
          <a:prstGeom prst="rect">
            <a:avLst/>
          </a:prstGeom>
          <a:solidFill>
            <a:srgbClr val="F0FEE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847832" y="5594350"/>
            <a:ext cx="155956" cy="213360"/>
          </a:xfrm>
          <a:prstGeom prst="rect">
            <a:avLst/>
          </a:prstGeom>
          <a:solidFill>
            <a:srgbClr val="FFB6B6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1003788" y="5594350"/>
            <a:ext cx="155956" cy="213360"/>
          </a:xfrm>
          <a:prstGeom prst="rect">
            <a:avLst/>
          </a:prstGeom>
          <a:solidFill>
            <a:srgbClr val="DCDF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159744" y="5594350"/>
            <a:ext cx="155956" cy="213360"/>
          </a:xfrm>
          <a:prstGeom prst="rect">
            <a:avLst/>
          </a:prstGeom>
          <a:solidFill>
            <a:srgbClr val="F2D9F4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211070" y="557530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3182112" y="557530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100" dirty="0"/>
          </a:p>
        </p:txBody>
      </p:sp>
      <p:sp>
        <p:nvSpPr>
          <p:cNvPr id="104" name="Text 102"/>
          <p:cNvSpPr/>
          <p:nvPr/>
        </p:nvSpPr>
        <p:spPr>
          <a:xfrm>
            <a:off x="4153154" y="557530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5124196" y="557530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6095238" y="557530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7066280" y="557530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  <p:sp>
        <p:nvSpPr>
          <p:cNvPr id="108" name="Text 106"/>
          <p:cNvSpPr/>
          <p:nvPr/>
        </p:nvSpPr>
        <p:spPr>
          <a:xfrm>
            <a:off x="9545320" y="557530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N-2</a:t>
            </a:r>
            <a:endParaRPr lang="en-US" sz="1100" dirty="0"/>
          </a:p>
        </p:txBody>
      </p:sp>
      <p:sp>
        <p:nvSpPr>
          <p:cNvPr id="109" name="Text 107"/>
          <p:cNvSpPr/>
          <p:nvPr/>
        </p:nvSpPr>
        <p:spPr>
          <a:xfrm>
            <a:off x="10535920" y="5575300"/>
            <a:ext cx="7797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100" b="1" i="1" baseline="-40000" dirty="0">
                <a:solidFill>
                  <a:srgbClr val="9C20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N-1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8125460" y="5661660"/>
            <a:ext cx="78740" cy="787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8361680" y="5661660"/>
            <a:ext cx="78740" cy="787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8600440" y="5661660"/>
            <a:ext cx="78740" cy="787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8837930" y="5661660"/>
            <a:ext cx="78740" cy="787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9042400" y="5661660"/>
            <a:ext cx="78740" cy="787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2211070" y="6297930"/>
            <a:ext cx="652780" cy="320040"/>
          </a:xfrm>
          <a:prstGeom prst="rect">
            <a:avLst/>
          </a:prstGeom>
          <a:solidFill>
            <a:srgbClr val="FBF0D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863850" y="6297930"/>
            <a:ext cx="287020" cy="320040"/>
          </a:xfrm>
          <a:prstGeom prst="rect">
            <a:avLst/>
          </a:prstGeom>
          <a:solidFill>
            <a:srgbClr val="F2D8C8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182112" y="6297930"/>
            <a:ext cx="652780" cy="320040"/>
          </a:xfrm>
          <a:prstGeom prst="rect">
            <a:avLst/>
          </a:prstGeom>
          <a:solidFill>
            <a:srgbClr val="FBF0D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834892" y="6297930"/>
            <a:ext cx="287020" cy="320040"/>
          </a:xfrm>
          <a:prstGeom prst="rect">
            <a:avLst/>
          </a:prstGeom>
          <a:solidFill>
            <a:srgbClr val="F2D8C8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153154" y="6297930"/>
            <a:ext cx="652780" cy="320040"/>
          </a:xfrm>
          <a:prstGeom prst="rect">
            <a:avLst/>
          </a:prstGeom>
          <a:solidFill>
            <a:srgbClr val="FBF0D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805934" y="6297930"/>
            <a:ext cx="287020" cy="320040"/>
          </a:xfrm>
          <a:prstGeom prst="rect">
            <a:avLst/>
          </a:prstGeom>
          <a:solidFill>
            <a:srgbClr val="F2D8C8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124196" y="6297930"/>
            <a:ext cx="652780" cy="320040"/>
          </a:xfrm>
          <a:prstGeom prst="rect">
            <a:avLst/>
          </a:prstGeom>
          <a:solidFill>
            <a:srgbClr val="FBF0D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776976" y="6297930"/>
            <a:ext cx="287020" cy="320040"/>
          </a:xfrm>
          <a:prstGeom prst="rect">
            <a:avLst/>
          </a:prstGeom>
          <a:solidFill>
            <a:srgbClr val="F2D8C8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095238" y="6297930"/>
            <a:ext cx="652780" cy="320040"/>
          </a:xfrm>
          <a:prstGeom prst="rect">
            <a:avLst/>
          </a:prstGeom>
          <a:solidFill>
            <a:srgbClr val="FBF0D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748018" y="6297930"/>
            <a:ext cx="287020" cy="320040"/>
          </a:xfrm>
          <a:prstGeom prst="rect">
            <a:avLst/>
          </a:prstGeom>
          <a:solidFill>
            <a:srgbClr val="F2D8C8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066280" y="6297930"/>
            <a:ext cx="652780" cy="320040"/>
          </a:xfrm>
          <a:prstGeom prst="rect">
            <a:avLst/>
          </a:prstGeom>
          <a:solidFill>
            <a:srgbClr val="FBF0D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719060" y="6297930"/>
            <a:ext cx="287020" cy="320040"/>
          </a:xfrm>
          <a:prstGeom prst="rect">
            <a:avLst/>
          </a:prstGeom>
          <a:solidFill>
            <a:srgbClr val="F2D8C8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517380" y="6297930"/>
            <a:ext cx="652780" cy="320040"/>
          </a:xfrm>
          <a:prstGeom prst="rect">
            <a:avLst/>
          </a:prstGeom>
          <a:solidFill>
            <a:srgbClr val="FBF0D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170160" y="6297930"/>
            <a:ext cx="287020" cy="320040"/>
          </a:xfrm>
          <a:prstGeom prst="rect">
            <a:avLst/>
          </a:prstGeom>
          <a:solidFill>
            <a:srgbClr val="F2D8C8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0507980" y="6297930"/>
            <a:ext cx="652780" cy="320040"/>
          </a:xfrm>
          <a:prstGeom prst="rect">
            <a:avLst/>
          </a:prstGeom>
          <a:solidFill>
            <a:srgbClr val="FBF0D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1160760" y="6297930"/>
            <a:ext cx="287020" cy="320040"/>
          </a:xfrm>
          <a:prstGeom prst="rect">
            <a:avLst/>
          </a:prstGeom>
          <a:solidFill>
            <a:srgbClr val="F2D8C8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2172970" y="6297930"/>
            <a:ext cx="58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buNone/>
            </a:pPr>
            <a:r>
              <a:rPr lang="en-US" sz="950" b="1" i="1" baseline="-4000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P0</a:t>
            </a:r>
            <a:endParaRPr lang="en-US" sz="950" dirty="0"/>
          </a:p>
        </p:txBody>
      </p:sp>
      <p:sp>
        <p:nvSpPr>
          <p:cNvPr id="132" name="Text 130"/>
          <p:cNvSpPr/>
          <p:nvPr/>
        </p:nvSpPr>
        <p:spPr>
          <a:xfrm>
            <a:off x="3144012" y="6297930"/>
            <a:ext cx="58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buNone/>
            </a:pPr>
            <a:r>
              <a:rPr lang="en-US" sz="950" b="1" i="1" baseline="-4000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P1</a:t>
            </a:r>
            <a:endParaRPr lang="en-US" sz="950" dirty="0"/>
          </a:p>
        </p:txBody>
      </p:sp>
      <p:sp>
        <p:nvSpPr>
          <p:cNvPr id="133" name="Text 131"/>
          <p:cNvSpPr/>
          <p:nvPr/>
        </p:nvSpPr>
        <p:spPr>
          <a:xfrm>
            <a:off x="4115054" y="6297930"/>
            <a:ext cx="58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buNone/>
            </a:pPr>
            <a:r>
              <a:rPr lang="en-US" sz="950" b="1" i="1" baseline="-4000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P2</a:t>
            </a:r>
            <a:endParaRPr lang="en-US" sz="950" dirty="0"/>
          </a:p>
        </p:txBody>
      </p:sp>
      <p:sp>
        <p:nvSpPr>
          <p:cNvPr id="134" name="Text 132"/>
          <p:cNvSpPr/>
          <p:nvPr/>
        </p:nvSpPr>
        <p:spPr>
          <a:xfrm>
            <a:off x="5086096" y="6297930"/>
            <a:ext cx="58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buNone/>
            </a:pPr>
            <a:r>
              <a:rPr lang="en-US" sz="950" b="1" i="1" baseline="-4000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P3</a:t>
            </a:r>
            <a:endParaRPr lang="en-US" sz="950" dirty="0"/>
          </a:p>
        </p:txBody>
      </p:sp>
      <p:sp>
        <p:nvSpPr>
          <p:cNvPr id="135" name="Text 133"/>
          <p:cNvSpPr/>
          <p:nvPr/>
        </p:nvSpPr>
        <p:spPr>
          <a:xfrm>
            <a:off x="6057138" y="6297930"/>
            <a:ext cx="58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buNone/>
            </a:pPr>
            <a:r>
              <a:rPr lang="en-US" sz="950" b="1" i="1" baseline="-4000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P4</a:t>
            </a:r>
            <a:endParaRPr lang="en-US" sz="950" dirty="0"/>
          </a:p>
        </p:txBody>
      </p:sp>
      <p:sp>
        <p:nvSpPr>
          <p:cNvPr id="136" name="Text 134"/>
          <p:cNvSpPr/>
          <p:nvPr/>
        </p:nvSpPr>
        <p:spPr>
          <a:xfrm>
            <a:off x="7028180" y="6297930"/>
            <a:ext cx="58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buNone/>
            </a:pPr>
            <a:r>
              <a:rPr lang="en-US" sz="950" b="1" i="1" baseline="-4000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P5</a:t>
            </a:r>
            <a:endParaRPr lang="en-US" sz="950" dirty="0"/>
          </a:p>
        </p:txBody>
      </p:sp>
      <p:sp>
        <p:nvSpPr>
          <p:cNvPr id="137" name="Text 135"/>
          <p:cNvSpPr/>
          <p:nvPr/>
        </p:nvSpPr>
        <p:spPr>
          <a:xfrm>
            <a:off x="9479280" y="6297930"/>
            <a:ext cx="58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buNone/>
            </a:pPr>
            <a:r>
              <a:rPr lang="en-US" sz="950" b="1" i="1" baseline="-4000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PN-2</a:t>
            </a:r>
            <a:endParaRPr lang="en-US" sz="950" dirty="0"/>
          </a:p>
        </p:txBody>
      </p:sp>
      <p:sp>
        <p:nvSpPr>
          <p:cNvPr id="138" name="Text 136"/>
          <p:cNvSpPr/>
          <p:nvPr/>
        </p:nvSpPr>
        <p:spPr>
          <a:xfrm>
            <a:off x="10469880" y="6297930"/>
            <a:ext cx="58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Vector</a:t>
            </a:r>
            <a:pPr algn="ctr" indent="0" marL="0">
              <a:buNone/>
            </a:pPr>
            <a:r>
              <a:rPr lang="en-US" sz="950" b="1" i="1" baseline="-40000" dirty="0">
                <a:solidFill>
                  <a:srgbClr val="0000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PN-1</a:t>
            </a:r>
            <a:endParaRPr lang="en-US" sz="950" dirty="0"/>
          </a:p>
        </p:txBody>
      </p:sp>
      <p:sp>
        <p:nvSpPr>
          <p:cNvPr id="139" name="Shape 137"/>
          <p:cNvSpPr/>
          <p:nvPr/>
        </p:nvSpPr>
        <p:spPr>
          <a:xfrm>
            <a:off x="8125460" y="6446520"/>
            <a:ext cx="78740" cy="787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8361680" y="6446520"/>
            <a:ext cx="78740" cy="787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8600440" y="6446520"/>
            <a:ext cx="78740" cy="787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8837930" y="6446520"/>
            <a:ext cx="78740" cy="787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9042400" y="6446520"/>
            <a:ext cx="78740" cy="787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6208395" y="5915025"/>
            <a:ext cx="290830" cy="29083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45" name="Text 143"/>
          <p:cNvSpPr/>
          <p:nvPr/>
        </p:nvSpPr>
        <p:spPr>
          <a:xfrm>
            <a:off x="6208395" y="5915025"/>
            <a:ext cx="290830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146" name="Shape 144"/>
          <p:cNvSpPr/>
          <p:nvPr/>
        </p:nvSpPr>
        <p:spPr>
          <a:xfrm>
            <a:off x="1656080" y="3667760"/>
            <a:ext cx="9685020" cy="1262380"/>
          </a:xfrm>
          <a:prstGeom prst="rect">
            <a:avLst/>
          </a:prstGeom>
          <a:solidFill>
            <a:srgbClr val="CD5C5C"/>
          </a:solidFill>
          <a:ln/>
        </p:spPr>
      </p:sp>
      <p:sp>
        <p:nvSpPr>
          <p:cNvPr id="147" name="Shape 145"/>
          <p:cNvSpPr/>
          <p:nvPr/>
        </p:nvSpPr>
        <p:spPr>
          <a:xfrm>
            <a:off x="1868170" y="3708400"/>
            <a:ext cx="9182100" cy="238760"/>
          </a:xfrm>
          <a:prstGeom prst="rect">
            <a:avLst/>
          </a:prstGeom>
          <a:solidFill>
            <a:srgbClr val="A00000"/>
          </a:solidFill>
          <a:ln/>
        </p:spPr>
      </p:sp>
      <p:sp>
        <p:nvSpPr>
          <p:cNvPr id="148" name="Text 146"/>
          <p:cNvSpPr/>
          <p:nvPr/>
        </p:nvSpPr>
        <p:spPr>
          <a:xfrm>
            <a:off x="5426710" y="3708400"/>
            <a:ext cx="1905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Block</a:t>
            </a:r>
            <a:endParaRPr lang="en-US" sz="1050" dirty="0"/>
          </a:p>
        </p:txBody>
      </p:sp>
      <p:sp>
        <p:nvSpPr>
          <p:cNvPr id="149" name="Shape 147"/>
          <p:cNvSpPr/>
          <p:nvPr/>
        </p:nvSpPr>
        <p:spPr>
          <a:xfrm>
            <a:off x="1868170" y="3987800"/>
            <a:ext cx="9182100" cy="238760"/>
          </a:xfrm>
          <a:prstGeom prst="rect">
            <a:avLst/>
          </a:prstGeom>
          <a:solidFill>
            <a:srgbClr val="A00000"/>
          </a:solidFill>
          <a:ln/>
        </p:spPr>
      </p:sp>
      <p:sp>
        <p:nvSpPr>
          <p:cNvPr id="150" name="Text 148"/>
          <p:cNvSpPr/>
          <p:nvPr/>
        </p:nvSpPr>
        <p:spPr>
          <a:xfrm>
            <a:off x="5426710" y="3987800"/>
            <a:ext cx="1905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Block</a:t>
            </a:r>
            <a:endParaRPr lang="en-US" sz="1050" dirty="0"/>
          </a:p>
        </p:txBody>
      </p:sp>
      <p:sp>
        <p:nvSpPr>
          <p:cNvPr id="151" name="Shape 149"/>
          <p:cNvSpPr/>
          <p:nvPr/>
        </p:nvSpPr>
        <p:spPr>
          <a:xfrm>
            <a:off x="1868170" y="4678680"/>
            <a:ext cx="9182100" cy="238760"/>
          </a:xfrm>
          <a:prstGeom prst="rect">
            <a:avLst/>
          </a:prstGeom>
          <a:solidFill>
            <a:srgbClr val="A00000"/>
          </a:solidFill>
          <a:ln/>
        </p:spPr>
      </p:sp>
      <p:sp>
        <p:nvSpPr>
          <p:cNvPr id="152" name="Text 150"/>
          <p:cNvSpPr/>
          <p:nvPr/>
        </p:nvSpPr>
        <p:spPr>
          <a:xfrm>
            <a:off x="5426710" y="4678680"/>
            <a:ext cx="1905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Block</a:t>
            </a:r>
            <a:endParaRPr lang="en-US" sz="1050" dirty="0"/>
          </a:p>
        </p:txBody>
      </p:sp>
      <p:sp>
        <p:nvSpPr>
          <p:cNvPr id="153" name="Shape 151"/>
          <p:cNvSpPr/>
          <p:nvPr/>
        </p:nvSpPr>
        <p:spPr>
          <a:xfrm>
            <a:off x="3115945" y="428561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3115945" y="4404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3115945" y="4531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3881755" y="428561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3881755" y="4404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3881755" y="4531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4759325" y="428561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4759325" y="4404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4759325" y="4531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7911465" y="428561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7911465" y="4404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7911465" y="4531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870315" y="428561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870315" y="4404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870315" y="4531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9761855" y="428561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9761855" y="4404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9761855" y="4531995"/>
            <a:ext cx="80010" cy="80010"/>
          </a:xfrm>
          <a:prstGeom prst="ellipse">
            <a:avLst/>
          </a:prstGeom>
          <a:solidFill>
            <a:srgbClr val="A00000"/>
          </a:solidFill>
          <a:ln/>
        </p:spPr>
      </p:sp>
      <p:sp>
        <p:nvSpPr>
          <p:cNvPr id="171" name="Text 169"/>
          <p:cNvSpPr/>
          <p:nvPr/>
        </p:nvSpPr>
        <p:spPr>
          <a:xfrm>
            <a:off x="4464050" y="4274864"/>
            <a:ext cx="381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Encoder</a:t>
            </a:r>
            <a:endParaRPr lang="en-US" sz="2050" dirty="0"/>
          </a:p>
        </p:txBody>
      </p:sp>
      <p:sp>
        <p:nvSpPr>
          <p:cNvPr id="172" name="Shape 170"/>
          <p:cNvSpPr/>
          <p:nvPr/>
        </p:nvSpPr>
        <p:spPr>
          <a:xfrm>
            <a:off x="2028190" y="2446020"/>
            <a:ext cx="943864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2028190" y="2446020"/>
            <a:ext cx="9438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Average Pooling</a:t>
            </a:r>
            <a:endParaRPr lang="en-US" sz="1700" dirty="0"/>
          </a:p>
        </p:txBody>
      </p:sp>
      <p:sp>
        <p:nvSpPr>
          <p:cNvPr id="174" name="Shape 172"/>
          <p:cNvSpPr/>
          <p:nvPr/>
        </p:nvSpPr>
        <p:spPr>
          <a:xfrm>
            <a:off x="4881880" y="1953260"/>
            <a:ext cx="160020" cy="240030"/>
          </a:xfrm>
          <a:prstGeom prst="rect">
            <a:avLst/>
          </a:prstGeom>
          <a:solidFill>
            <a:srgbClr val="FEFFC5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5041900" y="1953260"/>
            <a:ext cx="160020" cy="240030"/>
          </a:xfrm>
          <a:prstGeom prst="rect">
            <a:avLst/>
          </a:prstGeom>
          <a:solidFill>
            <a:srgbClr val="E3FFCB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5201920" y="1953260"/>
            <a:ext cx="160020" cy="240030"/>
          </a:xfrm>
          <a:prstGeom prst="rect">
            <a:avLst/>
          </a:prstGeom>
          <a:solidFill>
            <a:srgbClr val="EDE4C1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361940" y="1953260"/>
            <a:ext cx="160020" cy="240030"/>
          </a:xfrm>
          <a:prstGeom prst="rect">
            <a:avLst/>
          </a:prstGeom>
          <a:solidFill>
            <a:srgbClr val="F8DBC1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5521960" y="1953260"/>
            <a:ext cx="160020" cy="240030"/>
          </a:xfrm>
          <a:prstGeom prst="rect">
            <a:avLst/>
          </a:prstGeom>
          <a:solidFill>
            <a:srgbClr val="E2DCF3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5681980" y="1953260"/>
            <a:ext cx="160020" cy="240030"/>
          </a:xfrm>
          <a:prstGeom prst="rect">
            <a:avLst/>
          </a:prstGeom>
          <a:solidFill>
            <a:srgbClr val="F5D6EE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5842000" y="1953260"/>
            <a:ext cx="160020" cy="240030"/>
          </a:xfrm>
          <a:prstGeom prst="rect">
            <a:avLst/>
          </a:prstGeom>
          <a:solidFill>
            <a:srgbClr val="FEFFC5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002020" y="1953260"/>
            <a:ext cx="160020" cy="240030"/>
          </a:xfrm>
          <a:prstGeom prst="rect">
            <a:avLst/>
          </a:prstGeom>
          <a:solidFill>
            <a:srgbClr val="E3FFCB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162040" y="1953260"/>
            <a:ext cx="160020" cy="240030"/>
          </a:xfrm>
          <a:prstGeom prst="rect">
            <a:avLst/>
          </a:prstGeom>
          <a:solidFill>
            <a:srgbClr val="EDE4C1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322060" y="1953260"/>
            <a:ext cx="160020" cy="240030"/>
          </a:xfrm>
          <a:prstGeom prst="rect">
            <a:avLst/>
          </a:prstGeom>
          <a:solidFill>
            <a:srgbClr val="F8DBC1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482080" y="1953260"/>
            <a:ext cx="160020" cy="240030"/>
          </a:xfrm>
          <a:prstGeom prst="rect">
            <a:avLst/>
          </a:prstGeom>
          <a:solidFill>
            <a:srgbClr val="E2DCF3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642100" y="1953260"/>
            <a:ext cx="160020" cy="240030"/>
          </a:xfrm>
          <a:prstGeom prst="rect">
            <a:avLst/>
          </a:prstGeom>
          <a:solidFill>
            <a:srgbClr val="F5D6EE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802120" y="1953260"/>
            <a:ext cx="160020" cy="240030"/>
          </a:xfrm>
          <a:prstGeom prst="rect">
            <a:avLst/>
          </a:prstGeom>
          <a:solidFill>
            <a:srgbClr val="FEFFC5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962140" y="1953260"/>
            <a:ext cx="160020" cy="240030"/>
          </a:xfrm>
          <a:prstGeom prst="rect">
            <a:avLst/>
          </a:prstGeom>
          <a:solidFill>
            <a:srgbClr val="E3FFCB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122160" y="1953260"/>
            <a:ext cx="160020" cy="240030"/>
          </a:xfrm>
          <a:prstGeom prst="rect">
            <a:avLst/>
          </a:prstGeom>
          <a:solidFill>
            <a:srgbClr val="EDE4C1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282180" y="1953260"/>
            <a:ext cx="160020" cy="240030"/>
          </a:xfrm>
          <a:prstGeom prst="rect">
            <a:avLst/>
          </a:prstGeom>
          <a:solidFill>
            <a:srgbClr val="F8DBC1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442200" y="1953260"/>
            <a:ext cx="160020" cy="240030"/>
          </a:xfrm>
          <a:prstGeom prst="rect">
            <a:avLst/>
          </a:prstGeom>
          <a:solidFill>
            <a:srgbClr val="E2DCF3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602220" y="1953260"/>
            <a:ext cx="160020" cy="240030"/>
          </a:xfrm>
          <a:prstGeom prst="rect">
            <a:avLst/>
          </a:prstGeom>
          <a:solidFill>
            <a:srgbClr val="F5D6EE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762240" y="1953260"/>
            <a:ext cx="160020" cy="240030"/>
          </a:xfrm>
          <a:prstGeom prst="rect">
            <a:avLst/>
          </a:prstGeom>
          <a:solidFill>
            <a:srgbClr val="FEFFC5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922260" y="1953260"/>
            <a:ext cx="160020" cy="240030"/>
          </a:xfrm>
          <a:prstGeom prst="rect">
            <a:avLst/>
          </a:prstGeom>
          <a:solidFill>
            <a:srgbClr val="E3FFCB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 flipV="1">
            <a:off x="4902200" y="1657350"/>
            <a:ext cx="66675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 flipV="1">
            <a:off x="5181600" y="1657350"/>
            <a:ext cx="38735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 flipV="1">
            <a:off x="5461000" y="1657350"/>
            <a:ext cx="10795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5568950" y="1657350"/>
            <a:ext cx="17145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5568950" y="1657350"/>
            <a:ext cx="45085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5568950" y="1657350"/>
            <a:ext cx="73025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 flipV="1">
            <a:off x="5740400" y="1657350"/>
            <a:ext cx="78740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 flipV="1">
            <a:off x="6019800" y="1657350"/>
            <a:ext cx="50800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 flipV="1">
            <a:off x="6299200" y="1657350"/>
            <a:ext cx="22860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527800" y="1657350"/>
            <a:ext cx="5080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527800" y="1657350"/>
            <a:ext cx="33020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527800" y="1657350"/>
            <a:ext cx="60960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 flipV="1">
            <a:off x="6578600" y="1657350"/>
            <a:ext cx="90551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 flipV="1">
            <a:off x="6858000" y="1657350"/>
            <a:ext cx="62611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 flipV="1">
            <a:off x="7137400" y="1657350"/>
            <a:ext cx="34671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 flipV="1">
            <a:off x="7416800" y="1657350"/>
            <a:ext cx="6731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484110" y="1657350"/>
            <a:ext cx="21209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484110" y="1657350"/>
            <a:ext cx="491490" cy="295910"/>
          </a:xfrm>
          <a:prstGeom prst="line">
            <a:avLst/>
          </a:prstGeom>
          <a:noFill/>
          <a:ln w="9525">
            <a:solidFill>
              <a:srgbClr val="FFB3B1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2078990" y="1209040"/>
            <a:ext cx="9091930" cy="265430"/>
          </a:xfrm>
          <a:prstGeom prst="rect">
            <a:avLst/>
          </a:prstGeom>
          <a:solidFill>
            <a:srgbClr val="F5CBA7"/>
          </a:solidFill>
          <a:ln/>
        </p:spPr>
      </p:sp>
      <p:sp>
        <p:nvSpPr>
          <p:cNvPr id="213" name="Text 211"/>
          <p:cNvSpPr/>
          <p:nvPr/>
        </p:nvSpPr>
        <p:spPr>
          <a:xfrm>
            <a:off x="2139950" y="1231900"/>
            <a:ext cx="152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 Layer</a:t>
            </a:r>
            <a:endParaRPr lang="en-US" sz="1400" dirty="0"/>
          </a:p>
        </p:txBody>
      </p:sp>
      <p:sp>
        <p:nvSpPr>
          <p:cNvPr id="214" name="Shape 212"/>
          <p:cNvSpPr/>
          <p:nvPr/>
        </p:nvSpPr>
        <p:spPr>
          <a:xfrm>
            <a:off x="5329555" y="1148715"/>
            <a:ext cx="478790" cy="47879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15" name="Shape 213"/>
          <p:cNvSpPr/>
          <p:nvPr/>
        </p:nvSpPr>
        <p:spPr>
          <a:xfrm>
            <a:off x="5329555" y="1109345"/>
            <a:ext cx="478790" cy="478790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216" name="Text 214"/>
          <p:cNvSpPr/>
          <p:nvPr/>
        </p:nvSpPr>
        <p:spPr>
          <a:xfrm>
            <a:off x="5340350" y="1212850"/>
            <a:ext cx="457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7DC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750" dirty="0"/>
          </a:p>
        </p:txBody>
      </p:sp>
      <p:sp>
        <p:nvSpPr>
          <p:cNvPr id="217" name="Text 215"/>
          <p:cNvSpPr/>
          <p:nvPr/>
        </p:nvSpPr>
        <p:spPr>
          <a:xfrm>
            <a:off x="5416550" y="132080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sp>
        <p:nvSpPr>
          <p:cNvPr id="218" name="Shape 216"/>
          <p:cNvSpPr/>
          <p:nvPr/>
        </p:nvSpPr>
        <p:spPr>
          <a:xfrm>
            <a:off x="5568950" y="971550"/>
            <a:ext cx="0" cy="137160"/>
          </a:xfrm>
          <a:prstGeom prst="line">
            <a:avLst/>
          </a:prstGeom>
          <a:noFill/>
          <a:ln w="12700">
            <a:solidFill>
              <a:srgbClr val="2E64FE"/>
            </a:solidFill>
            <a:prstDash val="solid"/>
            <a:headEnd type="triangle"/>
          </a:ln>
        </p:spPr>
      </p:sp>
      <p:sp>
        <p:nvSpPr>
          <p:cNvPr id="219" name="Shape 217"/>
          <p:cNvSpPr/>
          <p:nvPr/>
        </p:nvSpPr>
        <p:spPr>
          <a:xfrm>
            <a:off x="6288405" y="1148715"/>
            <a:ext cx="478790" cy="47879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20" name="Shape 218"/>
          <p:cNvSpPr/>
          <p:nvPr/>
        </p:nvSpPr>
        <p:spPr>
          <a:xfrm>
            <a:off x="6288405" y="1109345"/>
            <a:ext cx="478790" cy="478790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221" name="Text 219"/>
          <p:cNvSpPr/>
          <p:nvPr/>
        </p:nvSpPr>
        <p:spPr>
          <a:xfrm>
            <a:off x="6299200" y="1212850"/>
            <a:ext cx="457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7DC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750" dirty="0"/>
          </a:p>
        </p:txBody>
      </p:sp>
      <p:sp>
        <p:nvSpPr>
          <p:cNvPr id="222" name="Text 220"/>
          <p:cNvSpPr/>
          <p:nvPr/>
        </p:nvSpPr>
        <p:spPr>
          <a:xfrm>
            <a:off x="6375400" y="132080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sp>
        <p:nvSpPr>
          <p:cNvPr id="223" name="Shape 221"/>
          <p:cNvSpPr/>
          <p:nvPr/>
        </p:nvSpPr>
        <p:spPr>
          <a:xfrm>
            <a:off x="6527800" y="971550"/>
            <a:ext cx="0" cy="137160"/>
          </a:xfrm>
          <a:prstGeom prst="line">
            <a:avLst/>
          </a:prstGeom>
          <a:noFill/>
          <a:ln w="12700">
            <a:solidFill>
              <a:srgbClr val="2E64FE"/>
            </a:solidFill>
            <a:prstDash val="solid"/>
            <a:headEnd type="triangle"/>
          </a:ln>
        </p:spPr>
      </p:sp>
      <p:sp>
        <p:nvSpPr>
          <p:cNvPr id="224" name="Shape 222"/>
          <p:cNvSpPr/>
          <p:nvPr/>
        </p:nvSpPr>
        <p:spPr>
          <a:xfrm>
            <a:off x="7244715" y="1148715"/>
            <a:ext cx="478790" cy="47879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25" name="Shape 223"/>
          <p:cNvSpPr/>
          <p:nvPr/>
        </p:nvSpPr>
        <p:spPr>
          <a:xfrm>
            <a:off x="7244715" y="1109345"/>
            <a:ext cx="478790" cy="478790"/>
          </a:xfrm>
          <a:prstGeom prst="ellipse">
            <a:avLst/>
          </a:prstGeom>
          <a:solidFill>
            <a:srgbClr val="00008B"/>
          </a:solidFill>
          <a:ln/>
        </p:spPr>
      </p:sp>
      <p:sp>
        <p:nvSpPr>
          <p:cNvPr id="226" name="Text 224"/>
          <p:cNvSpPr/>
          <p:nvPr/>
        </p:nvSpPr>
        <p:spPr>
          <a:xfrm>
            <a:off x="7255510" y="1212850"/>
            <a:ext cx="457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7DC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750" dirty="0"/>
          </a:p>
        </p:txBody>
      </p:sp>
      <p:sp>
        <p:nvSpPr>
          <p:cNvPr id="227" name="Text 225"/>
          <p:cNvSpPr/>
          <p:nvPr/>
        </p:nvSpPr>
        <p:spPr>
          <a:xfrm>
            <a:off x="7331710" y="132080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300" dirty="0"/>
          </a:p>
        </p:txBody>
      </p:sp>
      <p:sp>
        <p:nvSpPr>
          <p:cNvPr id="228" name="Shape 226"/>
          <p:cNvSpPr/>
          <p:nvPr/>
        </p:nvSpPr>
        <p:spPr>
          <a:xfrm>
            <a:off x="7484110" y="971550"/>
            <a:ext cx="0" cy="137160"/>
          </a:xfrm>
          <a:prstGeom prst="line">
            <a:avLst/>
          </a:prstGeom>
          <a:noFill/>
          <a:ln w="12700">
            <a:solidFill>
              <a:srgbClr val="2E64FE"/>
            </a:solidFill>
            <a:prstDash val="solid"/>
            <a:headEnd type="triangle"/>
          </a:ln>
        </p:spPr>
      </p:sp>
      <p:sp>
        <p:nvSpPr>
          <p:cNvPr id="229" name="Text 227"/>
          <p:cNvSpPr/>
          <p:nvPr/>
        </p:nvSpPr>
        <p:spPr>
          <a:xfrm>
            <a:off x="5378450" y="74168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algn="ctr" indent="0" marL="0">
              <a:buNone/>
            </a:pPr>
            <a:r>
              <a:rPr lang="en-US" sz="1200" b="1" i="1" baseline="-4000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  <p:sp>
        <p:nvSpPr>
          <p:cNvPr id="230" name="Text 228"/>
          <p:cNvSpPr/>
          <p:nvPr/>
        </p:nvSpPr>
        <p:spPr>
          <a:xfrm>
            <a:off x="6337300" y="74168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algn="ctr" indent="0" marL="0">
              <a:buNone/>
            </a:pPr>
            <a:r>
              <a:rPr lang="en-US" sz="1200" b="1" i="1" baseline="-4000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  <p:sp>
        <p:nvSpPr>
          <p:cNvPr id="231" name="Text 229"/>
          <p:cNvSpPr/>
          <p:nvPr/>
        </p:nvSpPr>
        <p:spPr>
          <a:xfrm>
            <a:off x="7293610" y="74168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algn="ctr" indent="0" marL="0">
              <a:buNone/>
            </a:pPr>
            <a:r>
              <a:rPr lang="en-US" sz="1200" b="1" i="1" baseline="-4000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  <p:sp>
        <p:nvSpPr>
          <p:cNvPr id="232" name="Text 230"/>
          <p:cNvSpPr/>
          <p:nvPr/>
        </p:nvSpPr>
        <p:spPr>
          <a:xfrm>
            <a:off x="3967480" y="6985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Classes</a:t>
            </a:r>
            <a:endParaRPr lang="en-US" sz="1300" dirty="0"/>
          </a:p>
        </p:txBody>
      </p:sp>
      <p:sp>
        <p:nvSpPr>
          <p:cNvPr id="233" name="Shape 231"/>
          <p:cNvSpPr/>
          <p:nvPr/>
        </p:nvSpPr>
        <p:spPr>
          <a:xfrm>
            <a:off x="6390640" y="4917440"/>
            <a:ext cx="198120" cy="317500"/>
          </a:xfrm>
          <a:prstGeom prst="upArrow">
            <a:avLst/>
          </a:prstGeom>
          <a:solidFill>
            <a:srgbClr val="EDEFFF"/>
          </a:solidFill>
          <a:ln w="12700">
            <a:solidFill>
              <a:srgbClr val="20208F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6390640" y="3441700"/>
            <a:ext cx="198120" cy="240030"/>
          </a:xfrm>
          <a:prstGeom prst="upArrow">
            <a:avLst/>
          </a:prstGeom>
          <a:solidFill>
            <a:srgbClr val="EDEFFF"/>
          </a:solidFill>
          <a:ln w="12700">
            <a:solidFill>
              <a:srgbClr val="20208F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6390640" y="2711450"/>
            <a:ext cx="198120" cy="279400"/>
          </a:xfrm>
          <a:prstGeom prst="upArrow">
            <a:avLst/>
          </a:prstGeom>
          <a:solidFill>
            <a:srgbClr val="EDEFFF"/>
          </a:solidFill>
          <a:ln w="12700">
            <a:solidFill>
              <a:srgbClr val="20208F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6390640" y="2193290"/>
            <a:ext cx="198120" cy="252730"/>
          </a:xfrm>
          <a:prstGeom prst="upArrow">
            <a:avLst/>
          </a:prstGeom>
          <a:solidFill>
            <a:srgbClr val="EDEFFF"/>
          </a:solidFill>
          <a:ln w="12700">
            <a:solidFill>
              <a:srgbClr val="20208F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890270" y="1827714"/>
            <a:ext cx="254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Single vector representing</a:t>
            </a:r>
            <a:endParaRPr lang="en-US" sz="1350" dirty="0"/>
          </a:p>
          <a:p>
            <a:pPr algn="l" indent="0" marL="0">
              <a:lnSpc>
                <a:spcPts val="1570"/>
              </a:lnSpc>
              <a:buNone/>
            </a:pPr>
            <a:r>
              <a:rPr lang="en-US" sz="1350" i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whole sequence</a:t>
            </a:r>
            <a:endParaRPr lang="en-US" sz="1350" dirty="0"/>
          </a:p>
        </p:txBody>
      </p:sp>
      <p:sp>
        <p:nvSpPr>
          <p:cNvPr id="238" name="Text 236"/>
          <p:cNvSpPr/>
          <p:nvPr/>
        </p:nvSpPr>
        <p:spPr>
          <a:xfrm>
            <a:off x="824230" y="3008351"/>
            <a:ext cx="127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400" dirty="0"/>
          </a:p>
          <a:p>
            <a:pPr algn="l" indent="0" marL="0">
              <a:lnSpc>
                <a:spcPts val="146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</a:t>
            </a:r>
            <a:endParaRPr lang="en-US" sz="1400" dirty="0"/>
          </a:p>
        </p:txBody>
      </p:sp>
      <p:sp>
        <p:nvSpPr>
          <p:cNvPr id="239" name="Text 237"/>
          <p:cNvSpPr/>
          <p:nvPr/>
        </p:nvSpPr>
        <p:spPr>
          <a:xfrm>
            <a:off x="626110" y="5094961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Sequence</a:t>
            </a:r>
            <a:endParaRPr lang="en-US" sz="1400" dirty="0"/>
          </a:p>
        </p:txBody>
      </p:sp>
      <p:sp>
        <p:nvSpPr>
          <p:cNvPr id="240" name="Text 238"/>
          <p:cNvSpPr/>
          <p:nvPr/>
        </p:nvSpPr>
        <p:spPr>
          <a:xfrm>
            <a:off x="840740" y="5404498"/>
            <a:ext cx="1397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1300" b="1" i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</a:t>
            </a:r>
            <a:endParaRPr lang="en-US" sz="1300" dirty="0"/>
          </a:p>
          <a:p>
            <a:pPr algn="l" indent="0" marL="0">
              <a:lnSpc>
                <a:spcPts val="1360"/>
              </a:lnSpc>
              <a:buNone/>
            </a:pPr>
            <a:r>
              <a:rPr lang="en-US" sz="1300" b="1" i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300" dirty="0"/>
          </a:p>
          <a:p>
            <a:pPr algn="l" indent="0" marL="0">
              <a:lnSpc>
                <a:spcPts val="1360"/>
              </a:lnSpc>
              <a:buNone/>
            </a:pPr>
            <a:r>
              <a:rPr lang="en-US" sz="1300" b="1" i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Vectors</a:t>
            </a:r>
            <a:endParaRPr lang="en-US" sz="1300" dirty="0"/>
          </a:p>
        </p:txBody>
      </p:sp>
      <p:sp>
        <p:nvSpPr>
          <p:cNvPr id="241" name="Text 239"/>
          <p:cNvSpPr/>
          <p:nvPr/>
        </p:nvSpPr>
        <p:spPr>
          <a:xfrm>
            <a:off x="838200" y="6122048"/>
            <a:ext cx="1397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13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300" dirty="0"/>
          </a:p>
          <a:p>
            <a:pPr algn="l" indent="0" marL="0">
              <a:lnSpc>
                <a:spcPts val="1360"/>
              </a:lnSpc>
              <a:buNone/>
            </a:pPr>
            <a:r>
              <a:rPr lang="en-US" sz="13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</a:t>
            </a:r>
            <a:endParaRPr lang="en-US" sz="1300" dirty="0"/>
          </a:p>
          <a:p>
            <a:pPr algn="l" indent="0" marL="0">
              <a:lnSpc>
                <a:spcPts val="1360"/>
              </a:lnSpc>
              <a:buNone/>
            </a:pPr>
            <a:r>
              <a:rPr lang="en-US" sz="13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2026-10-12T07:13:25Z</dcterms:created>
  <dcterms:modified xsi:type="dcterms:W3CDTF">2026-10-12T07:13:25Z</dcterms:modified>
</cp:coreProperties>
</file>