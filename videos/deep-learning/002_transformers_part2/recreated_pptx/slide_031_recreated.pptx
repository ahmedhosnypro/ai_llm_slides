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4.png"/><Relationship Id="rId56" Type="http://schemas.openxmlformats.org/officeDocument/2006/relationships/image" Target="../media/image-1-54.png"/><Relationship Id="rId57" Type="http://schemas.openxmlformats.org/officeDocument/2006/relationships/image" Target="../media/image-1-54.png"/><Relationship Id="rId58" Type="http://schemas.openxmlformats.org/officeDocument/2006/relationships/image" Target="../media/image-1-54.png"/><Relationship Id="rId59" Type="http://schemas.openxmlformats.org/officeDocument/2006/relationships/image" Target="../media/image-1-59.png"/><Relationship Id="rId60" Type="http://schemas.openxmlformats.org/officeDocument/2006/relationships/slideLayout" Target="../slideLayouts/slideLayout1.xml"/><Relationship Id="rId6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8200" y="584200"/>
            <a:ext cx="1752600" cy="2159000"/>
          </a:xfrm>
          <a:prstGeom prst="rect">
            <a:avLst/>
          </a:prstGeom>
          <a:solidFill>
            <a:srgbClr val="CEFFE3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90800" y="584200"/>
            <a:ext cx="6070600" cy="2159000"/>
          </a:xfrm>
          <a:prstGeom prst="rect">
            <a:avLst/>
          </a:prstGeom>
          <a:solidFill>
            <a:srgbClr val="FEFFE6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200" y="584200"/>
            <a:ext cx="1752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596900"/>
            <a:ext cx="234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at Pos “t+δ”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7400" y="3213100"/>
            <a:ext cx="10096500" cy="3314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1879600"/>
            <a:ext cx="7493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2311400"/>
            <a:ext cx="812800" cy="2794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7500" y="3378200"/>
            <a:ext cx="5588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9800" y="3378200"/>
            <a:ext cx="596900" cy="266700"/>
          </a:xfrm>
          <a:prstGeom prst="rect">
            <a:avLst/>
          </a:prstGeom>
          <a:solidFill>
            <a:srgbClr val="FBE912"/>
          </a:solidFill>
          <a:ln w="12700">
            <a:solidFill>
              <a:srgbClr val="FBE9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7900" y="5994400"/>
            <a:ext cx="6858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5000" y="5994400"/>
            <a:ext cx="647700" cy="279400"/>
          </a:xfrm>
          <a:prstGeom prst="rect">
            <a:avLst/>
          </a:prstGeom>
          <a:solidFill>
            <a:srgbClr val="1CFBE1"/>
          </a:solidFill>
          <a:ln w="12700">
            <a:solidFill>
              <a:srgbClr val="1CF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76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60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760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09800" y="901700"/>
            <a:ext cx="27940" cy="8001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6140" y="9017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6140" y="16738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76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760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60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7900" y="1828800"/>
            <a:ext cx="27940" cy="8509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74240" y="182880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74240" y="2651760"/>
            <a:ext cx="101600" cy="279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051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510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0510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54500" y="9398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80840" y="9398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80840" y="1750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28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280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280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6600" y="914400"/>
            <a:ext cx="27940" cy="838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2940" y="9144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2940" y="17246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52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520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520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8000" y="1905000"/>
            <a:ext cx="27940" cy="76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54340" y="190500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54340" y="2639060"/>
            <a:ext cx="101600" cy="279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12900" y="1612900"/>
            <a:ext cx="152400" cy="3302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6200" y="1676400"/>
            <a:ext cx="139700" cy="317500"/>
          </a:xfrm>
          <a:prstGeom prst="down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88400" y="1587500"/>
            <a:ext cx="2171700" cy="393700"/>
          </a:xfrm>
          <a:prstGeom prst="rect">
            <a:avLst/>
          </a:prstGeom>
          <a:solidFill>
            <a:srgbClr val="FCFEE0"/>
          </a:solidFill>
          <a:ln w="9525">
            <a:solidFill>
              <a:srgbClr val="98DD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1100" y="2159000"/>
            <a:ext cx="2159000" cy="393700"/>
          </a:xfrm>
          <a:prstGeom prst="rect">
            <a:avLst/>
          </a:prstGeom>
          <a:solidFill>
            <a:srgbClr val="FAFDD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0100" y="2819400"/>
            <a:ext cx="10248900" cy="342900"/>
          </a:xfrm>
          <a:prstGeom prst="rect">
            <a:avLst/>
          </a:prstGeom>
          <a:solidFill>
            <a:srgbClr val="EBFFD5"/>
          </a:solidFill>
          <a:ln w="25400">
            <a:solidFill>
              <a:srgbClr val="4686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2844800"/>
            <a:ext cx="34893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</a:t>
            </a:r>
            <a:endParaRPr lang="en-US" sz="1620" dirty="0"/>
          </a:p>
        </p:txBody>
      </p:sp>
      <p:sp>
        <p:nvSpPr>
          <p:cNvPr id="52" name="Text 50"/>
          <p:cNvSpPr/>
          <p:nvPr/>
        </p:nvSpPr>
        <p:spPr>
          <a:xfrm>
            <a:off x="3619500" y="2844800"/>
            <a:ext cx="25209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88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“t+δ”</a:t>
            </a:r>
            <a:endParaRPr lang="en-US" sz="1588" dirty="0"/>
          </a:p>
        </p:txBody>
      </p:sp>
      <p:sp>
        <p:nvSpPr>
          <p:cNvPr id="53" name="Text 51"/>
          <p:cNvSpPr/>
          <p:nvPr/>
        </p:nvSpPr>
        <p:spPr>
          <a:xfrm>
            <a:off x="5549900" y="2844800"/>
            <a:ext cx="6318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18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518" dirty="0"/>
          </a:p>
        </p:txBody>
      </p:sp>
      <p:sp>
        <p:nvSpPr>
          <p:cNvPr id="54" name="Text 52"/>
          <p:cNvSpPr/>
          <p:nvPr/>
        </p:nvSpPr>
        <p:spPr>
          <a:xfrm>
            <a:off x="6019800" y="2844800"/>
            <a:ext cx="22034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Pos “t”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7988300" y="2844800"/>
            <a:ext cx="37750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Two Consecutive Positions ]</a:t>
            </a:r>
            <a:endParaRPr lang="en-US" sz="1590" dirty="0"/>
          </a:p>
        </p:txBody>
      </p:sp>
      <p:pic>
        <p:nvPicPr>
          <p:cNvPr id="56" name="Image 0" descr="/home/ahmed/Projects/ai_llm_slides/videos/deep-learning/002_transformers_part2/recreated_pptx/build/assets/lv1_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808" y="953008"/>
            <a:ext cx="734568" cy="216408"/>
          </a:xfrm>
          <a:prstGeom prst="rect">
            <a:avLst/>
          </a:prstGeom>
        </p:spPr>
      </p:pic>
      <p:pic>
        <p:nvPicPr>
          <p:cNvPr id="57" name="Image 1" descr="/home/ahmed/Projects/ai_llm_slides/videos/deep-learning/002_transformers_part2/recreated_pptx/build/assets/lv1_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08" y="1384808"/>
            <a:ext cx="774192" cy="213360"/>
          </a:xfrm>
          <a:prstGeom prst="rect">
            <a:avLst/>
          </a:prstGeom>
        </p:spPr>
      </p:pic>
      <p:pic>
        <p:nvPicPr>
          <p:cNvPr id="58" name="Image 2" descr="/home/ahmed/Projects/ai_llm_slides/videos/deep-learning/002_transformers_part2/recreated_pptx/build/assets/lv2_r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208" y="1892808"/>
            <a:ext cx="557784" cy="202692"/>
          </a:xfrm>
          <a:prstGeom prst="rect">
            <a:avLst/>
          </a:prstGeom>
        </p:spPr>
      </p:pic>
      <p:pic>
        <p:nvPicPr>
          <p:cNvPr id="59" name="Image 3" descr="/home/ahmed/Projects/ai_llm_slides/videos/deep-learning/002_transformers_part2/recreated_pptx/build/assets/lv2_r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208" y="2350008"/>
            <a:ext cx="615696" cy="204216"/>
          </a:xfrm>
          <a:prstGeom prst="rect">
            <a:avLst/>
          </a:prstGeom>
        </p:spPr>
      </p:pic>
      <p:pic>
        <p:nvPicPr>
          <p:cNvPr id="60" name="Image 4" descr="/home/ahmed/Projects/ai_llm_slides/videos/deep-learning/002_transformers_part2/recreated_pptx/build/assets/mva_r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8008" y="978408"/>
            <a:ext cx="1246632" cy="208788"/>
          </a:xfrm>
          <a:prstGeom prst="rect">
            <a:avLst/>
          </a:prstGeom>
        </p:spPr>
      </p:pic>
      <p:pic>
        <p:nvPicPr>
          <p:cNvPr id="61" name="Image 5" descr="/home/ahmed/Projects/ai_llm_slides/videos/deep-learning/002_transformers_part2/recreated_pptx/build/assets/mva_r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008" y="1410208"/>
            <a:ext cx="1211580" cy="202692"/>
          </a:xfrm>
          <a:prstGeom prst="rect">
            <a:avLst/>
          </a:prstGeom>
        </p:spPr>
      </p:pic>
      <p:pic>
        <p:nvPicPr>
          <p:cNvPr id="62" name="Image 6" descr="/home/ahmed/Projects/ai_llm_slides/videos/deep-learning/002_transformers_part2/recreated_pptx/build/assets/dEqM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1397508"/>
            <a:ext cx="201168" cy="103632"/>
          </a:xfrm>
          <a:prstGeom prst="rect">
            <a:avLst/>
          </a:prstGeom>
        </p:spPr>
      </p:pic>
      <p:pic>
        <p:nvPicPr>
          <p:cNvPr id="63" name="Image 7" descr="/home/ahmed/Projects/ai_llm_slides/videos/deep-learning/002_transformers_part2/recreated_pptx/build/assets/mvb1_s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508" y="1016508"/>
            <a:ext cx="710184" cy="208788"/>
          </a:xfrm>
          <a:prstGeom prst="rect">
            <a:avLst/>
          </a:prstGeom>
        </p:spPr>
      </p:pic>
      <p:pic>
        <p:nvPicPr>
          <p:cNvPr id="64" name="Image 8" descr="/home/ahmed/Projects/ai_llm_slides/videos/deep-learning/002_transformers_part2/recreated_pptx/build/assets/mvb1_s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9608" y="1016508"/>
            <a:ext cx="829056" cy="214884"/>
          </a:xfrm>
          <a:prstGeom prst="rect">
            <a:avLst/>
          </a:prstGeom>
        </p:spPr>
      </p:pic>
      <p:pic>
        <p:nvPicPr>
          <p:cNvPr id="65" name="Image 9" descr="/home/ahmed/Projects/ai_llm_slides/videos/deep-learning/002_transformers_part2/recreated_pptx/build/assets/mvb1_s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708" y="1054608"/>
            <a:ext cx="124968" cy="126492"/>
          </a:xfrm>
          <a:prstGeom prst="rect">
            <a:avLst/>
          </a:prstGeom>
        </p:spPr>
      </p:pic>
      <p:pic>
        <p:nvPicPr>
          <p:cNvPr id="66" name="Image 10" descr="/home/ahmed/Projects/ai_llm_slides/videos/deep-learning/002_transformers_part2/recreated_pptx/build/assets/mvb1_s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2608" y="1016508"/>
            <a:ext cx="774192" cy="213360"/>
          </a:xfrm>
          <a:prstGeom prst="rect">
            <a:avLst/>
          </a:prstGeom>
        </p:spPr>
      </p:pic>
      <p:pic>
        <p:nvPicPr>
          <p:cNvPr id="67" name="Image 11" descr="/home/ahmed/Projects/ai_llm_slides/videos/deep-learning/002_transformers_part2/recreated_pptx/build/assets/mvb1_s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6208" y="1016508"/>
            <a:ext cx="774192" cy="214884"/>
          </a:xfrm>
          <a:prstGeom prst="rect">
            <a:avLst/>
          </a:prstGeom>
        </p:spPr>
      </p:pic>
      <p:pic>
        <p:nvPicPr>
          <p:cNvPr id="68" name="Image 12" descr="/home/ahmed/Projects/ai_llm_slides/videos/deep-learning/002_transformers_part2/recreated_pptx/build/assets/mvb2_s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7608" y="1448308"/>
            <a:ext cx="728472" cy="201168"/>
          </a:xfrm>
          <a:prstGeom prst="rect">
            <a:avLst/>
          </a:prstGeom>
        </p:spPr>
      </p:pic>
      <p:pic>
        <p:nvPicPr>
          <p:cNvPr id="69" name="Image 13" descr="/home/ahmed/Projects/ai_llm_slides/videos/deep-learning/002_transformers_part2/recreated_pptx/build/assets/mvb2_s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3108" y="1448308"/>
            <a:ext cx="841248" cy="217932"/>
          </a:xfrm>
          <a:prstGeom prst="rect">
            <a:avLst/>
          </a:prstGeom>
        </p:spPr>
      </p:pic>
      <p:pic>
        <p:nvPicPr>
          <p:cNvPr id="70" name="Image 14" descr="/home/ahmed/Projects/ai_llm_slides/videos/deep-learning/002_transformers_part2/recreated_pptx/build/assets/mvb2_s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0208" y="1511808"/>
            <a:ext cx="77724" cy="30480"/>
          </a:xfrm>
          <a:prstGeom prst="rect">
            <a:avLst/>
          </a:prstGeom>
        </p:spPr>
      </p:pic>
      <p:pic>
        <p:nvPicPr>
          <p:cNvPr id="71" name="Image 15" descr="/home/ahmed/Projects/ai_llm_slides/videos/deep-learning/002_transformers_part2/recreated_pptx/build/assets/mvb2_s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2608" y="1448308"/>
            <a:ext cx="710184" cy="208788"/>
          </a:xfrm>
          <a:prstGeom prst="rect">
            <a:avLst/>
          </a:prstGeom>
        </p:spPr>
      </p:pic>
      <p:pic>
        <p:nvPicPr>
          <p:cNvPr id="72" name="Image 16" descr="/home/ahmed/Projects/ai_llm_slides/videos/deep-learning/002_transformers_part2/recreated_pptx/build/assets/mvb2_s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2708" y="1448308"/>
            <a:ext cx="774192" cy="214884"/>
          </a:xfrm>
          <a:prstGeom prst="rect">
            <a:avLst/>
          </a:prstGeom>
        </p:spPr>
      </p:pic>
      <p:pic>
        <p:nvPicPr>
          <p:cNvPr id="73" name="Image 17" descr="/home/ahmed/Projects/ai_llm_slides/videos/deep-learning/002_transformers_part2/recreated_pptx/build/assets/mvr1_s1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7008" y="1981708"/>
            <a:ext cx="585216" cy="210312"/>
          </a:xfrm>
          <a:prstGeom prst="rect">
            <a:avLst/>
          </a:prstGeom>
        </p:spPr>
      </p:pic>
      <p:pic>
        <p:nvPicPr>
          <p:cNvPr id="74" name="Image 18" descr="/home/ahmed/Projects/ai_llm_slides/videos/deep-learning/002_transformers_part2/recreated_pptx/build/assets/mvr1_s2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90108" y="1981708"/>
            <a:ext cx="710184" cy="231648"/>
          </a:xfrm>
          <a:prstGeom prst="rect">
            <a:avLst/>
          </a:prstGeom>
        </p:spPr>
      </p:pic>
      <p:pic>
        <p:nvPicPr>
          <p:cNvPr id="75" name="Image 19" descr="/home/ahmed/Projects/ai_llm_slides/videos/deep-learning/002_transformers_part2/recreated_pptx/build/assets/mvr1_s3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9408" y="2019808"/>
            <a:ext cx="124968" cy="126492"/>
          </a:xfrm>
          <a:prstGeom prst="rect">
            <a:avLst/>
          </a:prstGeom>
        </p:spPr>
      </p:pic>
      <p:pic>
        <p:nvPicPr>
          <p:cNvPr id="76" name="Image 20" descr="/home/ahmed/Projects/ai_llm_slides/videos/deep-learning/002_transformers_part2/recreated_pptx/build/assets/mvr1_s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42608" y="1981708"/>
            <a:ext cx="658368" cy="217932"/>
          </a:xfrm>
          <a:prstGeom prst="rect">
            <a:avLst/>
          </a:prstGeom>
        </p:spPr>
      </p:pic>
      <p:pic>
        <p:nvPicPr>
          <p:cNvPr id="77" name="Image 21" descr="/home/ahmed/Projects/ai_llm_slides/videos/deep-learning/002_transformers_part2/recreated_pptx/build/assets/mvr1_s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79208" y="1981708"/>
            <a:ext cx="594360" cy="211836"/>
          </a:xfrm>
          <a:prstGeom prst="rect">
            <a:avLst/>
          </a:prstGeom>
        </p:spPr>
      </p:pic>
      <p:pic>
        <p:nvPicPr>
          <p:cNvPr id="78" name="Image 22" descr="/home/ahmed/Projects/ai_llm_slides/videos/deep-learning/002_transformers_part2/recreated_pptx/build/assets/mvr2_s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66208" y="2388108"/>
            <a:ext cx="647700" cy="213360"/>
          </a:xfrm>
          <a:prstGeom prst="rect">
            <a:avLst/>
          </a:prstGeom>
        </p:spPr>
      </p:pic>
      <p:pic>
        <p:nvPicPr>
          <p:cNvPr id="79" name="Image 23" descr="/home/ahmed/Projects/ai_llm_slides/videos/deep-learning/002_transformers_part2/recreated_pptx/build/assets/mvr2_s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02808" y="2388108"/>
            <a:ext cx="658368" cy="216408"/>
          </a:xfrm>
          <a:prstGeom prst="rect">
            <a:avLst/>
          </a:prstGeom>
        </p:spPr>
      </p:pic>
      <p:pic>
        <p:nvPicPr>
          <p:cNvPr id="80" name="Image 24" descr="/home/ahmed/Projects/ai_llm_slides/videos/deep-learning/002_transformers_part2/recreated_pptx/build/assets/mvr2_s3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608" y="2451608"/>
            <a:ext cx="77724" cy="30480"/>
          </a:xfrm>
          <a:prstGeom prst="rect">
            <a:avLst/>
          </a:prstGeom>
        </p:spPr>
      </p:pic>
      <p:pic>
        <p:nvPicPr>
          <p:cNvPr id="81" name="Image 25" descr="/home/ahmed/Projects/ai_llm_slides/videos/deep-learning/002_transformers_part2/recreated_pptx/build/assets/mvr2_s4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8008" y="2388108"/>
            <a:ext cx="585216" cy="210312"/>
          </a:xfrm>
          <a:prstGeom prst="rect">
            <a:avLst/>
          </a:prstGeom>
        </p:spPr>
      </p:pic>
      <p:pic>
        <p:nvPicPr>
          <p:cNvPr id="82" name="Image 26" descr="/home/ahmed/Projects/ai_llm_slides/videos/deep-learning/002_transformers_part2/recreated_pptx/build/assets/mvr2_s5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41108" y="2388108"/>
            <a:ext cx="585216" cy="208788"/>
          </a:xfrm>
          <a:prstGeom prst="rect">
            <a:avLst/>
          </a:prstGeom>
        </p:spPr>
      </p:pic>
      <p:pic>
        <p:nvPicPr>
          <p:cNvPr id="83" name="Image 27" descr="/home/ahmed/Projects/ai_llm_slides/videos/deep-learning/002_transformers_part2/recreated_pptx/build/assets/db1_let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5908" y="1689608"/>
            <a:ext cx="291084" cy="164592"/>
          </a:xfrm>
          <a:prstGeom prst="rect">
            <a:avLst/>
          </a:prstGeom>
        </p:spPr>
      </p:pic>
      <p:pic>
        <p:nvPicPr>
          <p:cNvPr id="84" name="Image 28" descr="/home/ahmed/Projects/ai_llm_slides/videos/deep-learning/002_transformers_part2/recreated_pptx/build/assets/db1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22308" y="1689608"/>
            <a:ext cx="582168" cy="153924"/>
          </a:xfrm>
          <a:prstGeom prst="rect">
            <a:avLst/>
          </a:prstGeom>
        </p:spPr>
      </p:pic>
      <p:pic>
        <p:nvPicPr>
          <p:cNvPr id="85" name="Image 29" descr="/home/ahmed/Projects/ai_llm_slides/videos/deep-learning/002_transformers_part2/recreated_pptx/build/assets/db1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82708" y="1689608"/>
            <a:ext cx="519684" cy="143256"/>
          </a:xfrm>
          <a:prstGeom prst="rect">
            <a:avLst/>
          </a:prstGeom>
        </p:spPr>
      </p:pic>
      <p:pic>
        <p:nvPicPr>
          <p:cNvPr id="86" name="Image 30" descr="/home/ahmed/Projects/ai_llm_slides/videos/deep-learning/002_transformers_part2/recreated_pptx/build/assets/db2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76208" y="2223008"/>
            <a:ext cx="1874520" cy="225552"/>
          </a:xfrm>
          <a:prstGeom prst="rect">
            <a:avLst/>
          </a:prstGeom>
        </p:spPr>
      </p:pic>
      <p:pic>
        <p:nvPicPr>
          <p:cNvPr id="87" name="Image 31" descr="/home/ahmed/Projects/ai_llm_slides/videos/deep-learning/002_transformers_part2/recreated_pptx/build/assets/dR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67308" y="3785108"/>
            <a:ext cx="8394192" cy="260604"/>
          </a:xfrm>
          <a:prstGeom prst="rect">
            <a:avLst/>
          </a:prstGeom>
        </p:spPr>
      </p:pic>
      <p:pic>
        <p:nvPicPr>
          <p:cNvPr id="88" name="Image 32" descr="/home/ahmed/Projects/ai_llm_slides/videos/deep-learning/002_transformers_part2/recreated_pptx/build/assets/dR3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05408" y="4280408"/>
            <a:ext cx="7706868" cy="245364"/>
          </a:xfrm>
          <a:prstGeom prst="rect">
            <a:avLst/>
          </a:prstGeom>
        </p:spPr>
      </p:pic>
      <p:pic>
        <p:nvPicPr>
          <p:cNvPr id="89" name="Image 33" descr="/home/ahmed/Projects/ai_llm_slides/videos/deep-learning/002_transformers_part2/recreated_pptx/build/assets/dR4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5408" y="4572508"/>
            <a:ext cx="7240524" cy="236220"/>
          </a:xfrm>
          <a:prstGeom prst="rect">
            <a:avLst/>
          </a:prstGeom>
        </p:spPr>
      </p:pic>
      <p:pic>
        <p:nvPicPr>
          <p:cNvPr id="90" name="Image 34" descr="/home/ahmed/Projects/ai_llm_slides/videos/deep-learning/002_transformers_part2/recreated_pptx/build/assets/dR5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8108" y="5029708"/>
            <a:ext cx="7554468" cy="240792"/>
          </a:xfrm>
          <a:prstGeom prst="rect">
            <a:avLst/>
          </a:prstGeom>
        </p:spPr>
      </p:pic>
      <p:pic>
        <p:nvPicPr>
          <p:cNvPr id="91" name="Image 35" descr="/home/ahmed/Projects/ai_llm_slides/videos/deep-learning/002_transformers_part2/recreated_pptx/build/assets/dR6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41908" y="5461508"/>
            <a:ext cx="8269224" cy="230124"/>
          </a:xfrm>
          <a:prstGeom prst="rect">
            <a:avLst/>
          </a:prstGeom>
        </p:spPr>
      </p:pic>
      <p:pic>
        <p:nvPicPr>
          <p:cNvPr id="92" name="Image 36" descr="/home/ahmed/Projects/ai_llm_slides/videos/deep-learning/002_transformers_part2/recreated_pptx/build/assets/r1_s01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7308" y="3366008"/>
            <a:ext cx="82296" cy="275844"/>
          </a:xfrm>
          <a:prstGeom prst="rect">
            <a:avLst/>
          </a:prstGeom>
        </p:spPr>
      </p:pic>
      <p:pic>
        <p:nvPicPr>
          <p:cNvPr id="93" name="Image 37" descr="/home/ahmed/Projects/ai_llm_slides/videos/deep-learning/002_transformers_part2/recreated_pptx/build/assets/r1_s0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07008" y="3378708"/>
            <a:ext cx="533400" cy="193548"/>
          </a:xfrm>
          <a:prstGeom prst="rect">
            <a:avLst/>
          </a:prstGeom>
        </p:spPr>
      </p:pic>
      <p:pic>
        <p:nvPicPr>
          <p:cNvPr id="94" name="Image 38" descr="/home/ahmed/Projects/ai_llm_slides/videos/deep-learning/002_transformers_part2/recreated_pptx/build/assets/r1_s03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16608" y="3378708"/>
            <a:ext cx="781812" cy="187452"/>
          </a:xfrm>
          <a:prstGeom prst="rect">
            <a:avLst/>
          </a:prstGeom>
        </p:spPr>
      </p:pic>
      <p:pic>
        <p:nvPicPr>
          <p:cNvPr id="95" name="Image 39" descr="/home/ahmed/Projects/ai_llm_slides/videos/deep-learning/002_transformers_part2/recreated_pptx/build/assets/r1_s04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680208" y="3378708"/>
            <a:ext cx="579120" cy="193548"/>
          </a:xfrm>
          <a:prstGeom prst="rect">
            <a:avLst/>
          </a:prstGeom>
        </p:spPr>
      </p:pic>
      <p:pic>
        <p:nvPicPr>
          <p:cNvPr id="96" name="Image 40" descr="/home/ahmed/Projects/ai_llm_slides/videos/deep-learning/002_transformers_part2/recreated_pptx/build/assets/r1_s05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340608" y="3378708"/>
            <a:ext cx="694944" cy="178308"/>
          </a:xfrm>
          <a:prstGeom prst="rect">
            <a:avLst/>
          </a:prstGeom>
        </p:spPr>
      </p:pic>
      <p:pic>
        <p:nvPicPr>
          <p:cNvPr id="97" name="Image 41" descr="/home/ahmed/Projects/ai_llm_slides/videos/deep-learning/002_transformers_part2/recreated_pptx/build/assets/r1_s06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15308" y="3378708"/>
            <a:ext cx="557784" cy="202692"/>
          </a:xfrm>
          <a:prstGeom prst="rect">
            <a:avLst/>
          </a:prstGeom>
        </p:spPr>
      </p:pic>
      <p:pic>
        <p:nvPicPr>
          <p:cNvPr id="98" name="Image 42" descr="/home/ahmed/Projects/ai_llm_slides/videos/deep-learning/002_transformers_part2/recreated_pptx/build/assets/r1_s07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37608" y="3378708"/>
            <a:ext cx="888492" cy="268224"/>
          </a:xfrm>
          <a:prstGeom prst="rect">
            <a:avLst/>
          </a:prstGeom>
        </p:spPr>
      </p:pic>
      <p:pic>
        <p:nvPicPr>
          <p:cNvPr id="99" name="Image 43" descr="/home/ahmed/Projects/ai_llm_slides/videos/deep-learning/002_transformers_part2/recreated_pptx/build/assets/r1_s08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39308" y="3378708"/>
            <a:ext cx="533400" cy="193548"/>
          </a:xfrm>
          <a:prstGeom prst="rect">
            <a:avLst/>
          </a:prstGeom>
        </p:spPr>
      </p:pic>
      <p:pic>
        <p:nvPicPr>
          <p:cNvPr id="100" name="Image 44" descr="/home/ahmed/Projects/ai_llm_slides/videos/deep-learning/002_transformers_part2/recreated_pptx/build/assets/r1_s09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48908" y="3378708"/>
            <a:ext cx="743712" cy="190500"/>
          </a:xfrm>
          <a:prstGeom prst="rect">
            <a:avLst/>
          </a:prstGeom>
        </p:spPr>
      </p:pic>
      <p:pic>
        <p:nvPicPr>
          <p:cNvPr id="101" name="Image 45" descr="/home/ahmed/Projects/ai_llm_slides/videos/deep-learning/002_transformers_part2/recreated_pptx/build/assets/r1_s10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087108" y="3378708"/>
            <a:ext cx="566928" cy="188976"/>
          </a:xfrm>
          <a:prstGeom prst="rect">
            <a:avLst/>
          </a:prstGeom>
        </p:spPr>
      </p:pic>
      <p:pic>
        <p:nvPicPr>
          <p:cNvPr id="102" name="Image 46" descr="/home/ahmed/Projects/ai_llm_slides/videos/deep-learning/002_transformers_part2/recreated_pptx/build/assets/r1_s11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734808" y="3378708"/>
            <a:ext cx="733044" cy="178308"/>
          </a:xfrm>
          <a:prstGeom prst="rect">
            <a:avLst/>
          </a:prstGeom>
        </p:spPr>
      </p:pic>
      <p:pic>
        <p:nvPicPr>
          <p:cNvPr id="103" name="Image 47" descr="/home/ahmed/Projects/ai_llm_slides/videos/deep-learning/002_transformers_part2/recreated_pptx/build/assets/r1_s12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547608" y="3378708"/>
            <a:ext cx="589788" cy="196596"/>
          </a:xfrm>
          <a:prstGeom prst="rect">
            <a:avLst/>
          </a:prstGeom>
        </p:spPr>
      </p:pic>
      <p:pic>
        <p:nvPicPr>
          <p:cNvPr id="104" name="Image 48" descr="/home/ahmed/Projects/ai_llm_slides/videos/deep-learning/002_transformers_part2/recreated_pptx/build/assets/r1_s13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169908" y="3378708"/>
            <a:ext cx="179832" cy="272796"/>
          </a:xfrm>
          <a:prstGeom prst="rect">
            <a:avLst/>
          </a:prstGeom>
        </p:spPr>
      </p:pic>
      <p:pic>
        <p:nvPicPr>
          <p:cNvPr id="105" name="Image 49" descr="/home/ahmed/Projects/ai_llm_slides/videos/deep-learning/002_transformers_part2/recreated_pptx/build/assets/dR7_s1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65708" y="5994908"/>
            <a:ext cx="679704" cy="228600"/>
          </a:xfrm>
          <a:prstGeom prst="rect">
            <a:avLst/>
          </a:prstGeom>
        </p:spPr>
      </p:pic>
      <p:pic>
        <p:nvPicPr>
          <p:cNvPr id="106" name="Image 50" descr="/home/ahmed/Projects/ai_llm_slides/videos/deep-learning/002_transformers_part2/recreated_pptx/build/assets/dR7_s2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715008" y="5994908"/>
            <a:ext cx="1507236" cy="195072"/>
          </a:xfrm>
          <a:prstGeom prst="rect">
            <a:avLst/>
          </a:prstGeom>
        </p:spPr>
      </p:pic>
      <p:pic>
        <p:nvPicPr>
          <p:cNvPr id="107" name="Image 51" descr="/home/ahmed/Projects/ai_llm_slides/videos/deep-learning/002_transformers_part2/recreated_pptx/build/assets/dR7_s3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162808" y="5994908"/>
            <a:ext cx="640080" cy="231648"/>
          </a:xfrm>
          <a:prstGeom prst="rect">
            <a:avLst/>
          </a:prstGeom>
        </p:spPr>
      </p:pic>
      <p:pic>
        <p:nvPicPr>
          <p:cNvPr id="108" name="Image 52" descr="/home/ahmed/Projects/ai_llm_slides/videos/deep-learning/002_transformers_part2/recreated_pptx/build/assets/dR7_s4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74008" y="5994908"/>
            <a:ext cx="2674620" cy="181356"/>
          </a:xfrm>
          <a:prstGeom prst="rect">
            <a:avLst/>
          </a:prstGeom>
        </p:spPr>
      </p:pic>
      <p:pic>
        <p:nvPicPr>
          <p:cNvPr id="109" name="Image 53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728708" y="3429508"/>
            <a:ext cx="150876" cy="82296"/>
          </a:xfrm>
          <a:prstGeom prst="rect">
            <a:avLst/>
          </a:prstGeom>
        </p:spPr>
      </p:pic>
      <p:pic>
        <p:nvPicPr>
          <p:cNvPr id="110" name="Image 54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41408" y="3861308"/>
            <a:ext cx="150876" cy="82296"/>
          </a:xfrm>
          <a:prstGeom prst="rect">
            <a:avLst/>
          </a:prstGeom>
        </p:spPr>
      </p:pic>
      <p:pic>
        <p:nvPicPr>
          <p:cNvPr id="111" name="Image 55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792208" y="4636008"/>
            <a:ext cx="150876" cy="82296"/>
          </a:xfrm>
          <a:prstGeom prst="rect">
            <a:avLst/>
          </a:prstGeom>
        </p:spPr>
      </p:pic>
      <p:pic>
        <p:nvPicPr>
          <p:cNvPr id="112" name="Image 56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9817608" y="5105908"/>
            <a:ext cx="150876" cy="82296"/>
          </a:xfrm>
          <a:prstGeom prst="rect">
            <a:avLst/>
          </a:prstGeom>
        </p:spPr>
      </p:pic>
      <p:pic>
        <p:nvPicPr>
          <p:cNvPr id="113" name="Image 57" descr="/home/ahmed/Projects/ai_llm_slides/videos/deep-learning/002_transformers_part2/recreated_pptx/build/assets/dEq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830308" y="5537708"/>
            <a:ext cx="150876" cy="82296"/>
          </a:xfrm>
          <a:prstGeom prst="rect">
            <a:avLst/>
          </a:prstGeom>
        </p:spPr>
      </p:pic>
      <p:sp>
        <p:nvSpPr>
          <p:cNvPr id="114" name="Shape 54"/>
          <p:cNvSpPr/>
          <p:nvPr/>
        </p:nvSpPr>
        <p:spPr>
          <a:xfrm>
            <a:off x="7289800" y="5956300"/>
            <a:ext cx="2044700" cy="419100"/>
          </a:xfrm>
          <a:prstGeom prst="rect">
            <a:avLst/>
          </a:prstGeom>
          <a:solidFill>
            <a:srgbClr val="E9FFD7"/>
          </a:solidFill>
          <a:ln w="19050">
            <a:solidFill>
              <a:srgbClr val="00CC00"/>
            </a:solidFill>
            <a:prstDash val="solid"/>
          </a:ln>
        </p:spPr>
      </p:sp>
      <p:pic>
        <p:nvPicPr>
          <p:cNvPr id="115" name="Image 58" descr="/home/ahmed/Projects/ai_llm_slides/videos/deep-learning/002_transformers_part2/recreated_pptx/build/assets/callout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404608" y="6045708"/>
            <a:ext cx="1706880" cy="201168"/>
          </a:xfrm>
          <a:prstGeom prst="rect">
            <a:avLst/>
          </a:prstGeom>
        </p:spPr>
      </p:pic>
      <p:sp>
        <p:nvSpPr>
          <p:cNvPr id="116" name="Text 55"/>
          <p:cNvSpPr/>
          <p:nvPr/>
        </p:nvSpPr>
        <p:spPr>
          <a:xfrm rot="-2880000">
            <a:off x="9271000" y="5626100"/>
            <a:ext cx="1727200" cy="330200"/>
          </a:xfrm>
          <a:prstGeom prst="rect">
            <a:avLst/>
          </a:prstGeom>
          <a:solidFill>
            <a:srgbClr val="FBFDD2"/>
          </a:solidFill>
          <a:ln>
            <a:solidFill>
              <a:srgbClr val="FBF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Irrespective of Position “t”</a:t>
            </a:r>
            <a:endParaRPr lang="en-US" sz="1100" dirty="0"/>
          </a:p>
        </p:txBody>
      </p:sp>
      <p:sp>
        <p:nvSpPr>
          <p:cNvPr id="117" name="Shape 56"/>
          <p:cNvSpPr/>
          <p:nvPr/>
        </p:nvSpPr>
        <p:spPr>
          <a:xfrm>
            <a:off x="469900" y="6578600"/>
            <a:ext cx="11239500" cy="279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2026-10-11T20:33:26Z</dcterms:created>
  <dcterms:modified xsi:type="dcterms:W3CDTF">2026-10-11T20:33:26Z</dcterms:modified>
</cp:coreProperties>
</file>