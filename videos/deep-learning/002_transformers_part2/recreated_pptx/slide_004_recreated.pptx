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7395210" y="4527550"/>
            <a:ext cx="1943100" cy="61849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9363710" y="3530600"/>
            <a:ext cx="1877060" cy="59817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2026-10-12T01:18:56Z</dcterms:created>
  <dcterms:modified xsi:type="dcterms:W3CDTF">2026-10-12T01:18:56Z</dcterms:modified>
</cp:coreProperties>
</file>