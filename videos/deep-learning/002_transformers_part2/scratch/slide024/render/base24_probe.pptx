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90930" y="105156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(Normalize Seq. Length to “1”)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692150" y="4621530"/>
            <a:ext cx="10834370" cy="2057400"/>
          </a:xfrm>
          <a:prstGeom prst="roundRect">
            <a:avLst>
              <a:gd name="adj" fmla="val 3111"/>
            </a:avLst>
          </a:prstGeom>
          <a:solidFill>
            <a:srgbClr val="E8FCFA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6450" y="4787900"/>
            <a:ext cx="1073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δ=1/Seq.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First position Encoding=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Position Encoding=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(Independent of Seq. Length)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793750" y="5092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1054735" y="549592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4735" y="57816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4735" y="63658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44600" y="53848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depends on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1244600" y="56642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other words, Encoding value of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 4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will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#4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1060450" y="5956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(though they are same position)</a:t>
            </a:r>
            <a:endParaRPr lang="en-US" sz="1700" dirty="0"/>
          </a:p>
        </p:txBody>
      </p:sp>
      <p:sp>
        <p:nvSpPr>
          <p:cNvPr id="96" name="Text 94"/>
          <p:cNvSpPr/>
          <p:nvPr/>
        </p:nvSpPr>
        <p:spPr>
          <a:xfrm>
            <a:off x="1244600" y="62484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Word embedding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(how to Combine them ?)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2026-10-12T00:15:32Z</dcterms:created>
  <dcterms:modified xsi:type="dcterms:W3CDTF">2026-10-12T00:15:32Z</dcterms:modified>
</cp:coreProperties>
</file>