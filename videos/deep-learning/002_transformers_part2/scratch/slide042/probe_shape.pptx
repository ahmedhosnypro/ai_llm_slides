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0" cy="274320"/>
          </a:xfrm>
          <a:prstGeom prst="parallelogram">
            <a:avLst/>
          </a:prstGeom>
          <a:solidFill>
            <a:srgbClr val="FF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457200"/>
            <a:ext cx="1828800" cy="914400"/>
          </a:xfrm>
          <a:custGeom>
            <a:avLst/>
            <a:gdLst/>
            <a:ahLst/>
            <a:cxnLst/>
            <a:rect l="l" t="t" r="r" b="b"/>
            <a:pathLst>
              <a:path w="1828800" h="914400">
                <a:moveTo>
                  <a:pt x="0" y="0"/>
                </a:moveTo>
                <a:lnTo>
                  <a:pt x="274320" y="0"/>
                </a:lnTo>
                <a:lnTo>
                  <a:pt x="914400" y="914400"/>
                </a:lnTo>
                <a:lnTo>
                  <a:pt x="640080" y="914400"/>
                </a:lnTo>
                <a:close/>
              </a:path>
            </a:pathLst>
          </a:custGeom>
          <a:solidFill>
            <a:srgbClr val="00AA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2026-10-11T22:22:30Z</dcterms:created>
  <dcterms:modified xsi:type="dcterms:W3CDTF">2026-10-11T22:22:30Z</dcterms:modified>
</cp:coreProperties>
</file>