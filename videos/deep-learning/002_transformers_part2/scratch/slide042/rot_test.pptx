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 rot="16200000">
            <a:off x="2743200" y="2743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0000"/>
                </a:solidFill>
              </a:rPr>
              <a:t>ROT270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 rot="18900000">
            <a:off x="5486400" y="2743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FF"/>
                </a:solidFill>
              </a:rPr>
              <a:t>ROT315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0" y="2743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AA00"/>
                </a:solidFill>
              </a:rPr>
              <a:t>ROT0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2026-10-11T22:29:22Z</dcterms:created>
  <dcterms:modified xsi:type="dcterms:W3CDTF">2026-10-11T22:29:22Z</dcterms:modified>
</cp:coreProperties>
</file>