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g003_image-1-1.png"/><Relationship Id="rId2" Type="http://schemas.openxmlformats.org/officeDocument/2006/relationships/image" Target="../media/img003_image-1-2.png"/><Relationship Id="rId3" Type="http://schemas.openxmlformats.org/officeDocument/2006/relationships/image" Target="../media/img003_image-1-3.png"/><Relationship Id="rId4" Type="http://schemas.openxmlformats.org/officeDocument/2006/relationships/image" Target="../media/img003_image-1-4.png"/><Relationship Id="rId5" Type="http://schemas.openxmlformats.org/officeDocument/2006/relationships/image" Target="../media/img003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g008_image-1-1.png"/><Relationship Id="rId2" Type="http://schemas.openxmlformats.org/officeDocument/2006/relationships/image" Target="../media/img008_image-1-2.png"/><Relationship Id="rId3" Type="http://schemas.openxmlformats.org/officeDocument/2006/relationships/image" Target="../media/img008_image-1-1.png"/><Relationship Id="rId4" Type="http://schemas.openxmlformats.org/officeDocument/2006/relationships/image" Target="../media/img008_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g009_image-1-1.png"/><Relationship Id="rId2" Type="http://schemas.openxmlformats.org/officeDocument/2006/relationships/image" Target="../media/img009_image-1-2.png"/><Relationship Id="rId3" Type="http://schemas.openxmlformats.org/officeDocument/2006/relationships/image" Target="../media/img009_image-1-3.png"/><Relationship Id="rId4" Type="http://schemas.openxmlformats.org/officeDocument/2006/relationships/image" Target="../media/img009_image-1-4.png"/><Relationship Id="rId5" Type="http://schemas.openxmlformats.org/officeDocument/2006/relationships/image" Target="../media/img009_image-1-5.png"/><Relationship Id="rId6" Type="http://schemas.openxmlformats.org/officeDocument/2006/relationships/image" Target="../media/img009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g011_image-1-1.png"/><Relationship Id="rId2" Type="http://schemas.openxmlformats.org/officeDocument/2006/relationships/image" Target="../media/img011_image-1-2.png"/><Relationship Id="rId3" Type="http://schemas.openxmlformats.org/officeDocument/2006/relationships/image" Target="../media/img011_image-1-3.png"/><Relationship Id="rId4" Type="http://schemas.openxmlformats.org/officeDocument/2006/relationships/image" Target="../media/img011_image-1-4.png"/><Relationship Id="rId5" Type="http://schemas.openxmlformats.org/officeDocument/2006/relationships/image" Target="../media/img011_image-1-5.png"/><Relationship Id="rId6" Type="http://schemas.openxmlformats.org/officeDocument/2006/relationships/image" Target="../media/img011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g012_image-1-1.png"/><Relationship Id="rId2" Type="http://schemas.openxmlformats.org/officeDocument/2006/relationships/image" Target="../media/img012_image-1-2.png"/><Relationship Id="rId3" Type="http://schemas.openxmlformats.org/officeDocument/2006/relationships/image" Target="../media/img012_image-1-3.png"/><Relationship Id="rId4" Type="http://schemas.openxmlformats.org/officeDocument/2006/relationships/image" Target="../media/img012_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g015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g016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g020_image-1-1.png"/><Relationship Id="rId2" Type="http://schemas.openxmlformats.org/officeDocument/2006/relationships/image" Target="../media/img020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g021_image-1-1.png"/><Relationship Id="rId2" Type="http://schemas.openxmlformats.org/officeDocument/2006/relationships/image" Target="../media/img021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g025_image-1-1.png"/><Relationship Id="rId2" Type="http://schemas.openxmlformats.org/officeDocument/2006/relationships/image" Target="../media/img025_image-1-2.png"/><Relationship Id="rId3" Type="http://schemas.openxmlformats.org/officeDocument/2006/relationships/image" Target="../media/img025_image-1-3.png"/><Relationship Id="rId4" Type="http://schemas.openxmlformats.org/officeDocument/2006/relationships/image" Target="../media/img025_image-1-4.png"/><Relationship Id="rId5" Type="http://schemas.openxmlformats.org/officeDocument/2006/relationships/image" Target="../media/img025_image-1-5.png"/><Relationship Id="rId6" Type="http://schemas.openxmlformats.org/officeDocument/2006/relationships/image" Target="../media/img025_image-1-6.png"/><Relationship Id="rId7" Type="http://schemas.openxmlformats.org/officeDocument/2006/relationships/image" Target="../media/img025_image-1-7.png"/><Relationship Id="rId8" Type="http://schemas.openxmlformats.org/officeDocument/2006/relationships/image" Target="../media/img025_image-1-8.png"/><Relationship Id="rId9" Type="http://schemas.openxmlformats.org/officeDocument/2006/relationships/image" Target="../media/img025_image-1-9.png"/><Relationship Id="rId10" Type="http://schemas.openxmlformats.org/officeDocument/2006/relationships/image" Target="../media/img025_image-1-10.png"/><Relationship Id="rId11" Type="http://schemas.openxmlformats.org/officeDocument/2006/relationships/image" Target="../media/img025_image-1-11.png"/><Relationship Id="rId12" Type="http://schemas.openxmlformats.org/officeDocument/2006/relationships/image" Target="../media/img025_image-1-12.png"/><Relationship Id="rId13" Type="http://schemas.openxmlformats.org/officeDocument/2006/relationships/image" Target="../media/img025_image-1-13.png"/><Relationship Id="rId14" Type="http://schemas.openxmlformats.org/officeDocument/2006/relationships/image" Target="../media/img025_image-1-14.png"/><Relationship Id="rId15" Type="http://schemas.openxmlformats.org/officeDocument/2006/relationships/image" Target="../media/img025_image-1-15.png"/><Relationship Id="rId16" Type="http://schemas.openxmlformats.org/officeDocument/2006/relationships/image" Target="../media/img025_image-1-16.png"/><Relationship Id="rId17" Type="http://schemas.openxmlformats.org/officeDocument/2006/relationships/image" Target="../media/img025_image-1-17.png"/><Relationship Id="rId18" Type="http://schemas.openxmlformats.org/officeDocument/2006/relationships/image" Target="../media/img025_image-1-18.png"/><Relationship Id="rId19" Type="http://schemas.openxmlformats.org/officeDocument/2006/relationships/image" Target="../media/img025_image-1-19.png"/><Relationship Id="rId20" Type="http://schemas.openxmlformats.org/officeDocument/2006/relationships/image" Target="../media/img025_image-1-20.png"/><Relationship Id="rId21" Type="http://schemas.openxmlformats.org/officeDocument/2006/relationships/image" Target="../media/img025_image-1-21.png"/><Relationship Id="rId22" Type="http://schemas.openxmlformats.org/officeDocument/2006/relationships/image" Target="../media/img025_image-1-22.png"/><Relationship Id="rId23" Type="http://schemas.openxmlformats.org/officeDocument/2006/relationships/image" Target="../media/img025_image-1-23.png"/><Relationship Id="rId24" Type="http://schemas.openxmlformats.org/officeDocument/2006/relationships/image" Target="../media/img025_image-1-24.png"/><Relationship Id="rId25" Type="http://schemas.openxmlformats.org/officeDocument/2006/relationships/image" Target="../media/img025_image-1-25.png"/><Relationship Id="rId26" Type="http://schemas.openxmlformats.org/officeDocument/2006/relationships/image" Target="../media/img025_image-1-26.png"/><Relationship Id="rId27" Type="http://schemas.openxmlformats.org/officeDocument/2006/relationships/image" Target="../media/img025_image-1-27.png"/><Relationship Id="rId28" Type="http://schemas.openxmlformats.org/officeDocument/2006/relationships/image" Target="../media/img025_image-1-28.png"/><Relationship Id="rId29" Type="http://schemas.openxmlformats.org/officeDocument/2006/relationships/image" Target="../media/img025_image-1-29.png"/><Relationship Id="rId30" Type="http://schemas.openxmlformats.org/officeDocument/2006/relationships/image" Target="../media/img025_image-1-30.png"/><Relationship Id="rId31" Type="http://schemas.openxmlformats.org/officeDocument/2006/relationships/image" Target="../media/img025_image-1-31.png"/><Relationship Id="rId32" Type="http://schemas.openxmlformats.org/officeDocument/2006/relationships/image" Target="../media/img025_image-1-32.png"/><Relationship Id="rId33" Type="http://schemas.openxmlformats.org/officeDocument/2006/relationships/image" Target="../media/img025_image-1-33.png"/><Relationship Id="rId34" Type="http://schemas.openxmlformats.org/officeDocument/2006/relationships/image" Target="../media/img025_image-1-34.png"/><Relationship Id="rId35" Type="http://schemas.openxmlformats.org/officeDocument/2006/relationships/image" Target="../media/img025_image-1-35.png"/><Relationship Id="rId36" Type="http://schemas.openxmlformats.org/officeDocument/2006/relationships/image" Target="../media/img025_image-1-36.png"/><Relationship Id="rId37" Type="http://schemas.openxmlformats.org/officeDocument/2006/relationships/image" Target="../media/img025_image-1-37.png"/><Relationship Id="rId38" Type="http://schemas.openxmlformats.org/officeDocument/2006/relationships/image" Target="../media/img025_image-1-38.png"/><Relationship Id="rId39" Type="http://schemas.openxmlformats.org/officeDocument/2006/relationships/image" Target="../media/img025_image-1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g026_image-1-1.png"/><Relationship Id="rId2" Type="http://schemas.openxmlformats.org/officeDocument/2006/relationships/image" Target="../media/img026_image-1-2.png"/><Relationship Id="rId3" Type="http://schemas.openxmlformats.org/officeDocument/2006/relationships/image" Target="../media/img026_image-1-3.png"/><Relationship Id="rId4" Type="http://schemas.openxmlformats.org/officeDocument/2006/relationships/image" Target="../media/img026_image-1-4.png"/><Relationship Id="rId5" Type="http://schemas.openxmlformats.org/officeDocument/2006/relationships/image" Target="../media/img026_image-1-5.png"/><Relationship Id="rId6" Type="http://schemas.openxmlformats.org/officeDocument/2006/relationships/image" Target="../media/img026_image-1-6.png"/><Relationship Id="rId7" Type="http://schemas.openxmlformats.org/officeDocument/2006/relationships/image" Target="../media/img026_image-1-7.png"/><Relationship Id="rId8" Type="http://schemas.openxmlformats.org/officeDocument/2006/relationships/image" Target="../media/img026_image-1-8.png"/><Relationship Id="rId9" Type="http://schemas.openxmlformats.org/officeDocument/2006/relationships/image" Target="../media/img026_image-1-9.png"/><Relationship Id="rId10" Type="http://schemas.openxmlformats.org/officeDocument/2006/relationships/image" Target="../media/img026_image-1-10.png"/><Relationship Id="rId11" Type="http://schemas.openxmlformats.org/officeDocument/2006/relationships/image" Target="../media/img026_image-1-11.png"/><Relationship Id="rId12" Type="http://schemas.openxmlformats.org/officeDocument/2006/relationships/image" Target="../media/img026_image-1-12.png"/><Relationship Id="rId13" Type="http://schemas.openxmlformats.org/officeDocument/2006/relationships/image" Target="../media/img026_image-1-13.png"/><Relationship Id="rId14" Type="http://schemas.openxmlformats.org/officeDocument/2006/relationships/image" Target="../media/img026_image-1-14.png"/><Relationship Id="rId15" Type="http://schemas.openxmlformats.org/officeDocument/2006/relationships/image" Target="../media/img026_image-1-15.png"/><Relationship Id="rId16" Type="http://schemas.openxmlformats.org/officeDocument/2006/relationships/image" Target="../media/img026_image-1-16.png"/><Relationship Id="rId17" Type="http://schemas.openxmlformats.org/officeDocument/2006/relationships/image" Target="../media/img026_image-1-17.png"/><Relationship Id="rId18" Type="http://schemas.openxmlformats.org/officeDocument/2006/relationships/image" Target="../media/img026_image-1-18.png"/><Relationship Id="rId19" Type="http://schemas.openxmlformats.org/officeDocument/2006/relationships/image" Target="../media/img026_image-1-19.png"/><Relationship Id="rId20" Type="http://schemas.openxmlformats.org/officeDocument/2006/relationships/image" Target="../media/img026_image-1-20.png"/><Relationship Id="rId21" Type="http://schemas.openxmlformats.org/officeDocument/2006/relationships/image" Target="../media/img026_image-1-21.png"/><Relationship Id="rId22" Type="http://schemas.openxmlformats.org/officeDocument/2006/relationships/image" Target="../media/img026_image-1-22.png"/><Relationship Id="rId23" Type="http://schemas.openxmlformats.org/officeDocument/2006/relationships/image" Target="../media/img026_image-1-23.png"/><Relationship Id="rId24" Type="http://schemas.openxmlformats.org/officeDocument/2006/relationships/image" Target="../media/img026_image-1-24.png"/><Relationship Id="rId25" Type="http://schemas.openxmlformats.org/officeDocument/2006/relationships/image" Target="../media/img026_image-1-25.png"/><Relationship Id="rId26" Type="http://schemas.openxmlformats.org/officeDocument/2006/relationships/image" Target="../media/img026_image-1-26.png"/><Relationship Id="rId27" Type="http://schemas.openxmlformats.org/officeDocument/2006/relationships/image" Target="../media/img026_image-1-27.png"/><Relationship Id="rId28" Type="http://schemas.openxmlformats.org/officeDocument/2006/relationships/image" Target="../media/img026_image-1-28.png"/><Relationship Id="rId29" Type="http://schemas.openxmlformats.org/officeDocument/2006/relationships/image" Target="../media/img026_image-1-29.png"/><Relationship Id="rId30" Type="http://schemas.openxmlformats.org/officeDocument/2006/relationships/image" Target="../media/img026_image-1-30.png"/><Relationship Id="rId31" Type="http://schemas.openxmlformats.org/officeDocument/2006/relationships/image" Target="../media/img026_image-1-31.png"/><Relationship Id="rId32" Type="http://schemas.openxmlformats.org/officeDocument/2006/relationships/image" Target="../media/img026_image-1-32.png"/><Relationship Id="rId33" Type="http://schemas.openxmlformats.org/officeDocument/2006/relationships/image" Target="../media/img026_image-1-33.png"/><Relationship Id="rId34" Type="http://schemas.openxmlformats.org/officeDocument/2006/relationships/image" Target="../media/img026_image-1-34.png"/><Relationship Id="rId35" Type="http://schemas.openxmlformats.org/officeDocument/2006/relationships/image" Target="../media/img026_image-1-35.png"/><Relationship Id="rId36" Type="http://schemas.openxmlformats.org/officeDocument/2006/relationships/image" Target="../media/img026_image-1-36.png"/><Relationship Id="rId37" Type="http://schemas.openxmlformats.org/officeDocument/2006/relationships/image" Target="../media/img026_image-1-37.png"/><Relationship Id="rId38" Type="http://schemas.openxmlformats.org/officeDocument/2006/relationships/image" Target="../media/img026_image-1-38.png"/><Relationship Id="rId39" Type="http://schemas.openxmlformats.org/officeDocument/2006/relationships/image" Target="../media/img026_image-1-39.png"/><Relationship Id="rId40" Type="http://schemas.openxmlformats.org/officeDocument/2006/relationships/image" Target="../media/img026_image-1-40.png"/><Relationship Id="rId41" Type="http://schemas.openxmlformats.org/officeDocument/2006/relationships/image" Target="../media/img026_image-1-41.png"/><Relationship Id="rId42" Type="http://schemas.openxmlformats.org/officeDocument/2006/relationships/image" Target="../media/img026_image-1-42.png"/><Relationship Id="rId43" Type="http://schemas.openxmlformats.org/officeDocument/2006/relationships/image" Target="../media/img026_image-1-43.png"/><Relationship Id="rId44" Type="http://schemas.openxmlformats.org/officeDocument/2006/relationships/image" Target="../media/img026_image-1-44.png"/><Relationship Id="rId45" Type="http://schemas.openxmlformats.org/officeDocument/2006/relationships/image" Target="../media/img026_image-1-45.png"/><Relationship Id="rId46" Type="http://schemas.openxmlformats.org/officeDocument/2006/relationships/image" Target="../media/img026_image-1-46.png"/><Relationship Id="rId47" Type="http://schemas.openxmlformats.org/officeDocument/2006/relationships/image" Target="../media/img026_image-1-47.png"/><Relationship Id="rId48" Type="http://schemas.openxmlformats.org/officeDocument/2006/relationships/image" Target="../media/img026_image-1-48.png"/><Relationship Id="rId49" Type="http://schemas.openxmlformats.org/officeDocument/2006/relationships/image" Target="../media/img026_image-1-49.png"/><Relationship Id="rId50" Type="http://schemas.openxmlformats.org/officeDocument/2006/relationships/image" Target="../media/img026_image-1-50.png"/><Relationship Id="rId51" Type="http://schemas.openxmlformats.org/officeDocument/2006/relationships/image" Target="../media/img026_image-1-51.png"/><Relationship Id="rId52" Type="http://schemas.openxmlformats.org/officeDocument/2006/relationships/image" Target="../media/img026_image-1-52.png"/><Relationship Id="rId53" Type="http://schemas.openxmlformats.org/officeDocument/2006/relationships/image" Target="../media/img026_image-1-53.png"/><Relationship Id="rId54" Type="http://schemas.openxmlformats.org/officeDocument/2006/relationships/image" Target="../media/img026_image-1-54.png"/><Relationship Id="rId55" Type="http://schemas.openxmlformats.org/officeDocument/2006/relationships/image" Target="../media/img026_image-1-54.png"/><Relationship Id="rId56" Type="http://schemas.openxmlformats.org/officeDocument/2006/relationships/image" Target="../media/img026_image-1-54.png"/><Relationship Id="rId57" Type="http://schemas.openxmlformats.org/officeDocument/2006/relationships/image" Target="../media/img026_image-1-54.png"/><Relationship Id="rId58" Type="http://schemas.openxmlformats.org/officeDocument/2006/relationships/image" Target="../media/img026_image-1-54.png"/><Relationship Id="rId59" Type="http://schemas.openxmlformats.org/officeDocument/2006/relationships/image" Target="../media/img026_image-1-59.png"/><Relationship Id="rId60" Type="http://schemas.openxmlformats.org/officeDocument/2006/relationships/slideLayout" Target="../slideLayouts/slideLayout1.xml"/><Relationship Id="rId6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g027_image-1-1.png"/><Relationship Id="rId2" Type="http://schemas.openxmlformats.org/officeDocument/2006/relationships/image" Target="../media/img027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g028_image-1-1.png"/><Relationship Id="rId2" Type="http://schemas.openxmlformats.org/officeDocument/2006/relationships/image" Target="../media/img028_image-1-2.png"/><Relationship Id="rId3" Type="http://schemas.openxmlformats.org/officeDocument/2006/relationships/image" Target="../media/img028_image-1-3.png"/><Relationship Id="rId4" Type="http://schemas.openxmlformats.org/officeDocument/2006/relationships/image" Target="../media/img028_image-1-4.png"/><Relationship Id="rId5" Type="http://schemas.openxmlformats.org/officeDocument/2006/relationships/image" Target="../media/img028_image-1-5.png"/><Relationship Id="rId6" Type="http://schemas.openxmlformats.org/officeDocument/2006/relationships/image" Target="../media/img028_image-1-6.png"/><Relationship Id="rId7" Type="http://schemas.openxmlformats.org/officeDocument/2006/relationships/image" Target="../media/img028_image-1-7.png"/><Relationship Id="rId8" Type="http://schemas.openxmlformats.org/officeDocument/2006/relationships/image" Target="../media/img028_image-1-8.png"/><Relationship Id="rId9" Type="http://schemas.openxmlformats.org/officeDocument/2006/relationships/image" Target="../media/img028_image-1-9.png"/><Relationship Id="rId10" Type="http://schemas.openxmlformats.org/officeDocument/2006/relationships/image" Target="../media/img028_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g029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g033_image-1-1.png"/><Relationship Id="rId2" Type="http://schemas.openxmlformats.org/officeDocument/2006/relationships/image" Target="../media/img033_image-1-1.png"/><Relationship Id="rId3" Type="http://schemas.openxmlformats.org/officeDocument/2006/relationships/image" Target="../media/img033_image-1-1.png"/><Relationship Id="rId4" Type="http://schemas.openxmlformats.org/officeDocument/2006/relationships/image" Target="../media/img033_image-1-1.png"/><Relationship Id="rId5" Type="http://schemas.openxmlformats.org/officeDocument/2006/relationships/image" Target="../media/img033_image-1-1.png"/><Relationship Id="rId6" Type="http://schemas.openxmlformats.org/officeDocument/2006/relationships/image" Target="../media/img033_image-1-1.png"/><Relationship Id="rId7" Type="http://schemas.openxmlformats.org/officeDocument/2006/relationships/image" Target="../media/img033_image-1-1.png"/><Relationship Id="rId8" Type="http://schemas.openxmlformats.org/officeDocument/2006/relationships/image" Target="../media/img033_image-1-1.png"/><Relationship Id="rId9" Type="http://schemas.openxmlformats.org/officeDocument/2006/relationships/image" Target="../media/img033_image-1-9.png"/><Relationship Id="rId10" Type="http://schemas.openxmlformats.org/officeDocument/2006/relationships/image" Target="../media/img033_image-1-9.png"/><Relationship Id="rId11" Type="http://schemas.openxmlformats.org/officeDocument/2006/relationships/image" Target="../media/img033_image-1-9.png"/><Relationship Id="rId12" Type="http://schemas.openxmlformats.org/officeDocument/2006/relationships/image" Target="../media/img033_image-1-9.png"/><Relationship Id="rId13" Type="http://schemas.openxmlformats.org/officeDocument/2006/relationships/image" Target="../media/img033_image-1-9.png"/><Relationship Id="rId14" Type="http://schemas.openxmlformats.org/officeDocument/2006/relationships/image" Target="../media/img033_image-1-9.png"/><Relationship Id="rId15" Type="http://schemas.openxmlformats.org/officeDocument/2006/relationships/image" Target="../media/img033_image-1-9.png"/><Relationship Id="rId16" Type="http://schemas.openxmlformats.org/officeDocument/2006/relationships/image" Target="../media/img033_image-1-9.png"/><Relationship Id="rId17" Type="http://schemas.openxmlformats.org/officeDocument/2006/relationships/image" Target="../media/img033_image-1-9.png"/><Relationship Id="rId18" Type="http://schemas.openxmlformats.org/officeDocument/2006/relationships/image" Target="../media/img033_image-1-9.png"/><Relationship Id="rId19" Type="http://schemas.openxmlformats.org/officeDocument/2006/relationships/image" Target="../media/img033_image-1-9.png"/><Relationship Id="rId20" Type="http://schemas.openxmlformats.org/officeDocument/2006/relationships/image" Target="../media/img033_image-1-9.png"/><Relationship Id="rId21" Type="http://schemas.openxmlformats.org/officeDocument/2006/relationships/image" Target="../media/img033_image-1-9.png"/><Relationship Id="rId22" Type="http://schemas.openxmlformats.org/officeDocument/2006/relationships/image" Target="../media/img033_image-1-9.png"/><Relationship Id="rId23" Type="http://schemas.openxmlformats.org/officeDocument/2006/relationships/image" Target="../media/img033_image-1-9.png"/><Relationship Id="rId24" Type="http://schemas.openxmlformats.org/officeDocument/2006/relationships/image" Target="../media/img033_image-1-9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g035_image-1-1.png"/><Relationship Id="rId2" Type="http://schemas.openxmlformats.org/officeDocument/2006/relationships/image" Target="../media/img035_image-1-2.png"/><Relationship Id="rId3" Type="http://schemas.openxmlformats.org/officeDocument/2006/relationships/image" Target="../media/img035_image-1-3.png"/><Relationship Id="rId4" Type="http://schemas.openxmlformats.org/officeDocument/2006/relationships/image" Target="../media/img035_image-1-4.png"/><Relationship Id="rId5" Type="http://schemas.openxmlformats.org/officeDocument/2006/relationships/image" Target="../media/img035_image-1-5.png"/><Relationship Id="rId6" Type="http://schemas.openxmlformats.org/officeDocument/2006/relationships/image" Target="../media/img035_image-1-6.png"/><Relationship Id="rId7" Type="http://schemas.openxmlformats.org/officeDocument/2006/relationships/image" Target="../media/img035_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g039_image-1-1.png"/><Relationship Id="rId2" Type="http://schemas.openxmlformats.org/officeDocument/2006/relationships/image" Target="../media/img039_image-1-1.png"/><Relationship Id="rId3" Type="http://schemas.openxmlformats.org/officeDocument/2006/relationships/image" Target="../media/img039_image-1-1.png"/><Relationship Id="rId4" Type="http://schemas.openxmlformats.org/officeDocument/2006/relationships/image" Target="../media/img039_image-1-1.png"/><Relationship Id="rId5" Type="http://schemas.openxmlformats.org/officeDocument/2006/relationships/image" Target="../media/img039_image-1-1.png"/><Relationship Id="rId6" Type="http://schemas.openxmlformats.org/officeDocument/2006/relationships/image" Target="../media/img039_image-1-1.png"/><Relationship Id="rId7" Type="http://schemas.openxmlformats.org/officeDocument/2006/relationships/image" Target="../media/img039_image-1-1.png"/><Relationship Id="rId8" Type="http://schemas.openxmlformats.org/officeDocument/2006/relationships/image" Target="../media/img039_image-1-1.png"/><Relationship Id="rId9" Type="http://schemas.openxmlformats.org/officeDocument/2006/relationships/image" Target="../media/img039_image-1-9.png"/><Relationship Id="rId10" Type="http://schemas.openxmlformats.org/officeDocument/2006/relationships/image" Target="../media/img039_image-1-9.png"/><Relationship Id="rId11" Type="http://schemas.openxmlformats.org/officeDocument/2006/relationships/image" Target="../media/img039_image-1-9.png"/><Relationship Id="rId12" Type="http://schemas.openxmlformats.org/officeDocument/2006/relationships/image" Target="../media/img039_image-1-9.png"/><Relationship Id="rId13" Type="http://schemas.openxmlformats.org/officeDocument/2006/relationships/image" Target="../media/img039_image-1-9.png"/><Relationship Id="rId14" Type="http://schemas.openxmlformats.org/officeDocument/2006/relationships/image" Target="../media/img039_image-1-9.png"/><Relationship Id="rId15" Type="http://schemas.openxmlformats.org/officeDocument/2006/relationships/image" Target="../media/img039_image-1-9.png"/><Relationship Id="rId16" Type="http://schemas.openxmlformats.org/officeDocument/2006/relationships/image" Target="../media/img039_image-1-9.png"/><Relationship Id="rId17" Type="http://schemas.openxmlformats.org/officeDocument/2006/relationships/image" Target="../media/img039_image-1-9.png"/><Relationship Id="rId18" Type="http://schemas.openxmlformats.org/officeDocument/2006/relationships/image" Target="../media/img039_image-1-9.png"/><Relationship Id="rId19" Type="http://schemas.openxmlformats.org/officeDocument/2006/relationships/image" Target="../media/img039_image-1-9.png"/><Relationship Id="rId20" Type="http://schemas.openxmlformats.org/officeDocument/2006/relationships/image" Target="../media/img039_image-1-9.png"/><Relationship Id="rId21" Type="http://schemas.openxmlformats.org/officeDocument/2006/relationships/image" Target="../media/img039_image-1-9.png"/><Relationship Id="rId22" Type="http://schemas.openxmlformats.org/officeDocument/2006/relationships/image" Target="../media/img039_image-1-9.png"/><Relationship Id="rId23" Type="http://schemas.openxmlformats.org/officeDocument/2006/relationships/image" Target="../media/img039_image-1-9.png"/><Relationship Id="rId24" Type="http://schemas.openxmlformats.org/officeDocument/2006/relationships/image" Target="../media/img039_image-1-9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g040_image-1-1.png"/><Relationship Id="rId2" Type="http://schemas.openxmlformats.org/officeDocument/2006/relationships/image" Target="../media/img040_image-1-1.png"/><Relationship Id="rId3" Type="http://schemas.openxmlformats.org/officeDocument/2006/relationships/image" Target="../media/img040_image-1-1.png"/><Relationship Id="rId4" Type="http://schemas.openxmlformats.org/officeDocument/2006/relationships/image" Target="../media/img040_image-1-1.png"/><Relationship Id="rId5" Type="http://schemas.openxmlformats.org/officeDocument/2006/relationships/image" Target="../media/img040_image-1-1.png"/><Relationship Id="rId6" Type="http://schemas.openxmlformats.org/officeDocument/2006/relationships/image" Target="../media/img040_image-1-1.png"/><Relationship Id="rId7" Type="http://schemas.openxmlformats.org/officeDocument/2006/relationships/image" Target="../media/img040_image-1-1.png"/><Relationship Id="rId8" Type="http://schemas.openxmlformats.org/officeDocument/2006/relationships/image" Target="../media/img040_image-1-1.png"/><Relationship Id="rId9" Type="http://schemas.openxmlformats.org/officeDocument/2006/relationships/image" Target="../media/img040_image-1-9.png"/><Relationship Id="rId10" Type="http://schemas.openxmlformats.org/officeDocument/2006/relationships/image" Target="../media/img040_image-1-9.png"/><Relationship Id="rId11" Type="http://schemas.openxmlformats.org/officeDocument/2006/relationships/image" Target="../media/img040_image-1-9.png"/><Relationship Id="rId12" Type="http://schemas.openxmlformats.org/officeDocument/2006/relationships/image" Target="../media/img040_image-1-9.png"/><Relationship Id="rId13" Type="http://schemas.openxmlformats.org/officeDocument/2006/relationships/image" Target="../media/img040_image-1-9.png"/><Relationship Id="rId14" Type="http://schemas.openxmlformats.org/officeDocument/2006/relationships/image" Target="../media/img040_image-1-9.png"/><Relationship Id="rId15" Type="http://schemas.openxmlformats.org/officeDocument/2006/relationships/image" Target="../media/img040_image-1-9.png"/><Relationship Id="rId16" Type="http://schemas.openxmlformats.org/officeDocument/2006/relationships/image" Target="../media/img040_image-1-9.png"/><Relationship Id="rId17" Type="http://schemas.openxmlformats.org/officeDocument/2006/relationships/image" Target="../media/img040_image-1-9.png"/><Relationship Id="rId18" Type="http://schemas.openxmlformats.org/officeDocument/2006/relationships/image" Target="../media/img040_image-1-9.png"/><Relationship Id="rId19" Type="http://schemas.openxmlformats.org/officeDocument/2006/relationships/image" Target="../media/img040_image-1-9.png"/><Relationship Id="rId20" Type="http://schemas.openxmlformats.org/officeDocument/2006/relationships/image" Target="../media/img040_image-1-9.png"/><Relationship Id="rId21" Type="http://schemas.openxmlformats.org/officeDocument/2006/relationships/image" Target="../media/img040_image-1-9.png"/><Relationship Id="rId22" Type="http://schemas.openxmlformats.org/officeDocument/2006/relationships/image" Target="../media/img040_image-1-9.png"/><Relationship Id="rId23" Type="http://schemas.openxmlformats.org/officeDocument/2006/relationships/image" Target="../media/img040_image-1-9.png"/><Relationship Id="rId24" Type="http://schemas.openxmlformats.org/officeDocument/2006/relationships/image" Target="../media/img040_image-1-9.png"/><Relationship Id="rId25" Type="http://schemas.openxmlformats.org/officeDocument/2006/relationships/image" Target="../media/img040_image-1-1.png"/><Relationship Id="rId26" Type="http://schemas.openxmlformats.org/officeDocument/2006/relationships/image" Target="../media/img040_image-1-1.png"/><Relationship Id="rId27" Type="http://schemas.openxmlformats.org/officeDocument/2006/relationships/image" Target="../media/img040_image-1-1.png"/><Relationship Id="rId28" Type="http://schemas.openxmlformats.org/officeDocument/2006/relationships/image" Target="../media/img040_image-1-1.png"/><Relationship Id="rId29" Type="http://schemas.openxmlformats.org/officeDocument/2006/relationships/image" Target="../media/img040_image-1-1.png"/><Relationship Id="rId30" Type="http://schemas.openxmlformats.org/officeDocument/2006/relationships/image" Target="../media/img040_image-1-1.png"/><Relationship Id="rId31" Type="http://schemas.openxmlformats.org/officeDocument/2006/relationships/image" Target="../media/img040_image-1-1.png"/><Relationship Id="rId32" Type="http://schemas.openxmlformats.org/officeDocument/2006/relationships/image" Target="../media/img040_image-1-1.png"/><Relationship Id="rId33" Type="http://schemas.openxmlformats.org/officeDocument/2006/relationships/image" Target="../media/img040_image-1-9.png"/><Relationship Id="rId34" Type="http://schemas.openxmlformats.org/officeDocument/2006/relationships/image" Target="../media/img040_image-1-9.png"/><Relationship Id="rId35" Type="http://schemas.openxmlformats.org/officeDocument/2006/relationships/image" Target="../media/img040_image-1-9.png"/><Relationship Id="rId36" Type="http://schemas.openxmlformats.org/officeDocument/2006/relationships/image" Target="../media/img040_image-1-9.png"/><Relationship Id="rId37" Type="http://schemas.openxmlformats.org/officeDocument/2006/relationships/image" Target="../media/img040_image-1-9.png"/><Relationship Id="rId38" Type="http://schemas.openxmlformats.org/officeDocument/2006/relationships/image" Target="../media/img040_image-1-9.png"/><Relationship Id="rId39" Type="http://schemas.openxmlformats.org/officeDocument/2006/relationships/image" Target="../media/img040_image-1-9.png"/><Relationship Id="rId40" Type="http://schemas.openxmlformats.org/officeDocument/2006/relationships/image" Target="../media/img040_image-1-9.png"/><Relationship Id="rId41" Type="http://schemas.openxmlformats.org/officeDocument/2006/relationships/image" Target="../media/img040_image-1-9.png"/><Relationship Id="rId42" Type="http://schemas.openxmlformats.org/officeDocument/2006/relationships/image" Target="../media/img040_image-1-9.png"/><Relationship Id="rId43" Type="http://schemas.openxmlformats.org/officeDocument/2006/relationships/image" Target="../media/img040_image-1-9.png"/><Relationship Id="rId44" Type="http://schemas.openxmlformats.org/officeDocument/2006/relationships/image" Target="../media/img040_image-1-9.png"/><Relationship Id="rId45" Type="http://schemas.openxmlformats.org/officeDocument/2006/relationships/image" Target="../media/img040_image-1-9.png"/><Relationship Id="rId46" Type="http://schemas.openxmlformats.org/officeDocument/2006/relationships/image" Target="../media/img040_image-1-9.png"/><Relationship Id="rId47" Type="http://schemas.openxmlformats.org/officeDocument/2006/relationships/image" Target="../media/img040_image-1-9.png"/><Relationship Id="rId48" Type="http://schemas.openxmlformats.org/officeDocument/2006/relationships/image" Target="../media/img040_image-1-9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g045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g046_image-1-1.png"/><Relationship Id="rId2" Type="http://schemas.openxmlformats.org/officeDocument/2006/relationships/image" Target="../media/img046_image-1-2.png"/><Relationship Id="rId3" Type="http://schemas.openxmlformats.org/officeDocument/2006/relationships/image" Target="../media/img046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g047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g048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4432"/>
            <a:ext cx="11091672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7300" dirty="0"/>
          </a:p>
        </p:txBody>
      </p:sp>
      <p:sp>
        <p:nvSpPr>
          <p:cNvPr id="6" name="Text 4"/>
          <p:cNvSpPr/>
          <p:nvPr/>
        </p:nvSpPr>
        <p:spPr>
          <a:xfrm>
            <a:off x="609630" y="3349299"/>
            <a:ext cx="109728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755660" y="4233428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Aug. 2020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04821" y="2103881"/>
            <a:ext cx="5486400" cy="112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93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</a:t>
            </a:r>
            <a:endParaRPr lang="en-US" sz="5930" dirty="0"/>
          </a:p>
        </p:txBody>
      </p:sp>
      <p:sp>
        <p:nvSpPr>
          <p:cNvPr id="6" name="Text 4"/>
          <p:cNvSpPr/>
          <p:nvPr/>
        </p:nvSpPr>
        <p:spPr>
          <a:xfrm>
            <a:off x="6147562" y="2268181"/>
            <a:ext cx="365760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5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2210435" y="3632328"/>
            <a:ext cx="777240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5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4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2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7395210" y="4527550"/>
            <a:ext cx="1943100" cy="618490"/>
          </a:xfrm>
          <a:prstGeom prst="rect">
            <a:avLst/>
          </a:prstGeom>
          <a:solidFill>
            <a:srgbClr val="E76B00">
              <a:alpha val="50000"/>
            </a:srgbClr>
          </a:solidFill>
          <a:ln/>
        </p:spPr>
      </p:sp>
      <p:sp>
        <p:nvSpPr>
          <p:cNvPr id="16" name="Shape 9"/>
          <p:cNvSpPr/>
          <p:nvPr/>
        </p:nvSpPr>
        <p:spPr>
          <a:xfrm>
            <a:off x="9363710" y="3530600"/>
            <a:ext cx="1877060" cy="598170"/>
          </a:xfrm>
          <a:prstGeom prst="rect">
            <a:avLst/>
          </a:prstGeom>
          <a:solidFill>
            <a:srgbClr val="E76B00">
              <a:alpha val="5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91970" y="772160"/>
            <a:ext cx="731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– Part II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26210" y="188849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  Implementation Issues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26210" y="241935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Information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85570" y="297688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Transformer Block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38910" y="350647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Decoder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26210" y="403733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 as a Classifier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38910" y="462153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Next 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9900" y="2847610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548640" y="3537823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Issues</a:t>
            </a:r>
            <a:endParaRPr lang="en-US" sz="4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8" name="Shape 6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9" name="Shape 7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4" name="Text 112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6" name="Text 114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8" name="Text 116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20" name="Shape 118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2247900" y="6057900"/>
            <a:ext cx="4000500" cy="520700"/>
          </a:xfrm>
          <a:prstGeom prst="roundRect">
            <a:avLst>
              <a:gd name="adj" fmla="val 10537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38" name="Shape 136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FF00FF"/>
            </a:solidFill>
            <a:prstDash val="sysDot"/>
          </a:ln>
        </p:spPr>
      </p:sp>
      <p:sp>
        <p:nvSpPr>
          <p:cNvPr id="151" name="Shape 149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165" name="Text 163"/>
          <p:cNvSpPr/>
          <p:nvPr/>
        </p:nvSpPr>
        <p:spPr>
          <a:xfrm>
            <a:off x="4406900" y="2508250"/>
            <a:ext cx="406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1300" dirty="0"/>
          </a:p>
        </p:txBody>
      </p:sp>
      <p:sp>
        <p:nvSpPr>
          <p:cNvPr id="166" name="Shape 164"/>
          <p:cNvSpPr/>
          <p:nvPr/>
        </p:nvSpPr>
        <p:spPr>
          <a:xfrm>
            <a:off x="4133850" y="30797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171950" y="31178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68" name="Shape 166"/>
          <p:cNvSpPr/>
          <p:nvPr/>
        </p:nvSpPr>
        <p:spPr>
          <a:xfrm>
            <a:off x="3930650" y="36004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968750" y="36385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0" name="Shape 168"/>
          <p:cNvSpPr/>
          <p:nvPr/>
        </p:nvSpPr>
        <p:spPr>
          <a:xfrm>
            <a:off x="3702050" y="41211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40150" y="41592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460750" y="46799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498850" y="47180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778000" y="314325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1778000" y="365760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1778000" y="417830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1778000" y="473075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2501900" y="3143250"/>
            <a:ext cx="16129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2501900" y="3657600"/>
            <a:ext cx="14097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2501900" y="4178300"/>
            <a:ext cx="11811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2501900" y="4730750"/>
            <a:ext cx="9398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 flipH="1">
            <a:off x="9512300" y="314325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 flipH="1">
            <a:off x="9512300" y="365760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 flipH="1">
            <a:off x="9512300" y="417830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5" name="Shape 183"/>
          <p:cNvSpPr/>
          <p:nvPr/>
        </p:nvSpPr>
        <p:spPr>
          <a:xfrm flipH="1">
            <a:off x="9512300" y="473075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 flipV="1">
            <a:off x="3810000" y="3162300"/>
            <a:ext cx="406400" cy="19050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3810000" y="3683000"/>
            <a:ext cx="203200" cy="13843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784600" y="4203700"/>
            <a:ext cx="25400" cy="863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543300" y="4762500"/>
            <a:ext cx="266700" cy="3048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039620" y="299085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039620" y="299085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2" name="Shape 190"/>
          <p:cNvSpPr/>
          <p:nvPr/>
        </p:nvSpPr>
        <p:spPr>
          <a:xfrm>
            <a:off x="2039620" y="352171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039620" y="352171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4" name="Shape 192"/>
          <p:cNvSpPr/>
          <p:nvPr/>
        </p:nvSpPr>
        <p:spPr>
          <a:xfrm>
            <a:off x="2039620" y="403987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039620" y="403987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6" name="Shape 194"/>
          <p:cNvSpPr/>
          <p:nvPr/>
        </p:nvSpPr>
        <p:spPr>
          <a:xfrm>
            <a:off x="2039620" y="459867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039620" y="459867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8" name="Shape 196"/>
          <p:cNvSpPr/>
          <p:nvPr/>
        </p:nvSpPr>
        <p:spPr>
          <a:xfrm>
            <a:off x="8972550" y="299085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972550" y="299085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0" name="Shape 198"/>
          <p:cNvSpPr/>
          <p:nvPr/>
        </p:nvSpPr>
        <p:spPr>
          <a:xfrm>
            <a:off x="8972550" y="352171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972550" y="352171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2" name="Shape 200"/>
          <p:cNvSpPr/>
          <p:nvPr/>
        </p:nvSpPr>
        <p:spPr>
          <a:xfrm>
            <a:off x="8972550" y="403987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972550" y="403987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4" name="Shape 202"/>
          <p:cNvSpPr/>
          <p:nvPr/>
        </p:nvSpPr>
        <p:spPr>
          <a:xfrm>
            <a:off x="8972550" y="459867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972550" y="459867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6" name="Shape 204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208" name="Shape 206"/>
          <p:cNvSpPr/>
          <p:nvPr/>
        </p:nvSpPr>
        <p:spPr>
          <a:xfrm>
            <a:off x="6556375" y="281622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661150" y="29210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0" name="Shape 208"/>
          <p:cNvSpPr/>
          <p:nvPr/>
        </p:nvSpPr>
        <p:spPr>
          <a:xfrm>
            <a:off x="6937375" y="34575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042150" y="35623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2" name="Shape 210"/>
          <p:cNvSpPr/>
          <p:nvPr/>
        </p:nvSpPr>
        <p:spPr>
          <a:xfrm>
            <a:off x="7292975" y="39020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97750" y="40068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7680325" y="44862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785100" y="45910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6" name="Shape 214"/>
          <p:cNvSpPr/>
          <p:nvPr/>
        </p:nvSpPr>
        <p:spPr>
          <a:xfrm>
            <a:off x="3492500" y="5486400"/>
            <a:ext cx="596900" cy="6096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492500" y="5486400"/>
            <a:ext cx="5969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218" name="Text 216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9" name="Shape 217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25" name="Shape 223"/>
          <p:cNvSpPr/>
          <p:nvPr/>
        </p:nvSpPr>
        <p:spPr>
          <a:xfrm flipV="1">
            <a:off x="3797300" y="59309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26" name="Shape 224"/>
          <p:cNvSpPr/>
          <p:nvPr/>
        </p:nvSpPr>
        <p:spPr>
          <a:xfrm>
            <a:off x="695960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13486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31012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485380" y="1606550"/>
            <a:ext cx="175260" cy="228600"/>
          </a:xfrm>
          <a:prstGeom prst="rect">
            <a:avLst/>
          </a:prstGeom>
          <a:solidFill>
            <a:srgbClr val="B0C4BD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660640" y="1606550"/>
            <a:ext cx="175260" cy="228600"/>
          </a:xfrm>
          <a:prstGeom prst="rect">
            <a:avLst/>
          </a:prstGeom>
          <a:solidFill>
            <a:srgbClr val="B0C4BD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959600" y="1581150"/>
            <a:ext cx="876300" cy="2794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32" name="Text 230"/>
          <p:cNvSpPr/>
          <p:nvPr/>
        </p:nvSpPr>
        <p:spPr>
          <a:xfrm>
            <a:off x="7162800" y="1593850"/>
            <a:ext cx="330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200" dirty="0"/>
          </a:p>
        </p:txBody>
      </p:sp>
      <p:sp>
        <p:nvSpPr>
          <p:cNvPr id="233" name="Shape 231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35" name="Shape 233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114675" y="4956175"/>
            <a:ext cx="1390650" cy="1390650"/>
          </a:xfrm>
          <a:prstGeom prst="ellipse">
            <a:avLst/>
          </a:prstGeom>
          <a:solidFill>
            <a:srgbClr val="4583C9">
              <a:alpha val="42000"/>
            </a:srgbClr>
          </a:solidFill>
          <a:ln/>
        </p:spPr>
      </p:sp>
      <p:sp>
        <p:nvSpPr>
          <p:cNvPr id="237" name="Shape 235"/>
          <p:cNvSpPr/>
          <p:nvPr/>
        </p:nvSpPr>
        <p:spPr>
          <a:xfrm rot="19560000">
            <a:off x="3403600" y="6527800"/>
            <a:ext cx="279400" cy="1651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38" name="Text 236"/>
          <p:cNvSpPr/>
          <p:nvPr/>
        </p:nvSpPr>
        <p:spPr>
          <a:xfrm>
            <a:off x="2324100" y="7112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39" name="Text 237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  <p:sp>
        <p:nvSpPr>
          <p:cNvPr id="240" name="Shape 238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3B285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7600" y="812800"/>
            <a:ext cx="942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a Vector by a Matrix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850900" y="1358900"/>
            <a:ext cx="2565400" cy="541020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14986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Word </a:t>
            </a:r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27760" y="2086610"/>
            <a:ext cx="1717040" cy="469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" y="2086610"/>
            <a:ext cx="1729740" cy="14160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086610"/>
            <a:ext cx="1729740" cy="28041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" y="2086610"/>
            <a:ext cx="1676400" cy="41338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760" y="3495040"/>
            <a:ext cx="1717040" cy="-13614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7760" y="3495040"/>
            <a:ext cx="1729740" cy="76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760" y="3495040"/>
            <a:ext cx="1729740" cy="139573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7760" y="3495040"/>
            <a:ext cx="1676400" cy="27254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7760" y="4904740"/>
            <a:ext cx="1717040" cy="-27711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7760" y="4904740"/>
            <a:ext cx="1729740" cy="-140208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7760" y="4904740"/>
            <a:ext cx="1729740" cy="-1397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7760" y="4904740"/>
            <a:ext cx="1676400" cy="13157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7760" y="6220460"/>
            <a:ext cx="1717040" cy="-40868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7760" y="6220460"/>
            <a:ext cx="1729740" cy="-271780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7760" y="6220460"/>
            <a:ext cx="1729740" cy="-13296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7760" y="6220460"/>
            <a:ext cx="1676400" cy="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51280" y="1926590"/>
            <a:ext cx="396240" cy="1182370"/>
          </a:xfrm>
          <a:prstGeom prst="ellipse">
            <a:avLst/>
          </a:prstGeom>
          <a:solidFill>
            <a:srgbClr val="88FFFF"/>
          </a:solidFill>
          <a:ln w="12700">
            <a:solidFill>
              <a:srgbClr val="4AB8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1280" y="3149600"/>
            <a:ext cx="396240" cy="1117600"/>
          </a:xfrm>
          <a:prstGeom prst="ellipse">
            <a:avLst/>
          </a:prstGeom>
          <a:solidFill>
            <a:srgbClr val="F8D8F8"/>
          </a:solidFill>
          <a:ln w="12700">
            <a:solidFill>
              <a:srgbClr val="D88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1280" y="4318000"/>
            <a:ext cx="396240" cy="990600"/>
          </a:xfrm>
          <a:prstGeom prst="ellipse">
            <a:avLst/>
          </a:prstGeom>
          <a:solidFill>
            <a:srgbClr val="FFE4CC"/>
          </a:solidFill>
          <a:ln w="12700">
            <a:solidFill>
              <a:srgbClr val="E8B0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1280" y="5346700"/>
            <a:ext cx="396240" cy="1028700"/>
          </a:xfrm>
          <a:prstGeom prst="ellipse">
            <a:avLst/>
          </a:prstGeom>
          <a:solidFill>
            <a:srgbClr val="DFF8D8"/>
          </a:solidFill>
          <a:ln w="12700">
            <a:solidFill>
              <a:srgbClr val="98D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6200" y="20281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46200" y="234696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46200" y="266573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46200" y="29044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46200" y="31838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46200" y="34632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46200" y="37553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46200" y="398145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46200" y="43434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46200" y="4610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46200" y="48768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46200" y="5118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46200" y="533781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46200" y="56565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46200" y="59486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46200" y="613537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69010" y="192786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9960" y="197231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9010" y="33362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9960" y="33807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9010" y="47459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9960" y="47904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9010" y="606171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9960" y="610616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25725" y="191452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54" name="Shape 52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55" name="Shape 53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56" name="Text 54"/>
          <p:cNvSpPr/>
          <p:nvPr/>
        </p:nvSpPr>
        <p:spPr>
          <a:xfrm>
            <a:off x="2679700" y="200660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857500" y="214630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38425" y="328358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0" name="Shape 58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1" name="Shape 59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2" name="Text 60"/>
          <p:cNvSpPr/>
          <p:nvPr/>
        </p:nvSpPr>
        <p:spPr>
          <a:xfrm>
            <a:off x="2692400" y="337566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870200" y="351536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38425" y="467169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6" name="Shape 64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7" name="Shape 65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8" name="Text 66"/>
          <p:cNvSpPr/>
          <p:nvPr/>
        </p:nvSpPr>
        <p:spPr>
          <a:xfrm>
            <a:off x="2692400" y="476377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870200" y="490347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85085" y="600138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72" name="Shape 70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73" name="Shape 71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74" name="Text 72"/>
          <p:cNvSpPr/>
          <p:nvPr/>
        </p:nvSpPr>
        <p:spPr>
          <a:xfrm>
            <a:off x="2639060" y="609346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816860" y="623316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3400" y="213360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3073400" y="179705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8" name="Shape 76"/>
          <p:cNvSpPr/>
          <p:nvPr/>
        </p:nvSpPr>
        <p:spPr>
          <a:xfrm>
            <a:off x="2787650" y="237490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79" name="Text 77"/>
          <p:cNvSpPr/>
          <p:nvPr/>
        </p:nvSpPr>
        <p:spPr>
          <a:xfrm>
            <a:off x="2768600" y="241935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80" name="Shape 78"/>
          <p:cNvSpPr/>
          <p:nvPr/>
        </p:nvSpPr>
        <p:spPr>
          <a:xfrm>
            <a:off x="3086100" y="35026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3086100" y="31661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2" name="Shape 80"/>
          <p:cNvSpPr/>
          <p:nvPr/>
        </p:nvSpPr>
        <p:spPr>
          <a:xfrm>
            <a:off x="2800350" y="374396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83" name="Text 81"/>
          <p:cNvSpPr/>
          <p:nvPr/>
        </p:nvSpPr>
        <p:spPr>
          <a:xfrm>
            <a:off x="2781300" y="378841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4" name="Shape 82"/>
          <p:cNvSpPr/>
          <p:nvPr/>
        </p:nvSpPr>
        <p:spPr>
          <a:xfrm>
            <a:off x="3086100" y="489077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3086100" y="455422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86" name="Shape 84"/>
          <p:cNvSpPr/>
          <p:nvPr/>
        </p:nvSpPr>
        <p:spPr>
          <a:xfrm>
            <a:off x="2800350" y="513207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87" name="Text 85"/>
          <p:cNvSpPr/>
          <p:nvPr/>
        </p:nvSpPr>
        <p:spPr>
          <a:xfrm>
            <a:off x="2781300" y="517652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88" name="Shape 86"/>
          <p:cNvSpPr/>
          <p:nvPr/>
        </p:nvSpPr>
        <p:spPr>
          <a:xfrm>
            <a:off x="3032760" y="62204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3032760" y="58839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0" name="Shape 88"/>
          <p:cNvSpPr/>
          <p:nvPr/>
        </p:nvSpPr>
        <p:spPr>
          <a:xfrm>
            <a:off x="2747010" y="646176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91" name="Text 89"/>
          <p:cNvSpPr/>
          <p:nvPr/>
        </p:nvSpPr>
        <p:spPr>
          <a:xfrm>
            <a:off x="2727960" y="650621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2" name="Shape 90"/>
          <p:cNvSpPr/>
          <p:nvPr/>
        </p:nvSpPr>
        <p:spPr>
          <a:xfrm>
            <a:off x="3581400" y="1320800"/>
            <a:ext cx="7962900" cy="2628900"/>
          </a:xfrm>
          <a:prstGeom prst="roundRect">
            <a:avLst>
              <a:gd name="adj" fmla="val 2087"/>
            </a:avLst>
          </a:prstGeom>
          <a:solidFill>
            <a:srgbClr val="F2F1EF"/>
          </a:solidFill>
          <a:ln w="12700">
            <a:solidFill>
              <a:srgbClr val="D0D5D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94200" y="1981200"/>
            <a:ext cx="5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2500" dirty="0"/>
          </a:p>
        </p:txBody>
      </p:sp>
      <p:sp>
        <p:nvSpPr>
          <p:cNvPr id="94" name="Shape 92"/>
          <p:cNvSpPr/>
          <p:nvPr/>
        </p:nvSpPr>
        <p:spPr>
          <a:xfrm>
            <a:off x="3797300" y="2425700"/>
            <a:ext cx="1587500" cy="393700"/>
          </a:xfrm>
          <a:prstGeom prst="roundRect">
            <a:avLst>
              <a:gd name="adj" fmla="val 27871"/>
            </a:avLst>
          </a:prstGeom>
          <a:solidFill>
            <a:srgbClr val="EFD4F4"/>
          </a:solidFill>
          <a:ln w="12700">
            <a:solidFill>
              <a:srgbClr val="D8A8D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13150" y="2324100"/>
            <a:ext cx="17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800" dirty="0"/>
          </a:p>
        </p:txBody>
      </p:sp>
      <p:sp>
        <p:nvSpPr>
          <p:cNvPr id="96" name="Text 94"/>
          <p:cNvSpPr/>
          <p:nvPr/>
        </p:nvSpPr>
        <p:spPr>
          <a:xfrm>
            <a:off x="5391150" y="2336800"/>
            <a:ext cx="17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800" dirty="0"/>
          </a:p>
        </p:txBody>
      </p:sp>
      <p:sp>
        <p:nvSpPr>
          <p:cNvPr id="97" name="Shape 95"/>
          <p:cNvSpPr/>
          <p:nvPr/>
        </p:nvSpPr>
        <p:spPr>
          <a:xfrm>
            <a:off x="385826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5826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22783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2783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61137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1137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01269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1269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664200" y="2514600"/>
            <a:ext cx="9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4E4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Sigmoid</a:t>
            </a:r>
            <a:endParaRPr lang="en-US" sz="1500" dirty="0"/>
          </a:p>
        </p:txBody>
      </p:sp>
      <p:sp>
        <p:nvSpPr>
          <p:cNvPr id="106" name="Shape 104"/>
          <p:cNvSpPr/>
          <p:nvPr/>
        </p:nvSpPr>
        <p:spPr>
          <a:xfrm>
            <a:off x="6654800" y="1409700"/>
            <a:ext cx="228600" cy="2425700"/>
          </a:xfrm>
          <a:prstGeom prst="leftBrace">
            <a:avLst/>
          </a:prstGeom>
          <a:ln w="38100">
            <a:solidFill>
              <a:srgbClr val="574C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591800" y="1409700"/>
            <a:ext cx="228600" cy="2438400"/>
          </a:xfrm>
          <a:prstGeom prst="rightBrace">
            <a:avLst/>
          </a:prstGeom>
          <a:ln w="38100">
            <a:solidFill>
              <a:srgbClr val="574CC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45300" y="1485900"/>
            <a:ext cx="1676400" cy="393700"/>
          </a:xfrm>
          <a:prstGeom prst="roundRect">
            <a:avLst>
              <a:gd name="adj" fmla="val 32516"/>
            </a:avLst>
          </a:prstGeom>
          <a:solidFill>
            <a:srgbClr val="FFC8EE"/>
          </a:solidFill>
          <a:ln w="12700">
            <a:solidFill>
              <a:srgbClr val="E8A8D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896100" y="1473200"/>
            <a:ext cx="13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110" name="Text 108"/>
          <p:cNvSpPr/>
          <p:nvPr/>
        </p:nvSpPr>
        <p:spPr>
          <a:xfrm>
            <a:off x="8255000" y="1473200"/>
            <a:ext cx="13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111" name="Shape 109"/>
          <p:cNvSpPr/>
          <p:nvPr/>
        </p:nvSpPr>
        <p:spPr>
          <a:xfrm>
            <a:off x="701675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1675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738759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38759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70636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0636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02386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2386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312660" y="1968500"/>
            <a:ext cx="53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600" dirty="0"/>
          </a:p>
        </p:txBody>
      </p:sp>
      <p:sp>
        <p:nvSpPr>
          <p:cNvPr id="120" name="Shape 118"/>
          <p:cNvSpPr/>
          <p:nvPr/>
        </p:nvSpPr>
        <p:spPr>
          <a:xfrm>
            <a:off x="8636000" y="1485900"/>
            <a:ext cx="1917700" cy="2336800"/>
          </a:xfrm>
          <a:prstGeom prst="roundRect">
            <a:avLst>
              <a:gd name="adj" fmla="val 3815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636000" y="207264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636000" y="263144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636000" y="317627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12622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60501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08126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70077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70077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16559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16559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63041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63041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1009523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09523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870077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70077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16559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16559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963041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63041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1009523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09523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870077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70077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916559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16559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963041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3041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1009523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09523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870077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70077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16559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16559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963041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63041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1009523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09523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10795000" y="2489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60" name="Shape 158"/>
          <p:cNvSpPr/>
          <p:nvPr/>
        </p:nvSpPr>
        <p:spPr>
          <a:xfrm>
            <a:off x="11049000" y="1435100"/>
            <a:ext cx="546100" cy="2425700"/>
          </a:xfrm>
          <a:prstGeom prst="roundRect">
            <a:avLst>
              <a:gd name="adj" fmla="val 13395"/>
            </a:avLst>
          </a:prstGeom>
          <a:solidFill>
            <a:srgbClr val="D9FDC8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41050" y="1631950"/>
            <a:ext cx="114300" cy="20447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8504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49050" y="1619250"/>
            <a:ext cx="114300" cy="20447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8504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1106150" y="175133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106150" y="175133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11106150" y="223520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1106150" y="223520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11106150" y="278003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106150" y="278003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11106150" y="329184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1106150" y="329184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84300" y="59944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ONE Vector by a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97155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Multiply </a:t>
            </a:r>
            <a:pPr algn="ctr" indent="0" marL="0">
              <a:buNone/>
            </a:pPr>
            <a:r>
              <a:rPr lang="en-US" sz="1850" b="1" i="1" u="sng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Current Word </a:t>
            </a:r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</a:t>
            </a:r>
            <a:pPr algn="ctr" indent="0" marL="0">
              <a:buNone/>
            </a:pPr>
            <a:r>
              <a:rPr lang="en-US" sz="18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(Query) </a:t>
            </a:r>
            <a:pPr algn="ctr" indent="0" marL="0">
              <a:buNone/>
            </a:pPr>
            <a:r>
              <a:rPr lang="en-US" sz="1850" b="1" i="1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{Remember: W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850" b="1" i="1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Squared Matrix}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24230" y="1342390"/>
            <a:ext cx="2609850" cy="543560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216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900" y="1450340"/>
            <a:ext cx="167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Word </a:t>
            </a:r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27760" y="2086610"/>
            <a:ext cx="1717040" cy="469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086610"/>
            <a:ext cx="1729740" cy="14160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" y="2086610"/>
            <a:ext cx="1729740" cy="28041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760" y="2086610"/>
            <a:ext cx="1676400" cy="41338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7760" y="3495040"/>
            <a:ext cx="1717040" cy="-13614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760" y="3495040"/>
            <a:ext cx="1729740" cy="76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7760" y="3495040"/>
            <a:ext cx="1729740" cy="139573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7760" y="3495040"/>
            <a:ext cx="1676400" cy="27254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7760" y="4904740"/>
            <a:ext cx="1717040" cy="-27711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7760" y="4904740"/>
            <a:ext cx="1729740" cy="-140208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7760" y="4904740"/>
            <a:ext cx="1729740" cy="-1397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7760" y="4904740"/>
            <a:ext cx="1676400" cy="13157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7760" y="6220460"/>
            <a:ext cx="1717040" cy="-40868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7760" y="6220460"/>
            <a:ext cx="1729740" cy="-271780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7760" y="6220460"/>
            <a:ext cx="1729740" cy="-13296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7760" y="6220460"/>
            <a:ext cx="1676400" cy="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1280" y="1926590"/>
            <a:ext cx="396240" cy="1182370"/>
          </a:xfrm>
          <a:prstGeom prst="ellipse">
            <a:avLst/>
          </a:prstGeom>
          <a:solidFill>
            <a:srgbClr val="88FFFF"/>
          </a:solidFill>
          <a:ln w="12700">
            <a:solidFill>
              <a:srgbClr val="4AB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1280" y="3149600"/>
            <a:ext cx="396240" cy="1117600"/>
          </a:xfrm>
          <a:prstGeom prst="ellipse">
            <a:avLst/>
          </a:prstGeom>
          <a:solidFill>
            <a:srgbClr val="F8D8F8"/>
          </a:solidFill>
          <a:ln w="12700">
            <a:solidFill>
              <a:srgbClr val="D88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1280" y="4318000"/>
            <a:ext cx="396240" cy="990600"/>
          </a:xfrm>
          <a:prstGeom prst="ellipse">
            <a:avLst/>
          </a:prstGeom>
          <a:solidFill>
            <a:srgbClr val="FFE4CC"/>
          </a:solidFill>
          <a:ln w="12700">
            <a:solidFill>
              <a:srgbClr val="E8B0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51280" y="5346700"/>
            <a:ext cx="396240" cy="1028700"/>
          </a:xfrm>
          <a:prstGeom prst="ellipse">
            <a:avLst/>
          </a:prstGeom>
          <a:solidFill>
            <a:srgbClr val="DFF8D8"/>
          </a:solidFill>
          <a:ln w="12700">
            <a:solidFill>
              <a:srgbClr val="98D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6200" y="20281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46200" y="234696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46200" y="266573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46200" y="29044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46200" y="31838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46200" y="34632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46200" y="37553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46200" y="398145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46200" y="43434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46200" y="4610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46200" y="48768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46200" y="5118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46200" y="533781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46200" y="56565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46200" y="59486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46200" y="613537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69010" y="192786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9960" y="197231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9010" y="33362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9960" y="33807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9010" y="47459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9960" y="47904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69010" y="606171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9960" y="610616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25725" y="191452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55" name="Shape 53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56" name="Shape 54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57" name="Shape 55"/>
          <p:cNvSpPr/>
          <p:nvPr/>
        </p:nvSpPr>
        <p:spPr>
          <a:xfrm>
            <a:off x="2747069" y="203586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80597" y="206939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21000" y="210980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72347" y="216114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46858" y="223565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44800" y="195580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54300" y="20066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753360" y="232791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65" name="Shape 63"/>
          <p:cNvSpPr/>
          <p:nvPr/>
        </p:nvSpPr>
        <p:spPr>
          <a:xfrm>
            <a:off x="2638425" y="328358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7" name="Shape 65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8" name="Shape 66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9" name="Shape 67"/>
          <p:cNvSpPr/>
          <p:nvPr/>
        </p:nvSpPr>
        <p:spPr>
          <a:xfrm>
            <a:off x="2759769" y="340492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93297" y="343845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3700" y="347886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5047" y="353020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59558" y="360471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7500" y="332486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67000" y="337566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2766060" y="369697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77" name="Shape 75"/>
          <p:cNvSpPr/>
          <p:nvPr/>
        </p:nvSpPr>
        <p:spPr>
          <a:xfrm>
            <a:off x="2638425" y="467169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79" name="Shape 77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80" name="Shape 78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81" name="Shape 79"/>
          <p:cNvSpPr/>
          <p:nvPr/>
        </p:nvSpPr>
        <p:spPr>
          <a:xfrm>
            <a:off x="2759769" y="479303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93297" y="482656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33700" y="486697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5047" y="491831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59558" y="499282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57500" y="471297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67000" y="476377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2766060" y="508508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89" name="Shape 87"/>
          <p:cNvSpPr/>
          <p:nvPr/>
        </p:nvSpPr>
        <p:spPr>
          <a:xfrm>
            <a:off x="2585085" y="600138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91" name="Shape 89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92" name="Shape 90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93" name="Shape 91"/>
          <p:cNvSpPr/>
          <p:nvPr/>
        </p:nvSpPr>
        <p:spPr>
          <a:xfrm>
            <a:off x="2706429" y="612272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39957" y="615625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80360" y="619666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831707" y="624800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06218" y="632251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04160" y="604266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13660" y="609346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2712720" y="641477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101" name="Shape 99"/>
          <p:cNvSpPr/>
          <p:nvPr/>
        </p:nvSpPr>
        <p:spPr>
          <a:xfrm>
            <a:off x="3073400" y="213360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2" name="Text 100"/>
          <p:cNvSpPr/>
          <p:nvPr/>
        </p:nvSpPr>
        <p:spPr>
          <a:xfrm>
            <a:off x="3073400" y="179705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03" name="Shape 101"/>
          <p:cNvSpPr/>
          <p:nvPr/>
        </p:nvSpPr>
        <p:spPr>
          <a:xfrm>
            <a:off x="3086100" y="35026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4" name="Text 102"/>
          <p:cNvSpPr/>
          <p:nvPr/>
        </p:nvSpPr>
        <p:spPr>
          <a:xfrm>
            <a:off x="3086100" y="31661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5" name="Shape 103"/>
          <p:cNvSpPr/>
          <p:nvPr/>
        </p:nvSpPr>
        <p:spPr>
          <a:xfrm>
            <a:off x="3086100" y="489077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6" name="Text 104"/>
          <p:cNvSpPr/>
          <p:nvPr/>
        </p:nvSpPr>
        <p:spPr>
          <a:xfrm>
            <a:off x="3086100" y="455422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07" name="Shape 105"/>
          <p:cNvSpPr/>
          <p:nvPr/>
        </p:nvSpPr>
        <p:spPr>
          <a:xfrm>
            <a:off x="3032760" y="62204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8" name="Text 106"/>
          <p:cNvSpPr/>
          <p:nvPr/>
        </p:nvSpPr>
        <p:spPr>
          <a:xfrm>
            <a:off x="3032760" y="58839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09" name="Shape 107"/>
          <p:cNvSpPr/>
          <p:nvPr/>
        </p:nvSpPr>
        <p:spPr>
          <a:xfrm>
            <a:off x="3554730" y="1303020"/>
            <a:ext cx="3041650" cy="2637790"/>
          </a:xfrm>
          <a:prstGeom prst="roundRect">
            <a:avLst>
              <a:gd name="adj" fmla="val 3467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54730" y="4152900"/>
            <a:ext cx="3041650" cy="2639060"/>
          </a:xfrm>
          <a:prstGeom prst="roundRect">
            <a:avLst>
              <a:gd name="adj" fmla="val 3465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681470" y="1289050"/>
            <a:ext cx="4946650" cy="2637790"/>
          </a:xfrm>
          <a:prstGeom prst="roundRect">
            <a:avLst>
              <a:gd name="adj" fmla="val 3467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681470" y="4140200"/>
            <a:ext cx="4946650" cy="2639060"/>
          </a:xfrm>
          <a:prstGeom prst="roundRect">
            <a:avLst>
              <a:gd name="adj" fmla="val 3465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70400" y="19939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200" dirty="0"/>
          </a:p>
        </p:txBody>
      </p:sp>
      <p:sp>
        <p:nvSpPr>
          <p:cNvPr id="114" name="Text 112"/>
          <p:cNvSpPr/>
          <p:nvPr/>
        </p:nvSpPr>
        <p:spPr>
          <a:xfrm>
            <a:off x="4730750" y="2037080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3619500" y="226695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600" dirty="0"/>
          </a:p>
        </p:txBody>
      </p:sp>
      <p:sp>
        <p:nvSpPr>
          <p:cNvPr id="116" name="Text 114"/>
          <p:cNvSpPr/>
          <p:nvPr/>
        </p:nvSpPr>
        <p:spPr>
          <a:xfrm>
            <a:off x="5593080" y="226695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600" dirty="0"/>
          </a:p>
        </p:txBody>
      </p:sp>
      <p:sp>
        <p:nvSpPr>
          <p:cNvPr id="117" name="Shape 115"/>
          <p:cNvSpPr/>
          <p:nvPr/>
        </p:nvSpPr>
        <p:spPr>
          <a:xfrm>
            <a:off x="3732530" y="2366010"/>
            <a:ext cx="1835150" cy="505460"/>
          </a:xfrm>
          <a:prstGeom prst="roundRect">
            <a:avLst>
              <a:gd name="adj" fmla="val 32563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8493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88493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429514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29514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470535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70535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511556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11556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5664200" y="2458720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43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=Sigmoid</a:t>
            </a:r>
            <a:endParaRPr lang="en-US" sz="1400" dirty="0"/>
          </a:p>
        </p:txBody>
      </p:sp>
      <p:sp>
        <p:nvSpPr>
          <p:cNvPr id="127" name="Text 125"/>
          <p:cNvSpPr/>
          <p:nvPr/>
        </p:nvSpPr>
        <p:spPr>
          <a:xfrm>
            <a:off x="4470400" y="484378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200" dirty="0"/>
          </a:p>
        </p:txBody>
      </p:sp>
      <p:sp>
        <p:nvSpPr>
          <p:cNvPr id="128" name="Text 126"/>
          <p:cNvSpPr/>
          <p:nvPr/>
        </p:nvSpPr>
        <p:spPr>
          <a:xfrm>
            <a:off x="4730750" y="4886960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3619500" y="511683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600" dirty="0"/>
          </a:p>
        </p:txBody>
      </p:sp>
      <p:sp>
        <p:nvSpPr>
          <p:cNvPr id="130" name="Text 128"/>
          <p:cNvSpPr/>
          <p:nvPr/>
        </p:nvSpPr>
        <p:spPr>
          <a:xfrm>
            <a:off x="5593080" y="511683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600" dirty="0"/>
          </a:p>
        </p:txBody>
      </p:sp>
      <p:sp>
        <p:nvSpPr>
          <p:cNvPr id="131" name="Shape 129"/>
          <p:cNvSpPr/>
          <p:nvPr/>
        </p:nvSpPr>
        <p:spPr>
          <a:xfrm>
            <a:off x="3732530" y="5215890"/>
            <a:ext cx="1835150" cy="505460"/>
          </a:xfrm>
          <a:prstGeom prst="roundRect">
            <a:avLst>
              <a:gd name="adj" fmla="val 32563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88493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88493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429514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9514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470535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70535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511556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11556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0" name="Text 138"/>
          <p:cNvSpPr/>
          <p:nvPr/>
        </p:nvSpPr>
        <p:spPr>
          <a:xfrm>
            <a:off x="5664200" y="5300980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43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=Linear</a:t>
            </a:r>
            <a:endParaRPr lang="en-US" sz="1400" dirty="0"/>
          </a:p>
        </p:txBody>
      </p:sp>
      <p:pic>
        <p:nvPicPr>
          <p:cNvPr id="141" name="Image 0" descr="/home/ahmed/Projects/ai_llm_slides/videos/deep-learning/002_transformers_part2/recreated_pptx/build/assets/s010_bra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310" y="1408430"/>
            <a:ext cx="190470" cy="2450592"/>
          </a:xfrm>
          <a:prstGeom prst="rect">
            <a:avLst/>
          </a:prstGeom>
        </p:spPr>
      </p:pic>
      <p:sp>
        <p:nvSpPr>
          <p:cNvPr id="142" name="Shape 139"/>
          <p:cNvSpPr/>
          <p:nvPr/>
        </p:nvSpPr>
        <p:spPr>
          <a:xfrm>
            <a:off x="6863080" y="1381760"/>
            <a:ext cx="1647190" cy="505460"/>
          </a:xfrm>
          <a:prstGeom prst="roundRect">
            <a:avLst>
              <a:gd name="adj" fmla="val 25327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6920230" y="136525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144" name="Text 141"/>
          <p:cNvSpPr/>
          <p:nvPr/>
        </p:nvSpPr>
        <p:spPr>
          <a:xfrm>
            <a:off x="8369300" y="136525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145" name="Shape 142"/>
          <p:cNvSpPr/>
          <p:nvPr/>
        </p:nvSpPr>
        <p:spPr>
          <a:xfrm>
            <a:off x="705993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705993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739013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739013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771906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771906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1" name="Shape 148"/>
          <p:cNvSpPr/>
          <p:nvPr/>
        </p:nvSpPr>
        <p:spPr>
          <a:xfrm>
            <a:off x="804926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2" name="Text 149"/>
          <p:cNvSpPr/>
          <p:nvPr/>
        </p:nvSpPr>
        <p:spPr>
          <a:xfrm>
            <a:off x="804926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3" name="Text 150"/>
          <p:cNvSpPr/>
          <p:nvPr/>
        </p:nvSpPr>
        <p:spPr>
          <a:xfrm>
            <a:off x="7341870" y="19812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200" dirty="0"/>
          </a:p>
        </p:txBody>
      </p:sp>
      <p:sp>
        <p:nvSpPr>
          <p:cNvPr id="154" name="Shape 151"/>
          <p:cNvSpPr/>
          <p:nvPr/>
        </p:nvSpPr>
        <p:spPr>
          <a:xfrm>
            <a:off x="8629650" y="1568450"/>
            <a:ext cx="1981200" cy="2159000"/>
          </a:xfrm>
          <a:prstGeom prst="roundRect">
            <a:avLst>
              <a:gd name="adj" fmla="val 3692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629650" y="219329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629650" y="264541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8629650" y="309753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19734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62660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005459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78078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878078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63" name="Shape 160"/>
          <p:cNvSpPr/>
          <p:nvPr/>
        </p:nvSpPr>
        <p:spPr>
          <a:xfrm>
            <a:off x="920877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920877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963803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63803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006602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1006602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878078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878078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920877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920877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963803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963803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1006602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1006602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77" name="Shape 174"/>
          <p:cNvSpPr/>
          <p:nvPr/>
        </p:nvSpPr>
        <p:spPr>
          <a:xfrm>
            <a:off x="878078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878078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79" name="Shape 176"/>
          <p:cNvSpPr/>
          <p:nvPr/>
        </p:nvSpPr>
        <p:spPr>
          <a:xfrm>
            <a:off x="920877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920877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81" name="Shape 178"/>
          <p:cNvSpPr/>
          <p:nvPr/>
        </p:nvSpPr>
        <p:spPr>
          <a:xfrm>
            <a:off x="963803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963803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83" name="Shape 180"/>
          <p:cNvSpPr/>
          <p:nvPr/>
        </p:nvSpPr>
        <p:spPr>
          <a:xfrm>
            <a:off x="1006602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1006602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85" name="Shape 182"/>
          <p:cNvSpPr/>
          <p:nvPr/>
        </p:nvSpPr>
        <p:spPr>
          <a:xfrm>
            <a:off x="878078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878078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87" name="Shape 184"/>
          <p:cNvSpPr/>
          <p:nvPr/>
        </p:nvSpPr>
        <p:spPr>
          <a:xfrm>
            <a:off x="920877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920877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89" name="Shape 186"/>
          <p:cNvSpPr/>
          <p:nvPr/>
        </p:nvSpPr>
        <p:spPr>
          <a:xfrm>
            <a:off x="963803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963803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1006602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1006602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193" name="Image 1" descr="/home/ahmed/Projects/ai_llm_slides/videos/deep-learning/002_transformers_part2/recreated_pptx/build/assets/s010_brac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310" y="1408430"/>
            <a:ext cx="192024" cy="2450592"/>
          </a:xfrm>
          <a:prstGeom prst="rect">
            <a:avLst/>
          </a:prstGeom>
        </p:spPr>
      </p:pic>
      <p:sp>
        <p:nvSpPr>
          <p:cNvPr id="194" name="Text 190"/>
          <p:cNvSpPr/>
          <p:nvPr/>
        </p:nvSpPr>
        <p:spPr>
          <a:xfrm>
            <a:off x="10798810" y="247269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95" name="Shape 191"/>
          <p:cNvSpPr/>
          <p:nvPr/>
        </p:nvSpPr>
        <p:spPr>
          <a:xfrm>
            <a:off x="10952480" y="1554480"/>
            <a:ext cx="114300" cy="23114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196" name="Shape 192"/>
          <p:cNvSpPr/>
          <p:nvPr/>
        </p:nvSpPr>
        <p:spPr>
          <a:xfrm>
            <a:off x="11450320" y="1554480"/>
            <a:ext cx="114300" cy="23114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197" name="Shape 193"/>
          <p:cNvSpPr/>
          <p:nvPr/>
        </p:nvSpPr>
        <p:spPr>
          <a:xfrm>
            <a:off x="11076940" y="168148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8" name="Text 194"/>
          <p:cNvSpPr/>
          <p:nvPr/>
        </p:nvSpPr>
        <p:spPr>
          <a:xfrm>
            <a:off x="11076940" y="168148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9" name="Shape 195"/>
          <p:cNvSpPr/>
          <p:nvPr/>
        </p:nvSpPr>
        <p:spPr>
          <a:xfrm>
            <a:off x="11076940" y="217297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0" name="Text 196"/>
          <p:cNvSpPr/>
          <p:nvPr/>
        </p:nvSpPr>
        <p:spPr>
          <a:xfrm>
            <a:off x="11076940" y="217297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1" name="Shape 197"/>
          <p:cNvSpPr/>
          <p:nvPr/>
        </p:nvSpPr>
        <p:spPr>
          <a:xfrm>
            <a:off x="11076940" y="272415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2" name="Text 198"/>
          <p:cNvSpPr/>
          <p:nvPr/>
        </p:nvSpPr>
        <p:spPr>
          <a:xfrm>
            <a:off x="11076940" y="272415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3" name="Shape 199"/>
          <p:cNvSpPr/>
          <p:nvPr/>
        </p:nvSpPr>
        <p:spPr>
          <a:xfrm>
            <a:off x="11076940" y="323596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4" name="Text 200"/>
          <p:cNvSpPr/>
          <p:nvPr/>
        </p:nvSpPr>
        <p:spPr>
          <a:xfrm>
            <a:off x="11076940" y="323596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205" name="Image 2" descr="/home/ahmed/Projects/ai_llm_slides/videos/deep-learning/002_transformers_part2/recreated_pptx/build/assets/s010_brac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310" y="4258310"/>
            <a:ext cx="190470" cy="2450592"/>
          </a:xfrm>
          <a:prstGeom prst="rect">
            <a:avLst/>
          </a:prstGeom>
        </p:spPr>
      </p:pic>
      <p:sp>
        <p:nvSpPr>
          <p:cNvPr id="206" name="Shape 201"/>
          <p:cNvSpPr/>
          <p:nvPr/>
        </p:nvSpPr>
        <p:spPr>
          <a:xfrm>
            <a:off x="6863080" y="4231640"/>
            <a:ext cx="1647190" cy="505460"/>
          </a:xfrm>
          <a:prstGeom prst="roundRect">
            <a:avLst>
              <a:gd name="adj" fmla="val 25327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207" name="Text 202"/>
          <p:cNvSpPr/>
          <p:nvPr/>
        </p:nvSpPr>
        <p:spPr>
          <a:xfrm>
            <a:off x="6920230" y="421513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208" name="Text 203"/>
          <p:cNvSpPr/>
          <p:nvPr/>
        </p:nvSpPr>
        <p:spPr>
          <a:xfrm>
            <a:off x="8369300" y="421513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209" name="Shape 204"/>
          <p:cNvSpPr/>
          <p:nvPr/>
        </p:nvSpPr>
        <p:spPr>
          <a:xfrm>
            <a:off x="705993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705993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1" name="Shape 206"/>
          <p:cNvSpPr/>
          <p:nvPr/>
        </p:nvSpPr>
        <p:spPr>
          <a:xfrm>
            <a:off x="739013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2" name="Text 207"/>
          <p:cNvSpPr/>
          <p:nvPr/>
        </p:nvSpPr>
        <p:spPr>
          <a:xfrm>
            <a:off x="739013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3" name="Shape 208"/>
          <p:cNvSpPr/>
          <p:nvPr/>
        </p:nvSpPr>
        <p:spPr>
          <a:xfrm>
            <a:off x="771906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4" name="Text 209"/>
          <p:cNvSpPr/>
          <p:nvPr/>
        </p:nvSpPr>
        <p:spPr>
          <a:xfrm>
            <a:off x="771906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5" name="Shape 210"/>
          <p:cNvSpPr/>
          <p:nvPr/>
        </p:nvSpPr>
        <p:spPr>
          <a:xfrm>
            <a:off x="804926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6" name="Text 211"/>
          <p:cNvSpPr/>
          <p:nvPr/>
        </p:nvSpPr>
        <p:spPr>
          <a:xfrm>
            <a:off x="804926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7" name="Text 212"/>
          <p:cNvSpPr/>
          <p:nvPr/>
        </p:nvSpPr>
        <p:spPr>
          <a:xfrm>
            <a:off x="7341870" y="483108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200" dirty="0"/>
          </a:p>
        </p:txBody>
      </p:sp>
      <p:sp>
        <p:nvSpPr>
          <p:cNvPr id="218" name="Shape 213"/>
          <p:cNvSpPr/>
          <p:nvPr/>
        </p:nvSpPr>
        <p:spPr>
          <a:xfrm>
            <a:off x="8629650" y="4418330"/>
            <a:ext cx="1981200" cy="2159000"/>
          </a:xfrm>
          <a:prstGeom prst="roundRect">
            <a:avLst>
              <a:gd name="adj" fmla="val 3692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219" name="Shape 214"/>
          <p:cNvSpPr/>
          <p:nvPr/>
        </p:nvSpPr>
        <p:spPr>
          <a:xfrm>
            <a:off x="8629650" y="504317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8629650" y="549529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1" name="Shape 216"/>
          <p:cNvSpPr/>
          <p:nvPr/>
        </p:nvSpPr>
        <p:spPr>
          <a:xfrm>
            <a:off x="8629650" y="594741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2" name="Shape 217"/>
          <p:cNvSpPr/>
          <p:nvPr/>
        </p:nvSpPr>
        <p:spPr>
          <a:xfrm>
            <a:off x="919734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3" name="Shape 218"/>
          <p:cNvSpPr/>
          <p:nvPr/>
        </p:nvSpPr>
        <p:spPr>
          <a:xfrm>
            <a:off x="962660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1005459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878078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6" name="Text 221"/>
          <p:cNvSpPr/>
          <p:nvPr/>
        </p:nvSpPr>
        <p:spPr>
          <a:xfrm>
            <a:off x="878078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27" name="Shape 222"/>
          <p:cNvSpPr/>
          <p:nvPr/>
        </p:nvSpPr>
        <p:spPr>
          <a:xfrm>
            <a:off x="920877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920877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229" name="Shape 224"/>
          <p:cNvSpPr/>
          <p:nvPr/>
        </p:nvSpPr>
        <p:spPr>
          <a:xfrm>
            <a:off x="963803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0" name="Text 225"/>
          <p:cNvSpPr/>
          <p:nvPr/>
        </p:nvSpPr>
        <p:spPr>
          <a:xfrm>
            <a:off x="963803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231" name="Shape 226"/>
          <p:cNvSpPr/>
          <p:nvPr/>
        </p:nvSpPr>
        <p:spPr>
          <a:xfrm>
            <a:off x="1006602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2" name="Text 227"/>
          <p:cNvSpPr/>
          <p:nvPr/>
        </p:nvSpPr>
        <p:spPr>
          <a:xfrm>
            <a:off x="1006602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233" name="Shape 228"/>
          <p:cNvSpPr/>
          <p:nvPr/>
        </p:nvSpPr>
        <p:spPr>
          <a:xfrm>
            <a:off x="878078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878078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35" name="Shape 230"/>
          <p:cNvSpPr/>
          <p:nvPr/>
        </p:nvSpPr>
        <p:spPr>
          <a:xfrm>
            <a:off x="920877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6" name="Text 231"/>
          <p:cNvSpPr/>
          <p:nvPr/>
        </p:nvSpPr>
        <p:spPr>
          <a:xfrm>
            <a:off x="920877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237" name="Shape 232"/>
          <p:cNvSpPr/>
          <p:nvPr/>
        </p:nvSpPr>
        <p:spPr>
          <a:xfrm>
            <a:off x="963803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8" name="Text 233"/>
          <p:cNvSpPr/>
          <p:nvPr/>
        </p:nvSpPr>
        <p:spPr>
          <a:xfrm>
            <a:off x="963803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239" name="Shape 234"/>
          <p:cNvSpPr/>
          <p:nvPr/>
        </p:nvSpPr>
        <p:spPr>
          <a:xfrm>
            <a:off x="1006602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0" name="Text 235"/>
          <p:cNvSpPr/>
          <p:nvPr/>
        </p:nvSpPr>
        <p:spPr>
          <a:xfrm>
            <a:off x="1006602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241" name="Shape 236"/>
          <p:cNvSpPr/>
          <p:nvPr/>
        </p:nvSpPr>
        <p:spPr>
          <a:xfrm>
            <a:off x="878078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2" name="Text 237"/>
          <p:cNvSpPr/>
          <p:nvPr/>
        </p:nvSpPr>
        <p:spPr>
          <a:xfrm>
            <a:off x="878078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243" name="Shape 238"/>
          <p:cNvSpPr/>
          <p:nvPr/>
        </p:nvSpPr>
        <p:spPr>
          <a:xfrm>
            <a:off x="920877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4" name="Text 239"/>
          <p:cNvSpPr/>
          <p:nvPr/>
        </p:nvSpPr>
        <p:spPr>
          <a:xfrm>
            <a:off x="920877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5" name="Shape 240"/>
          <p:cNvSpPr/>
          <p:nvPr/>
        </p:nvSpPr>
        <p:spPr>
          <a:xfrm>
            <a:off x="963803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6" name="Text 241"/>
          <p:cNvSpPr/>
          <p:nvPr/>
        </p:nvSpPr>
        <p:spPr>
          <a:xfrm>
            <a:off x="963803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247" name="Shape 242"/>
          <p:cNvSpPr/>
          <p:nvPr/>
        </p:nvSpPr>
        <p:spPr>
          <a:xfrm>
            <a:off x="1006602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8" name="Text 243"/>
          <p:cNvSpPr/>
          <p:nvPr/>
        </p:nvSpPr>
        <p:spPr>
          <a:xfrm>
            <a:off x="1006602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249" name="Shape 244"/>
          <p:cNvSpPr/>
          <p:nvPr/>
        </p:nvSpPr>
        <p:spPr>
          <a:xfrm>
            <a:off x="878078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0" name="Text 245"/>
          <p:cNvSpPr/>
          <p:nvPr/>
        </p:nvSpPr>
        <p:spPr>
          <a:xfrm>
            <a:off x="878078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251" name="Shape 246"/>
          <p:cNvSpPr/>
          <p:nvPr/>
        </p:nvSpPr>
        <p:spPr>
          <a:xfrm>
            <a:off x="920877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2" name="Text 247"/>
          <p:cNvSpPr/>
          <p:nvPr/>
        </p:nvSpPr>
        <p:spPr>
          <a:xfrm>
            <a:off x="920877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253" name="Shape 248"/>
          <p:cNvSpPr/>
          <p:nvPr/>
        </p:nvSpPr>
        <p:spPr>
          <a:xfrm>
            <a:off x="963803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4" name="Text 249"/>
          <p:cNvSpPr/>
          <p:nvPr/>
        </p:nvSpPr>
        <p:spPr>
          <a:xfrm>
            <a:off x="963803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255" name="Shape 250"/>
          <p:cNvSpPr/>
          <p:nvPr/>
        </p:nvSpPr>
        <p:spPr>
          <a:xfrm>
            <a:off x="1006602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6" name="Text 251"/>
          <p:cNvSpPr/>
          <p:nvPr/>
        </p:nvSpPr>
        <p:spPr>
          <a:xfrm>
            <a:off x="1006602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257" name="Image 3" descr="/home/ahmed/Projects/ai_llm_slides/videos/deep-learning/002_transformers_part2/recreated_pptx/build/assets/s010_brac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8310" y="4258310"/>
            <a:ext cx="192024" cy="2450592"/>
          </a:xfrm>
          <a:prstGeom prst="rect">
            <a:avLst/>
          </a:prstGeom>
        </p:spPr>
      </p:pic>
      <p:sp>
        <p:nvSpPr>
          <p:cNvPr id="258" name="Text 252"/>
          <p:cNvSpPr/>
          <p:nvPr/>
        </p:nvSpPr>
        <p:spPr>
          <a:xfrm>
            <a:off x="10798810" y="532257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59" name="Shape 253"/>
          <p:cNvSpPr/>
          <p:nvPr/>
        </p:nvSpPr>
        <p:spPr>
          <a:xfrm>
            <a:off x="10952480" y="4404360"/>
            <a:ext cx="114300" cy="23114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260" name="Shape 254"/>
          <p:cNvSpPr/>
          <p:nvPr/>
        </p:nvSpPr>
        <p:spPr>
          <a:xfrm>
            <a:off x="11450320" y="4404360"/>
            <a:ext cx="114300" cy="23114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261" name="Shape 255"/>
          <p:cNvSpPr/>
          <p:nvPr/>
        </p:nvSpPr>
        <p:spPr>
          <a:xfrm>
            <a:off x="11076940" y="452501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11076940" y="452501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3" name="Shape 257"/>
          <p:cNvSpPr/>
          <p:nvPr/>
        </p:nvSpPr>
        <p:spPr>
          <a:xfrm>
            <a:off x="11076940" y="502920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11076940" y="502920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5" name="Shape 259"/>
          <p:cNvSpPr/>
          <p:nvPr/>
        </p:nvSpPr>
        <p:spPr>
          <a:xfrm>
            <a:off x="11076940" y="556768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6" name="Text 260"/>
          <p:cNvSpPr/>
          <p:nvPr/>
        </p:nvSpPr>
        <p:spPr>
          <a:xfrm>
            <a:off x="11076940" y="556768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7" name="Shape 261"/>
          <p:cNvSpPr/>
          <p:nvPr/>
        </p:nvSpPr>
        <p:spPr>
          <a:xfrm>
            <a:off x="11076940" y="608584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8" name="Text 262"/>
          <p:cNvSpPr/>
          <p:nvPr/>
        </p:nvSpPr>
        <p:spPr>
          <a:xfrm>
            <a:off x="11076940" y="608584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9" name="Shape 263"/>
          <p:cNvSpPr/>
          <p:nvPr/>
        </p:nvSpPr>
        <p:spPr>
          <a:xfrm>
            <a:off x="6036310" y="2791460"/>
            <a:ext cx="0" cy="2724150"/>
          </a:xfrm>
          <a:prstGeom prst="line">
            <a:avLst/>
          </a:prstGeom>
          <a:noFill/>
          <a:ln w="635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0" name="Shape 264"/>
          <p:cNvSpPr/>
          <p:nvPr/>
        </p:nvSpPr>
        <p:spPr>
          <a:xfrm>
            <a:off x="11236960" y="3548380"/>
            <a:ext cx="0" cy="996950"/>
          </a:xfrm>
          <a:prstGeom prst="line">
            <a:avLst/>
          </a:prstGeom>
          <a:noFill/>
          <a:ln w="508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1" name="Shape 265"/>
          <p:cNvSpPr/>
          <p:nvPr/>
        </p:nvSpPr>
        <p:spPr>
          <a:xfrm>
            <a:off x="5259070" y="3733800"/>
            <a:ext cx="1400810" cy="491490"/>
          </a:xfrm>
          <a:prstGeom prst="roundRect">
            <a:avLst>
              <a:gd name="adj" fmla="val 14884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2" name="Text 266"/>
          <p:cNvSpPr/>
          <p:nvPr/>
        </p:nvSpPr>
        <p:spPr>
          <a:xfrm>
            <a:off x="5259070" y="3733800"/>
            <a:ext cx="140081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Non-linearity</a:t>
            </a:r>
            <a:endParaRPr lang="en-US" sz="1100" dirty="0"/>
          </a:p>
        </p:txBody>
      </p:sp>
      <p:sp>
        <p:nvSpPr>
          <p:cNvPr id="273" name="Shape 267"/>
          <p:cNvSpPr/>
          <p:nvPr/>
        </p:nvSpPr>
        <p:spPr>
          <a:xfrm>
            <a:off x="10229850" y="3893820"/>
            <a:ext cx="1176020" cy="279400"/>
          </a:xfrm>
          <a:prstGeom prst="roundRect">
            <a:avLst>
              <a:gd name="adj" fmla="val 26182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4" name="Text 268"/>
          <p:cNvSpPr/>
          <p:nvPr/>
        </p:nvSpPr>
        <p:spPr>
          <a:xfrm>
            <a:off x="10229850" y="3893820"/>
            <a:ext cx="11760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Bias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801" name="beam011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132" y="10"/>
                </a:moveTo>
                <a:lnTo>
                  <a:pt x="298" y="10"/>
                </a:lnTo>
                <a:lnTo>
                  <a:pt x="30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8803" name="beam011_b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132" y="10"/>
                </a:moveTo>
                <a:lnTo>
                  <a:pt x="298" y="10"/>
                </a:lnTo>
                <a:lnTo>
                  <a:pt x="30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8802" name="beam011_strip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294" y="102"/>
                </a:moveTo>
                <a:lnTo>
                  <a:pt x="350" y="102"/>
                </a:lnTo>
                <a:lnTo>
                  <a:pt x="335" y="134"/>
                </a:lnTo>
                <a:lnTo>
                  <a:pt x="294" y="13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6" name="Shape 348"/>
          <p:cNvSpPr/>
          <p:nvPr/>
        </p:nvSpPr>
        <p:spPr>
          <a:xfrm>
            <a:off x="2197100" y="5130800"/>
            <a:ext cx="2781300" cy="482600"/>
          </a:xfrm>
          <a:prstGeom prst="roundRect">
            <a:avLst>
              <a:gd name="adj" fmla="val 9474"/>
            </a:avLst>
          </a:prstGeom>
          <a:solidFill>
            <a:srgbClr val="EEFDDC"/>
          </a:solidFill>
          <a:ln w="15875">
            <a:solidFill>
              <a:srgbClr val="2E7D4A"/>
            </a:solidFill>
            <a:prstDash val="dash"/>
          </a:ln>
        </p:spPr>
      </p:sp>
      <p:sp>
        <p:nvSpPr>
          <p:cNvPr id="357" name="Shape 349"/>
          <p:cNvSpPr/>
          <p:nvPr/>
        </p:nvSpPr>
        <p:spPr>
          <a:xfrm>
            <a:off x="2870200" y="4470400"/>
            <a:ext cx="762000" cy="1219200"/>
          </a:xfrm>
          <a:prstGeom prst="ellipse">
            <a:avLst/>
          </a:prstGeom>
          <a:solidFill>
            <a:srgbClr val="7B9FE8">
              <a:alpha val="48000"/>
            </a:srgbClr>
          </a:solidFill>
          <a:ln/>
        </p:spPr>
      </p:sp>
      <p:sp>
        <p:nvSpPr>
          <p:cNvPr id="358" name="Shape 350"/>
          <p:cNvSpPr/>
          <p:nvPr/>
        </p:nvSpPr>
        <p:spPr>
          <a:xfrm>
            <a:off x="3098800" y="4572000"/>
            <a:ext cx="635000" cy="1016000"/>
          </a:xfrm>
          <a:prstGeom prst="ellipse">
            <a:avLst/>
          </a:prstGeom>
          <a:solidFill>
            <a:srgbClr val="9B7FE0">
              <a:alpha val="48000"/>
            </a:srgbClr>
          </a:solidFill>
          <a:ln/>
        </p:spPr>
      </p:sp>
      <p:sp>
        <p:nvSpPr>
          <p:cNvPr id="359" name="Shape 351"/>
          <p:cNvSpPr/>
          <p:nvPr/>
        </p:nvSpPr>
        <p:spPr>
          <a:xfrm>
            <a:off x="3302000" y="4673600"/>
            <a:ext cx="558800" cy="863600"/>
          </a:xfrm>
          <a:prstGeom prst="ellipse">
            <a:avLst/>
          </a:prstGeom>
          <a:solidFill>
            <a:srgbClr val="B08FE8">
              <a:alpha val="48000"/>
            </a:srgbClr>
          </a:solidFill>
          <a:ln/>
        </p:spPr>
      </p:sp>
      <p:sp>
        <p:nvSpPr>
          <p:cNvPr id="360" name="Shape 352"/>
          <p:cNvSpPr/>
          <p:nvPr/>
        </p:nvSpPr>
        <p:spPr>
          <a:xfrm>
            <a:off x="3479800" y="4775200"/>
            <a:ext cx="482600" cy="711200"/>
          </a:xfrm>
          <a:prstGeom prst="ellipse">
            <a:avLst/>
          </a:prstGeom>
          <a:solidFill>
            <a:srgbClr val="E8D87B">
              <a:alpha val="48000"/>
            </a:srgbClr>
          </a:solidFill>
          <a:ln/>
        </p:spPr>
      </p:sp>
      <p:sp>
        <p:nvSpPr>
          <p:cNvPr id="361" name="Shape 353"/>
          <p:cNvSpPr/>
          <p:nvPr/>
        </p:nvSpPr>
        <p:spPr>
          <a:xfrm>
            <a:off x="3632200" y="4876800"/>
            <a:ext cx="406400" cy="558800"/>
          </a:xfrm>
          <a:prstGeom prst="ellipse">
            <a:avLst/>
          </a:prstGeom>
          <a:solidFill>
            <a:srgbClr val="8FD98F">
              <a:alpha val="48000"/>
            </a:srgbClr>
          </a:solidFill>
          <a:ln/>
        </p:spPr>
      </p:sp>
      <p:sp>
        <p:nvSpPr>
          <p:cNvPr id="362" name="Shape 354"/>
          <p:cNvSpPr/>
          <p:nvPr/>
        </p:nvSpPr>
        <p:spPr>
          <a:xfrm>
            <a:off x="2336800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2409371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2481943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2554514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2627086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99657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2772229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2541814" y="5175250"/>
            <a:ext cx="170543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2541814" y="5181600"/>
            <a:ext cx="17054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1" name="Shape 363"/>
          <p:cNvSpPr/>
          <p:nvPr/>
        </p:nvSpPr>
        <p:spPr>
          <a:xfrm>
            <a:off x="2882900" y="5143500"/>
            <a:ext cx="711200" cy="304800"/>
          </a:xfrm>
          <a:prstGeom prst="roundRect">
            <a:avLst>
              <a:gd name="adj" fmla="val 12000"/>
            </a:avLst>
          </a:prstGeom>
          <a:ln w="12700">
            <a:solidFill>
              <a:srgbClr val="7B2FBF"/>
            </a:solidFill>
            <a:prstDash val="dash"/>
          </a:ln>
        </p:spPr>
      </p:sp>
      <p:sp>
        <p:nvSpPr>
          <p:cNvPr id="372" name="Shape 364"/>
          <p:cNvSpPr/>
          <p:nvPr/>
        </p:nvSpPr>
        <p:spPr>
          <a:xfrm>
            <a:off x="2895600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2993571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091543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189514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3287486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3385457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3483429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3176814" y="5149850"/>
            <a:ext cx="221343" cy="2921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0" name="Text 372"/>
          <p:cNvSpPr/>
          <p:nvPr/>
        </p:nvSpPr>
        <p:spPr>
          <a:xfrm>
            <a:off x="3176814" y="5156200"/>
            <a:ext cx="22134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81" name="Shape 373"/>
          <p:cNvSpPr/>
          <p:nvPr/>
        </p:nvSpPr>
        <p:spPr>
          <a:xfrm>
            <a:off x="3644900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3724729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3804557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884386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964214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4044043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4123871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3871686" y="5175250"/>
            <a:ext cx="185057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9" name="Text 381"/>
          <p:cNvSpPr/>
          <p:nvPr/>
        </p:nvSpPr>
        <p:spPr>
          <a:xfrm>
            <a:off x="3871686" y="5181600"/>
            <a:ext cx="185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0" name="Shape 382"/>
          <p:cNvSpPr/>
          <p:nvPr/>
        </p:nvSpPr>
        <p:spPr>
          <a:xfrm>
            <a:off x="4267200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4354286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4441371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4528457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615543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4702629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4789714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4515757" y="5175250"/>
            <a:ext cx="199571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98" name="Text 390"/>
          <p:cNvSpPr/>
          <p:nvPr/>
        </p:nvSpPr>
        <p:spPr>
          <a:xfrm>
            <a:off x="4515757" y="5181600"/>
            <a:ext cx="19957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99" name="Shape 391"/>
          <p:cNvSpPr/>
          <p:nvPr/>
        </p:nvSpPr>
        <p:spPr>
          <a:xfrm>
            <a:off x="3149600" y="5410200"/>
            <a:ext cx="50800" cy="139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0" name="Shape 392"/>
          <p:cNvSpPr/>
          <p:nvPr/>
        </p:nvSpPr>
        <p:spPr>
          <a:xfrm flipV="1">
            <a:off x="3124200" y="55372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01" name="Shape 393"/>
          <p:cNvSpPr/>
          <p:nvPr/>
        </p:nvSpPr>
        <p:spPr>
          <a:xfrm>
            <a:off x="332740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339598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3" name="Shape 395"/>
          <p:cNvSpPr/>
          <p:nvPr/>
        </p:nvSpPr>
        <p:spPr>
          <a:xfrm>
            <a:off x="346456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4" name="Shape 396"/>
          <p:cNvSpPr/>
          <p:nvPr/>
        </p:nvSpPr>
        <p:spPr>
          <a:xfrm>
            <a:off x="353314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5" name="Shape 397"/>
          <p:cNvSpPr/>
          <p:nvPr/>
        </p:nvSpPr>
        <p:spPr>
          <a:xfrm>
            <a:off x="360172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6" name="Shape 398"/>
          <p:cNvSpPr/>
          <p:nvPr/>
        </p:nvSpPr>
        <p:spPr>
          <a:xfrm>
            <a:off x="3289300" y="4584700"/>
            <a:ext cx="381000" cy="177800"/>
          </a:xfrm>
          <a:prstGeom prst="rect">
            <a:avLst/>
          </a:prstGeom>
          <a:ln w="6350">
            <a:solidFill>
              <a:srgbClr val="B8A888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3695700" y="4584700"/>
            <a:ext cx="0" cy="177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8" name="Text 400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409" name="Shape 401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0" name="Text 40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4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11" name="Shape 403"/>
          <p:cNvSpPr/>
          <p:nvPr/>
        </p:nvSpPr>
        <p:spPr>
          <a:xfrm>
            <a:off x="3284220" y="4495800"/>
            <a:ext cx="11430" cy="635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12" name="Shape 404"/>
          <p:cNvSpPr/>
          <p:nvPr/>
        </p:nvSpPr>
        <p:spPr>
          <a:xfrm>
            <a:off x="3251200" y="443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3" name="Shape 405"/>
          <p:cNvSpPr/>
          <p:nvPr/>
        </p:nvSpPr>
        <p:spPr>
          <a:xfrm flipV="1">
            <a:off x="3251200" y="51054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4" name="Shape 406"/>
          <p:cNvSpPr/>
          <p:nvPr/>
        </p:nvSpPr>
        <p:spPr>
          <a:xfrm>
            <a:off x="1638300" y="4457700"/>
            <a:ext cx="15875" cy="1270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415" name="Shape 407"/>
          <p:cNvSpPr/>
          <p:nvPr/>
        </p:nvSpPr>
        <p:spPr>
          <a:xfrm>
            <a:off x="1593850" y="4381500"/>
            <a:ext cx="101600" cy="825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416" name="Shape 408"/>
          <p:cNvSpPr/>
          <p:nvPr/>
        </p:nvSpPr>
        <p:spPr>
          <a:xfrm>
            <a:off x="1689100" y="4546600"/>
            <a:ext cx="127000" cy="584200"/>
          </a:xfrm>
          <a:prstGeom prst="line">
            <a:avLst/>
          </a:prstGeom>
          <a:noFill/>
          <a:ln w="9525">
            <a:solidFill>
              <a:srgbClr val="3FAE5C"/>
            </a:solidFill>
            <a:prstDash val="dash"/>
          </a:ln>
        </p:spPr>
      </p:sp>
      <p:sp>
        <p:nvSpPr>
          <p:cNvPr id="417" name="Text 40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8374" y="1422104"/>
            <a:ext cx="10265888" cy="5223242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741" y="699888"/>
            <a:ext cx="10569769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54377" y="979524"/>
            <a:ext cx="10569769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9101" y="2246127"/>
            <a:ext cx="1928983" cy="3375836"/>
          </a:xfrm>
          <a:prstGeom prst="ellipse">
            <a:avLst/>
          </a:prstGeom>
          <a:solidFill>
            <a:srgbClr val="B7C1CB"/>
          </a:solidFill>
          <a:ln/>
        </p:spPr>
      </p:sp>
      <p:sp>
        <p:nvSpPr>
          <p:cNvPr id="9" name="Shape 7"/>
          <p:cNvSpPr/>
          <p:nvPr/>
        </p:nvSpPr>
        <p:spPr>
          <a:xfrm>
            <a:off x="876921" y="2977115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4741" y="2977115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2560" y="2977115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316" y="3256219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6078" y="3070150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6921" y="3548615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4741" y="3548615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2560" y="3548615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316" y="3841010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6078" y="3641649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6921" y="4146696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4741" y="4146696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52560" y="4146696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316" y="4439091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6078" y="4239731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6921" y="4744777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4741" y="4744777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2560" y="4744777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316" y="5023881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96078" y="4837812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581296" y="2285999"/>
            <a:ext cx="647398" cy="3309382"/>
          </a:xfrm>
          <a:prstGeom prst="ellipse">
            <a:avLst/>
          </a:prstGeom>
          <a:solidFill>
            <a:srgbClr val="85FFA7"/>
          </a:solidFill>
          <a:ln w="12700">
            <a:solidFill>
              <a:srgbClr val="5FB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60569" y="2950534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30511" y="2950534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60569" y="3468870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30511" y="3468870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60569" y="3987207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30511" y="3987207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60569" y="4545416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30511" y="4545416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09537" y="2897371"/>
            <a:ext cx="171759" cy="159488"/>
          </a:xfrm>
          <a:prstGeom prst="rect">
            <a:avLst/>
          </a:prstGeom>
          <a:solidFill>
            <a:srgbClr val="FFF3C4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09537" y="3056859"/>
            <a:ext cx="171759" cy="159488"/>
          </a:xfrm>
          <a:prstGeom prst="rect">
            <a:avLst/>
          </a:prstGeom>
          <a:solidFill>
            <a:srgbClr val="FFD9D2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09537" y="3216347"/>
            <a:ext cx="171759" cy="159488"/>
          </a:xfrm>
          <a:prstGeom prst="rect">
            <a:avLst/>
          </a:prstGeom>
          <a:solidFill>
            <a:srgbClr val="EADDF6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09537" y="4558707"/>
            <a:ext cx="171759" cy="159488"/>
          </a:xfrm>
          <a:prstGeom prst="rect">
            <a:avLst/>
          </a:prstGeom>
          <a:solidFill>
            <a:srgbClr val="FFF3C4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09537" y="4718195"/>
            <a:ext cx="171759" cy="159488"/>
          </a:xfrm>
          <a:prstGeom prst="rect">
            <a:avLst/>
          </a:prstGeom>
          <a:solidFill>
            <a:srgbClr val="FFD9D2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09537" y="4877684"/>
            <a:ext cx="171759" cy="159488"/>
          </a:xfrm>
          <a:prstGeom prst="rect">
            <a:avLst/>
          </a:prstGeom>
          <a:solidFill>
            <a:srgbClr val="EADDF6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55119" y="2485359"/>
            <a:ext cx="1123038" cy="2658138"/>
          </a:xfrm>
          <a:prstGeom prst="rect">
            <a:avLst/>
          </a:prstGeom>
          <a:solidFill>
            <a:srgbClr val="DB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07968" y="2565103"/>
            <a:ext cx="951279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04581" y="2538522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60155" y="3083440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99792" y="3123313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49" name="Shape 47"/>
          <p:cNvSpPr/>
          <p:nvPr/>
        </p:nvSpPr>
        <p:spPr>
          <a:xfrm>
            <a:off x="3961972" y="3601777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1609" y="3641649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1" name="Shape 49"/>
          <p:cNvSpPr/>
          <p:nvPr/>
        </p:nvSpPr>
        <p:spPr>
          <a:xfrm>
            <a:off x="3763789" y="4106824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03426" y="4146696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3" name="Shape 51"/>
          <p:cNvSpPr/>
          <p:nvPr/>
        </p:nvSpPr>
        <p:spPr>
          <a:xfrm>
            <a:off x="3466514" y="4665033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06151" y="4704905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5" name="Shape 53"/>
          <p:cNvSpPr/>
          <p:nvPr/>
        </p:nvSpPr>
        <p:spPr>
          <a:xfrm>
            <a:off x="2620933" y="3169830"/>
            <a:ext cx="1519404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351732" y="3169830"/>
            <a:ext cx="1347646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620933" y="3688167"/>
            <a:ext cx="1321221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153549" y="3688167"/>
            <a:ext cx="154582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620933" y="4193213"/>
            <a:ext cx="1123038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955366" y="4193213"/>
            <a:ext cx="1744012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2620933" y="4751422"/>
            <a:ext cx="825763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658091" y="4751422"/>
            <a:ext cx="2041287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H="1">
            <a:off x="4113913" y="3236283"/>
            <a:ext cx="66061" cy="38543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H="1">
            <a:off x="3915729" y="3754620"/>
            <a:ext cx="66061" cy="372139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 flipH="1">
            <a:off x="3618455" y="4259667"/>
            <a:ext cx="165153" cy="425302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466514" y="2113220"/>
            <a:ext cx="832369" cy="252523"/>
          </a:xfrm>
          <a:prstGeom prst="roundRect">
            <a:avLst>
              <a:gd name="adj" fmla="val 32590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67" name="Text 65"/>
          <p:cNvSpPr/>
          <p:nvPr/>
        </p:nvSpPr>
        <p:spPr>
          <a:xfrm>
            <a:off x="3466514" y="2113220"/>
            <a:ext cx="832369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474770" y="2086639"/>
            <a:ext cx="1056977" cy="265814"/>
          </a:xfrm>
          <a:prstGeom prst="roundRect">
            <a:avLst>
              <a:gd name="adj" fmla="val 30960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69" name="Text 67"/>
          <p:cNvSpPr/>
          <p:nvPr/>
        </p:nvSpPr>
        <p:spPr>
          <a:xfrm>
            <a:off x="5474770" y="2086639"/>
            <a:ext cx="1056977" cy="265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575512" y="2086639"/>
            <a:ext cx="1175887" cy="279105"/>
          </a:xfrm>
          <a:prstGeom prst="roundRect">
            <a:avLst>
              <a:gd name="adj" fmla="val 29486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71" name="Text 69"/>
          <p:cNvSpPr/>
          <p:nvPr/>
        </p:nvSpPr>
        <p:spPr>
          <a:xfrm>
            <a:off x="7575512" y="2086639"/>
            <a:ext cx="117588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818288" y="2525231"/>
            <a:ext cx="409579" cy="2604976"/>
          </a:xfrm>
          <a:prstGeom prst="roundRect">
            <a:avLst>
              <a:gd name="adj" fmla="val 17860"/>
            </a:avLst>
          </a:prstGeom>
          <a:solidFill>
            <a:srgbClr val="F8DEFB"/>
          </a:solidFill>
          <a:ln w="12700">
            <a:solidFill>
              <a:srgbClr val="CABAC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 rot="5400000">
            <a:off x="5653135" y="3628359"/>
            <a:ext cx="739884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571384" y="2498650"/>
            <a:ext cx="1677951" cy="292395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71384" y="2498650"/>
            <a:ext cx="1677951" cy="29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762961" y="3076795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95991" y="3110022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6795991" y="3110022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2903" y="3595132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65933" y="3628359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7165933" y="3628359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57510" y="4113469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90541" y="4146696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7390541" y="4146696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14240" y="4671678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47271" y="4704905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7747271" y="4704905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6835628" y="2817627"/>
            <a:ext cx="13212" cy="239232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7218782" y="2817627"/>
            <a:ext cx="0" cy="757569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H="1" flipV="1">
            <a:off x="7430178" y="2817627"/>
            <a:ext cx="13212" cy="1275906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H="1" flipV="1">
            <a:off x="7786907" y="2817627"/>
            <a:ext cx="13212" cy="1834115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6254291" y="3163185"/>
            <a:ext cx="47564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6254291" y="3681522"/>
            <a:ext cx="845582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6254291" y="4199859"/>
            <a:ext cx="107018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6254291" y="4758068"/>
            <a:ext cx="142691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 flipH="1">
            <a:off x="6941326" y="3163185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>
            <a:off x="7311268" y="3681522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>
            <a:off x="7535875" y="4199859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H="1">
            <a:off x="7892605" y="4758068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8870309" y="2950534"/>
            <a:ext cx="634186" cy="2086639"/>
          </a:xfrm>
          <a:prstGeom prst="rect">
            <a:avLst/>
          </a:prstGeom>
          <a:solidFill>
            <a:srgbClr val="F8FA68"/>
          </a:solidFill>
          <a:ln/>
        </p:spPr>
      </p:sp>
      <p:sp>
        <p:nvSpPr>
          <p:cNvPr id="101" name="Shape 99"/>
          <p:cNvSpPr/>
          <p:nvPr/>
        </p:nvSpPr>
        <p:spPr>
          <a:xfrm>
            <a:off x="8909945" y="2990406"/>
            <a:ext cx="554913" cy="372139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09945" y="2990406"/>
            <a:ext cx="554913" cy="372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909945" y="3468870"/>
            <a:ext cx="554913" cy="41201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909945" y="3468870"/>
            <a:ext cx="554913" cy="41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909945" y="4013789"/>
            <a:ext cx="554913" cy="39872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09945" y="4013789"/>
            <a:ext cx="554913" cy="398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909945" y="4545416"/>
            <a:ext cx="554913" cy="41201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909945" y="4545416"/>
            <a:ext cx="554913" cy="41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8143637" y="2910661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407881" y="2950534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553215" y="2950534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H="1">
            <a:off x="6967750" y="3016987"/>
            <a:ext cx="141370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8143637" y="3442289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8407881" y="3482161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553215" y="3482161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7337692" y="3548615"/>
            <a:ext cx="1043765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7" name="Text 115"/>
          <p:cNvSpPr/>
          <p:nvPr/>
        </p:nvSpPr>
        <p:spPr>
          <a:xfrm>
            <a:off x="8143637" y="3953981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8407881" y="3993853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53215" y="3993853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7562300" y="4060306"/>
            <a:ext cx="81915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8143637" y="4518835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07881" y="4558707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553215" y="4558707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H="1">
            <a:off x="7919029" y="4625161"/>
            <a:ext cx="46242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9676253" y="2884080"/>
            <a:ext cx="1017340" cy="2179673"/>
          </a:xfrm>
          <a:prstGeom prst="roundRect">
            <a:avLst>
              <a:gd name="adj" fmla="val 7191"/>
            </a:avLst>
          </a:prstGeom>
          <a:solidFill>
            <a:srgbClr val="E8F5E7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9742314" y="3036923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914073" y="3036923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085832" y="3036923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257591" y="3036923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29349" y="3036923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999953" y="3010342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 flipH="1">
            <a:off x="9530919" y="3136603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9742314" y="3555260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914073" y="3555260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555260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7591" y="3555260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429349" y="3555260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999953" y="3528679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 flipH="1">
            <a:off x="9530919" y="3654940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9742314" y="4086888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914073" y="4086888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85832" y="4086888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257591" y="4086888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429349" y="4086888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999953" y="4060306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 flipH="1">
            <a:off x="9530919" y="4186568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7" name="Shape 145"/>
          <p:cNvSpPr/>
          <p:nvPr/>
        </p:nvSpPr>
        <p:spPr>
          <a:xfrm>
            <a:off x="9742314" y="4631806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914073" y="4631806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085832" y="4631806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257591" y="4631806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429349" y="4631806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999953" y="4605225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 flipH="1">
            <a:off x="9530919" y="4731486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2356688" y="6007393"/>
            <a:ext cx="3646570" cy="611372"/>
          </a:xfrm>
          <a:prstGeom prst="roundRect">
            <a:avLst>
              <a:gd name="adj" fmla="val 11965"/>
            </a:avLst>
          </a:prstGeom>
          <a:solidFill>
            <a:srgbClr val="DCF2DA"/>
          </a:solidFill>
          <a:ln w="15875">
            <a:solidFill>
              <a:srgbClr val="3A9A3A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>
            <a:off x="2568084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673782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779479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885177" y="6153590"/>
            <a:ext cx="105698" cy="239232"/>
          </a:xfrm>
          <a:prstGeom prst="rect">
            <a:avLst/>
          </a:prstGeom>
          <a:solidFill>
            <a:srgbClr val="C9C3EE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990875" y="6153590"/>
            <a:ext cx="105698" cy="239232"/>
          </a:xfrm>
          <a:prstGeom prst="rect">
            <a:avLst/>
          </a:prstGeom>
          <a:solidFill>
            <a:srgbClr val="F3C6DC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673782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3347604" y="6153590"/>
            <a:ext cx="105698" cy="239232"/>
          </a:xfrm>
          <a:prstGeom prst="rect">
            <a:avLst/>
          </a:prstGeom>
          <a:solidFill>
            <a:srgbClr val="F6C3D9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453302" y="6153590"/>
            <a:ext cx="105698" cy="239232"/>
          </a:xfrm>
          <a:prstGeom prst="rect">
            <a:avLst/>
          </a:prstGeom>
          <a:solidFill>
            <a:srgbClr val="EC9DC6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559000" y="6153590"/>
            <a:ext cx="105698" cy="239232"/>
          </a:xfrm>
          <a:prstGeom prst="rect">
            <a:avLst/>
          </a:prstGeom>
          <a:solidFill>
            <a:srgbClr val="F9DCE9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664697" y="6153590"/>
            <a:ext cx="105698" cy="239232"/>
          </a:xfrm>
          <a:prstGeom prst="rect">
            <a:avLst/>
          </a:prstGeom>
          <a:solidFill>
            <a:srgbClr val="D55BA4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770395" y="6153590"/>
            <a:ext cx="105698" cy="239232"/>
          </a:xfrm>
          <a:prstGeom prst="rect">
            <a:avLst/>
          </a:prstGeom>
          <a:solidFill>
            <a:srgbClr val="EA9CC5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453302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4437612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43309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649007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754705" y="6153590"/>
            <a:ext cx="105698" cy="239232"/>
          </a:xfrm>
          <a:prstGeom prst="rect">
            <a:avLst/>
          </a:prstGeom>
          <a:solidFill>
            <a:srgbClr val="CCC6F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860402" y="6153590"/>
            <a:ext cx="105698" cy="239232"/>
          </a:xfrm>
          <a:prstGeom prst="rect">
            <a:avLst/>
          </a:prstGeom>
          <a:solidFill>
            <a:srgbClr val="F2C3DA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543309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5395497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501195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06892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712590" y="6153590"/>
            <a:ext cx="105698" cy="239232"/>
          </a:xfrm>
          <a:prstGeom prst="rect">
            <a:avLst/>
          </a:prstGeom>
          <a:solidFill>
            <a:srgbClr val="F0BFD8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818288" y="6153590"/>
            <a:ext cx="105698" cy="239232"/>
          </a:xfrm>
          <a:prstGeom prst="rect">
            <a:avLst/>
          </a:prstGeom>
          <a:solidFill>
            <a:srgbClr val="E3B4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501195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3532575" y="6113718"/>
            <a:ext cx="541701" cy="345558"/>
          </a:xfrm>
          <a:prstGeom prst="roundRect">
            <a:avLst>
              <a:gd name="adj" fmla="val 13231"/>
            </a:avLst>
          </a:prstGeom>
          <a:ln w="19050">
            <a:solidFill>
              <a:srgbClr val="8B1A8B"/>
            </a:solidFill>
            <a:prstDash val="sysDot"/>
          </a:ln>
        </p:spPr>
      </p:sp>
      <p:sp>
        <p:nvSpPr>
          <p:cNvPr id="180" name="Shape 178"/>
          <p:cNvSpPr/>
          <p:nvPr/>
        </p:nvSpPr>
        <p:spPr>
          <a:xfrm flipV="1">
            <a:off x="1775351" y="5648544"/>
            <a:ext cx="739884" cy="345558"/>
          </a:xfrm>
          <a:prstGeom prst="line">
            <a:avLst/>
          </a:prstGeom>
          <a:noFill/>
          <a:ln w="12700">
            <a:solidFill>
              <a:srgbClr val="7AA87A"/>
            </a:solidFill>
            <a:prstDash val="sysDot"/>
          </a:ln>
        </p:spPr>
      </p:sp>
      <p:sp>
        <p:nvSpPr>
          <p:cNvPr id="181" name="Shape 179"/>
          <p:cNvSpPr/>
          <p:nvPr/>
        </p:nvSpPr>
        <p:spPr>
          <a:xfrm>
            <a:off x="3625061" y="5568800"/>
            <a:ext cx="488852" cy="305686"/>
          </a:xfrm>
          <a:prstGeom prst="rect">
            <a:avLst/>
          </a:prstGeom>
          <a:solidFill>
            <a:srgbClr val="FFFDF0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625061" y="5568800"/>
            <a:ext cx="488852" cy="30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3413665" y="5289695"/>
            <a:ext cx="211395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3677910" y="5356149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823244" y="5356149"/>
            <a:ext cx="145334" cy="132907"/>
          </a:xfrm>
          <a:prstGeom prst="rect">
            <a:avLst/>
          </a:prstGeom>
          <a:solidFill>
            <a:srgbClr val="F3C6DC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3823244" y="5183370"/>
            <a:ext cx="0" cy="372139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 flipV="1">
            <a:off x="3862881" y="5914358"/>
            <a:ext cx="0" cy="332267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6967750" y="1555011"/>
            <a:ext cx="924855" cy="332267"/>
          </a:xfrm>
          <a:prstGeom prst="rect">
            <a:avLst/>
          </a:prstGeom>
          <a:solidFill>
            <a:srgbClr val="F2E8DC"/>
          </a:solidFill>
          <a:ln w="12700">
            <a:solidFill>
              <a:srgbClr val="33A02C"/>
            </a:solidFill>
            <a:prstDash val="sysDot"/>
          </a:ln>
        </p:spPr>
      </p:sp>
      <p:sp>
        <p:nvSpPr>
          <p:cNvPr id="189" name="Shape 187"/>
          <p:cNvSpPr/>
          <p:nvPr/>
        </p:nvSpPr>
        <p:spPr>
          <a:xfrm>
            <a:off x="7020599" y="1621464"/>
            <a:ext cx="174401" cy="199360"/>
          </a:xfrm>
          <a:prstGeom prst="rect">
            <a:avLst/>
          </a:prstGeom>
          <a:solidFill>
            <a:srgbClr val="5FAF5F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95000" y="1621464"/>
            <a:ext cx="174401" cy="199360"/>
          </a:xfrm>
          <a:prstGeom prst="rect">
            <a:avLst/>
          </a:prstGeom>
          <a:solidFill>
            <a:srgbClr val="A5D3A5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369401" y="1621464"/>
            <a:ext cx="174401" cy="199360"/>
          </a:xfrm>
          <a:prstGeom prst="rect">
            <a:avLst/>
          </a:prstGeom>
          <a:solidFill>
            <a:srgbClr val="DFEDDF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543803" y="1621464"/>
            <a:ext cx="174401" cy="199360"/>
          </a:xfrm>
          <a:prstGeom prst="rect">
            <a:avLst/>
          </a:prstGeom>
          <a:solidFill>
            <a:srgbClr val="9FB3CC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718204" y="1621464"/>
            <a:ext cx="174401" cy="199360"/>
          </a:xfrm>
          <a:prstGeom prst="rect">
            <a:avLst/>
          </a:prstGeom>
          <a:solidFill>
            <a:srgbClr val="A9C9E2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271631" y="1608174"/>
            <a:ext cx="237820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 rot="18900000">
            <a:off x="7020599" y="1940441"/>
            <a:ext cx="369942" cy="212651"/>
          </a:xfrm>
          <a:prstGeom prst="rightArrow">
            <a:avLst/>
          </a:prstGeom>
          <a:solidFill>
            <a:srgbClr val="3D9C3D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77329" y="1887278"/>
            <a:ext cx="118910" cy="119616"/>
          </a:xfrm>
          <a:prstGeom prst="triangle">
            <a:avLst/>
          </a:prstGeom>
          <a:solidFill>
            <a:srgbClr val="A50D1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7469814" y="2020185"/>
            <a:ext cx="0" cy="478465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332736" y="5927648"/>
            <a:ext cx="2113954" cy="863895"/>
          </a:xfrm>
          <a:prstGeom prst="roundRect">
            <a:avLst>
              <a:gd name="adj" fmla="val 8468"/>
            </a:avLst>
          </a:prstGeom>
          <a:ln w="15875">
            <a:solidFill>
              <a:srgbClr val="4E7D52"/>
            </a:solidFill>
            <a:prstDash val="sysDot"/>
          </a:ln>
        </p:spPr>
      </p:sp>
      <p:sp>
        <p:nvSpPr>
          <p:cNvPr id="199" name="Shape 197"/>
          <p:cNvSpPr/>
          <p:nvPr/>
        </p:nvSpPr>
        <p:spPr>
          <a:xfrm>
            <a:off x="9623405" y="6087137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623405" y="6206753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623405" y="6326369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9544131" y="6459276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9834800" y="6220044"/>
            <a:ext cx="237820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>
            <a:off x="10099044" y="6060555"/>
            <a:ext cx="343517" cy="345558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0099044" y="6060555"/>
            <a:ext cx="343517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300" dirty="0"/>
          </a:p>
        </p:txBody>
      </p:sp>
      <p:sp>
        <p:nvSpPr>
          <p:cNvPr id="206" name="Text 204"/>
          <p:cNvSpPr/>
          <p:nvPr/>
        </p:nvSpPr>
        <p:spPr>
          <a:xfrm>
            <a:off x="10046195" y="6432695"/>
            <a:ext cx="449215" cy="146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d*d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10495410" y="6140299"/>
            <a:ext cx="158547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08" name="Shape 206"/>
          <p:cNvSpPr/>
          <p:nvPr/>
        </p:nvSpPr>
        <p:spPr>
          <a:xfrm>
            <a:off x="10838928" y="6087137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838928" y="6206753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38928" y="6326369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759655" y="6459276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9623405" y="6605474"/>
            <a:ext cx="171758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950" dirty="0"/>
          </a:p>
        </p:txBody>
      </p:sp>
      <p:sp>
        <p:nvSpPr>
          <p:cNvPr id="213" name="Shape 211"/>
          <p:cNvSpPr/>
          <p:nvPr/>
        </p:nvSpPr>
        <p:spPr>
          <a:xfrm flipV="1">
            <a:off x="9702678" y="5263114"/>
            <a:ext cx="462427" cy="478465"/>
          </a:xfrm>
          <a:prstGeom prst="line">
            <a:avLst/>
          </a:prstGeom>
          <a:noFill/>
          <a:ln w="12700">
            <a:solidFill>
              <a:srgbClr val="A9A5A0"/>
            </a:solidFill>
            <a:prstDash val="sysDot"/>
          </a:ln>
        </p:spPr>
      </p:sp>
      <p:sp>
        <p:nvSpPr>
          <p:cNvPr id="214" name="Shape 212"/>
          <p:cNvSpPr/>
          <p:nvPr/>
        </p:nvSpPr>
        <p:spPr>
          <a:xfrm>
            <a:off x="10085832" y="5090335"/>
            <a:ext cx="158547" cy="132907"/>
          </a:xfrm>
          <a:prstGeom prst="triangle">
            <a:avLst/>
          </a:prstGeom>
          <a:solidFill>
            <a:srgbClr val="4E7D5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7" name="Shape 5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8" name="Shape 6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9" name="Shape 7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0" name="Shape 8"/>
          <p:cNvSpPr/>
          <p:nvPr/>
        </p:nvSpPr>
        <p:spPr>
          <a:xfrm>
            <a:off x="1193800" y="3124200"/>
            <a:ext cx="889000" cy="13970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870200"/>
            <a:ext cx="838200" cy="1562100"/>
          </a:xfrm>
          <a:prstGeom prst="ellipse">
            <a:avLst/>
          </a:prstGeom>
          <a:solidFill>
            <a:srgbClr val="EABC78"/>
          </a:solidFill>
          <a:ln w="12700">
            <a:solidFill>
              <a:srgbClr val="C8843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24100" y="2921000"/>
            <a:ext cx="647700" cy="1447800"/>
          </a:xfrm>
          <a:prstGeom prst="ellipse">
            <a:avLst/>
          </a:prstGeom>
          <a:solidFill>
            <a:srgbClr val="4FE07C">
              <a:alpha val="75000"/>
            </a:srgbClr>
          </a:solidFill>
          <a:ln w="9525">
            <a:solidFill>
              <a:srgbClr val="2E7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1100" y="33528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7300" y="33528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7800" y="33528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2451100" y="37084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7300" y="37084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7800" y="37084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451100" y="40640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7300" y="40640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7800" y="40640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451100" y="43688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7300" y="43688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7800" y="43688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19380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1064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2748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4432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6116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2700" y="30797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1866900" y="31496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057400" y="30670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30670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119380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064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748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432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6116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2700" y="34480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1866900" y="35179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057400" y="34353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57400" y="34353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119380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1064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2748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4432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6116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2700" y="38036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55" name="Shape 53"/>
          <p:cNvSpPr/>
          <p:nvPr/>
        </p:nvSpPr>
        <p:spPr>
          <a:xfrm>
            <a:off x="1866900" y="38735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057400" y="37909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57400" y="37909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19380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1064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2748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4432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6116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82700" y="41719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1866900" y="42418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2057400" y="41592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57400" y="41592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1" name="Shape 69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3" name="Shape 71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5" name="Shape 73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3708400" y="2679700"/>
            <a:ext cx="35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84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98750"/>
            <a:ext cx="195072" cy="106680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4381500" y="28003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86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51150"/>
            <a:ext cx="168910" cy="140208"/>
          </a:xfrm>
          <a:prstGeom prst="rect">
            <a:avLst/>
          </a:prstGeom>
        </p:spPr>
      </p:pic>
      <p:sp>
        <p:nvSpPr>
          <p:cNvPr id="87" name="Shape 83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88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89" name="Shape 84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90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91" name="Shape 85"/>
          <p:cNvSpPr/>
          <p:nvPr/>
        </p:nvSpPr>
        <p:spPr>
          <a:xfrm>
            <a:off x="4267200" y="31496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86"/>
          <p:cNvSpPr/>
          <p:nvPr/>
        </p:nvSpPr>
        <p:spPr>
          <a:xfrm>
            <a:off x="4267200" y="35179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87"/>
          <p:cNvSpPr/>
          <p:nvPr/>
        </p:nvSpPr>
        <p:spPr>
          <a:xfrm>
            <a:off x="4267200" y="38735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Shape 88"/>
          <p:cNvSpPr/>
          <p:nvPr/>
        </p:nvSpPr>
        <p:spPr>
          <a:xfrm>
            <a:off x="4267200" y="42418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5" name="Shape 89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6" name="Shape 90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7" name="Shape 91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98" name="Text 9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99" name="Shape 93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0" name="Shape 94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1" name="Shape 95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2" name="Shape 96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97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4" name="Shape 98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5" name="Shape 99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6" name="Shape 100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7" name="Shape 101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09" name="Text 103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10" name="Shape 104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1" name="Shape 105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2" name="Shape 106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3" name="Shape 107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5" name="Text 109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16" name="Text 110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7" name="Shape 111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8" name="Shape 112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9" name="Shape 113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0" name="Shape 114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1" name="Shape 115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2" name="Text 116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3" name="Text 117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4" name="Shape 118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8" name="Shape 122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0" name="Text 124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31" name="Shape 125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3" name="Shape 127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4" name="Shape 128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6832600" y="30607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6" name="Text 130"/>
          <p:cNvSpPr/>
          <p:nvPr/>
        </p:nvSpPr>
        <p:spPr>
          <a:xfrm>
            <a:off x="6832600" y="30607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37" name="Shape 131"/>
          <p:cNvSpPr/>
          <p:nvPr/>
        </p:nvSpPr>
        <p:spPr>
          <a:xfrm>
            <a:off x="7099300" y="31496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8" name="Shape 132"/>
          <p:cNvSpPr/>
          <p:nvPr/>
        </p:nvSpPr>
        <p:spPr>
          <a:xfrm>
            <a:off x="6832600" y="34036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9" name="Text 133"/>
          <p:cNvSpPr/>
          <p:nvPr/>
        </p:nvSpPr>
        <p:spPr>
          <a:xfrm>
            <a:off x="6832600" y="34036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0" name="Shape 134"/>
          <p:cNvSpPr/>
          <p:nvPr/>
        </p:nvSpPr>
        <p:spPr>
          <a:xfrm>
            <a:off x="7099300" y="34925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1" name="Shape 135"/>
          <p:cNvSpPr/>
          <p:nvPr/>
        </p:nvSpPr>
        <p:spPr>
          <a:xfrm>
            <a:off x="6832600" y="37465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42" name="Text 136"/>
          <p:cNvSpPr/>
          <p:nvPr/>
        </p:nvSpPr>
        <p:spPr>
          <a:xfrm>
            <a:off x="6832600" y="37465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3" name="Shape 137"/>
          <p:cNvSpPr/>
          <p:nvPr/>
        </p:nvSpPr>
        <p:spPr>
          <a:xfrm>
            <a:off x="7099300" y="38354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4" name="Shape 138"/>
          <p:cNvSpPr/>
          <p:nvPr/>
        </p:nvSpPr>
        <p:spPr>
          <a:xfrm>
            <a:off x="6832600" y="41275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45" name="Text 139"/>
          <p:cNvSpPr/>
          <p:nvPr/>
        </p:nvSpPr>
        <p:spPr>
          <a:xfrm>
            <a:off x="6832600" y="41275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6" name="Shape 140"/>
          <p:cNvSpPr/>
          <p:nvPr/>
        </p:nvSpPr>
        <p:spPr>
          <a:xfrm>
            <a:off x="7099300" y="42164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7" name="Shape 141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48" name="Shape 142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49" name="Shape 143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0" name="Shape 144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1" name="Shape 145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2" name="Shape 146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3" name="Shape 147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5" name="Shape 149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7" name="Shape 151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662863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65" name="Shape 159"/>
          <p:cNvSpPr/>
          <p:nvPr/>
        </p:nvSpPr>
        <p:spPr>
          <a:xfrm>
            <a:off x="7637780" y="43942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66" name="Shape 160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67" name="Shape 161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8" name="Shape 172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329613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84" name="Shape 178"/>
          <p:cNvSpPr/>
          <p:nvPr/>
        </p:nvSpPr>
        <p:spPr>
          <a:xfrm>
            <a:off x="8304530" y="42545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85" name="Shape 179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86" name="Shape 180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6" name="Shape 190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7" name="Shape 191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77313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03" name="Shape 197"/>
          <p:cNvSpPr/>
          <p:nvPr/>
        </p:nvSpPr>
        <p:spPr>
          <a:xfrm>
            <a:off x="8952230" y="40386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04" name="Shape 198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05" name="Shape 199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4" name="Shape 208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5" name="Shape 209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6" name="Shape 210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574213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22" name="Shape 216"/>
          <p:cNvSpPr/>
          <p:nvPr/>
        </p:nvSpPr>
        <p:spPr>
          <a:xfrm>
            <a:off x="9549130" y="36830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23" name="Shape 217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24" name="Shape 218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3" name="Shape 227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4" name="Shape 228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5" name="Shape 229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948863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41" name="Shape 235"/>
          <p:cNvSpPr/>
          <p:nvPr/>
        </p:nvSpPr>
        <p:spPr>
          <a:xfrm>
            <a:off x="9923780" y="32639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42" name="Text 236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3" name="Text 237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4" name="Text 238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5" name="Text 239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6" name="Text 240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7" name="Text 241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8" name="Text 242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9" name="Text 243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0" name="Text 244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1" name="Text 245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2" name="Text 246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3" name="Text 247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2" name="Shape 256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3" name="Text 257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4" name="Shape 258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5" name="Text 259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6" name="Shape 260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7" name="Text 261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8" name="Shape 262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9" name="Text 263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0" name="Shape 264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1" name="Text 265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2" name="Shape 266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3" name="Text 267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74" name="Shape 268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5" name="Text 269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76" name="Shape 270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7" name="Text 271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78" name="Shape 272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9" name="Text 273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0" name="Shape 274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1" name="Text 275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2" name="Shape 276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3" name="Text 277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4" name="Shape 278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5" name="Text 279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6" name="Shape 280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7" name="Text 281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288" name="Shape 282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9" name="Text 283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290" name="Shape 284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1" name="Text 285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292" name="Shape 286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3" name="Text 287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294" name="Shape 288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5" name="Text 289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296" name="Shape 290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97" name="Text 291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98" name="Shape 292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99" name="Text 293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00" name="Shape 294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1" name="Text 295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02" name="Shape 296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3" name="Text 297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4" name="Shape 298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5" name="Text 299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6" name="Shape 300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8" name="Shape 302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9" name="Text 303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0" name="Shape 304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1" name="Text 305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2" name="Shape 306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4" name="Shape 308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5" name="Text 309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6" name="Shape 310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8" name="Shape 312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9" name="Text 313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2" name="Shape 316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3" name="Text 317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4" name="Shape 318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5321300" y="1943100"/>
            <a:ext cx="1016000" cy="203200"/>
          </a:xfrm>
          <a:prstGeom prst="roundRect">
            <a:avLst>
              <a:gd name="adj" fmla="val 13500"/>
            </a:avLst>
          </a:prstGeom>
          <a:solidFill>
            <a:srgbClr val="BC4E0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7" name="Shape 321"/>
          <p:cNvSpPr/>
          <p:nvPr/>
        </p:nvSpPr>
        <p:spPr>
          <a:xfrm>
            <a:off x="5892800" y="1714500"/>
            <a:ext cx="914400" cy="190500"/>
          </a:xfrm>
          <a:prstGeom prst="roundRect">
            <a:avLst>
              <a:gd name="adj" fmla="val 14400"/>
            </a:avLst>
          </a:prstGeom>
          <a:solidFill>
            <a:srgbClr val="6B7052"/>
          </a:solidFill>
          <a:ln w="9525">
            <a:solidFill>
              <a:srgbClr val="B0B0B0"/>
            </a:solidFill>
            <a:prstDash val="dash"/>
          </a:ln>
        </p:spPr>
      </p:sp>
      <p:sp>
        <p:nvSpPr>
          <p:cNvPr id="328" name="Shape 322"/>
          <p:cNvSpPr/>
          <p:nvPr/>
        </p:nvSpPr>
        <p:spPr>
          <a:xfrm>
            <a:off x="6477000" y="1460500"/>
            <a:ext cx="889000" cy="165100"/>
          </a:xfrm>
          <a:prstGeom prst="roundRect">
            <a:avLst>
              <a:gd name="adj" fmla="val 16615"/>
            </a:avLst>
          </a:prstGeom>
          <a:solidFill>
            <a:srgbClr val="FAFF0C"/>
          </a:solidFill>
          <a:ln w="9525">
            <a:solidFill>
              <a:srgbClr val="B8B860"/>
            </a:solidFill>
            <a:prstDash val="dash"/>
          </a:ln>
        </p:spPr>
      </p:sp>
      <p:sp>
        <p:nvSpPr>
          <p:cNvPr id="329" name="Shape 323"/>
          <p:cNvSpPr/>
          <p:nvPr/>
        </p:nvSpPr>
        <p:spPr>
          <a:xfrm>
            <a:off x="6959600" y="1168400"/>
            <a:ext cx="965200" cy="228600"/>
          </a:xfrm>
          <a:prstGeom prst="roundRect">
            <a:avLst>
              <a:gd name="adj" fmla="val 12000"/>
            </a:avLst>
          </a:prstGeom>
          <a:solidFill>
            <a:srgbClr val="A0FF78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330" name="Shape 324"/>
          <p:cNvSpPr/>
          <p:nvPr/>
        </p:nvSpPr>
        <p:spPr>
          <a:xfrm>
            <a:off x="7543800" y="952500"/>
            <a:ext cx="927100" cy="203200"/>
          </a:xfrm>
          <a:prstGeom prst="roundRect">
            <a:avLst>
              <a:gd name="adj" fmla="val 13500"/>
            </a:avLst>
          </a:prstGeom>
          <a:solidFill>
            <a:srgbClr val="F6DEBE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331" name="Shape 325"/>
          <p:cNvSpPr/>
          <p:nvPr/>
        </p:nvSpPr>
        <p:spPr>
          <a:xfrm>
            <a:off x="6356350" y="1955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2" name="Shape 326"/>
          <p:cNvSpPr/>
          <p:nvPr/>
        </p:nvSpPr>
        <p:spPr>
          <a:xfrm>
            <a:off x="6329680" y="189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3" name="Shape 327"/>
          <p:cNvSpPr/>
          <p:nvPr/>
        </p:nvSpPr>
        <p:spPr>
          <a:xfrm>
            <a:off x="6889750" y="1701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4" name="Shape 328"/>
          <p:cNvSpPr/>
          <p:nvPr/>
        </p:nvSpPr>
        <p:spPr>
          <a:xfrm>
            <a:off x="6863080" y="1638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5" name="Shape 329"/>
          <p:cNvSpPr/>
          <p:nvPr/>
        </p:nvSpPr>
        <p:spPr>
          <a:xfrm>
            <a:off x="7435850" y="1447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6" name="Shape 330"/>
          <p:cNvSpPr/>
          <p:nvPr/>
        </p:nvSpPr>
        <p:spPr>
          <a:xfrm>
            <a:off x="7409180" y="1384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7" name="Shape 331"/>
          <p:cNvSpPr/>
          <p:nvPr/>
        </p:nvSpPr>
        <p:spPr>
          <a:xfrm>
            <a:off x="7994650" y="1193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8" name="Shape 332"/>
          <p:cNvSpPr/>
          <p:nvPr/>
        </p:nvSpPr>
        <p:spPr>
          <a:xfrm>
            <a:off x="7967980" y="1130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9" name="Shape 333"/>
          <p:cNvSpPr/>
          <p:nvPr/>
        </p:nvSpPr>
        <p:spPr>
          <a:xfrm>
            <a:off x="5422900" y="2222500"/>
            <a:ext cx="266700" cy="1397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headEnd type="triangle"/>
          </a:ln>
        </p:spPr>
      </p:sp>
      <p:pic>
        <p:nvPicPr>
          <p:cNvPr id="340" name="Image 4" descr="/home/ahmed/Projects/ai_llm_slides/videos/deep-learning/002_transformers_part2/recreated_pptx/build/assets/plane0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825500"/>
            <a:ext cx="4254500" cy="2070100"/>
          </a:xfrm>
          <a:prstGeom prst="rect">
            <a:avLst/>
          </a:prstGeom>
        </p:spPr>
      </p:pic>
      <p:pic>
        <p:nvPicPr>
          <p:cNvPr id="341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42" name="Text 334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43" name="Shape 335"/>
          <p:cNvSpPr/>
          <p:nvPr/>
        </p:nvSpPr>
        <p:spPr>
          <a:xfrm>
            <a:off x="2197100" y="5092700"/>
            <a:ext cx="2781300" cy="406400"/>
          </a:xfrm>
          <a:prstGeom prst="roundRect">
            <a:avLst>
              <a:gd name="adj" fmla="val 11250"/>
            </a:avLst>
          </a:prstGeom>
          <a:solidFill>
            <a:srgbClr val="EEFDDC"/>
          </a:solidFill>
          <a:ln w="19050">
            <a:solidFill>
              <a:srgbClr val="999999"/>
            </a:solidFill>
            <a:prstDash val="dash"/>
          </a:ln>
        </p:spPr>
      </p:sp>
      <p:sp>
        <p:nvSpPr>
          <p:cNvPr id="344" name="Shape 336"/>
          <p:cNvSpPr/>
          <p:nvPr/>
        </p:nvSpPr>
        <p:spPr>
          <a:xfrm>
            <a:off x="2286000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5" name="Shape 337"/>
          <p:cNvSpPr/>
          <p:nvPr/>
        </p:nvSpPr>
        <p:spPr>
          <a:xfrm>
            <a:off x="2403475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6" name="Shape 338"/>
          <p:cNvSpPr/>
          <p:nvPr/>
        </p:nvSpPr>
        <p:spPr>
          <a:xfrm>
            <a:off x="2520950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7" name="Shape 339"/>
          <p:cNvSpPr/>
          <p:nvPr/>
        </p:nvSpPr>
        <p:spPr>
          <a:xfrm>
            <a:off x="2638425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8" name="Text 340"/>
          <p:cNvSpPr/>
          <p:nvPr/>
        </p:nvSpPr>
        <p:spPr>
          <a:xfrm>
            <a:off x="2286000" y="5181600"/>
            <a:ext cx="4699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49" name="Shape 341"/>
          <p:cNvSpPr/>
          <p:nvPr/>
        </p:nvSpPr>
        <p:spPr>
          <a:xfrm>
            <a:off x="29718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0" name="Shape 342"/>
          <p:cNvSpPr/>
          <p:nvPr/>
        </p:nvSpPr>
        <p:spPr>
          <a:xfrm>
            <a:off x="31242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1" name="Shape 343"/>
          <p:cNvSpPr/>
          <p:nvPr/>
        </p:nvSpPr>
        <p:spPr>
          <a:xfrm>
            <a:off x="32766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2" name="Shape 344"/>
          <p:cNvSpPr/>
          <p:nvPr/>
        </p:nvSpPr>
        <p:spPr>
          <a:xfrm>
            <a:off x="34290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3" name="Text 345"/>
          <p:cNvSpPr/>
          <p:nvPr/>
        </p:nvSpPr>
        <p:spPr>
          <a:xfrm>
            <a:off x="2971800" y="5156200"/>
            <a:ext cx="60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354" name="Shape 346"/>
          <p:cNvSpPr/>
          <p:nvPr/>
        </p:nvSpPr>
        <p:spPr>
          <a:xfrm>
            <a:off x="3657600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5" name="Shape 347"/>
          <p:cNvSpPr/>
          <p:nvPr/>
        </p:nvSpPr>
        <p:spPr>
          <a:xfrm>
            <a:off x="3800475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6" name="Shape 348"/>
          <p:cNvSpPr/>
          <p:nvPr/>
        </p:nvSpPr>
        <p:spPr>
          <a:xfrm>
            <a:off x="3943350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7" name="Shape 349"/>
          <p:cNvSpPr/>
          <p:nvPr/>
        </p:nvSpPr>
        <p:spPr>
          <a:xfrm>
            <a:off x="4086225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8" name="Text 350"/>
          <p:cNvSpPr/>
          <p:nvPr/>
        </p:nvSpPr>
        <p:spPr>
          <a:xfrm>
            <a:off x="3657600" y="5181600"/>
            <a:ext cx="571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359" name="Shape 351"/>
          <p:cNvSpPr/>
          <p:nvPr/>
        </p:nvSpPr>
        <p:spPr>
          <a:xfrm>
            <a:off x="427990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0" name="Shape 352"/>
          <p:cNvSpPr/>
          <p:nvPr/>
        </p:nvSpPr>
        <p:spPr>
          <a:xfrm>
            <a:off x="442595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1" name="Shape 353"/>
          <p:cNvSpPr/>
          <p:nvPr/>
        </p:nvSpPr>
        <p:spPr>
          <a:xfrm>
            <a:off x="457200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2" name="Shape 354"/>
          <p:cNvSpPr/>
          <p:nvPr/>
        </p:nvSpPr>
        <p:spPr>
          <a:xfrm>
            <a:off x="471805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3" name="Text 355"/>
          <p:cNvSpPr/>
          <p:nvPr/>
        </p:nvSpPr>
        <p:spPr>
          <a:xfrm>
            <a:off x="4279900" y="5181600"/>
            <a:ext cx="5842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364" name="Shape 356"/>
          <p:cNvSpPr/>
          <p:nvPr/>
        </p:nvSpPr>
        <p:spPr>
          <a:xfrm>
            <a:off x="3009900" y="5410200"/>
            <a:ext cx="63500" cy="203200"/>
          </a:xfrm>
          <a:prstGeom prst="line">
            <a:avLst/>
          </a:prstGeom>
          <a:noFill/>
          <a:ln w="508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65" name="Shape 357"/>
          <p:cNvSpPr/>
          <p:nvPr/>
        </p:nvSpPr>
        <p:spPr>
          <a:xfrm>
            <a:off x="3302000" y="4610100"/>
            <a:ext cx="76200" cy="127000"/>
          </a:xfrm>
          <a:prstGeom prst="rect">
            <a:avLst/>
          </a:prstGeom>
          <a:solidFill>
            <a:srgbClr val="E8D8B0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3378200" y="4610100"/>
            <a:ext cx="76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3454400" y="4610100"/>
            <a:ext cx="76200" cy="127000"/>
          </a:xfrm>
          <a:prstGeom prst="rect">
            <a:avLst/>
          </a:prstGeom>
          <a:solidFill>
            <a:srgbClr val="E8D8B0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3530600" y="4610100"/>
            <a:ext cx="76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9" name="Text 361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70" name="Shape 36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71" name="Text 363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72" name="Shape 364"/>
          <p:cNvSpPr/>
          <p:nvPr/>
        </p:nvSpPr>
        <p:spPr>
          <a:xfrm>
            <a:off x="3296285" y="4546600"/>
            <a:ext cx="11430" cy="50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3" name="Shape 365"/>
          <p:cNvSpPr/>
          <p:nvPr/>
        </p:nvSpPr>
        <p:spPr>
          <a:xfrm>
            <a:off x="3268980" y="44831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74" name="Shape 366"/>
          <p:cNvSpPr/>
          <p:nvPr/>
        </p:nvSpPr>
        <p:spPr>
          <a:xfrm>
            <a:off x="3258185" y="5092700"/>
            <a:ext cx="11430" cy="381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5" name="Shape 367"/>
          <p:cNvSpPr/>
          <p:nvPr/>
        </p:nvSpPr>
        <p:spPr>
          <a:xfrm>
            <a:off x="3230880" y="50292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76" name="Shape 368"/>
          <p:cNvSpPr/>
          <p:nvPr/>
        </p:nvSpPr>
        <p:spPr>
          <a:xfrm>
            <a:off x="1651000" y="4419600"/>
            <a:ext cx="165100" cy="72390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</a:ln>
        </p:spPr>
      </p:sp>
      <p:sp>
        <p:nvSpPr>
          <p:cNvPr id="377" name="Text 36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219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5473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5727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981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6235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42" name="Shape 40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3" name="Shape 41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4" name="Shape 42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5" name="Shape 43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6" name="Shape 44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E4E0BC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7150100" y="3556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53" name="Text 51"/>
          <p:cNvSpPr/>
          <p:nvPr/>
        </p:nvSpPr>
        <p:spPr>
          <a:xfrm>
            <a:off x="7150100" y="3556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734300" y="32956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1" name="Text 59"/>
          <p:cNvSpPr/>
          <p:nvPr/>
        </p:nvSpPr>
        <p:spPr>
          <a:xfrm>
            <a:off x="7734300" y="32956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8318500" y="30353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9" name="Text 67"/>
          <p:cNvSpPr/>
          <p:nvPr/>
        </p:nvSpPr>
        <p:spPr>
          <a:xfrm>
            <a:off x="8318500" y="30353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902700" y="27749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7" name="Text 75"/>
          <p:cNvSpPr/>
          <p:nvPr/>
        </p:nvSpPr>
        <p:spPr>
          <a:xfrm>
            <a:off x="8902700" y="27749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9486900" y="25146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5" name="Text 83"/>
          <p:cNvSpPr/>
          <p:nvPr/>
        </p:nvSpPr>
        <p:spPr>
          <a:xfrm>
            <a:off x="9486900" y="25146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3251200" y="4254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3251200" y="4610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3251200" y="4965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3251200" y="53213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6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97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733800"/>
            <a:ext cx="205740" cy="289563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99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01" name="Shape 96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03" name="Shape 98"/>
          <p:cNvSpPr/>
          <p:nvPr/>
        </p:nvSpPr>
        <p:spPr>
          <a:xfrm>
            <a:off x="2603500" y="59309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4" name="Text 99"/>
          <p:cNvSpPr/>
          <p:nvPr/>
        </p:nvSpPr>
        <p:spPr>
          <a:xfrm>
            <a:off x="2400300" y="59182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107" name="Shape 102"/>
          <p:cNvSpPr/>
          <p:nvPr/>
        </p:nvSpPr>
        <p:spPr>
          <a:xfrm>
            <a:off x="3556000" y="60198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3"/>
          <p:cNvSpPr/>
          <p:nvPr/>
        </p:nvSpPr>
        <p:spPr>
          <a:xfrm>
            <a:off x="1930400" y="62484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09" name="Shape 104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0" name="Text 105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11" name="Shape 106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112" name="Text 107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13" name="Shape 108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4" name="Text 109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5" name="Shape 110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6" name="Text 111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17" name="Shape 112"/>
          <p:cNvSpPr/>
          <p:nvPr/>
        </p:nvSpPr>
        <p:spPr>
          <a:xfrm>
            <a:off x="3086100" y="65151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18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119" name="Shape 113"/>
          <p:cNvSpPr/>
          <p:nvPr/>
        </p:nvSpPr>
        <p:spPr>
          <a:xfrm>
            <a:off x="7823200" y="4089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20" name="Text 114"/>
          <p:cNvSpPr/>
          <p:nvPr/>
        </p:nvSpPr>
        <p:spPr>
          <a:xfrm>
            <a:off x="78613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21" name="Shape 115"/>
          <p:cNvSpPr/>
          <p:nvPr/>
        </p:nvSpPr>
        <p:spPr>
          <a:xfrm>
            <a:off x="8013700" y="4191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812165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822960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7861300" y="4572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25" name="Shape 119"/>
          <p:cNvSpPr/>
          <p:nvPr/>
        </p:nvSpPr>
        <p:spPr>
          <a:xfrm>
            <a:off x="8013700" y="4572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8121650" y="4572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8229600" y="4572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8" name="Text 122"/>
          <p:cNvSpPr/>
          <p:nvPr/>
        </p:nvSpPr>
        <p:spPr>
          <a:xfrm>
            <a:off x="7861300" y="4953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29" name="Shape 123"/>
          <p:cNvSpPr/>
          <p:nvPr/>
        </p:nvSpPr>
        <p:spPr>
          <a:xfrm>
            <a:off x="8013700" y="4953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8121650" y="4953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8229600" y="4953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2" name="Text 126"/>
          <p:cNvSpPr/>
          <p:nvPr/>
        </p:nvSpPr>
        <p:spPr>
          <a:xfrm>
            <a:off x="7861300" y="5334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33" name="Shape 127"/>
          <p:cNvSpPr/>
          <p:nvPr/>
        </p:nvSpPr>
        <p:spPr>
          <a:xfrm>
            <a:off x="8013700" y="5334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4" name="Shape 128"/>
          <p:cNvSpPr/>
          <p:nvPr/>
        </p:nvSpPr>
        <p:spPr>
          <a:xfrm>
            <a:off x="8121650" y="5334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8229600" y="5334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8089900" y="5562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37" name="Shape 131"/>
          <p:cNvSpPr/>
          <p:nvPr/>
        </p:nvSpPr>
        <p:spPr>
          <a:xfrm>
            <a:off x="8382000" y="3759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38" name="Text 132"/>
          <p:cNvSpPr/>
          <p:nvPr/>
        </p:nvSpPr>
        <p:spPr>
          <a:xfrm>
            <a:off x="84201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39" name="Shape 133"/>
          <p:cNvSpPr/>
          <p:nvPr/>
        </p:nvSpPr>
        <p:spPr>
          <a:xfrm>
            <a:off x="8572500" y="3860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0" name="Shape 134"/>
          <p:cNvSpPr/>
          <p:nvPr/>
        </p:nvSpPr>
        <p:spPr>
          <a:xfrm>
            <a:off x="868045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78840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2" name="Text 136"/>
          <p:cNvSpPr/>
          <p:nvPr/>
        </p:nvSpPr>
        <p:spPr>
          <a:xfrm>
            <a:off x="8420100" y="4241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43" name="Shape 137"/>
          <p:cNvSpPr/>
          <p:nvPr/>
        </p:nvSpPr>
        <p:spPr>
          <a:xfrm>
            <a:off x="8572500" y="4241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8680450" y="4241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8788400" y="4241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6" name="Text 140"/>
          <p:cNvSpPr/>
          <p:nvPr/>
        </p:nvSpPr>
        <p:spPr>
          <a:xfrm>
            <a:off x="8420100" y="4622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47" name="Shape 141"/>
          <p:cNvSpPr/>
          <p:nvPr/>
        </p:nvSpPr>
        <p:spPr>
          <a:xfrm>
            <a:off x="8572500" y="4622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8" name="Shape 142"/>
          <p:cNvSpPr/>
          <p:nvPr/>
        </p:nvSpPr>
        <p:spPr>
          <a:xfrm>
            <a:off x="8680450" y="4622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9" name="Shape 143"/>
          <p:cNvSpPr/>
          <p:nvPr/>
        </p:nvSpPr>
        <p:spPr>
          <a:xfrm>
            <a:off x="8788400" y="4622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8420100" y="500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51" name="Shape 145"/>
          <p:cNvSpPr/>
          <p:nvPr/>
        </p:nvSpPr>
        <p:spPr>
          <a:xfrm>
            <a:off x="8572500" y="5003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2" name="Shape 146"/>
          <p:cNvSpPr/>
          <p:nvPr/>
        </p:nvSpPr>
        <p:spPr>
          <a:xfrm>
            <a:off x="8680450" y="5003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3" name="Shape 147"/>
          <p:cNvSpPr/>
          <p:nvPr/>
        </p:nvSpPr>
        <p:spPr>
          <a:xfrm>
            <a:off x="8788400" y="5003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8648700" y="523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8940800" y="34290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56" name="Text 150"/>
          <p:cNvSpPr/>
          <p:nvPr/>
        </p:nvSpPr>
        <p:spPr>
          <a:xfrm>
            <a:off x="8978900" y="3530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57" name="Shape 151"/>
          <p:cNvSpPr/>
          <p:nvPr/>
        </p:nvSpPr>
        <p:spPr>
          <a:xfrm>
            <a:off x="9131300" y="3530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9239250" y="3530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9347200" y="3530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0" name="Text 154"/>
          <p:cNvSpPr/>
          <p:nvPr/>
        </p:nvSpPr>
        <p:spPr>
          <a:xfrm>
            <a:off x="8978900" y="3911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61" name="Shape 155"/>
          <p:cNvSpPr/>
          <p:nvPr/>
        </p:nvSpPr>
        <p:spPr>
          <a:xfrm>
            <a:off x="9131300" y="3911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9239250" y="3911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9347200" y="3911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4" name="Text 158"/>
          <p:cNvSpPr/>
          <p:nvPr/>
        </p:nvSpPr>
        <p:spPr>
          <a:xfrm>
            <a:off x="8978900" y="4292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65" name="Shape 159"/>
          <p:cNvSpPr/>
          <p:nvPr/>
        </p:nvSpPr>
        <p:spPr>
          <a:xfrm>
            <a:off x="9131300" y="4292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9239250" y="4292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9347200" y="4292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8" name="Text 162"/>
          <p:cNvSpPr/>
          <p:nvPr/>
        </p:nvSpPr>
        <p:spPr>
          <a:xfrm>
            <a:off x="8978900" y="4673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69" name="Shape 163"/>
          <p:cNvSpPr/>
          <p:nvPr/>
        </p:nvSpPr>
        <p:spPr>
          <a:xfrm>
            <a:off x="9131300" y="4673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9239250" y="4673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9347200" y="4673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9207500" y="49022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73" name="Shape 167"/>
          <p:cNvSpPr/>
          <p:nvPr/>
        </p:nvSpPr>
        <p:spPr>
          <a:xfrm>
            <a:off x="9499600" y="309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74" name="Text 168"/>
          <p:cNvSpPr/>
          <p:nvPr/>
        </p:nvSpPr>
        <p:spPr>
          <a:xfrm>
            <a:off x="9537700" y="320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75" name="Shape 169"/>
          <p:cNvSpPr/>
          <p:nvPr/>
        </p:nvSpPr>
        <p:spPr>
          <a:xfrm>
            <a:off x="9690100" y="320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9798050" y="3200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9906000" y="320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8" name="Text 172"/>
          <p:cNvSpPr/>
          <p:nvPr/>
        </p:nvSpPr>
        <p:spPr>
          <a:xfrm>
            <a:off x="9537700" y="358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79" name="Shape 173"/>
          <p:cNvSpPr/>
          <p:nvPr/>
        </p:nvSpPr>
        <p:spPr>
          <a:xfrm>
            <a:off x="9690100" y="358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9798050" y="3581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9906000" y="358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2" name="Text 176"/>
          <p:cNvSpPr/>
          <p:nvPr/>
        </p:nvSpPr>
        <p:spPr>
          <a:xfrm>
            <a:off x="9537700" y="3962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83" name="Shape 177"/>
          <p:cNvSpPr/>
          <p:nvPr/>
        </p:nvSpPr>
        <p:spPr>
          <a:xfrm>
            <a:off x="9690100" y="3962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9798050" y="3962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9906000" y="3962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6" name="Text 180"/>
          <p:cNvSpPr/>
          <p:nvPr/>
        </p:nvSpPr>
        <p:spPr>
          <a:xfrm>
            <a:off x="95377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87" name="Shape 181"/>
          <p:cNvSpPr/>
          <p:nvPr/>
        </p:nvSpPr>
        <p:spPr>
          <a:xfrm>
            <a:off x="9690100" y="4343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9798050" y="4343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9906000" y="4343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9766300" y="4572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91" name="Shape 185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2" name="Text 186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3" name="Shape 187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94" name="Text 188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5" name="Shape 189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96" name="Text 190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7" name="Shape 191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8" name="Text 192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99" name="Shape 193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00" name="Text 194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1" name="Shape 195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02" name="Text 196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3" name="Shape 197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04" name="Text 198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5" name="Shape 199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06" name="Text 200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7" name="Shape 201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08" name="Text 202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9" name="Shape 203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10" name="Text 204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1" name="Shape 205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12" name="Text 206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3" name="Shape 207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14" name="Text 208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5" name="Shape 209"/>
          <p:cNvSpPr/>
          <p:nvPr/>
        </p:nvSpPr>
        <p:spPr>
          <a:xfrm>
            <a:off x="9347200" y="5943600"/>
            <a:ext cx="2159000" cy="812800"/>
          </a:xfrm>
          <a:prstGeom prst="roundRect">
            <a:avLst>
              <a:gd name="adj" fmla="val 6750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44880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51992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9104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6216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73328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80440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87552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94664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4" name="Text 218"/>
          <p:cNvSpPr/>
          <p:nvPr/>
        </p:nvSpPr>
        <p:spPr>
          <a:xfrm>
            <a:off x="9448800" y="6172200"/>
            <a:ext cx="558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600" dirty="0"/>
          </a:p>
        </p:txBody>
      </p:sp>
      <p:sp>
        <p:nvSpPr>
          <p:cNvPr id="225" name="Shape 219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26" name="Text 220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227" name="Text 221"/>
          <p:cNvSpPr/>
          <p:nvPr/>
        </p:nvSpPr>
        <p:spPr>
          <a:xfrm>
            <a:off x="105156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228" name="Shape 222"/>
          <p:cNvSpPr/>
          <p:nvPr/>
        </p:nvSpPr>
        <p:spPr>
          <a:xfrm>
            <a:off x="10744200" y="5994400"/>
            <a:ext cx="330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108267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10744200" y="60769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1090930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10744200" y="615950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3" name="Shape 227"/>
          <p:cNvSpPr/>
          <p:nvPr/>
        </p:nvSpPr>
        <p:spPr>
          <a:xfrm>
            <a:off x="109918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4" name="Shape 228"/>
          <p:cNvSpPr/>
          <p:nvPr/>
        </p:nvSpPr>
        <p:spPr>
          <a:xfrm>
            <a:off x="10744200" y="62420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5" name="Text 229"/>
          <p:cNvSpPr/>
          <p:nvPr/>
        </p:nvSpPr>
        <p:spPr>
          <a:xfrm>
            <a:off x="10668000" y="6350000"/>
            <a:ext cx="482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600" dirty="0"/>
          </a:p>
        </p:txBody>
      </p:sp>
      <p:sp>
        <p:nvSpPr>
          <p:cNvPr id="236" name="Text 230"/>
          <p:cNvSpPr/>
          <p:nvPr/>
        </p:nvSpPr>
        <p:spPr>
          <a:xfrm>
            <a:off x="9398000" y="65278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  <p:sp>
        <p:nvSpPr>
          <p:cNvPr id="237" name="Text 231"/>
          <p:cNvSpPr/>
          <p:nvPr/>
        </p:nvSpPr>
        <p:spPr>
          <a:xfrm>
            <a:off x="63500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38" name="Shape 232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39" name="Shape 233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0" name="Text 234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1" name="Shape 235"/>
          <p:cNvSpPr/>
          <p:nvPr/>
        </p:nvSpPr>
        <p:spPr>
          <a:xfrm>
            <a:off x="1447800" y="42545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2" name="Shape 236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Text 237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4" name="Shape 238"/>
          <p:cNvSpPr/>
          <p:nvPr/>
        </p:nvSpPr>
        <p:spPr>
          <a:xfrm>
            <a:off x="1447800" y="46101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5" name="Shape 239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6" name="Text 240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7" name="Shape 241"/>
          <p:cNvSpPr/>
          <p:nvPr/>
        </p:nvSpPr>
        <p:spPr>
          <a:xfrm>
            <a:off x="1447800" y="49657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8" name="Shape 242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Text 243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0" name="Shape 244"/>
          <p:cNvSpPr/>
          <p:nvPr/>
        </p:nvSpPr>
        <p:spPr>
          <a:xfrm>
            <a:off x="1447800" y="53213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51" name="Shape 245"/>
          <p:cNvSpPr/>
          <p:nvPr/>
        </p:nvSpPr>
        <p:spPr>
          <a:xfrm>
            <a:off x="1549400" y="4089400"/>
            <a:ext cx="469900" cy="14732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252" name="Shape 246"/>
          <p:cNvSpPr/>
          <p:nvPr/>
        </p:nvSpPr>
        <p:spPr>
          <a:xfrm>
            <a:off x="1689100" y="41211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53" name="Text 247"/>
          <p:cNvSpPr/>
          <p:nvPr/>
        </p:nvSpPr>
        <p:spPr>
          <a:xfrm>
            <a:off x="1689100" y="41211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54" name="Shape 248"/>
          <p:cNvSpPr/>
          <p:nvPr/>
        </p:nvSpPr>
        <p:spPr>
          <a:xfrm>
            <a:off x="2070100" y="41592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5" name="Shape 249"/>
          <p:cNvSpPr/>
          <p:nvPr/>
        </p:nvSpPr>
        <p:spPr>
          <a:xfrm>
            <a:off x="2159000" y="41592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6" name="Shape 250"/>
          <p:cNvSpPr/>
          <p:nvPr/>
        </p:nvSpPr>
        <p:spPr>
          <a:xfrm>
            <a:off x="2247900" y="41592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7" name="Text 251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58" name="Shape 252"/>
          <p:cNvSpPr/>
          <p:nvPr/>
        </p:nvSpPr>
        <p:spPr>
          <a:xfrm>
            <a:off x="2362200" y="4254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59" name="Shape 253"/>
          <p:cNvSpPr/>
          <p:nvPr/>
        </p:nvSpPr>
        <p:spPr>
          <a:xfrm>
            <a:off x="1689100" y="44767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60" name="Text 254"/>
          <p:cNvSpPr/>
          <p:nvPr/>
        </p:nvSpPr>
        <p:spPr>
          <a:xfrm>
            <a:off x="1689100" y="44767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61" name="Shape 255"/>
          <p:cNvSpPr/>
          <p:nvPr/>
        </p:nvSpPr>
        <p:spPr>
          <a:xfrm>
            <a:off x="2070100" y="45148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2" name="Shape 256"/>
          <p:cNvSpPr/>
          <p:nvPr/>
        </p:nvSpPr>
        <p:spPr>
          <a:xfrm>
            <a:off x="2159000" y="45148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3" name="Shape 257"/>
          <p:cNvSpPr/>
          <p:nvPr/>
        </p:nvSpPr>
        <p:spPr>
          <a:xfrm>
            <a:off x="2247900" y="45148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265" name="Shape 259"/>
          <p:cNvSpPr/>
          <p:nvPr/>
        </p:nvSpPr>
        <p:spPr>
          <a:xfrm>
            <a:off x="2362200" y="4610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66" name="Shape 260"/>
          <p:cNvSpPr/>
          <p:nvPr/>
        </p:nvSpPr>
        <p:spPr>
          <a:xfrm>
            <a:off x="1689100" y="48323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67" name="Text 261"/>
          <p:cNvSpPr/>
          <p:nvPr/>
        </p:nvSpPr>
        <p:spPr>
          <a:xfrm>
            <a:off x="1689100" y="48323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68" name="Shape 262"/>
          <p:cNvSpPr/>
          <p:nvPr/>
        </p:nvSpPr>
        <p:spPr>
          <a:xfrm>
            <a:off x="2070100" y="48704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9" name="Shape 263"/>
          <p:cNvSpPr/>
          <p:nvPr/>
        </p:nvSpPr>
        <p:spPr>
          <a:xfrm>
            <a:off x="2159000" y="48704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0" name="Shape 264"/>
          <p:cNvSpPr/>
          <p:nvPr/>
        </p:nvSpPr>
        <p:spPr>
          <a:xfrm>
            <a:off x="2247900" y="48704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1" name="Text 265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272" name="Shape 266"/>
          <p:cNvSpPr/>
          <p:nvPr/>
        </p:nvSpPr>
        <p:spPr>
          <a:xfrm>
            <a:off x="2362200" y="4965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3" name="Shape 267"/>
          <p:cNvSpPr/>
          <p:nvPr/>
        </p:nvSpPr>
        <p:spPr>
          <a:xfrm>
            <a:off x="1689100" y="51879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74" name="Text 268"/>
          <p:cNvSpPr/>
          <p:nvPr/>
        </p:nvSpPr>
        <p:spPr>
          <a:xfrm>
            <a:off x="1689100" y="51879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2070100" y="52260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6" name="Shape 270"/>
          <p:cNvSpPr/>
          <p:nvPr/>
        </p:nvSpPr>
        <p:spPr>
          <a:xfrm>
            <a:off x="2159000" y="52260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7" name="Shape 271"/>
          <p:cNvSpPr/>
          <p:nvPr/>
        </p:nvSpPr>
        <p:spPr>
          <a:xfrm>
            <a:off x="2247900" y="52260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8" name="Text 272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279" name="Shape 273"/>
          <p:cNvSpPr/>
          <p:nvPr/>
        </p:nvSpPr>
        <p:spPr>
          <a:xfrm>
            <a:off x="2362200" y="53213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80" name="Shape 274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81" name="Text 275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282" name="Shape 276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3" name="Shape 277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85" name="Shape 279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88" name="Shape 282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90" name="Shape 284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91" name="Shape 285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92" name="Shape 286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93" name="Shape 287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94" name="Shape 288"/>
          <p:cNvSpPr/>
          <p:nvPr/>
        </p:nvSpPr>
        <p:spPr>
          <a:xfrm>
            <a:off x="2844800" y="56261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95" name="Shape 289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96" name="Text 290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97" name="Shape 291"/>
          <p:cNvSpPr/>
          <p:nvPr/>
        </p:nvSpPr>
        <p:spPr>
          <a:xfrm>
            <a:off x="5308600" y="40132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98" name="Text 292"/>
          <p:cNvSpPr/>
          <p:nvPr/>
        </p:nvSpPr>
        <p:spPr>
          <a:xfrm>
            <a:off x="58928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299" name="Shape 293"/>
          <p:cNvSpPr/>
          <p:nvPr/>
        </p:nvSpPr>
        <p:spPr>
          <a:xfrm>
            <a:off x="6096000" y="41656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6172200" y="41656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6248400" y="41656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3" name="Text 297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04" name="Shape 298"/>
          <p:cNvSpPr/>
          <p:nvPr/>
        </p:nvSpPr>
        <p:spPr>
          <a:xfrm>
            <a:off x="5308600" y="40640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05" name="Text 299"/>
          <p:cNvSpPr/>
          <p:nvPr/>
        </p:nvSpPr>
        <p:spPr>
          <a:xfrm>
            <a:off x="58928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306" name="Shape 300"/>
          <p:cNvSpPr/>
          <p:nvPr/>
        </p:nvSpPr>
        <p:spPr>
          <a:xfrm>
            <a:off x="6096000" y="45212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7" name="Shape 301"/>
          <p:cNvSpPr/>
          <p:nvPr/>
        </p:nvSpPr>
        <p:spPr>
          <a:xfrm>
            <a:off x="6172200" y="45212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8" name="Shape 302"/>
          <p:cNvSpPr/>
          <p:nvPr/>
        </p:nvSpPr>
        <p:spPr>
          <a:xfrm>
            <a:off x="6248400" y="45212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9" name="Shape 303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0" name="Text 304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11" name="Shape 305"/>
          <p:cNvSpPr/>
          <p:nvPr/>
        </p:nvSpPr>
        <p:spPr>
          <a:xfrm>
            <a:off x="5308600" y="41148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12" name="Text 306"/>
          <p:cNvSpPr/>
          <p:nvPr/>
        </p:nvSpPr>
        <p:spPr>
          <a:xfrm>
            <a:off x="58928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313" name="Shape 307"/>
          <p:cNvSpPr/>
          <p:nvPr/>
        </p:nvSpPr>
        <p:spPr>
          <a:xfrm>
            <a:off x="6096000" y="48768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4" name="Shape 308"/>
          <p:cNvSpPr/>
          <p:nvPr/>
        </p:nvSpPr>
        <p:spPr>
          <a:xfrm>
            <a:off x="6172200" y="48768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5" name="Shape 309"/>
          <p:cNvSpPr/>
          <p:nvPr/>
        </p:nvSpPr>
        <p:spPr>
          <a:xfrm>
            <a:off x="6248400" y="48768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6" name="Shape 310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18" name="Shape 312"/>
          <p:cNvSpPr/>
          <p:nvPr/>
        </p:nvSpPr>
        <p:spPr>
          <a:xfrm>
            <a:off x="5308600" y="41656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19" name="Text 313"/>
          <p:cNvSpPr/>
          <p:nvPr/>
        </p:nvSpPr>
        <p:spPr>
          <a:xfrm>
            <a:off x="58928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6096000" y="52324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1" name="Shape 315"/>
          <p:cNvSpPr/>
          <p:nvPr/>
        </p:nvSpPr>
        <p:spPr>
          <a:xfrm>
            <a:off x="6172200" y="52324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2" name="Shape 316"/>
          <p:cNvSpPr/>
          <p:nvPr/>
        </p:nvSpPr>
        <p:spPr>
          <a:xfrm>
            <a:off x="6248400" y="52324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3" name="Shape 317"/>
          <p:cNvSpPr/>
          <p:nvPr/>
        </p:nvSpPr>
        <p:spPr>
          <a:xfrm>
            <a:off x="6337300" y="41211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24" name="Shape 318"/>
          <p:cNvSpPr/>
          <p:nvPr/>
        </p:nvSpPr>
        <p:spPr>
          <a:xfrm>
            <a:off x="6375400" y="41211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6375400" y="41211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6337300" y="44767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27" name="Shape 321"/>
          <p:cNvSpPr/>
          <p:nvPr/>
        </p:nvSpPr>
        <p:spPr>
          <a:xfrm>
            <a:off x="6375400" y="44767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28" name="Text 322"/>
          <p:cNvSpPr/>
          <p:nvPr/>
        </p:nvSpPr>
        <p:spPr>
          <a:xfrm>
            <a:off x="6375400" y="44767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29" name="Shape 323"/>
          <p:cNvSpPr/>
          <p:nvPr/>
        </p:nvSpPr>
        <p:spPr>
          <a:xfrm>
            <a:off x="6337300" y="48323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30" name="Shape 324"/>
          <p:cNvSpPr/>
          <p:nvPr/>
        </p:nvSpPr>
        <p:spPr>
          <a:xfrm>
            <a:off x="6375400" y="48323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31" name="Text 325"/>
          <p:cNvSpPr/>
          <p:nvPr/>
        </p:nvSpPr>
        <p:spPr>
          <a:xfrm>
            <a:off x="6375400" y="48323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32" name="Shape 326"/>
          <p:cNvSpPr/>
          <p:nvPr/>
        </p:nvSpPr>
        <p:spPr>
          <a:xfrm>
            <a:off x="6337300" y="51879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33" name="Shape 327"/>
          <p:cNvSpPr/>
          <p:nvPr/>
        </p:nvSpPr>
        <p:spPr>
          <a:xfrm>
            <a:off x="6375400" y="51879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34" name="Text 328"/>
          <p:cNvSpPr/>
          <p:nvPr/>
        </p:nvSpPr>
        <p:spPr>
          <a:xfrm>
            <a:off x="6375400" y="51879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35" name="Shape 329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336" name="Text 330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37" name="Shape 331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2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Shape 333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0" name="Text 334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41" name="Shape 335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2" name="Shape 336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3" name="Shape 337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4" name="Text 338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45" name="Shape 339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6" name="Shape 340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7" name="Shape 341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8" name="Text 342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49" name="Shape 343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0" name="Shape 344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1" name="Shape 345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2" name="Shape 346"/>
          <p:cNvSpPr/>
          <p:nvPr/>
        </p:nvSpPr>
        <p:spPr>
          <a:xfrm>
            <a:off x="7010400" y="5740400"/>
            <a:ext cx="203200" cy="1143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3" name="Shape 347"/>
          <p:cNvSpPr/>
          <p:nvPr/>
        </p:nvSpPr>
        <p:spPr>
          <a:xfrm>
            <a:off x="7213600" y="5854700"/>
            <a:ext cx="660400" cy="-3175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4" name="Shape 348"/>
          <p:cNvSpPr/>
          <p:nvPr/>
        </p:nvSpPr>
        <p:spPr>
          <a:xfrm>
            <a:off x="7874000" y="5537200"/>
            <a:ext cx="1016000" cy="-5080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5" name="Shape 349"/>
          <p:cNvSpPr/>
          <p:nvPr/>
        </p:nvSpPr>
        <p:spPr>
          <a:xfrm>
            <a:off x="8890000" y="5029200"/>
            <a:ext cx="889000" cy="-4445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6" name="Shape 350"/>
          <p:cNvSpPr/>
          <p:nvPr/>
        </p:nvSpPr>
        <p:spPr>
          <a:xfrm rot="3780000">
            <a:off x="9829800" y="4241800"/>
            <a:ext cx="304800" cy="254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57" name="Text 351"/>
          <p:cNvSpPr/>
          <p:nvPr/>
        </p:nvSpPr>
        <p:spPr>
          <a:xfrm rot="19320000">
            <a:off x="9321800" y="45720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Heads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77388" y="3744849"/>
            <a:ext cx="5325237" cy="18992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1660" y="2545501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Position Information</a:t>
            </a:r>
            <a:endParaRPr lang="en-US" sz="3960" dirty="0"/>
          </a:p>
        </p:txBody>
      </p:sp>
      <p:sp>
        <p:nvSpPr>
          <p:cNvPr id="7" name="Text 5"/>
          <p:cNvSpPr/>
          <p:nvPr/>
        </p:nvSpPr>
        <p:spPr>
          <a:xfrm>
            <a:off x="3342513" y="3942316"/>
            <a:ext cx="533400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10" b="1" spc="15" kern="0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Position </a:t>
            </a:r>
            <a:pPr algn="l" indent="0" marL="0">
              <a:buNone/>
            </a:pPr>
            <a:r>
              <a:rPr lang="en-US" sz="311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3110" dirty="0"/>
          </a:p>
        </p:txBody>
      </p:sp>
      <p:sp>
        <p:nvSpPr>
          <p:cNvPr id="8" name="Text 6"/>
          <p:cNvSpPr/>
          <p:nvPr/>
        </p:nvSpPr>
        <p:spPr>
          <a:xfrm>
            <a:off x="3342513" y="4818870"/>
            <a:ext cx="533400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10" b="1" spc="15" kern="0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Position </a:t>
            </a:r>
            <a:pPr algn="l" indent="0" marL="0">
              <a:buNone/>
            </a:pPr>
            <a:r>
              <a:rPr lang="en-US" sz="311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31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Text 133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9" name="Shape 157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Text 163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66" name="Shape 164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2" name="Shape 200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8" name="Shape 216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9" name="Shape 217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0" name="Shape 218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1" name="Shape 219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2" name="Shape 220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28" name="Text 226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013700" y="3403600"/>
            <a:ext cx="1193800" cy="10795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013700" y="4419600"/>
            <a:ext cx="228600" cy="2794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00" dirty="0"/>
          </a:p>
        </p:txBody>
      </p:sp>
      <p:sp>
        <p:nvSpPr>
          <p:cNvPr id="240" name="Shape 238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solidFill>
            <a:srgbClr val="807560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242" name="Shape 240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8089900" y="3517900"/>
            <a:ext cx="0" cy="162560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89900" y="35687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5400000">
            <a:off x="8223250" y="35306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089900" y="44450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5400000">
            <a:off x="8223250" y="44069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191500" y="4178300"/>
            <a:ext cx="5207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16200000">
            <a:off x="8121650" y="41402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191500" y="5105400"/>
            <a:ext cx="5334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16200000">
            <a:off x="8121650" y="50673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55" name="Shape 253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57" name="Shape 255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259" name="Shape 257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6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9499600" y="351790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99600" y="393065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420350" y="3517900"/>
            <a:ext cx="0" cy="419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766300" y="39465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766300" y="40100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65690" y="2458720"/>
            <a:ext cx="0" cy="16256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65690" y="3181350"/>
            <a:ext cx="0" cy="16510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131050" y="5238750"/>
            <a:ext cx="4457700" cy="1066800"/>
          </a:xfrm>
          <a:prstGeom prst="rect">
            <a:avLst>
              <a:gd name="adj" fmla="val 10286"/>
            </a:avLst>
          </a:prstGeom>
          <a:solidFill>
            <a:srgbClr val="FFFF00">
              <a:alpha val="50000"/>
            </a:srgbClr>
          </a:solidFill>
          <a:ln w="3175">
            <a:solidFill>
              <a:srgbClr val="FFFF00">
                <a:alpha val="5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753860" y="4239260"/>
            <a:ext cx="906780" cy="90678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flipV="1" rot="20400000">
            <a:off x="7274560" y="4973955"/>
            <a:ext cx="371475" cy="57023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20520000">
            <a:off x="7073900" y="5105400"/>
            <a:ext cx="279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20520000">
            <a:off x="7162800" y="5149850"/>
            <a:ext cx="2032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 rot="20520000">
            <a:off x="6826250" y="4356100"/>
            <a:ext cx="7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8450" y="714364"/>
            <a:ext cx="109220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 of Input Sequence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52826" y="1222744"/>
            <a:ext cx="1268374" cy="59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6402" y="2046766"/>
            <a:ext cx="1228737" cy="59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600" b="1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6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600" b="1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6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50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word2vec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2826" y="2963824"/>
            <a:ext cx="1070190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  <a:p>
            <a:pPr algn="l" indent="0" marL="0">
              <a:lnSpc>
                <a:spcPts val="146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9614" y="3973917"/>
            <a:ext cx="1083402" cy="38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40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47112" y="1275906"/>
            <a:ext cx="9473165" cy="558209"/>
          </a:xfrm>
          <a:prstGeom prst="roundRect">
            <a:avLst>
              <a:gd name="adj" fmla="val 9829"/>
            </a:avLst>
          </a:prstGeom>
          <a:ln w="12700">
            <a:solidFill>
              <a:srgbClr val="595959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2131708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1708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01486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1486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071263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1263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41040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1040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10817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0817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80595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0595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504130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4130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481834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81834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76458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4278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8704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96524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94708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688" y="2053412"/>
            <a:ext cx="9499590" cy="505046"/>
          </a:xfrm>
          <a:prstGeom prst="roundRect">
            <a:avLst>
              <a:gd name="adj" fmla="val 10863"/>
            </a:avLst>
          </a:prstGeom>
          <a:solidFill>
            <a:srgbClr val="E7FEE9"/>
          </a:solidFill>
          <a:ln w="12700">
            <a:solidFill>
              <a:srgbClr val="00A550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2211356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43479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75601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7723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39845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1968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25762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89061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21183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3306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85428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17550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9672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03467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40341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72464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04586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36708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8830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953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54747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118046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50168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82290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14413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46535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78657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32452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82538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4661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6783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78905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11027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43150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96944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33819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5941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98063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30185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62307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94430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48224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504505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36627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768749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00871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032994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65116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618910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0535058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667180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99303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931425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063547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195669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649464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076458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14278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58704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96524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994708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920688" y="2884080"/>
            <a:ext cx="9499590" cy="518337"/>
          </a:xfrm>
          <a:prstGeom prst="roundRect">
            <a:avLst>
              <a:gd name="adj" fmla="val 10585"/>
            </a:avLst>
          </a:prstGeom>
          <a:solidFill>
            <a:srgbClr val="C9C7F6"/>
          </a:solidFill>
          <a:ln w="12700">
            <a:solidFill>
              <a:srgbClr val="3333CC"/>
            </a:solidFill>
            <a:prstDash val="sysDash"/>
          </a:ln>
        </p:spPr>
      </p:sp>
      <p:sp>
        <p:nvSpPr>
          <p:cNvPr id="95" name="Shape 93"/>
          <p:cNvSpPr/>
          <p:nvPr/>
        </p:nvSpPr>
        <p:spPr>
          <a:xfrm>
            <a:off x="2052810" y="2917307"/>
            <a:ext cx="75309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52810" y="2917307"/>
            <a:ext cx="75309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0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3043727" y="2917307"/>
            <a:ext cx="792733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043727" y="2917307"/>
            <a:ext cx="792733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1</a:t>
            </a:r>
            <a:endParaRPr lang="en-US" sz="1350" dirty="0"/>
          </a:p>
        </p:txBody>
      </p:sp>
      <p:sp>
        <p:nvSpPr>
          <p:cNvPr id="99" name="Shape 97"/>
          <p:cNvSpPr/>
          <p:nvPr/>
        </p:nvSpPr>
        <p:spPr>
          <a:xfrm>
            <a:off x="4008219" y="2917307"/>
            <a:ext cx="805946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008219" y="2917307"/>
            <a:ext cx="805946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2</a:t>
            </a:r>
            <a:endParaRPr lang="en-US" sz="1350" dirty="0"/>
          </a:p>
        </p:txBody>
      </p:sp>
      <p:sp>
        <p:nvSpPr>
          <p:cNvPr id="101" name="Shape 99"/>
          <p:cNvSpPr/>
          <p:nvPr/>
        </p:nvSpPr>
        <p:spPr>
          <a:xfrm>
            <a:off x="4985924" y="2917307"/>
            <a:ext cx="673823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85924" y="2917307"/>
            <a:ext cx="673823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3</a:t>
            </a:r>
            <a:endParaRPr lang="en-US" sz="1350" dirty="0"/>
          </a:p>
        </p:txBody>
      </p:sp>
      <p:sp>
        <p:nvSpPr>
          <p:cNvPr id="103" name="Shape 101"/>
          <p:cNvSpPr/>
          <p:nvPr/>
        </p:nvSpPr>
        <p:spPr>
          <a:xfrm>
            <a:off x="6095751" y="2917307"/>
            <a:ext cx="660611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095751" y="2917307"/>
            <a:ext cx="660611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4</a:t>
            </a:r>
            <a:endParaRPr lang="en-US" sz="1350" dirty="0"/>
          </a:p>
        </p:txBody>
      </p:sp>
      <p:sp>
        <p:nvSpPr>
          <p:cNvPr id="105" name="Shape 103"/>
          <p:cNvSpPr/>
          <p:nvPr/>
        </p:nvSpPr>
        <p:spPr>
          <a:xfrm>
            <a:off x="6941333" y="2917307"/>
            <a:ext cx="779521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41333" y="2917307"/>
            <a:ext cx="779521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5</a:t>
            </a:r>
            <a:endParaRPr lang="en-US" sz="1350" dirty="0"/>
          </a:p>
        </p:txBody>
      </p:sp>
      <p:sp>
        <p:nvSpPr>
          <p:cNvPr id="107" name="Shape 105"/>
          <p:cNvSpPr/>
          <p:nvPr/>
        </p:nvSpPr>
        <p:spPr>
          <a:xfrm>
            <a:off x="9398807" y="2917307"/>
            <a:ext cx="87200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398807" y="2917307"/>
            <a:ext cx="87200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109" name="Shape 107"/>
          <p:cNvSpPr/>
          <p:nvPr/>
        </p:nvSpPr>
        <p:spPr>
          <a:xfrm>
            <a:off x="10389724" y="2917307"/>
            <a:ext cx="87200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389724" y="2917307"/>
            <a:ext cx="87200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sp>
        <p:nvSpPr>
          <p:cNvPr id="111" name="Shape 109"/>
          <p:cNvSpPr/>
          <p:nvPr/>
        </p:nvSpPr>
        <p:spPr>
          <a:xfrm>
            <a:off x="8076458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14278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58704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796524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94708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3333013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4304112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5281817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6252915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7224014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10731859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617968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3" name="Text 121"/>
          <p:cNvSpPr/>
          <p:nvPr/>
        </p:nvSpPr>
        <p:spPr>
          <a:xfrm>
            <a:off x="3622097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4" name="Text 122"/>
          <p:cNvSpPr/>
          <p:nvPr/>
        </p:nvSpPr>
        <p:spPr>
          <a:xfrm>
            <a:off x="4613014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5" name="Text 123"/>
          <p:cNvSpPr/>
          <p:nvPr/>
        </p:nvSpPr>
        <p:spPr>
          <a:xfrm>
            <a:off x="5617143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6" name="Text 124"/>
          <p:cNvSpPr/>
          <p:nvPr/>
        </p:nvSpPr>
        <p:spPr>
          <a:xfrm>
            <a:off x="6568423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7" name="Text 125"/>
          <p:cNvSpPr/>
          <p:nvPr/>
        </p:nvSpPr>
        <p:spPr>
          <a:xfrm>
            <a:off x="10069662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8" name="Shape 126"/>
          <p:cNvSpPr/>
          <p:nvPr/>
        </p:nvSpPr>
        <p:spPr>
          <a:xfrm>
            <a:off x="1933900" y="3907463"/>
            <a:ext cx="9473165" cy="49175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791633" y="3985165"/>
            <a:ext cx="96520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2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</a:t>
            </a:r>
            <a:pPr algn="ctr" indent="0" marL="0">
              <a:buNone/>
            </a:pPr>
            <a:r>
              <a:rPr lang="en-US" sz="2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Encoding and Position Information (for Each Word)</a:t>
            </a:r>
            <a:endParaRPr lang="en-US" sz="2020" dirty="0"/>
          </a:p>
        </p:txBody>
      </p:sp>
      <p:sp>
        <p:nvSpPr>
          <p:cNvPr id="130" name="Shape 128"/>
          <p:cNvSpPr/>
          <p:nvPr/>
        </p:nvSpPr>
        <p:spPr>
          <a:xfrm>
            <a:off x="7820090" y="3508743"/>
            <a:ext cx="105410" cy="28958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7790245" y="3798332"/>
            <a:ext cx="165100" cy="825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213979" y="2604976"/>
            <a:ext cx="105410" cy="121993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9184134" y="3824913"/>
            <a:ext cx="165100" cy="825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64928" y="4399219"/>
            <a:ext cx="105410" cy="30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6535083" y="4702099"/>
            <a:ext cx="165100" cy="825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64928" y="5568800"/>
            <a:ext cx="105410" cy="27629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6535083" y="5845098"/>
            <a:ext cx="165100" cy="825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894263" y="4758068"/>
            <a:ext cx="9526014" cy="531628"/>
          </a:xfrm>
          <a:prstGeom prst="roundRect">
            <a:avLst>
              <a:gd name="adj" fmla="val 1032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ysDash"/>
          </a:ln>
        </p:spPr>
      </p:sp>
      <p:sp>
        <p:nvSpPr>
          <p:cNvPr id="139" name="Shape 137"/>
          <p:cNvSpPr/>
          <p:nvPr/>
        </p:nvSpPr>
        <p:spPr>
          <a:xfrm>
            <a:off x="2131708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131708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0</a:t>
            </a:r>
            <a:endParaRPr lang="en-US" sz="1350" dirty="0"/>
          </a:p>
        </p:txBody>
      </p:sp>
      <p:sp>
        <p:nvSpPr>
          <p:cNvPr id="141" name="Shape 139"/>
          <p:cNvSpPr/>
          <p:nvPr/>
        </p:nvSpPr>
        <p:spPr>
          <a:xfrm>
            <a:off x="3101486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101486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1</a:t>
            </a:r>
            <a:endParaRPr lang="en-US" sz="1350" dirty="0"/>
          </a:p>
        </p:txBody>
      </p:sp>
      <p:sp>
        <p:nvSpPr>
          <p:cNvPr id="143" name="Shape 141"/>
          <p:cNvSpPr/>
          <p:nvPr/>
        </p:nvSpPr>
        <p:spPr>
          <a:xfrm>
            <a:off x="4071263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071263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2</a:t>
            </a:r>
            <a:endParaRPr lang="en-US" sz="1350" dirty="0"/>
          </a:p>
        </p:txBody>
      </p:sp>
      <p:sp>
        <p:nvSpPr>
          <p:cNvPr id="145" name="Shape 143"/>
          <p:cNvSpPr/>
          <p:nvPr/>
        </p:nvSpPr>
        <p:spPr>
          <a:xfrm>
            <a:off x="5041040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041040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3</a:t>
            </a:r>
            <a:endParaRPr lang="en-US" sz="1350" dirty="0"/>
          </a:p>
        </p:txBody>
      </p:sp>
      <p:sp>
        <p:nvSpPr>
          <p:cNvPr id="147" name="Shape 145"/>
          <p:cNvSpPr/>
          <p:nvPr/>
        </p:nvSpPr>
        <p:spPr>
          <a:xfrm>
            <a:off x="6010817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010817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4</a:t>
            </a:r>
            <a:endParaRPr lang="en-US" sz="1350" dirty="0"/>
          </a:p>
        </p:txBody>
      </p:sp>
      <p:sp>
        <p:nvSpPr>
          <p:cNvPr id="149" name="Shape 147"/>
          <p:cNvSpPr/>
          <p:nvPr/>
        </p:nvSpPr>
        <p:spPr>
          <a:xfrm>
            <a:off x="6980595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980595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5</a:t>
            </a:r>
            <a:endParaRPr lang="en-US" sz="1350" dirty="0"/>
          </a:p>
        </p:txBody>
      </p:sp>
      <p:sp>
        <p:nvSpPr>
          <p:cNvPr id="151" name="Shape 149"/>
          <p:cNvSpPr/>
          <p:nvPr/>
        </p:nvSpPr>
        <p:spPr>
          <a:xfrm>
            <a:off x="9504130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504130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153" name="Shape 151"/>
          <p:cNvSpPr/>
          <p:nvPr/>
        </p:nvSpPr>
        <p:spPr>
          <a:xfrm>
            <a:off x="10481834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481834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pic>
        <p:nvPicPr>
          <p:cNvPr id="155" name="Image 0" descr="/home/ahmed/Projects/ai_llm_slides/videos/deep-learning/002_transformers_part2/recreated_pptx/build/assets/brace_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234" y="5316277"/>
            <a:ext cx="9076798" cy="279105"/>
          </a:xfrm>
          <a:prstGeom prst="rect">
            <a:avLst/>
          </a:prstGeom>
        </p:spPr>
      </p:pic>
      <p:sp>
        <p:nvSpPr>
          <p:cNvPr id="156" name="Text 153"/>
          <p:cNvSpPr/>
          <p:nvPr/>
        </p:nvSpPr>
        <p:spPr>
          <a:xfrm>
            <a:off x="2801027" y="6026373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first Self Attention Layer in Transformer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625890" y="5515637"/>
            <a:ext cx="1770438" cy="1302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00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702090" y="5566437"/>
            <a:ext cx="787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00" dirty="0"/>
          </a:p>
        </p:txBody>
      </p:sp>
      <p:sp>
        <p:nvSpPr>
          <p:cNvPr id="159" name="Shape 156"/>
          <p:cNvSpPr/>
          <p:nvPr/>
        </p:nvSpPr>
        <p:spPr>
          <a:xfrm>
            <a:off x="2081310" y="5515637"/>
            <a:ext cx="0" cy="15938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821595" y="5675022"/>
            <a:ext cx="158750" cy="1587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1821595" y="5675022"/>
            <a:ext cx="15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</a:t>
            </a:r>
            <a:endParaRPr lang="en-US" sz="1300" dirty="0"/>
          </a:p>
        </p:txBody>
      </p:sp>
      <p:sp>
        <p:nvSpPr>
          <p:cNvPr id="162" name="Shape 159"/>
          <p:cNvSpPr/>
          <p:nvPr/>
        </p:nvSpPr>
        <p:spPr>
          <a:xfrm>
            <a:off x="2001935" y="5675022"/>
            <a:ext cx="158750" cy="1587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2001935" y="5675022"/>
            <a:ext cx="15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64" name="Shape 161"/>
          <p:cNvSpPr/>
          <p:nvPr/>
        </p:nvSpPr>
        <p:spPr>
          <a:xfrm>
            <a:off x="1980345" y="5754397"/>
            <a:ext cx="2159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485680" y="5967757"/>
            <a:ext cx="910590" cy="345440"/>
          </a:xfrm>
          <a:prstGeom prst="rect">
            <a:avLst/>
          </a:prstGeom>
          <a:solidFill>
            <a:srgbClr val="F4B8D0"/>
          </a:solidFill>
          <a:ln w="9525">
            <a:solidFill>
              <a:srgbClr val="C88AA6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1485680" y="5967757"/>
            <a:ext cx="91059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1991775" y="5833772"/>
            <a:ext cx="0" cy="13398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8" name="Shape 165"/>
          <p:cNvSpPr/>
          <p:nvPr/>
        </p:nvSpPr>
        <p:spPr>
          <a:xfrm>
            <a:off x="1991775" y="6351297"/>
            <a:ext cx="0" cy="2159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69" name="Text 166"/>
          <p:cNvSpPr/>
          <p:nvPr/>
        </p:nvSpPr>
        <p:spPr>
          <a:xfrm>
            <a:off x="1850170" y="6579897"/>
            <a:ext cx="5588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800" dirty="0"/>
          </a:p>
        </p:txBody>
      </p:sp>
      <p:sp>
        <p:nvSpPr>
          <p:cNvPr id="170" name="Shape 167"/>
          <p:cNvSpPr/>
          <p:nvPr/>
        </p:nvSpPr>
        <p:spPr>
          <a:xfrm>
            <a:off x="11492944" y="1993604"/>
            <a:ext cx="0" cy="398721"/>
          </a:xfrm>
          <a:prstGeom prst="line">
            <a:avLst/>
          </a:prstGeom>
          <a:noFill/>
          <a:ln w="15875">
            <a:solidFill>
              <a:srgbClr val="C00000"/>
            </a:solidFill>
            <a:prstDash val="sysDash"/>
          </a:ln>
        </p:spPr>
      </p:sp>
      <p:sp>
        <p:nvSpPr>
          <p:cNvPr id="171" name="Shape 168"/>
          <p:cNvSpPr/>
          <p:nvPr/>
        </p:nvSpPr>
        <p:spPr>
          <a:xfrm>
            <a:off x="11492944" y="2458778"/>
            <a:ext cx="0" cy="1129709"/>
          </a:xfrm>
          <a:prstGeom prst="line">
            <a:avLst/>
          </a:prstGeom>
          <a:noFill/>
          <a:ln w="15875">
            <a:solidFill>
              <a:srgbClr val="C00000"/>
            </a:solidFill>
            <a:prstDash val="sysDash"/>
          </a:ln>
        </p:spPr>
      </p:sp>
      <p:sp>
        <p:nvSpPr>
          <p:cNvPr id="172" name="Text 169"/>
          <p:cNvSpPr/>
          <p:nvPr/>
        </p:nvSpPr>
        <p:spPr>
          <a:xfrm>
            <a:off x="2449177" y="6207934"/>
            <a:ext cx="971558" cy="474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4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</a:t>
            </a:r>
            <a:endParaRPr lang="en-US" sz="140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8167" y="1475267"/>
            <a:ext cx="10814206" cy="3262865"/>
          </a:xfrm>
          <a:prstGeom prst="rect">
            <a:avLst/>
          </a:prstGeom>
          <a:solidFill>
            <a:srgbClr val="FFFFFF"/>
          </a:solidFill>
          <a:ln w="15875">
            <a:solidFill>
              <a:srgbClr val="3529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499" y="672438"/>
            <a:ext cx="990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AE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Position </a:t>
            </a:r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00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920661" y="1800889"/>
            <a:ext cx="9532620" cy="531628"/>
          </a:xfrm>
          <a:prstGeom prst="roundRect">
            <a:avLst>
              <a:gd name="adj" fmla="val 10320"/>
            </a:avLst>
          </a:prstGeom>
          <a:solidFill>
            <a:srgbClr val="C8C5F6"/>
          </a:solidFill>
          <a:ln w="12700">
            <a:solidFill>
              <a:srgbClr val="2E2A62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2099026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5269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519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9761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41223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466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05716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1958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3420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9663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7913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4155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31811" y="1907214"/>
            <a:ext cx="845582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8054" y="1907214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35940" y="1907214"/>
            <a:ext cx="845582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82183" y="1907214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6287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7501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8534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19747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7931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13050" y="2339162"/>
            <a:ext cx="101600" cy="434901"/>
          </a:xfrm>
          <a:prstGeom prst="rect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587650" y="2774063"/>
            <a:ext cx="152400" cy="63500"/>
          </a:xfrm>
          <a:prstGeom prst="triangle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0479" y="2850853"/>
            <a:ext cx="9605287" cy="491756"/>
          </a:xfrm>
          <a:prstGeom prst="rect">
            <a:avLst/>
          </a:prstGeom>
          <a:solidFill>
            <a:srgbClr val="0000A6"/>
          </a:solidFill>
          <a:ln w="12700">
            <a:solidFill>
              <a:srgbClr val="0000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40479" y="2850853"/>
            <a:ext cx="9605287" cy="491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50" b="1" spc="170" kern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pPr algn="ctr" indent="0" marL="0">
              <a:buNone/>
            </a:pPr>
            <a:r>
              <a:rPr lang="en-US" sz="1850" b="1" spc="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map the positions to real valued vectors</a:t>
            </a:r>
            <a:endParaRPr lang="en-US" sz="2050" dirty="0"/>
          </a:p>
        </p:txBody>
      </p:sp>
      <p:sp>
        <p:nvSpPr>
          <p:cNvPr id="33" name="Shape 31"/>
          <p:cNvSpPr/>
          <p:nvPr/>
        </p:nvSpPr>
        <p:spPr>
          <a:xfrm>
            <a:off x="6599581" y="3349254"/>
            <a:ext cx="88900" cy="434901"/>
          </a:xfrm>
          <a:prstGeom prst="rect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567831" y="3784155"/>
            <a:ext cx="152400" cy="63500"/>
          </a:xfrm>
          <a:prstGeom prst="triangle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661" y="3847655"/>
            <a:ext cx="9519408" cy="518337"/>
          </a:xfrm>
          <a:prstGeom prst="roundRect">
            <a:avLst>
              <a:gd name="adj" fmla="val 10585"/>
            </a:avLst>
          </a:prstGeom>
          <a:solidFill>
            <a:srgbClr val="EBFFD8"/>
          </a:solidFill>
          <a:ln w="12700">
            <a:solidFill>
              <a:srgbClr val="5A8568"/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>
            <a:off x="2099026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9389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1560" dirty="0"/>
          </a:p>
        </p:txBody>
      </p:sp>
      <p:sp>
        <p:nvSpPr>
          <p:cNvPr id="38" name="Shape 36"/>
          <p:cNvSpPr/>
          <p:nvPr/>
        </p:nvSpPr>
        <p:spPr>
          <a:xfrm>
            <a:off x="3063519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23882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560" dirty="0"/>
          </a:p>
        </p:txBody>
      </p:sp>
      <p:sp>
        <p:nvSpPr>
          <p:cNvPr id="40" name="Shape 38"/>
          <p:cNvSpPr/>
          <p:nvPr/>
        </p:nvSpPr>
        <p:spPr>
          <a:xfrm>
            <a:off x="4041223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1587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560" dirty="0"/>
          </a:p>
        </p:txBody>
      </p:sp>
      <p:sp>
        <p:nvSpPr>
          <p:cNvPr id="42" name="Shape 40"/>
          <p:cNvSpPr/>
          <p:nvPr/>
        </p:nvSpPr>
        <p:spPr>
          <a:xfrm>
            <a:off x="5005716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6079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560" dirty="0"/>
          </a:p>
        </p:txBody>
      </p:sp>
      <p:sp>
        <p:nvSpPr>
          <p:cNvPr id="44" name="Shape 42"/>
          <p:cNvSpPr/>
          <p:nvPr/>
        </p:nvSpPr>
        <p:spPr>
          <a:xfrm>
            <a:off x="5983420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784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560" dirty="0"/>
          </a:p>
        </p:txBody>
      </p:sp>
      <p:sp>
        <p:nvSpPr>
          <p:cNvPr id="46" name="Shape 44"/>
          <p:cNvSpPr/>
          <p:nvPr/>
        </p:nvSpPr>
        <p:spPr>
          <a:xfrm>
            <a:off x="6947913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8276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560" dirty="0"/>
          </a:p>
        </p:txBody>
      </p:sp>
      <p:sp>
        <p:nvSpPr>
          <p:cNvPr id="48" name="Shape 46"/>
          <p:cNvSpPr/>
          <p:nvPr/>
        </p:nvSpPr>
        <p:spPr>
          <a:xfrm>
            <a:off x="9431811" y="3980562"/>
            <a:ext cx="845582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92174" y="3987472"/>
            <a:ext cx="8455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1560" dirty="0"/>
          </a:p>
        </p:txBody>
      </p:sp>
      <p:sp>
        <p:nvSpPr>
          <p:cNvPr id="50" name="Shape 48"/>
          <p:cNvSpPr/>
          <p:nvPr/>
        </p:nvSpPr>
        <p:spPr>
          <a:xfrm>
            <a:off x="10435940" y="3980562"/>
            <a:ext cx="845582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96303" y="3987472"/>
            <a:ext cx="8455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1560" dirty="0"/>
          </a:p>
        </p:txBody>
      </p:sp>
      <p:sp>
        <p:nvSpPr>
          <p:cNvPr id="52" name="Shape 50"/>
          <p:cNvSpPr/>
          <p:nvPr/>
        </p:nvSpPr>
        <p:spPr>
          <a:xfrm flipH="1">
            <a:off x="3750554" y="3335964"/>
            <a:ext cx="290669" cy="1714499"/>
          </a:xfrm>
          <a:prstGeom prst="line">
            <a:avLst/>
          </a:prstGeom>
          <a:noFill/>
          <a:ln w="12700">
            <a:solidFill>
              <a:srgbClr val="D4C8A8"/>
            </a:solidFill>
            <a:prstDash val="solid"/>
          </a:ln>
        </p:spPr>
      </p:sp>
      <p:pic>
        <p:nvPicPr>
          <p:cNvPr id="53" name="Image 0" descr="/home/ahmed/Projects/ai_llm_slides/videos/deep-learning/002_transformers_part2/recreated_pptx/build/assets/brace_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814" y="4465672"/>
            <a:ext cx="9116435" cy="206006"/>
          </a:xfrm>
          <a:prstGeom prst="rect">
            <a:avLst/>
          </a:prstGeom>
        </p:spPr>
      </p:pic>
      <p:sp>
        <p:nvSpPr>
          <p:cNvPr id="54" name="Shape 51"/>
          <p:cNvSpPr/>
          <p:nvPr/>
        </p:nvSpPr>
        <p:spPr>
          <a:xfrm>
            <a:off x="738167" y="5057108"/>
            <a:ext cx="2536747" cy="1528430"/>
          </a:xfrm>
          <a:prstGeom prst="rect">
            <a:avLst/>
          </a:prstGeom>
          <a:solidFill>
            <a:srgbClr val="F8FCE0"/>
          </a:solidFill>
          <a:ln w="12700">
            <a:solidFill>
              <a:srgbClr val="DCD0B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70289" y="5248392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with</a:t>
            </a:r>
            <a:endParaRPr lang="en-US" sz="1610" dirty="0"/>
          </a:p>
        </p:txBody>
      </p:sp>
      <p:sp>
        <p:nvSpPr>
          <p:cNvPr id="56" name="Text 53"/>
          <p:cNvSpPr/>
          <p:nvPr/>
        </p:nvSpPr>
        <p:spPr>
          <a:xfrm>
            <a:off x="870289" y="5487625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610" dirty="0"/>
          </a:p>
        </p:txBody>
      </p:sp>
      <p:sp>
        <p:nvSpPr>
          <p:cNvPr id="57" name="Text 54"/>
          <p:cNvSpPr/>
          <p:nvPr/>
        </p:nvSpPr>
        <p:spPr>
          <a:xfrm>
            <a:off x="870289" y="5946154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with</a:t>
            </a:r>
            <a:endParaRPr lang="en-US" sz="1610" dirty="0"/>
          </a:p>
        </p:txBody>
      </p:sp>
      <p:sp>
        <p:nvSpPr>
          <p:cNvPr id="58" name="Text 55"/>
          <p:cNvSpPr/>
          <p:nvPr/>
        </p:nvSpPr>
        <p:spPr>
          <a:xfrm>
            <a:off x="870289" y="6165450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610" dirty="0"/>
          </a:p>
        </p:txBody>
      </p:sp>
      <p:sp>
        <p:nvSpPr>
          <p:cNvPr id="59" name="Shape 56"/>
          <p:cNvSpPr/>
          <p:nvPr/>
        </p:nvSpPr>
        <p:spPr>
          <a:xfrm>
            <a:off x="3909101" y="4924201"/>
            <a:ext cx="5892652" cy="1581592"/>
          </a:xfrm>
          <a:prstGeom prst="rect">
            <a:avLst/>
          </a:prstGeom>
          <a:solidFill>
            <a:srgbClr val="FFFFFF"/>
          </a:solidFill>
          <a:ln w="15875">
            <a:solidFill>
              <a:srgbClr val="478345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791427" y="4996275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valued vectors representing  positions</a:t>
            </a:r>
            <a:endParaRPr lang="en-US" sz="1990" dirty="0"/>
          </a:p>
        </p:txBody>
      </p:sp>
      <p:sp>
        <p:nvSpPr>
          <p:cNvPr id="61" name="Text 58"/>
          <p:cNvSpPr/>
          <p:nvPr/>
        </p:nvSpPr>
        <p:spPr>
          <a:xfrm>
            <a:off x="2791427" y="5275379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for each position)</a:t>
            </a:r>
            <a:endParaRPr lang="en-US" sz="1990" dirty="0"/>
          </a:p>
        </p:txBody>
      </p:sp>
      <p:sp>
        <p:nvSpPr>
          <p:cNvPr id="62" name="Text 59"/>
          <p:cNvSpPr/>
          <p:nvPr/>
        </p:nvSpPr>
        <p:spPr>
          <a:xfrm>
            <a:off x="2791427" y="5846879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 = Word Embedding length</a:t>
            </a:r>
            <a:endParaRPr lang="en-US" sz="1990" dirty="0"/>
          </a:p>
        </p:txBody>
      </p:sp>
      <p:sp>
        <p:nvSpPr>
          <p:cNvPr id="63" name="Text 60"/>
          <p:cNvSpPr/>
          <p:nvPr/>
        </p:nvSpPr>
        <p:spPr>
          <a:xfrm>
            <a:off x="857077" y="1825159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40" dirty="0"/>
          </a:p>
        </p:txBody>
      </p:sp>
      <p:sp>
        <p:nvSpPr>
          <p:cNvPr id="64" name="Text 61"/>
          <p:cNvSpPr/>
          <p:nvPr/>
        </p:nvSpPr>
        <p:spPr>
          <a:xfrm>
            <a:off x="857077" y="203781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40" dirty="0"/>
          </a:p>
        </p:txBody>
      </p:sp>
      <p:sp>
        <p:nvSpPr>
          <p:cNvPr id="65" name="Text 62"/>
          <p:cNvSpPr/>
          <p:nvPr/>
        </p:nvSpPr>
        <p:spPr>
          <a:xfrm>
            <a:off x="857077" y="2875123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1440" dirty="0"/>
          </a:p>
        </p:txBody>
      </p:sp>
      <p:sp>
        <p:nvSpPr>
          <p:cNvPr id="66" name="Text 63"/>
          <p:cNvSpPr/>
          <p:nvPr/>
        </p:nvSpPr>
        <p:spPr>
          <a:xfrm>
            <a:off x="857077" y="308777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1462" y="1475267"/>
            <a:ext cx="10952934" cy="307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2C24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3963" y="715043"/>
            <a:ext cx="9906000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2430" b="1" dirty="0">
                <a:solidFill>
                  <a:srgbClr val="90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2445236" y="1120545"/>
            <a:ext cx="83820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76"/>
              </a:lnSpc>
              <a:buNone/>
            </a:pPr>
            <a:r>
              <a:rPr lang="en-US" sz="2230" b="1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</a:t>
            </a:r>
            <a:pPr algn="ctr" indent="0" marL="0">
              <a:lnSpc>
                <a:spcPts val="2676"/>
              </a:lnSpc>
              <a:buNone/>
            </a:pPr>
            <a:r>
              <a:rPr lang="en-US" sz="2230" b="1" u="sng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Index</a:t>
            </a:r>
            <a:pPr algn="ctr" indent="0" marL="0">
              <a:lnSpc>
                <a:spcPts val="2676"/>
              </a:lnSpc>
              <a:buNone/>
            </a:pPr>
            <a:r>
              <a:rPr lang="en-US" sz="2230" b="1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Position Encoding)</a:t>
            </a:r>
            <a:endParaRPr lang="en-US" sz="2230" dirty="0"/>
          </a:p>
        </p:txBody>
      </p:sp>
      <p:sp>
        <p:nvSpPr>
          <p:cNvPr id="8" name="Shape 6"/>
          <p:cNvSpPr/>
          <p:nvPr/>
        </p:nvSpPr>
        <p:spPr>
          <a:xfrm>
            <a:off x="1985533" y="1568302"/>
            <a:ext cx="9486377" cy="518337"/>
          </a:xfrm>
          <a:prstGeom prst="roundRect">
            <a:avLst>
              <a:gd name="adj" fmla="val 10585"/>
            </a:avLst>
          </a:prstGeom>
          <a:solidFill>
            <a:srgbClr val="E5E8E4"/>
          </a:solidFill>
          <a:ln w="12700">
            <a:solidFill>
              <a:srgbClr val="565652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2170504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0504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3148209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8209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112701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2701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103618" y="1674627"/>
            <a:ext cx="766309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3618" y="1674627"/>
            <a:ext cx="766309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6068111" y="1674627"/>
            <a:ext cx="766309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8111" y="1674627"/>
            <a:ext cx="766309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7032603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2603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9516501" y="1674627"/>
            <a:ext cx="845582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6501" y="1674627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buNone/>
            </a:pPr>
            <a:r>
              <a:rPr lang="en-US" sz="120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10507418" y="1674627"/>
            <a:ext cx="845582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07418" y="1674627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buNone/>
            </a:pPr>
            <a:r>
              <a:rPr lang="en-US" sz="120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812491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273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055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44983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43166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9109" y="2472069"/>
            <a:ext cx="9473165" cy="518337"/>
          </a:xfrm>
          <a:prstGeom prst="roundRect">
            <a:avLst>
              <a:gd name="adj" fmla="val 10585"/>
            </a:avLst>
          </a:prstGeom>
          <a:solidFill>
            <a:srgbClr val="C8C6F8"/>
          </a:solidFill>
          <a:ln w="12700">
            <a:solidFill>
              <a:srgbClr val="241F58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2130868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0868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0</a:t>
            </a:r>
            <a:endParaRPr lang="en-US" sz="1940" dirty="0"/>
          </a:p>
        </p:txBody>
      </p:sp>
      <p:sp>
        <p:nvSpPr>
          <p:cNvPr id="33" name="Shape 31"/>
          <p:cNvSpPr/>
          <p:nvPr/>
        </p:nvSpPr>
        <p:spPr>
          <a:xfrm>
            <a:off x="3095360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5360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1</a:t>
            </a:r>
            <a:endParaRPr lang="en-US" sz="1940" dirty="0"/>
          </a:p>
        </p:txBody>
      </p:sp>
      <p:sp>
        <p:nvSpPr>
          <p:cNvPr id="35" name="Shape 33"/>
          <p:cNvSpPr/>
          <p:nvPr/>
        </p:nvSpPr>
        <p:spPr>
          <a:xfrm>
            <a:off x="4073065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3065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2</a:t>
            </a:r>
            <a:endParaRPr lang="en-US" sz="1940" dirty="0"/>
          </a:p>
        </p:txBody>
      </p:sp>
      <p:sp>
        <p:nvSpPr>
          <p:cNvPr id="37" name="Shape 35"/>
          <p:cNvSpPr/>
          <p:nvPr/>
        </p:nvSpPr>
        <p:spPr>
          <a:xfrm>
            <a:off x="5050769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0769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3</a:t>
            </a:r>
            <a:endParaRPr lang="en-US" sz="1940" dirty="0"/>
          </a:p>
        </p:txBody>
      </p:sp>
      <p:sp>
        <p:nvSpPr>
          <p:cNvPr id="39" name="Shape 37"/>
          <p:cNvSpPr/>
          <p:nvPr/>
        </p:nvSpPr>
        <p:spPr>
          <a:xfrm>
            <a:off x="6015262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5262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4</a:t>
            </a:r>
            <a:endParaRPr lang="en-US" sz="1940" dirty="0"/>
          </a:p>
        </p:txBody>
      </p:sp>
      <p:sp>
        <p:nvSpPr>
          <p:cNvPr id="41" name="Shape 39"/>
          <p:cNvSpPr/>
          <p:nvPr/>
        </p:nvSpPr>
        <p:spPr>
          <a:xfrm>
            <a:off x="6992966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2966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5</a:t>
            </a:r>
            <a:endParaRPr lang="en-US" sz="1940" dirty="0"/>
          </a:p>
        </p:txBody>
      </p:sp>
      <p:sp>
        <p:nvSpPr>
          <p:cNvPr id="43" name="Shape 41"/>
          <p:cNvSpPr/>
          <p:nvPr/>
        </p:nvSpPr>
        <p:spPr>
          <a:xfrm>
            <a:off x="9463652" y="2591685"/>
            <a:ext cx="845582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63652" y="2591685"/>
            <a:ext cx="8455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buNone/>
            </a:pPr>
            <a:r>
              <a:rPr lang="en-US" sz="160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940" dirty="0"/>
          </a:p>
        </p:txBody>
      </p:sp>
      <p:sp>
        <p:nvSpPr>
          <p:cNvPr id="45" name="Shape 43"/>
          <p:cNvSpPr/>
          <p:nvPr/>
        </p:nvSpPr>
        <p:spPr>
          <a:xfrm>
            <a:off x="10454569" y="2591685"/>
            <a:ext cx="845582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54569" y="2591685"/>
            <a:ext cx="8455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buNone/>
            </a:pPr>
            <a:r>
              <a:rPr lang="en-US" sz="160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940" dirty="0"/>
          </a:p>
        </p:txBody>
      </p:sp>
      <p:sp>
        <p:nvSpPr>
          <p:cNvPr id="47" name="Shape 45"/>
          <p:cNvSpPr/>
          <p:nvPr/>
        </p:nvSpPr>
        <p:spPr>
          <a:xfrm>
            <a:off x="813126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6908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0690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51333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49516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59109" y="3482161"/>
            <a:ext cx="9459953" cy="531628"/>
          </a:xfrm>
          <a:prstGeom prst="roundRect">
            <a:avLst>
              <a:gd name="adj" fmla="val 10320"/>
            </a:avLst>
          </a:prstGeom>
          <a:solidFill>
            <a:srgbClr val="F9EDEF"/>
          </a:solidFill>
          <a:ln w="12700">
            <a:solidFill>
              <a:srgbClr val="782C3C"/>
            </a:solidFill>
            <a:prstDash val="sysDash"/>
          </a:ln>
        </p:spPr>
      </p:sp>
      <p:sp>
        <p:nvSpPr>
          <p:cNvPr id="53" name="Shape 51"/>
          <p:cNvSpPr/>
          <p:nvPr/>
        </p:nvSpPr>
        <p:spPr>
          <a:xfrm>
            <a:off x="210444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444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50" dirty="0"/>
          </a:p>
        </p:txBody>
      </p:sp>
      <p:sp>
        <p:nvSpPr>
          <p:cNvPr id="55" name="Shape 53"/>
          <p:cNvSpPr/>
          <p:nvPr/>
        </p:nvSpPr>
        <p:spPr>
          <a:xfrm>
            <a:off x="305572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5572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50" dirty="0"/>
          </a:p>
        </p:txBody>
      </p:sp>
      <p:sp>
        <p:nvSpPr>
          <p:cNvPr id="57" name="Shape 55"/>
          <p:cNvSpPr/>
          <p:nvPr/>
        </p:nvSpPr>
        <p:spPr>
          <a:xfrm>
            <a:off x="4046640" y="3615068"/>
            <a:ext cx="805946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46640" y="3615068"/>
            <a:ext cx="8059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50" dirty="0"/>
          </a:p>
        </p:txBody>
      </p:sp>
      <p:sp>
        <p:nvSpPr>
          <p:cNvPr id="59" name="Shape 57"/>
          <p:cNvSpPr/>
          <p:nvPr/>
        </p:nvSpPr>
        <p:spPr>
          <a:xfrm>
            <a:off x="501113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1113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50" dirty="0"/>
          </a:p>
        </p:txBody>
      </p:sp>
      <p:sp>
        <p:nvSpPr>
          <p:cNvPr id="61" name="Shape 59"/>
          <p:cNvSpPr/>
          <p:nvPr/>
        </p:nvSpPr>
        <p:spPr>
          <a:xfrm>
            <a:off x="6002049" y="3615068"/>
            <a:ext cx="805946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02049" y="3615068"/>
            <a:ext cx="8059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50" dirty="0"/>
          </a:p>
        </p:txBody>
      </p:sp>
      <p:sp>
        <p:nvSpPr>
          <p:cNvPr id="63" name="Shape 61"/>
          <p:cNvSpPr/>
          <p:nvPr/>
        </p:nvSpPr>
        <p:spPr>
          <a:xfrm>
            <a:off x="6966542" y="3615068"/>
            <a:ext cx="779521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66542" y="3615068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50" dirty="0"/>
          </a:p>
        </p:txBody>
      </p:sp>
      <p:sp>
        <p:nvSpPr>
          <p:cNvPr id="65" name="Shape 63"/>
          <p:cNvSpPr/>
          <p:nvPr/>
        </p:nvSpPr>
        <p:spPr>
          <a:xfrm>
            <a:off x="9437228" y="3615068"/>
            <a:ext cx="858795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37228" y="3615068"/>
            <a:ext cx="8587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850" dirty="0"/>
          </a:p>
        </p:txBody>
      </p:sp>
      <p:sp>
        <p:nvSpPr>
          <p:cNvPr id="67" name="Shape 65"/>
          <p:cNvSpPr/>
          <p:nvPr/>
        </p:nvSpPr>
        <p:spPr>
          <a:xfrm>
            <a:off x="10428145" y="3615068"/>
            <a:ext cx="872007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428145" y="3615068"/>
            <a:ext cx="87200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850" dirty="0"/>
          </a:p>
        </p:txBody>
      </p:sp>
      <p:sp>
        <p:nvSpPr>
          <p:cNvPr id="69" name="Shape 67"/>
          <p:cNvSpPr/>
          <p:nvPr/>
        </p:nvSpPr>
        <p:spPr>
          <a:xfrm flipV="1">
            <a:off x="3346392" y="4033725"/>
            <a:ext cx="184971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4337309" y="4033725"/>
            <a:ext cx="132122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5288589" y="4033725"/>
            <a:ext cx="158547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6292718" y="4033725"/>
            <a:ext cx="105698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7257211" y="4033725"/>
            <a:ext cx="105698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10758450" y="4033725"/>
            <a:ext cx="118910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2504448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3422698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4506100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5497017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6448297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9995780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624674" y="4625161"/>
            <a:ext cx="10926510" cy="2060057"/>
          </a:xfrm>
          <a:prstGeom prst="roundRect">
            <a:avLst>
              <a:gd name="adj" fmla="val 3995"/>
            </a:avLst>
          </a:prstGeom>
          <a:solidFill>
            <a:srgbClr val="E8FBF8"/>
          </a:solidFill>
          <a:ln w="19050">
            <a:solidFill>
              <a:srgbClr val="1C1C7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2857" y="4822751"/>
            <a:ext cx="19050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620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1944"/>
              </a:lnSpc>
              <a:buNone/>
            </a:pPr>
            <a:r>
              <a:rPr lang="en-US" sz="1620" b="1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1944"/>
              </a:lnSpc>
              <a:buNone/>
            </a:pPr>
            <a:r>
              <a:rPr lang="en-US" sz="1620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1620" dirty="0"/>
          </a:p>
        </p:txBody>
      </p:sp>
      <p:sp>
        <p:nvSpPr>
          <p:cNvPr id="83" name="Text 81"/>
          <p:cNvSpPr/>
          <p:nvPr/>
        </p:nvSpPr>
        <p:spPr>
          <a:xfrm>
            <a:off x="2236565" y="4817326"/>
            <a:ext cx="83820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position Encoding =</a:t>
            </a:r>
            <a:pPr algn="l" indent="0" marL="0">
              <a:lnSpc>
                <a:spcPts val="2136"/>
              </a:lnSpc>
              <a:buNone/>
            </a:pPr>
            <a:r>
              <a:rPr lang="en-US" sz="178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Last Position Encoding = </a:t>
            </a:r>
            <a:pPr algn="l" indent="0" marL="0">
              <a:lnSpc>
                <a:spcPts val="2136"/>
              </a:lnSpc>
              <a:buNone/>
            </a:pPr>
            <a:r>
              <a:rPr lang="en-US" sz="178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36"/>
              </a:lnSpc>
              <a:buNone/>
            </a:pPr>
            <a:r>
              <a:rPr lang="en-US" sz="1780" u="sng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(Depends on Seq. Length)</a:t>
            </a:r>
            <a:endParaRPr lang="en-US" sz="1780" dirty="0"/>
          </a:p>
        </p:txBody>
      </p:sp>
      <p:sp>
        <p:nvSpPr>
          <p:cNvPr id="84" name="Text 82"/>
          <p:cNvSpPr/>
          <p:nvPr/>
        </p:nvSpPr>
        <p:spPr>
          <a:xfrm>
            <a:off x="822857" y="5122333"/>
            <a:ext cx="254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8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060677" y="5402455"/>
            <a:ext cx="10414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 is large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 e.g. seq. Length = 1024 )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position Values will dominate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Combine Position</a:t>
            </a:r>
            <a:endParaRPr lang="en-US" sz="1770" dirty="0"/>
          </a:p>
        </p:txBody>
      </p:sp>
      <p:sp>
        <p:nvSpPr>
          <p:cNvPr id="86" name="Text 84"/>
          <p:cNvSpPr/>
          <p:nvPr/>
        </p:nvSpPr>
        <p:spPr>
          <a:xfrm>
            <a:off x="1060677" y="5694850"/>
            <a:ext cx="5080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to Word Embedding</a:t>
            </a:r>
            <a:endParaRPr lang="en-US" sz="1770" dirty="0"/>
          </a:p>
        </p:txBody>
      </p:sp>
      <p:sp>
        <p:nvSpPr>
          <p:cNvPr id="87" name="Text 85"/>
          <p:cNvSpPr/>
          <p:nvPr/>
        </p:nvSpPr>
        <p:spPr>
          <a:xfrm>
            <a:off x="1047465" y="5987246"/>
            <a:ext cx="10414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System is trained with Max seq length =256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the system deal with Larger sequence values</a:t>
            </a:r>
            <a:endParaRPr lang="en-US" sz="1770" dirty="0"/>
          </a:p>
        </p:txBody>
      </p:sp>
      <p:sp>
        <p:nvSpPr>
          <p:cNvPr id="88" name="Text 86"/>
          <p:cNvSpPr/>
          <p:nvPr/>
        </p:nvSpPr>
        <p:spPr>
          <a:xfrm>
            <a:off x="1047465" y="6266350"/>
            <a:ext cx="8890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 is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Word embedding is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(how to Combine them ?)</a:t>
            </a:r>
            <a:endParaRPr lang="en-US" sz="1770" dirty="0"/>
          </a:p>
        </p:txBody>
      </p:sp>
      <p:sp>
        <p:nvSpPr>
          <p:cNvPr id="89" name="Shape 87"/>
          <p:cNvSpPr/>
          <p:nvPr/>
        </p:nvSpPr>
        <p:spPr>
          <a:xfrm>
            <a:off x="814101" y="5507293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4101" y="6078793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4101" y="6371188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9645" y="1487739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809645" y="1687099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809645" y="189975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796433" y="2513835"/>
            <a:ext cx="1270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120" b="1" dirty="0">
                <a:solidFill>
                  <a:srgbClr val="1A1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120" dirty="0"/>
          </a:p>
        </p:txBody>
      </p:sp>
      <p:sp>
        <p:nvSpPr>
          <p:cNvPr id="96" name="Text 94"/>
          <p:cNvSpPr/>
          <p:nvPr/>
        </p:nvSpPr>
        <p:spPr>
          <a:xfrm>
            <a:off x="796433" y="2693259"/>
            <a:ext cx="1270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120" b="1" dirty="0">
                <a:solidFill>
                  <a:srgbClr val="1A1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120" dirty="0"/>
          </a:p>
        </p:txBody>
      </p:sp>
      <p:sp>
        <p:nvSpPr>
          <p:cNvPr id="97" name="Text 95"/>
          <p:cNvSpPr/>
          <p:nvPr/>
        </p:nvSpPr>
        <p:spPr>
          <a:xfrm>
            <a:off x="770008" y="3468052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7C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770008" y="3707284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7C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2190" y="698500"/>
            <a:ext cx="110916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090930" y="1051560"/>
            <a:ext cx="1109167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(Normalize Seq. Length to “1”)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874520" y="1567180"/>
            <a:ext cx="9513570" cy="518160"/>
          </a:xfrm>
          <a:prstGeom prst="roundRect">
            <a:avLst>
              <a:gd name="adj" fmla="val 9706"/>
            </a:avLst>
          </a:prstGeom>
          <a:ln w="19050">
            <a:solidFill>
              <a:srgbClr val="0000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47850" y="2482850"/>
            <a:ext cx="9494520" cy="511810"/>
          </a:xfrm>
          <a:prstGeom prst="roundRect">
            <a:avLst>
              <a:gd name="adj" fmla="val 9826"/>
            </a:avLst>
          </a:prstGeom>
          <a:solidFill>
            <a:srgbClr val="CCCCFF"/>
          </a:solidFill>
          <a:ln w="19050">
            <a:solidFill>
              <a:srgbClr val="3333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828800" y="3472180"/>
            <a:ext cx="9530080" cy="544830"/>
          </a:xfrm>
          <a:prstGeom prst="roundRect">
            <a:avLst>
              <a:gd name="adj" fmla="val 9231"/>
            </a:avLst>
          </a:prstGeom>
          <a:solidFill>
            <a:srgbClr val="FFE0E0"/>
          </a:solidFill>
          <a:ln w="19050">
            <a:solidFill>
              <a:srgbClr val="CC000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2δ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3δ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4δ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5δ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1-δ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01370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5119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8868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2744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2683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0862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6008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8487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3506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2683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0400" y="146636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0400" y="166575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60400" y="187784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47700" y="250268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47700" y="270080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09600" y="344502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09600" y="365711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2092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125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841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683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99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2101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1107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312928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419989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519684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615442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6" name="Text 84"/>
          <p:cNvSpPr/>
          <p:nvPr/>
        </p:nvSpPr>
        <p:spPr>
          <a:xfrm>
            <a:off x="970280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692150" y="4621530"/>
            <a:ext cx="10834370" cy="2057400"/>
          </a:xfrm>
          <a:prstGeom prst="roundRect">
            <a:avLst>
              <a:gd name="adj" fmla="val 3111"/>
            </a:avLst>
          </a:prstGeom>
          <a:solidFill>
            <a:srgbClr val="E8FCFA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6450" y="4787900"/>
            <a:ext cx="1073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δ=1/Seq. Length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First position Encoding=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Last Position Encoding=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(Independent of Seq. Length)</a:t>
            </a:r>
            <a:endParaRPr lang="en-US" sz="1700" dirty="0"/>
          </a:p>
        </p:txBody>
      </p:sp>
      <p:sp>
        <p:nvSpPr>
          <p:cNvPr id="89" name="Text 87"/>
          <p:cNvSpPr/>
          <p:nvPr/>
        </p:nvSpPr>
        <p:spPr>
          <a:xfrm>
            <a:off x="793750" y="50927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700" dirty="0"/>
          </a:p>
        </p:txBody>
      </p:sp>
      <p:sp>
        <p:nvSpPr>
          <p:cNvPr id="90" name="Shape 88"/>
          <p:cNvSpPr/>
          <p:nvPr/>
        </p:nvSpPr>
        <p:spPr>
          <a:xfrm>
            <a:off x="1054735" y="549592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4735" y="578167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54735" y="636587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244600" y="53848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depends on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Seq. Length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for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for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sequence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700" dirty="0"/>
          </a:p>
        </p:txBody>
      </p:sp>
      <p:sp>
        <p:nvSpPr>
          <p:cNvPr id="94" name="Text 92"/>
          <p:cNvSpPr/>
          <p:nvPr/>
        </p:nvSpPr>
        <p:spPr>
          <a:xfrm>
            <a:off x="1244600" y="56642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other words, Encoding value of 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# 4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seq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will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from 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#4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seq</a:t>
            </a:r>
            <a:endParaRPr lang="en-US" sz="1700" dirty="0"/>
          </a:p>
        </p:txBody>
      </p:sp>
      <p:sp>
        <p:nvSpPr>
          <p:cNvPr id="95" name="Text 93"/>
          <p:cNvSpPr/>
          <p:nvPr/>
        </p:nvSpPr>
        <p:spPr>
          <a:xfrm>
            <a:off x="1060450" y="59563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(though they are same position)</a:t>
            </a:r>
            <a:endParaRPr lang="en-US" sz="1700" dirty="0"/>
          </a:p>
        </p:txBody>
      </p:sp>
      <p:sp>
        <p:nvSpPr>
          <p:cNvPr id="96" name="Text 94"/>
          <p:cNvSpPr/>
          <p:nvPr/>
        </p:nvSpPr>
        <p:spPr>
          <a:xfrm>
            <a:off x="1244600" y="62484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 is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Word embedding is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(how to Combine them ?)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2190" y="698500"/>
            <a:ext cx="110916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50" dirty="0"/>
          </a:p>
        </p:txBody>
      </p:sp>
      <p:sp>
        <p:nvSpPr>
          <p:cNvPr id="6" name="Shape 4"/>
          <p:cNvSpPr/>
          <p:nvPr/>
        </p:nvSpPr>
        <p:spPr>
          <a:xfrm>
            <a:off x="1874520" y="1567180"/>
            <a:ext cx="9513570" cy="518160"/>
          </a:xfrm>
          <a:prstGeom prst="roundRect">
            <a:avLst>
              <a:gd name="adj" fmla="val 9706"/>
            </a:avLst>
          </a:prstGeom>
          <a:ln w="19050">
            <a:solidFill>
              <a:srgbClr val="00000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47850" y="2482850"/>
            <a:ext cx="9494520" cy="511810"/>
          </a:xfrm>
          <a:prstGeom prst="roundRect">
            <a:avLst>
              <a:gd name="adj" fmla="val 9826"/>
            </a:avLst>
          </a:prstGeom>
          <a:solidFill>
            <a:srgbClr val="CCCCFF"/>
          </a:solidFill>
          <a:ln w="19050">
            <a:solidFill>
              <a:srgbClr val="3333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28800" y="3472180"/>
            <a:ext cx="9530080" cy="544830"/>
          </a:xfrm>
          <a:prstGeom prst="roundRect">
            <a:avLst>
              <a:gd name="adj" fmla="val 9231"/>
            </a:avLst>
          </a:prstGeom>
          <a:solidFill>
            <a:srgbClr val="FFE0E0"/>
          </a:solidFill>
          <a:ln w="19050">
            <a:solidFill>
              <a:srgbClr val="CC00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2δ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3δ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4δ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5δ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1-δ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01370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5119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8868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2744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2683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0862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6008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8487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506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2683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0400" y="146636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60400" y="166575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0400" y="187784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47700" y="250268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47700" y="270080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09600" y="344502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09600" y="365711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32092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125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841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683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99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2101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1107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1" name="Text 79"/>
          <p:cNvSpPr/>
          <p:nvPr/>
        </p:nvSpPr>
        <p:spPr>
          <a:xfrm>
            <a:off x="312928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419989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519684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615442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970280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3743960" y="1076960"/>
            <a:ext cx="5812790" cy="34544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87" name="Text 85"/>
          <p:cNvSpPr/>
          <p:nvPr/>
        </p:nvSpPr>
        <p:spPr>
          <a:xfrm>
            <a:off x="1090930" y="1073150"/>
            <a:ext cx="1109167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(Rules Controlling Good Positional Encoder)</a:t>
            </a:r>
            <a:endParaRPr lang="en-US" sz="2200" dirty="0"/>
          </a:p>
        </p:txBody>
      </p:sp>
      <p:sp>
        <p:nvSpPr>
          <p:cNvPr id="88" name="Shape 86"/>
          <p:cNvSpPr/>
          <p:nvPr/>
        </p:nvSpPr>
        <p:spPr>
          <a:xfrm>
            <a:off x="745490" y="4638040"/>
            <a:ext cx="10721340" cy="2033270"/>
          </a:xfrm>
          <a:prstGeom prst="roundRect">
            <a:avLst>
              <a:gd name="adj" fmla="val 3148"/>
            </a:avLst>
          </a:prstGeom>
          <a:solidFill>
            <a:srgbClr val="FFFFCC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257300" y="5330190"/>
            <a:ext cx="155575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0" name="Shape 88"/>
          <p:cNvSpPr/>
          <p:nvPr/>
        </p:nvSpPr>
        <p:spPr>
          <a:xfrm>
            <a:off x="4972050" y="5330190"/>
            <a:ext cx="124460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1" name="Shape 89"/>
          <p:cNvSpPr/>
          <p:nvPr/>
        </p:nvSpPr>
        <p:spPr>
          <a:xfrm>
            <a:off x="7543800" y="6193790"/>
            <a:ext cx="385445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2" name="Text 90"/>
          <p:cNvSpPr/>
          <p:nvPr/>
        </p:nvSpPr>
        <p:spPr>
          <a:xfrm>
            <a:off x="789940" y="478917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 δ value </a:t>
            </a:r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same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Long sequence and short sequence</a:t>
            </a:r>
            <a:endParaRPr lang="en-US" sz="1775" dirty="0"/>
          </a:p>
        </p:txBody>
      </p:sp>
      <p:sp>
        <p:nvSpPr>
          <p:cNvPr id="93" name="Text 91"/>
          <p:cNvSpPr/>
          <p:nvPr/>
        </p:nvSpPr>
        <p:spPr>
          <a:xfrm>
            <a:off x="1239520" y="5081270"/>
            <a:ext cx="990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(same positions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encoded with 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values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irrespective of the length of the sequence)</a:t>
            </a:r>
            <a:endParaRPr lang="en-US" sz="1775" dirty="0"/>
          </a:p>
        </p:txBody>
      </p:sp>
      <p:sp>
        <p:nvSpPr>
          <p:cNvPr id="94" name="Text 92"/>
          <p:cNvSpPr/>
          <p:nvPr/>
        </p:nvSpPr>
        <p:spPr>
          <a:xfrm>
            <a:off x="777240" y="536067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Range of position encoded values</a:t>
            </a:r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NOT depend on sequence length</a:t>
            </a:r>
            <a:endParaRPr lang="en-US" sz="1775" dirty="0"/>
          </a:p>
        </p:txBody>
      </p:sp>
      <p:sp>
        <p:nvSpPr>
          <p:cNvPr id="95" name="Text 93"/>
          <p:cNvSpPr/>
          <p:nvPr/>
        </p:nvSpPr>
        <p:spPr>
          <a:xfrm>
            <a:off x="1173480" y="566674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(predefined fixed range  e.g. from 0 to 1 , form -1 to 1 , ...)</a:t>
            </a:r>
            <a:endParaRPr lang="en-US" sz="1775" dirty="0"/>
          </a:p>
        </p:txBody>
      </p:sp>
      <p:sp>
        <p:nvSpPr>
          <p:cNvPr id="96" name="Text 94"/>
          <p:cNvSpPr/>
          <p:nvPr/>
        </p:nvSpPr>
        <p:spPr>
          <a:xfrm>
            <a:off x="789940" y="5948680"/>
            <a:ext cx="1117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Position Encoding  should be a  VECTOR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(not scalar) and of </a:t>
            </a:r>
            <a:pPr algn="l" indent="0" marL="0">
              <a:lnSpc>
                <a:spcPts val="2300"/>
              </a:lnSpc>
              <a:buNone/>
            </a:pPr>
            <a:r>
              <a:rPr lang="en-US" sz="175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dimension as Word Embedding</a:t>
            </a:r>
            <a:endParaRPr lang="en-US" sz="1750" dirty="0"/>
          </a:p>
        </p:txBody>
      </p:sp>
      <p:sp>
        <p:nvSpPr>
          <p:cNvPr id="97" name="Text 95"/>
          <p:cNvSpPr/>
          <p:nvPr/>
        </p:nvSpPr>
        <p:spPr>
          <a:xfrm>
            <a:off x="1239520" y="6238240"/>
            <a:ext cx="812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order to easily  combine Position Encoding and Word Encoding vectors)</a:t>
            </a:r>
            <a:endParaRPr lang="en-US" sz="17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2605" y="904240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Sine/Cosine Encoders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9148" y="1208786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 industrial application of Motor Control System)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88319" y="2272699"/>
            <a:ext cx="2682084" cy="2591674"/>
          </a:xfrm>
          <a:prstGeom prst="roundRect">
            <a:avLst>
              <a:gd name="adj" fmla="val 2117"/>
            </a:avLst>
          </a:prstGeom>
          <a:solidFill>
            <a:srgbClr val="FFFFFF"/>
          </a:solidFill>
          <a:ln w="28575">
            <a:solidFill>
              <a:srgbClr val="00A651"/>
            </a:solidFill>
            <a:prstDash val="solid"/>
          </a:ln>
        </p:spPr>
      </p:sp>
      <p:pic>
        <p:nvPicPr>
          <p:cNvPr id="8" name="Image 0" descr="/home/ahmed/Projects/ai_llm_slides/videos/deep-learning/002_transformers_part2/recreated_pptx/build/assets/s025_mo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743" y="2312571"/>
            <a:ext cx="2616023" cy="16879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34895" y="2803652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Motor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52563" y="4040353"/>
            <a:ext cx="1360861" cy="651241"/>
          </a:xfrm>
          <a:prstGeom prst="roundRect">
            <a:avLst>
              <a:gd name="adj" fmla="val 11233"/>
            </a:avLst>
          </a:prstGeom>
          <a:solidFill>
            <a:srgbClr val="EED0AF"/>
          </a:solidFill>
          <a:ln/>
        </p:spPr>
      </p:sp>
      <p:sp>
        <p:nvSpPr>
          <p:cNvPr id="11" name="Text 8"/>
          <p:cNvSpPr/>
          <p:nvPr/>
        </p:nvSpPr>
        <p:spPr>
          <a:xfrm>
            <a:off x="1397013" y="3992093"/>
            <a:ext cx="1360861" cy="65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</a:t>
            </a:r>
            <a:endParaRPr lang="en-US" sz="185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4364954" y="2910649"/>
            <a:ext cx="726673" cy="292394"/>
          </a:xfrm>
          <a:prstGeom prst="rightArrow">
            <a:avLst/>
          </a:prstGeom>
          <a:solidFill>
            <a:srgbClr val="C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612388" y="332613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Encoder</a:t>
            </a:r>
            <a:endParaRPr lang="en-US" sz="1600" dirty="0"/>
          </a:p>
          <a:p>
            <a:pPr algn="ctr" indent="0" marL="0">
              <a:lnSpc>
                <a:spcPts val="325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Signals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99390" y="1860689"/>
            <a:ext cx="5073500" cy="3309368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28575">
            <a:solidFill>
              <a:srgbClr val="00A651"/>
            </a:solidFill>
            <a:prstDash val="solid"/>
          </a:ln>
        </p:spPr>
      </p:sp>
      <p:pic>
        <p:nvPicPr>
          <p:cNvPr id="15" name="Image 1" descr="/home/ahmed/Projects/ai_llm_slides/videos/deep-learning/002_transformers_part2/recreated_pptx/build/assets/s025_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120" y="1953723"/>
            <a:ext cx="3382333" cy="31631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31254" y="2707513"/>
            <a:ext cx="177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direction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985254" y="2933573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CCW/CW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118346" y="2674112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208262" y="2946527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99479" y="3897122"/>
            <a:ext cx="203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count =16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33820" y="401574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 signal periods per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9209659" y="3605149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signal period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816100" y="5407660"/>
            <a:ext cx="889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rotary  position encoders are used in many applications to</a:t>
            </a:r>
            <a:endParaRPr lang="en-US" sz="20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angular  position and speed.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50519" y="6269101"/>
            <a:ext cx="177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Info: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043178" y="6422390"/>
            <a:ext cx="660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OF HIGH RESOLUTION POSITION INFORMATION FROM SINUSOIDAL ENCODERS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928366" y="6594983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Burke, J. F. Moynhan, K. Unterkofler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634150" y="2099920"/>
            <a:ext cx="8495469" cy="4159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65202" y="2485349"/>
            <a:ext cx="3382333" cy="3721378"/>
          </a:xfrm>
          <a:prstGeom prst="rect">
            <a:avLst/>
          </a:prstGeom>
          <a:solidFill>
            <a:srgbClr val="C4DCA0"/>
          </a:solidFill>
          <a:ln w="12700">
            <a:solidFill>
              <a:srgbClr val="6D775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258434" y="2538511"/>
            <a:ext cx="1268375" cy="2923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258434" y="2538511"/>
            <a:ext cx="1268375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TIDA-00176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61321" y="3495437"/>
            <a:ext cx="1070191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61321" y="4226422"/>
            <a:ext cx="1017342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761321" y="4997279"/>
            <a:ext cx="1043767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011531" y="3482147"/>
            <a:ext cx="0" cy="2432186"/>
          </a:xfrm>
          <a:prstGeom prst="line">
            <a:avLst/>
          </a:prstGeom>
          <a:noFill/>
          <a:ln w="22225">
            <a:solidFill>
              <a:srgbClr val="3E5425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403769" y="3495437"/>
            <a:ext cx="620975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3769" y="4226422"/>
            <a:ext cx="951281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98319" y="4625141"/>
            <a:ext cx="35673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9944" y="5914333"/>
            <a:ext cx="1744015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805910" y="3176462"/>
            <a:ext cx="1955411" cy="1967014"/>
          </a:xfrm>
          <a:prstGeom prst="rect">
            <a:avLst/>
          </a:prstGeom>
          <a:solidFill>
            <a:srgbClr val="0EBFEB"/>
          </a:solidFill>
          <a:ln w="12700">
            <a:solidFill>
              <a:srgbClr val="0D89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2334" y="3349240"/>
            <a:ext cx="1149465" cy="425300"/>
          </a:xfrm>
          <a:prstGeom prst="rect">
            <a:avLst/>
          </a:prstGeom>
          <a:solidFill>
            <a:srgbClr val="F5D5BC"/>
          </a:solidFill>
          <a:ln/>
        </p:spPr>
      </p:sp>
      <p:sp>
        <p:nvSpPr>
          <p:cNvPr id="19" name="Text 17"/>
          <p:cNvSpPr/>
          <p:nvPr/>
        </p:nvSpPr>
        <p:spPr>
          <a:xfrm>
            <a:off x="2858758" y="3322659"/>
            <a:ext cx="10966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C00000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Fine Angle: </a:t>
            </a:r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atan(A/B)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Option 1: 16 bit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32334" y="4066935"/>
            <a:ext cx="1149465" cy="398719"/>
          </a:xfrm>
          <a:prstGeom prst="rect">
            <a:avLst/>
          </a:prstGeom>
          <a:solidFill>
            <a:srgbClr val="D6E6BF"/>
          </a:solidFill>
          <a:ln/>
        </p:spPr>
      </p:sp>
      <p:sp>
        <p:nvSpPr>
          <p:cNvPr id="21" name="Text 19"/>
          <p:cNvSpPr/>
          <p:nvPr/>
        </p:nvSpPr>
        <p:spPr>
          <a:xfrm>
            <a:off x="2858758" y="4040353"/>
            <a:ext cx="10966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C00000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Fine Angle: </a:t>
            </a:r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atan(A/B)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Option 2: 12-bit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58758" y="4758048"/>
            <a:ext cx="1096616" cy="398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885183" y="4771338"/>
            <a:ext cx="1043767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Coarse Angle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count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48109" y="3349240"/>
            <a:ext cx="158547" cy="14619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4533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827382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880231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774533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27382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4880231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536713" y="3535309"/>
            <a:ext cx="44921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3864" y="4106806"/>
            <a:ext cx="449216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12-bit</a:t>
            </a:r>
            <a:endParaRPr lang="en-US" sz="10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83864" y="4917535"/>
            <a:ext cx="475641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eQEP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72717" y="3375822"/>
            <a:ext cx="224608" cy="1741073"/>
          </a:xfrm>
          <a:prstGeom prst="rect">
            <a:avLst/>
          </a:prstGeom>
          <a:solidFill>
            <a:srgbClr val="D7D7D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3262" y="3561890"/>
            <a:ext cx="277457" cy="13822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MCU Interface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10537" y="3189753"/>
            <a:ext cx="594551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210537" y="3987191"/>
            <a:ext cx="554914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10537" y="4678304"/>
            <a:ext cx="594551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B, R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78663" y="2923940"/>
            <a:ext cx="1744015" cy="305685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78663" y="2923940"/>
            <a:ext cx="1744015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16-bit high-res path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57937" y="3203043"/>
            <a:ext cx="1677954" cy="611369"/>
          </a:xfrm>
          <a:prstGeom prst="roundRect">
            <a:avLst>
              <a:gd name="adj" fmla="val 8974"/>
            </a:avLst>
          </a:prstGeom>
          <a:solidFill>
            <a:srgbClr val="F6D7BC"/>
          </a:solidFill>
          <a:ln w="12700">
            <a:solidFill>
              <a:srgbClr val="6E6A2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976847" y="3296078"/>
            <a:ext cx="792734" cy="412010"/>
          </a:xfrm>
          <a:prstGeom prst="homePlate">
            <a:avLst/>
          </a:prstGeom>
          <a:solidFill>
            <a:srgbClr val="E99968"/>
          </a:solidFill>
          <a:ln/>
        </p:spPr>
      </p:sp>
      <p:sp>
        <p:nvSpPr>
          <p:cNvPr id="43" name="Text 41"/>
          <p:cNvSpPr/>
          <p:nvPr/>
        </p:nvSpPr>
        <p:spPr>
          <a:xfrm>
            <a:off x="6003271" y="3322659"/>
            <a:ext cx="528490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769581" y="3482147"/>
            <a:ext cx="158547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rot="16200000">
            <a:off x="6941340" y="3256206"/>
            <a:ext cx="462428" cy="451882"/>
          </a:xfrm>
          <a:prstGeom prst="triangle">
            <a:avLst/>
          </a:prstGeom>
          <a:solidFill>
            <a:srgbClr val="6CCE93"/>
          </a:solidFill>
          <a:ln/>
        </p:spPr>
      </p:sp>
      <p:sp>
        <p:nvSpPr>
          <p:cNvPr id="46" name="Text 44"/>
          <p:cNvSpPr/>
          <p:nvPr/>
        </p:nvSpPr>
        <p:spPr>
          <a:xfrm>
            <a:off x="7549103" y="3282787"/>
            <a:ext cx="79273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A+,A-,B+,B-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78663" y="3920738"/>
            <a:ext cx="1757228" cy="637951"/>
          </a:xfrm>
          <a:prstGeom prst="roundRect">
            <a:avLst>
              <a:gd name="adj" fmla="val 8600"/>
            </a:avLst>
          </a:prstGeom>
          <a:solidFill>
            <a:srgbClr val="C4DCA0"/>
          </a:solidFill>
          <a:ln w="12700">
            <a:solidFill>
              <a:srgbClr val="6E6A28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778663" y="3827703"/>
            <a:ext cx="1744015" cy="385428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78663" y="3827703"/>
            <a:ext cx="1744015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path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 rot="16200000">
            <a:off x="6941340" y="4000481"/>
            <a:ext cx="462428" cy="465172"/>
          </a:xfrm>
          <a:prstGeom prst="triangle">
            <a:avLst/>
          </a:prstGeom>
          <a:solidFill>
            <a:srgbClr val="6CCE93"/>
          </a:solidFill>
          <a:ln/>
        </p:spPr>
      </p:sp>
      <p:sp>
        <p:nvSpPr>
          <p:cNvPr id="51" name="Text 49"/>
          <p:cNvSpPr/>
          <p:nvPr/>
        </p:nvSpPr>
        <p:spPr>
          <a:xfrm>
            <a:off x="7549103" y="4226422"/>
            <a:ext cx="79273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A+,A-,B+,B-,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49103" y="4372619"/>
            <a:ext cx="634187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R+,R-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84610" y="4983988"/>
            <a:ext cx="-132122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805088" y="4651723"/>
            <a:ext cx="1849713" cy="664532"/>
          </a:xfrm>
          <a:prstGeom prst="rect">
            <a:avLst/>
          </a:prstGeom>
          <a:solidFill>
            <a:srgbClr val="ECE9F0"/>
          </a:solidFill>
          <a:ln/>
        </p:spPr>
      </p:sp>
      <p:sp>
        <p:nvSpPr>
          <p:cNvPr id="55" name="Shape 53"/>
          <p:cNvSpPr/>
          <p:nvPr/>
        </p:nvSpPr>
        <p:spPr>
          <a:xfrm rot="16200000">
            <a:off x="6003271" y="4758048"/>
            <a:ext cx="436004" cy="478463"/>
          </a:xfrm>
          <a:prstGeom prst="triangle">
            <a:avLst/>
          </a:prstGeom>
          <a:solidFill>
            <a:srgbClr val="6CCE93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48606" y="4877663"/>
            <a:ext cx="145335" cy="2658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7" name="Shape 55"/>
          <p:cNvSpPr/>
          <p:nvPr/>
        </p:nvSpPr>
        <p:spPr>
          <a:xfrm>
            <a:off x="6148606" y="4877663"/>
            <a:ext cx="26424" cy="159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8" name="Shape 56"/>
          <p:cNvSpPr/>
          <p:nvPr/>
        </p:nvSpPr>
        <p:spPr>
          <a:xfrm>
            <a:off x="6108969" y="5010570"/>
            <a:ext cx="66061" cy="2658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9" name="Shape 57"/>
          <p:cNvSpPr/>
          <p:nvPr/>
        </p:nvSpPr>
        <p:spPr>
          <a:xfrm>
            <a:off x="6267516" y="4877663"/>
            <a:ext cx="26424" cy="18606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0" name="Shape 58"/>
          <p:cNvSpPr/>
          <p:nvPr/>
        </p:nvSpPr>
        <p:spPr>
          <a:xfrm>
            <a:off x="6597822" y="5050442"/>
            <a:ext cx="1083404" cy="265813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97822" y="5050442"/>
            <a:ext cx="1083404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510288" y="5648520"/>
            <a:ext cx="449216" cy="239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V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985929" y="5648520"/>
            <a:ext cx="237820" cy="239231"/>
          </a:xfrm>
          <a:prstGeom prst="rect">
            <a:avLst/>
          </a:prstGeom>
          <a:solidFill>
            <a:srgbClr val="D7D7D7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23749" y="5768136"/>
            <a:ext cx="607763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857937" y="5528905"/>
            <a:ext cx="845583" cy="531625"/>
          </a:xfrm>
          <a:prstGeom prst="rect">
            <a:avLst/>
          </a:prstGeom>
          <a:solidFill>
            <a:srgbClr val="D0BA6F"/>
          </a:solidFill>
          <a:ln/>
        </p:spPr>
      </p:sp>
      <p:sp>
        <p:nvSpPr>
          <p:cNvPr id="66" name="Text 64"/>
          <p:cNvSpPr/>
          <p:nvPr/>
        </p:nvSpPr>
        <p:spPr>
          <a:xfrm>
            <a:off x="5857937" y="5555486"/>
            <a:ext cx="845583" cy="47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729944" y="5741555"/>
            <a:ext cx="317094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7073463" y="5635230"/>
            <a:ext cx="422792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729944" y="5980786"/>
            <a:ext cx="317094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7073463" y="5874461"/>
            <a:ext cx="50206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V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654801" y="5940914"/>
            <a:ext cx="1321224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Supply: 5.25 V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328625" y="3721378"/>
            <a:ext cx="224608" cy="1236029"/>
          </a:xfrm>
          <a:prstGeom prst="rect">
            <a:avLst/>
          </a:prstGeom>
          <a:solidFill>
            <a:srgbClr val="D7D7D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08807" y="3880866"/>
            <a:ext cx="264245" cy="93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connector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830690" y="2485349"/>
            <a:ext cx="2219656" cy="3694797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31750">
            <a:solidFill>
              <a:srgbClr val="1E753E"/>
            </a:solidFill>
            <a:prstDash val="solid"/>
          </a:ln>
        </p:spPr>
      </p:sp>
      <p:pic>
        <p:nvPicPr>
          <p:cNvPr id="75" name="Image 0" descr="/home/ahmed/Projects/ai_llm_slides/videos/deep-learning/002_transformers_part2/recreated_pptx/build/assets/slide026_wi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809" y="3269496"/>
            <a:ext cx="2589599" cy="2445477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8751417" y="4000481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</a:t>
            </a:r>
            <a:endParaRPr lang="en-US" sz="650" dirty="0"/>
          </a:p>
        </p:txBody>
      </p:sp>
      <p:sp>
        <p:nvSpPr>
          <p:cNvPr id="77" name="Text 74"/>
          <p:cNvSpPr/>
          <p:nvPr/>
        </p:nvSpPr>
        <p:spPr>
          <a:xfrm>
            <a:off x="8751417" y="4166614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A-,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8751417" y="4332747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B+,</a:t>
            </a:r>
            <a:endParaRPr lang="en-US" sz="650" dirty="0"/>
          </a:p>
        </p:txBody>
      </p:sp>
      <p:sp>
        <p:nvSpPr>
          <p:cNvPr id="79" name="Text 76"/>
          <p:cNvSpPr/>
          <p:nvPr/>
        </p:nvSpPr>
        <p:spPr>
          <a:xfrm>
            <a:off x="8751417" y="4498880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B-,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8751417" y="4665013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R+,</a:t>
            </a:r>
            <a:endParaRPr lang="en-US" sz="650" dirty="0"/>
          </a:p>
        </p:txBody>
      </p:sp>
      <p:sp>
        <p:nvSpPr>
          <p:cNvPr id="81" name="Text 78"/>
          <p:cNvSpPr/>
          <p:nvPr/>
        </p:nvSpPr>
        <p:spPr>
          <a:xfrm>
            <a:off x="8751417" y="4831146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R-,</a:t>
            </a:r>
            <a:endParaRPr lang="en-US" sz="650" dirty="0"/>
          </a:p>
        </p:txBody>
      </p:sp>
      <p:sp>
        <p:nvSpPr>
          <p:cNvPr id="82" name="Text 79"/>
          <p:cNvSpPr/>
          <p:nvPr/>
        </p:nvSpPr>
        <p:spPr>
          <a:xfrm>
            <a:off x="8751417" y="4997279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650" dirty="0"/>
          </a:p>
        </p:txBody>
      </p:sp>
      <p:sp>
        <p:nvSpPr>
          <p:cNvPr id="83" name="Text 80"/>
          <p:cNvSpPr/>
          <p:nvPr/>
        </p:nvSpPr>
        <p:spPr>
          <a:xfrm>
            <a:off x="8751417" y="5163412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8923176" y="3269496"/>
            <a:ext cx="1810077" cy="451882"/>
          </a:xfrm>
          <a:prstGeom prst="rect">
            <a:avLst/>
          </a:prstGeom>
          <a:solidFill>
            <a:srgbClr val="F1D3B2"/>
          </a:solidFill>
          <a:ln/>
        </p:spPr>
      </p:sp>
      <p:sp>
        <p:nvSpPr>
          <p:cNvPr id="85" name="Text 82"/>
          <p:cNvSpPr/>
          <p:nvPr/>
        </p:nvSpPr>
        <p:spPr>
          <a:xfrm>
            <a:off x="8949600" y="3242915"/>
            <a:ext cx="1757228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Sine and Cosine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 A-, B+, B- and Marker R+/R-</a:t>
            </a:r>
            <a:endParaRPr lang="en-US" sz="850" dirty="0"/>
          </a:p>
        </p:txBody>
      </p:sp>
      <p:sp>
        <p:nvSpPr>
          <p:cNvPr id="86" name="Text 83"/>
          <p:cNvSpPr/>
          <p:nvPr/>
        </p:nvSpPr>
        <p:spPr>
          <a:xfrm>
            <a:off x="9544151" y="4266294"/>
            <a:ext cx="1479771" cy="49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twisted</a:t>
            </a:r>
            <a:endParaRPr lang="en-US" sz="7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cable, up</a:t>
            </a:r>
            <a:endParaRPr lang="en-US" sz="7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50...150m</a:t>
            </a:r>
            <a:endParaRPr lang="en-US" sz="700" dirty="0"/>
          </a:p>
        </p:txBody>
      </p:sp>
      <p:pic>
        <p:nvPicPr>
          <p:cNvPr id="87" name="Image 1" descr="/home/ahmed/Projects/ai_llm_slides/videos/deep-learning/002_transformers_part2/recreated_pptx/build/assets/slide026_mo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061" y="4691594"/>
            <a:ext cx="1136253" cy="651241"/>
          </a:xfrm>
          <a:prstGeom prst="rect">
            <a:avLst/>
          </a:prstGeom>
        </p:spPr>
      </p:pic>
      <p:sp>
        <p:nvSpPr>
          <p:cNvPr id="88" name="Text 84"/>
          <p:cNvSpPr/>
          <p:nvPr/>
        </p:nvSpPr>
        <p:spPr>
          <a:xfrm>
            <a:off x="10165126" y="5289673"/>
            <a:ext cx="924857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Motor</a:t>
            </a:r>
            <a:endParaRPr lang="en-US" sz="700" dirty="0"/>
          </a:p>
        </p:txBody>
      </p:sp>
      <p:sp>
        <p:nvSpPr>
          <p:cNvPr id="89" name="Shape 85"/>
          <p:cNvSpPr/>
          <p:nvPr/>
        </p:nvSpPr>
        <p:spPr>
          <a:xfrm>
            <a:off x="9544151" y="5302964"/>
            <a:ext cx="766310" cy="345557"/>
          </a:xfrm>
          <a:prstGeom prst="rect">
            <a:avLst/>
          </a:prstGeom>
          <a:solidFill>
            <a:srgbClr val="F1D3B2"/>
          </a:solidFill>
          <a:ln/>
        </p:spPr>
      </p:sp>
      <p:sp>
        <p:nvSpPr>
          <p:cNvPr id="90" name="Text 86"/>
          <p:cNvSpPr/>
          <p:nvPr/>
        </p:nvSpPr>
        <p:spPr>
          <a:xfrm>
            <a:off x="9544151" y="5302964"/>
            <a:ext cx="766310" cy="345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A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A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050" dirty="0"/>
          </a:p>
        </p:txBody>
      </p:sp>
      <p:sp>
        <p:nvSpPr>
          <p:cNvPr id="91" name="Shape 87"/>
          <p:cNvSpPr/>
          <p:nvPr/>
        </p:nvSpPr>
        <p:spPr>
          <a:xfrm>
            <a:off x="1801779" y="3907447"/>
            <a:ext cx="938069" cy="332266"/>
          </a:xfrm>
          <a:prstGeom prst="leftArrow">
            <a:avLst/>
          </a:prstGeom>
          <a:solidFill>
            <a:srgbClr val="B00011"/>
          </a:solidFill>
          <a:ln/>
        </p:spPr>
      </p:sp>
      <p:sp>
        <p:nvSpPr>
          <p:cNvPr id="92" name="Text 88"/>
          <p:cNvSpPr/>
          <p:nvPr/>
        </p:nvSpPr>
        <p:spPr>
          <a:xfrm>
            <a:off x="1405412" y="4239713"/>
            <a:ext cx="1162677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(Angle)</a:t>
            </a:r>
            <a:endParaRPr lang="en-US" sz="1350" dirty="0"/>
          </a:p>
        </p:txBody>
      </p:sp>
      <p:sp>
        <p:nvSpPr>
          <p:cNvPr id="93" name="Text 89"/>
          <p:cNvSpPr/>
          <p:nvPr/>
        </p:nvSpPr>
        <p:spPr>
          <a:xfrm>
            <a:off x="524510" y="757566"/>
            <a:ext cx="10668000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Encoders</a:t>
            </a:r>
            <a:endParaRPr lang="en-US" sz="2200" dirty="0"/>
          </a:p>
        </p:txBody>
      </p:sp>
      <p:sp>
        <p:nvSpPr>
          <p:cNvPr id="94" name="Text 90"/>
          <p:cNvSpPr/>
          <p:nvPr/>
        </p:nvSpPr>
        <p:spPr>
          <a:xfrm>
            <a:off x="552450" y="1076542"/>
            <a:ext cx="10668000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 industrial application of Motor Control System)</a:t>
            </a:r>
            <a:endParaRPr lang="en-US" sz="2200" dirty="0"/>
          </a:p>
        </p:txBody>
      </p:sp>
      <p:sp>
        <p:nvSpPr>
          <p:cNvPr id="95" name="Text 91"/>
          <p:cNvSpPr/>
          <p:nvPr/>
        </p:nvSpPr>
        <p:spPr>
          <a:xfrm>
            <a:off x="2247900" y="6352924"/>
            <a:ext cx="9652000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EMC-compliant interface to Sin/Cos incremental position encoder switch</a:t>
            </a:r>
            <a:endParaRPr lang="en-US" sz="1350" dirty="0"/>
          </a:p>
        </p:txBody>
      </p:sp>
      <p:sp>
        <p:nvSpPr>
          <p:cNvPr id="96" name="Text 92"/>
          <p:cNvSpPr/>
          <p:nvPr/>
        </p:nvSpPr>
        <p:spPr>
          <a:xfrm>
            <a:off x="2247900" y="6552283"/>
            <a:ext cx="9652000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1-VPP  Differential analog output signals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5 words</a:t>
            </a:r>
            <a:endParaRPr lang="en-US" sz="2430" dirty="0"/>
          </a:p>
        </p:txBody>
      </p:sp>
      <p:sp>
        <p:nvSpPr>
          <p:cNvPr id="88" name="Text 8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89" name="Text 8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800000">
            <a:off x="4920620" y="246316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010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 rot="-1800000">
            <a:off x="492062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 rot="-3600000">
            <a:off x="576897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9 words</a:t>
            </a:r>
            <a:endParaRPr lang="en-US" sz="2430" dirty="0"/>
          </a:p>
        </p:txBody>
      </p:sp>
      <p:sp>
        <p:nvSpPr>
          <p:cNvPr id="28" name="Text 2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29" name="Text 2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 flipH="1">
            <a:off x="5432076" y="1660342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>
            <a:off x="5389819" y="1699942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5348403" y="1740420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>
            <a:off x="5307846" y="1781758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268165" y="1823940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5229377" y="1866947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5191499" y="1910761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H="1">
            <a:off x="5154546" y="195536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5118534" y="2000736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>
            <a:off x="5083478" y="2046859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5049394" y="2093713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5016295" y="2141278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4984196" y="2189533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4953109" y="2238460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834890" y="228092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86020" y="145796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10" name="Shape 108"/>
          <p:cNvSpPr/>
          <p:nvPr/>
        </p:nvSpPr>
        <p:spPr>
          <a:xfrm flipH="1">
            <a:off x="4655625" y="2895348"/>
            <a:ext cx="17509" cy="55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H="1">
            <a:off x="4639268" y="2951184"/>
            <a:ext cx="16357" cy="561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H="1">
            <a:off x="4624070" y="3007368"/>
            <a:ext cx="15198" cy="5650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H="1">
            <a:off x="4610038" y="3063876"/>
            <a:ext cx="14032" cy="568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H="1">
            <a:off x="4597177" y="3120685"/>
            <a:ext cx="12861" cy="57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H="1">
            <a:off x="4585492" y="3177770"/>
            <a:ext cx="11684" cy="573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4574990" y="3235108"/>
            <a:ext cx="10502" cy="5756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H="1">
            <a:off x="4565674" y="3292675"/>
            <a:ext cx="9316" cy="5777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H="1">
            <a:off x="4557548" y="3350445"/>
            <a:ext cx="8126" cy="579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H="1">
            <a:off x="4550616" y="3408394"/>
            <a:ext cx="6932" cy="5810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4544880" y="3466498"/>
            <a:ext cx="5736" cy="582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H="1">
            <a:off x="4540344" y="3524733"/>
            <a:ext cx="4537" cy="5834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4537008" y="3583073"/>
            <a:ext cx="3336" cy="5842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4534875" y="3641494"/>
            <a:ext cx="2133" cy="5847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4470400" y="363855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976370" y="2819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26" name="Shape 124"/>
          <p:cNvSpPr/>
          <p:nvPr/>
        </p:nvSpPr>
        <p:spPr>
          <a:xfrm>
            <a:off x="4596066" y="4365907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08820" y="4423017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22746" y="447985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37839" y="4536388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54090" y="4592603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71495" y="464847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90045" y="4703969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09733" y="4759074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30550" y="4813762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52488" y="4868011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75537" y="4921797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99687" y="4975097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4928" y="5027890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51250" y="5080152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4832350" y="50761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989070" y="4425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42" name="Shape 140"/>
          <p:cNvSpPr/>
          <p:nvPr/>
        </p:nvSpPr>
        <p:spPr>
          <a:xfrm>
            <a:off x="5264602" y="5677983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04202" y="5721064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44680" y="5763321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86018" y="5804737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28200" y="5845294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1207" y="5884975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15021" y="5923763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59624" y="5961641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604996" y="599859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651119" y="6034606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697973" y="6069662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45538" y="6103746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93793" y="6136845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842720" y="6168944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5909310" y="61937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542790" y="611124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800000">
            <a:off x="4920620" y="246316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010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 rot="-1800000">
            <a:off x="492062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 rot="-3600000">
            <a:off x="576897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 rot="-5400000">
            <a:off x="6927850" y="593979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 rot="3600000">
            <a:off x="808672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 rot="1800000">
            <a:off x="893508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59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12 words</a:t>
            </a:r>
            <a:endParaRPr lang="en-US" sz="2430" dirty="0"/>
          </a:p>
        </p:txBody>
      </p:sp>
      <p:sp>
        <p:nvSpPr>
          <p:cNvPr id="31" name="Text 29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32" name="Text 30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  <p:sp>
        <p:nvSpPr>
          <p:cNvPr id="33" name="Shape 31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97" name="Shape 95"/>
          <p:cNvSpPr/>
          <p:nvPr/>
        </p:nvSpPr>
        <p:spPr>
          <a:xfrm flipH="1">
            <a:off x="5432076" y="1660342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389819" y="1699942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5348403" y="1740420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5307846" y="1781758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H="1">
            <a:off x="5268165" y="1823940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5229377" y="1866947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>
            <a:off x="5191499" y="1910761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5154546" y="195536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5118534" y="2000736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5083478" y="2046859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5049394" y="2093713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H="1">
            <a:off x="5016295" y="2141278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H="1">
            <a:off x="4984196" y="2189533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H="1">
            <a:off x="4953109" y="2238460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4834890" y="228092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86020" y="145796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 flipH="1">
            <a:off x="4655625" y="2895348"/>
            <a:ext cx="17509" cy="55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H="1">
            <a:off x="4639268" y="2951184"/>
            <a:ext cx="16357" cy="561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H="1">
            <a:off x="4624070" y="3007368"/>
            <a:ext cx="15198" cy="5650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4610038" y="3063876"/>
            <a:ext cx="14032" cy="568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H="1">
            <a:off x="4597177" y="3120685"/>
            <a:ext cx="12861" cy="57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H="1">
            <a:off x="4585492" y="3177770"/>
            <a:ext cx="11684" cy="573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H="1">
            <a:off x="4574990" y="3235108"/>
            <a:ext cx="10502" cy="5756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4565674" y="3292675"/>
            <a:ext cx="9316" cy="5777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H="1">
            <a:off x="4557548" y="3350445"/>
            <a:ext cx="8126" cy="579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4550616" y="3408394"/>
            <a:ext cx="6932" cy="5810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4544880" y="3466498"/>
            <a:ext cx="5736" cy="582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H="1">
            <a:off x="4540344" y="3524733"/>
            <a:ext cx="4537" cy="5834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H="1">
            <a:off x="4537008" y="3583073"/>
            <a:ext cx="3336" cy="5842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H="1">
            <a:off x="4534875" y="3641494"/>
            <a:ext cx="2133" cy="5847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4470400" y="363855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76370" y="2819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29" name="Shape 127"/>
          <p:cNvSpPr/>
          <p:nvPr/>
        </p:nvSpPr>
        <p:spPr>
          <a:xfrm>
            <a:off x="4596066" y="4365907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08820" y="4423017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22746" y="447985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37839" y="4536388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54090" y="4592603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671495" y="464847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690045" y="4703969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733" y="4759074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30550" y="4813762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52488" y="4868011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775537" y="4921797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799687" y="4975097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4928" y="5027890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51250" y="5080152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4832350" y="50761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989070" y="4425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45" name="Shape 143"/>
          <p:cNvSpPr/>
          <p:nvPr/>
        </p:nvSpPr>
        <p:spPr>
          <a:xfrm>
            <a:off x="5264602" y="5677983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04202" y="5721064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44680" y="5763321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86018" y="5804737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28200" y="5845294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1207" y="5884975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515021" y="5923763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59624" y="5961641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604996" y="599859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651119" y="6034606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697973" y="6069662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45538" y="6103746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93793" y="6136845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42720" y="6168944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5909310" y="61937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69840" y="598932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61" name="Shape 159"/>
          <p:cNvSpPr/>
          <p:nvPr/>
        </p:nvSpPr>
        <p:spPr>
          <a:xfrm>
            <a:off x="6499608" y="6480006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555444" y="6497515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611628" y="6513872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668136" y="6529070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4945" y="6543102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782030" y="6555963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839368" y="6567648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896935" y="6578150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54705" y="6587466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012654" y="6595592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070758" y="6602524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128993" y="6608260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87333" y="6612796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245754" y="6616132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7254240" y="656844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544310" y="654939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77" name="Shape 175"/>
          <p:cNvSpPr/>
          <p:nvPr/>
        </p:nvSpPr>
        <p:spPr>
          <a:xfrm flipV="1">
            <a:off x="7970167" y="6544320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8027277" y="6530394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8084112" y="6515301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8140648" y="6499050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8196863" y="6481645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8252731" y="646309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8308229" y="6443407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8363334" y="6422590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8418022" y="6400652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8472271" y="6377603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8526057" y="6353453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8579357" y="6328212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8632150" y="6301890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8684412" y="6274499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8688070" y="61963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973060" y="65913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93" name="Shape 191"/>
          <p:cNvSpPr/>
          <p:nvPr/>
        </p:nvSpPr>
        <p:spPr>
          <a:xfrm flipV="1">
            <a:off x="9282243" y="5848938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9325324" y="5808460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9367581" y="5767122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9408997" y="5724940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9449554" y="5681933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flipV="1">
            <a:off x="9489235" y="5638119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flipV="1">
            <a:off x="9528023" y="5593516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9565901" y="554814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9602854" y="5502021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9638866" y="5455167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9673922" y="5407602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flipV="1">
            <a:off x="9708006" y="5359347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flipV="1">
            <a:off x="9741105" y="5310420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V="1">
            <a:off x="9773204" y="5260844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flipV="1">
            <a:off x="9804400" y="512064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9326880" y="611124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209" name="Shape 207"/>
          <p:cNvSpPr/>
          <p:nvPr/>
        </p:nvSpPr>
        <p:spPr>
          <a:xfrm>
            <a:off x="612648" y="5203190"/>
            <a:ext cx="3949700" cy="157861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802130" y="5289550"/>
            <a:ext cx="726440" cy="22606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21640" y="527507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</a:t>
            </a:r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</a:t>
            </a:r>
            <a:pPr algn="ctr" indent="0" marL="0">
              <a:buNone/>
            </a:pPr>
            <a:r>
              <a:rPr lang="en-US" sz="16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ω </a:t>
            </a:r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allow</a:t>
            </a:r>
            <a:endParaRPr lang="en-US" sz="1675" dirty="0"/>
          </a:p>
        </p:txBody>
      </p:sp>
      <p:sp>
        <p:nvSpPr>
          <p:cNvPr id="212" name="Text 210"/>
          <p:cNvSpPr/>
          <p:nvPr/>
        </p:nvSpPr>
        <p:spPr>
          <a:xfrm>
            <a:off x="421640" y="551510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of longer sequences</a:t>
            </a:r>
            <a:endParaRPr lang="en-US" sz="1675" dirty="0"/>
          </a:p>
        </p:txBody>
      </p:sp>
      <p:sp>
        <p:nvSpPr>
          <p:cNvPr id="213" name="Text 211"/>
          <p:cNvSpPr/>
          <p:nvPr/>
        </p:nvSpPr>
        <p:spPr>
          <a:xfrm>
            <a:off x="421640" y="599389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(practically use  ω = 1/10000)</a:t>
            </a:r>
            <a:endParaRPr lang="en-US" sz="1675" dirty="0"/>
          </a:p>
        </p:txBody>
      </p:sp>
    </p:spTree>
  </p:cSld>
  <p:clrMapOvr>
    <a:masterClrMapping/>
  </p:clrMapOvr>
</p:sld>
</file>

<file path=ppt/slides/slide25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6170" y="717694"/>
            <a:ext cx="3765488" cy="2405605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6400" y="1355645"/>
            <a:ext cx="4597859" cy="1116413"/>
          </a:xfrm>
          <a:prstGeom prst="rect">
            <a:avLst/>
          </a:prstGeom>
          <a:solidFill>
            <a:srgbClr val="F9FCC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6533" y="3203043"/>
            <a:ext cx="7597037" cy="1129704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6533" y="4425782"/>
            <a:ext cx="7015699" cy="2206246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98293" y="4678304"/>
            <a:ext cx="3289847" cy="1621458"/>
          </a:xfrm>
          <a:prstGeom prst="rect">
            <a:avLst/>
          </a:prstGeom>
          <a:solidFill>
            <a:srgbClr val="F0FCE4"/>
          </a:solidFill>
          <a:ln w="22225">
            <a:solidFill>
              <a:srgbClr val="4686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3589" y="2033467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3952" y="2565093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267" y="3256206"/>
            <a:ext cx="554914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4755" y="3296078"/>
            <a:ext cx="805947" cy="26581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2289" y="3242915"/>
            <a:ext cx="819159" cy="345557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01753" y="3867575"/>
            <a:ext cx="541702" cy="31897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4029" y="3947319"/>
            <a:ext cx="951281" cy="239231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3016" y="3880866"/>
            <a:ext cx="885220" cy="27910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5271" y="4718176"/>
            <a:ext cx="554914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18847" y="5236511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7164" y="4704885"/>
            <a:ext cx="964493" cy="292394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841" y="4718176"/>
            <a:ext cx="845583" cy="279103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83589" y="5316254"/>
            <a:ext cx="819159" cy="27910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1294" y="5276382"/>
            <a:ext cx="1096616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8885" y="4027063"/>
            <a:ext cx="52849" cy="1329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2193" y="5462451"/>
            <a:ext cx="52849" cy="1329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64430" y="770857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64430" y="770857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64430" y="1791578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3895" y="770857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37264" y="770857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37264" y="1791578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7642" y="2020177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7642" y="2020177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7642" y="3014316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0262" y="2020177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3631" y="2020177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3631" y="3014316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2537" y="4691594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2537" y="469159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2537" y="568573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5157" y="4691594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8526" y="469159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08526" y="568573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53283" y="4678304"/>
            <a:ext cx="29067" cy="104996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53283" y="4678304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53283" y="5699025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90033" y="4678304"/>
            <a:ext cx="29067" cy="104996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13402" y="4678304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13402" y="5699025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61792" y="4678304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1792" y="4678304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1792" y="5699025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98044" y="4678304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1413" y="4678304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1413" y="5699025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4717" y="1141549"/>
            <a:ext cx="1934847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70" dirty="0"/>
          </a:p>
        </p:txBody>
      </p:sp>
      <p:sp>
        <p:nvSpPr>
          <p:cNvPr id="57" name="Text 55"/>
          <p:cNvSpPr/>
          <p:nvPr/>
        </p:nvSpPr>
        <p:spPr>
          <a:xfrm>
            <a:off x="1141141" y="2390868"/>
            <a:ext cx="2242479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70" dirty="0"/>
          </a:p>
        </p:txBody>
      </p:sp>
      <p:sp>
        <p:nvSpPr>
          <p:cNvPr id="58" name="Text 56"/>
          <p:cNvSpPr/>
          <p:nvPr/>
        </p:nvSpPr>
        <p:spPr>
          <a:xfrm>
            <a:off x="6531734" y="1447616"/>
            <a:ext cx="1381562" cy="29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7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470" dirty="0"/>
          </a:p>
        </p:txBody>
      </p:sp>
      <p:sp>
        <p:nvSpPr>
          <p:cNvPr id="59" name="Shape 57"/>
          <p:cNvSpPr/>
          <p:nvPr/>
        </p:nvSpPr>
        <p:spPr>
          <a:xfrm>
            <a:off x="6531734" y="1634748"/>
            <a:ext cx="1030555" cy="19936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1868" y="5859724"/>
            <a:ext cx="2242479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70" dirty="0"/>
          </a:p>
        </p:txBody>
      </p:sp>
      <p:sp>
        <p:nvSpPr>
          <p:cNvPr id="61" name="Text 59"/>
          <p:cNvSpPr/>
          <p:nvPr/>
        </p:nvSpPr>
        <p:spPr>
          <a:xfrm>
            <a:off x="6241065" y="5980100"/>
            <a:ext cx="1901398" cy="31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2805883" y="6336071"/>
            <a:ext cx="4525063" cy="412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3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Position “t”</a:t>
            </a:r>
            <a:endParaRPr lang="en-US" sz="2030" dirty="0"/>
          </a:p>
        </p:txBody>
      </p:sp>
      <p:sp>
        <p:nvSpPr>
          <p:cNvPr id="63" name="Text 61"/>
          <p:cNvSpPr/>
          <p:nvPr/>
        </p:nvSpPr>
        <p:spPr>
          <a:xfrm>
            <a:off x="8143627" y="4739130"/>
            <a:ext cx="3679108" cy="35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Computer Graphics:</a:t>
            </a:r>
            <a:endParaRPr lang="en-US" sz="1720" dirty="0"/>
          </a:p>
        </p:txBody>
      </p:sp>
      <p:sp>
        <p:nvSpPr>
          <p:cNvPr id="64" name="Text 62"/>
          <p:cNvSpPr/>
          <p:nvPr/>
        </p:nvSpPr>
        <p:spPr>
          <a:xfrm>
            <a:off x="8130415" y="5157418"/>
            <a:ext cx="3983042" cy="362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8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Matrix of Vector at</a:t>
            </a:r>
            <a:endParaRPr lang="en-US" sz="1780" dirty="0"/>
          </a:p>
        </p:txBody>
      </p:sp>
      <p:sp>
        <p:nvSpPr>
          <p:cNvPr id="65" name="Text 63"/>
          <p:cNvSpPr/>
          <p:nvPr/>
        </p:nvSpPr>
        <p:spPr>
          <a:xfrm>
            <a:off x="8130415" y="5406551"/>
            <a:ext cx="3516864" cy="367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1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“t” with angle “ωδ”</a:t>
            </a:r>
            <a:endParaRPr lang="en-US" sz="1810" dirty="0"/>
          </a:p>
        </p:txBody>
      </p:sp>
      <p:sp>
        <p:nvSpPr>
          <p:cNvPr id="66" name="Text 64"/>
          <p:cNvSpPr/>
          <p:nvPr/>
        </p:nvSpPr>
        <p:spPr>
          <a:xfrm>
            <a:off x="8130415" y="5747379"/>
            <a:ext cx="3389981" cy="344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 “ω” , “2ω” , “3ω” , ...</a:t>
            </a:r>
            <a:endParaRPr lang="en-US" sz="1690" dirty="0"/>
          </a:p>
        </p:txBody>
      </p:sp>
      <mc:AlternateContent>
        <mc:Choice xmlns:a14="http://schemas.microsoft.com/office/drawing/2010/main" Requires="a14">
          <p:sp>
            <p:nvSpPr>
              <p:cNvPr id="67" name="Equation OMML" descr="\mathrm{sin}(\omega t)"/>
              <p:cNvSpPr txBox="1"/>
              <p:nvPr/>
            </p:nvSpPr>
            <p:spPr>
              <a:xfrm>
                <a:off x="3203270" y="929386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0" descr="/home/ahmed/Projects/ai_llm_slides/videos/deep-learning/002_transformers_part2/recreated_pptx/build/assets/vb1_r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203270" y="929386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\mathrm{cos}(\omega t)"/>
              <p:cNvSpPr txBox="1"/>
              <p:nvPr/>
            </p:nvSpPr>
            <p:spPr>
              <a:xfrm>
                <a:off x="3203270" y="1545327"/>
                <a:ext cx="754380" cy="2072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1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1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1" descr="/home/ahmed/Projects/ai_llm_slides/videos/deep-learning/002_transformers_part2/recreated_pptx/build/assets/vb1_r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03270" y="1545327"/>
                <a:ext cx="754380" cy="2072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\mathrm{Sin}\;(\omega"/>
              <p:cNvSpPr txBox="1"/>
              <p:nvPr/>
            </p:nvSpPr>
            <p:spPr>
              <a:xfrm>
                <a:off x="2991875" y="2053669"/>
                <a:ext cx="765048" cy="2514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200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200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2" descr="/home/ahmed/Projects/ai_llm_slides/videos/deep-learning/002_transformers_part2/recreated_pptx/build/assets/vb2_r1a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91875" y="2053669"/>
                <a:ext cx="765048" cy="2514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0" name="Equation OMML" descr="(t{+}\delta))"/>
              <p:cNvSpPr txBox="1"/>
              <p:nvPr/>
            </p:nvSpPr>
            <p:spPr>
              <a:xfrm>
                <a:off x="3758184" y="2099389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0" name="Image 3" descr="/home/ahmed/Projects/ai_llm_slides/videos/deep-learning/002_transformers_part2/recreated_pptx/build/assets/vb2_r1b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8184" y="2099389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1" name="Equation OMML" descr="\mathrm{cos}(\omega"/>
              <p:cNvSpPr txBox="1"/>
              <p:nvPr/>
            </p:nvSpPr>
            <p:spPr>
              <a:xfrm>
                <a:off x="3057936" y="2603582"/>
                <a:ext cx="673608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4" descr="/home/ahmed/Projects/ai_llm_slides/videos/deep-learning/002_transformers_part2/recreated_pptx/build/assets/vb2_r2a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7936" y="2603582"/>
                <a:ext cx="673608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(t{+}\delta))"/>
              <p:cNvSpPr txBox="1"/>
              <p:nvPr/>
            </p:nvSpPr>
            <p:spPr>
              <a:xfrm>
                <a:off x="3731760" y="2631014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5" descr="/home/ahmed/Projects/ai_llm_slides/videos/deep-learning/002_transformers_part2/recreated_pptx/build/assets/vb2_r2b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1760" y="2631014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\mathrm{sin}(\omega"/>
              <p:cNvSpPr txBox="1"/>
              <p:nvPr/>
            </p:nvSpPr>
            <p:spPr>
              <a:xfrm>
                <a:off x="1115737" y="3317130"/>
                <a:ext cx="580644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2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2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6" descr="/home/ahmed/Projects/ai_llm_slides/videos/deep-learning/002_transformers_part2/recreated_pptx/build/assets/d1_s1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5737" y="3317130"/>
                <a:ext cx="580644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(t{+}\delta))"/>
              <p:cNvSpPr txBox="1"/>
              <p:nvPr/>
            </p:nvSpPr>
            <p:spPr>
              <a:xfrm>
                <a:off x="1697075" y="3335418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7" descr="/home/ahmed/Projects/ai_llm_slides/videos/deep-learning/002_transformers_part2/recreated_pptx/build/assets/d1_s2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7075" y="3335418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="/>
              <p:cNvSpPr txBox="1"/>
              <p:nvPr/>
            </p:nvSpPr>
            <p:spPr>
              <a:xfrm>
                <a:off x="2397324" y="3407045"/>
                <a:ext cx="129540" cy="716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1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8" descr="/home/ahmed/Projects/ai_llm_slides/videos/deep-learning/002_transformers_part2/recreated_pptx/build/assets/d1_s3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97324" y="3407045"/>
                <a:ext cx="129540" cy="716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\mathrm{sin}(\omega t\;+\omega\delta)"/>
              <p:cNvSpPr txBox="1"/>
              <p:nvPr/>
            </p:nvSpPr>
            <p:spPr>
              <a:xfrm>
                <a:off x="2621932" y="3330845"/>
                <a:ext cx="1286256" cy="2042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9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9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(ωt +ωδ)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9" descr="/home/ahmed/Projects/ai_llm_slides/videos/deep-learning/002_transformers_part2/recreated_pptx/build/assets/d1_s4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21932" y="3330845"/>
                <a:ext cx="1286256" cy="2042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="/>
              <p:cNvSpPr txBox="1"/>
              <p:nvPr/>
            </p:nvSpPr>
            <p:spPr>
              <a:xfrm>
                <a:off x="4379160" y="3414665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10" descr="/home/ahmed/Projects/ai_llm_slides/videos/deep-learning/002_transformers_part2/recreated_pptx/build/assets/d1_s5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79160" y="3414665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8" name="Equation OMML" descr="\mathrm{sin}(\omega t)"/>
              <p:cNvSpPr txBox="1"/>
              <p:nvPr/>
            </p:nvSpPr>
            <p:spPr>
              <a:xfrm>
                <a:off x="4590556" y="3321700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8" name="Image 11" descr="/home/ahmed/Projects/ai_llm_slides/videos/deep-learning/002_transformers_part2/recreated_pptx/build/assets/d1_s6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90556" y="3321700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9" name="Equation OMML" descr="\mathrm{cos}(\omega\delta)"/>
              <p:cNvSpPr txBox="1"/>
              <p:nvPr/>
            </p:nvSpPr>
            <p:spPr>
              <a:xfrm>
                <a:off x="5422927" y="3312556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9" name="Image 12" descr="/home/ahmed/Projects/ai_llm_slides/videos/deep-learning/002_transformers_part2/recreated_pptx/build/assets/d1_s7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22927" y="3312556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0" name="Equation OMML" descr="+"/>
              <p:cNvSpPr txBox="1"/>
              <p:nvPr/>
            </p:nvSpPr>
            <p:spPr>
              <a:xfrm>
                <a:off x="6400632" y="3399425"/>
                <a:ext cx="108204" cy="1066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05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0" name="Image 13" descr="/home/ahmed/Projects/ai_llm_slides/videos/deep-learning/002_transformers_part2/recreated_pptx/build/assets/d1_s8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00632" y="3399425"/>
                <a:ext cx="108204" cy="1066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1" name="Equation OMML" descr="\mathrm{cos}(\omega t)"/>
              <p:cNvSpPr txBox="1"/>
              <p:nvPr/>
            </p:nvSpPr>
            <p:spPr>
              <a:xfrm>
                <a:off x="6612028" y="3317129"/>
                <a:ext cx="804672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1" name="Image 14" descr="/home/ahmed/Projects/ai_llm_slides/videos/deep-learning/002_transformers_part2/recreated_pptx/build/assets/d1_s9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12028" y="3317129"/>
                <a:ext cx="804672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2" name="Equation OMML" descr="\mathrm{sin}(\omega\delta)"/>
              <p:cNvSpPr txBox="1"/>
              <p:nvPr/>
            </p:nvSpPr>
            <p:spPr>
              <a:xfrm>
                <a:off x="7510460" y="3314081"/>
                <a:ext cx="807720" cy="2225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2" name="Image 15" descr="/home/ahmed/Projects/ai_llm_slides/videos/deep-learning/002_transformers_part2/recreated_pptx/build/assets/d1_s10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10460" y="3314081"/>
                <a:ext cx="807720" cy="2225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3" name="Equation OMML" descr="\mathrm{cos}(\omega"/>
              <p:cNvSpPr txBox="1"/>
              <p:nvPr/>
            </p:nvSpPr>
            <p:spPr>
              <a:xfrm>
                <a:off x="1128949" y="3907589"/>
                <a:ext cx="66141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9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9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16" descr="/home/ahmed/Projects/ai_llm_slides/videos/deep-learning/002_transformers_part2/recreated_pptx/build/assets/d2_s1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8949" y="3907589"/>
                <a:ext cx="66141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(t{+}\delta))"/>
              <p:cNvSpPr txBox="1"/>
              <p:nvPr/>
            </p:nvSpPr>
            <p:spPr>
              <a:xfrm>
                <a:off x="1789561" y="3933497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17" descr="/home/ahmed/Projects/ai_llm_slides/videos/deep-learning/002_transformers_part2/recreated_pptx/build/assets/d2_s2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89561" y="3933497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="/>
              <p:cNvSpPr txBox="1"/>
              <p:nvPr/>
            </p:nvSpPr>
            <p:spPr>
              <a:xfrm>
                <a:off x="2489810" y="4012744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18" descr="/home/ahmed/Projects/ai_llm_slides/videos/deep-learning/002_transformers_part2/recreated_pptx/build/assets/d2_s3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89810" y="4012744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\mathrm{cos}(\omega t\;+\omega\delta)"/>
              <p:cNvSpPr txBox="1"/>
              <p:nvPr/>
            </p:nvSpPr>
            <p:spPr>
              <a:xfrm>
                <a:off x="2701205" y="3924351"/>
                <a:ext cx="1363980" cy="2072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2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2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(ωt +ωδ)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19" descr="/home/ahmed/Projects/ai_llm_slides/videos/deep-learning/002_transformers_part2/recreated_pptx/build/assets/d2_s4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01205" y="3924351"/>
                <a:ext cx="1363980" cy="2072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="/>
              <p:cNvSpPr txBox="1"/>
              <p:nvPr/>
            </p:nvSpPr>
            <p:spPr>
              <a:xfrm>
                <a:off x="4379160" y="4012744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20" descr="/home/ahmed/Projects/ai_llm_slides/videos/deep-learning/002_transformers_part2/recreated_pptx/build/assets/d2_s5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79160" y="4012744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8" name="Equation OMML" descr="\mathrm{cos}(\omega t)"/>
              <p:cNvSpPr txBox="1"/>
              <p:nvPr/>
            </p:nvSpPr>
            <p:spPr>
              <a:xfrm>
                <a:off x="4590556" y="3915208"/>
                <a:ext cx="804672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8" name="Image 21" descr="/home/ahmed/Projects/ai_llm_slides/videos/deep-learning/002_transformers_part2/recreated_pptx/build/assets/d2_s6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90556" y="3915208"/>
                <a:ext cx="804672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9" name="Equation OMML" descr="\mathrm{cos}(\omega\delta)"/>
              <p:cNvSpPr txBox="1"/>
              <p:nvPr/>
            </p:nvSpPr>
            <p:spPr>
              <a:xfrm>
                <a:off x="5488988" y="3910635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9" name="Image 22" descr="/home/ahmed/Projects/ai_llm_slides/videos/deep-learning/002_transformers_part2/recreated_pptx/build/assets/d2_s7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88988" y="3910635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0" name="Equation OMML" descr="\mathrm{sin}(\omega t)"/>
              <p:cNvSpPr txBox="1"/>
              <p:nvPr/>
            </p:nvSpPr>
            <p:spPr>
              <a:xfrm>
                <a:off x="6625240" y="3919779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0" name="Image 23" descr="/home/ahmed/Projects/ai_llm_slides/videos/deep-learning/002_transformers_part2/recreated_pptx/build/assets/d2_s9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25240" y="3919779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1" name="Equation OMML" descr="\mathrm{sin}(\omega\delta)"/>
              <p:cNvSpPr txBox="1"/>
              <p:nvPr/>
            </p:nvSpPr>
            <p:spPr>
              <a:xfrm>
                <a:off x="7484036" y="3899969"/>
                <a:ext cx="859536" cy="2362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67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867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1" name="Image 24" descr="/home/ahmed/Projects/ai_llm_slides/videos/deep-learning/002_transformers_part2/recreated_pptx/build/assets/d2_s10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84036" y="3899969"/>
                <a:ext cx="859536" cy="2362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2" name="Equation OMML" descr="\mathrm{Sin}\;(\omega"/>
              <p:cNvSpPr txBox="1"/>
              <p:nvPr/>
            </p:nvSpPr>
            <p:spPr>
              <a:xfrm>
                <a:off x="1446043" y="4759713"/>
                <a:ext cx="687324" cy="227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8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8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2" name="Image 25" descr="/home/ahmed/Projects/ai_llm_slides/videos/deep-learning/002_transformers_part2/recreated_pptx/build/assets/m_la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46043" y="4759713"/>
                <a:ext cx="687324" cy="2270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3" name="Equation OMML" descr="(t{+}\delta))"/>
              <p:cNvSpPr txBox="1"/>
              <p:nvPr/>
            </p:nvSpPr>
            <p:spPr>
              <a:xfrm>
                <a:off x="2133079" y="4784097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26" descr="/home/ahmed/Projects/ai_llm_slides/videos/deep-learning/002_transformers_part2/recreated_pptx/build/assets/m_lb.png">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33079" y="4784097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\mathrm{cos}(\omega"/>
              <p:cNvSpPr txBox="1"/>
              <p:nvPr/>
            </p:nvSpPr>
            <p:spPr>
              <a:xfrm>
                <a:off x="1432831" y="5274999"/>
                <a:ext cx="673608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27" descr="/home/ahmed/Projects/ai_llm_slides/videos/deep-learning/002_transformers_part2/recreated_pptx/build/assets/m_l2a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432831" y="5274999"/>
                <a:ext cx="673608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(t{+}\delta))"/>
              <p:cNvSpPr txBox="1"/>
              <p:nvPr/>
            </p:nvSpPr>
            <p:spPr>
              <a:xfrm>
                <a:off x="2106655" y="5302432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28" descr="/home/ahmed/Projects/ai_llm_slides/videos/deep-learning/002_transformers_part2/recreated_pptx/build/assets/m_l2b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06655" y="5302432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6" name="Equation OMML" descr="="/>
              <p:cNvSpPr txBox="1"/>
              <p:nvPr/>
            </p:nvSpPr>
            <p:spPr>
              <a:xfrm>
                <a:off x="3123997" y="5171156"/>
                <a:ext cx="129540" cy="716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1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6" name="Image 29" descr="/home/ahmed/Projects/ai_llm_slides/videos/deep-learning/002_transformers_part2/recreated_pptx/build/assets/m_eq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23997" y="5171156"/>
                <a:ext cx="129540" cy="716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7" name="Equation OMML" descr="\mathrm{cos}(\omega\delta)"/>
              <p:cNvSpPr txBox="1"/>
              <p:nvPr/>
            </p:nvSpPr>
            <p:spPr>
              <a:xfrm>
                <a:off x="3758184" y="4743374"/>
                <a:ext cx="896112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23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23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30" descr="/home/ahmed/Projects/ai_llm_slides/videos/deep-learning/002_transformers_part2/recreated_pptx/build/assets/m_r1c1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58184" y="4743374"/>
                <a:ext cx="896112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\mathrm{sin}(\omega\delta)"/>
              <p:cNvSpPr txBox="1"/>
              <p:nvPr/>
            </p:nvSpPr>
            <p:spPr>
              <a:xfrm>
                <a:off x="4881225" y="4749470"/>
                <a:ext cx="807720" cy="2225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31" descr="/home/ahmed/Projects/ai_llm_slides/videos/deep-learning/002_transformers_part2/recreated_pptx/build/assets/m_r1c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81225" y="4749470"/>
                <a:ext cx="807720" cy="2225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\mathrm{sin}(\omega\delta)"/>
              <p:cNvSpPr txBox="1"/>
              <p:nvPr/>
            </p:nvSpPr>
            <p:spPr>
              <a:xfrm>
                <a:off x="3784609" y="5372606"/>
                <a:ext cx="816864" cy="2255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76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76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32" descr="/home/ahmed/Projects/ai_llm_slides/videos/deep-learning/002_transformers_part2/recreated_pptx/build/assets/m_r2c1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84609" y="5372606"/>
                <a:ext cx="816864" cy="2255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\mathrm{cos}(\omega\delta)"/>
              <p:cNvSpPr txBox="1"/>
              <p:nvPr/>
            </p:nvSpPr>
            <p:spPr>
              <a:xfrm>
                <a:off x="4828376" y="5372605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33" descr="/home/ahmed/Projects/ai_llm_slides/videos/deep-learning/002_transformers_part2/recreated_pptx/build/assets/m_r2c2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28376" y="5372605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\mathrm{sin}(\omega t)"/>
              <p:cNvSpPr txBox="1"/>
              <p:nvPr/>
            </p:nvSpPr>
            <p:spPr>
              <a:xfrm>
                <a:off x="6413844" y="4850123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34" descr="/home/ahmed/Projects/ai_llm_slides/videos/deep-learning/002_transformers_part2/recreated_pptx/build/assets/m_ra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413844" y="4850123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\mathrm{cos}(\omega t)"/>
              <p:cNvSpPr txBox="1"/>
              <p:nvPr/>
            </p:nvSpPr>
            <p:spPr>
              <a:xfrm>
                <a:off x="6413844" y="5448203"/>
                <a:ext cx="783336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82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82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35" descr="/home/ahmed/Projects/ai_llm_slides/videos/deep-learning/002_transformers_part2/recreated_pptx/build/assets/m_rb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413844" y="5448203"/>
                <a:ext cx="783336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3" name="Equation OMML" descr="sin(a{+}b)=sin\,(a)\,cos(b)\;+\;cos(a)\,sin(b)"/>
              <p:cNvSpPr txBox="1"/>
              <p:nvPr/>
            </p:nvSpPr>
            <p:spPr>
              <a:xfrm>
                <a:off x="6532755" y="1968431"/>
                <a:ext cx="3442716" cy="1813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7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sin(a+b)=sin (a) cos(b) + cos(a) sin(b)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3" name="Image 36" descr="/home/ahmed/Projects/ai_llm_slides/videos/deep-learning/002_transformers_part2/recreated_pptx/build/assets/rm_id1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32755" y="1968431"/>
                <a:ext cx="3442716" cy="1813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4" name="Equation OMML" descr="cos(a{+}b)=cos(a)\,cos(b)-sin(a)\,sin(b)"/>
              <p:cNvSpPr txBox="1"/>
              <p:nvPr/>
            </p:nvSpPr>
            <p:spPr>
              <a:xfrm>
                <a:off x="6519542" y="2188276"/>
                <a:ext cx="3508248" cy="1874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41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cos(a+b)=cos(a) cos(b)-sin(a) sin(b)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4" name="Image 37" descr="/home/ahmed/Projects/ai_llm_slides/videos/deep-learning/002_transformers_part2/recreated_pptx/build/assets/rm_id2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19542" y="2188276"/>
                <a:ext cx="3508248" cy="187452"/>
              </a:xfrm>
              <a:prstGeom prst="rect">
                <a:avLst/>
              </a:prstGeom>
            </p:spPr>
          </p:pic>
        </mc:Fallback>
      </mc:AlternateContent>
      <p:pic>
        <p:nvPicPr>
          <p:cNvPr id="105" name="Image 38" descr="/home/ahmed/Projects/ai_llm_slides/videos/deep-learning/002_transformers_part2/recreated_pptx/build/assets/brace_030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48605" y="5928722"/>
            <a:ext cx="2616708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" y="584200"/>
            <a:ext cx="1752600" cy="2159000"/>
          </a:xfrm>
          <a:prstGeom prst="rect">
            <a:avLst/>
          </a:prstGeom>
          <a:solidFill>
            <a:srgbClr val="CEFFE3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90800" y="584200"/>
            <a:ext cx="6070600" cy="2159000"/>
          </a:xfrm>
          <a:prstGeom prst="rect">
            <a:avLst/>
          </a:prstGeom>
          <a:solidFill>
            <a:srgbClr val="FEFFE6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584200"/>
            <a:ext cx="1752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at Pos “t”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596900"/>
            <a:ext cx="2349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at Pos “t+δ”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7400" y="3213100"/>
            <a:ext cx="10096500" cy="3314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1879600"/>
            <a:ext cx="7493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2311400"/>
            <a:ext cx="812800" cy="2794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7500" y="3378200"/>
            <a:ext cx="5588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59800" y="3378200"/>
            <a:ext cx="5969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7900" y="5994400"/>
            <a:ext cx="685800" cy="279400"/>
          </a:xfrm>
          <a:prstGeom prst="rect">
            <a:avLst/>
          </a:prstGeom>
          <a:solidFill>
            <a:srgbClr val="1CFBE1"/>
          </a:solidFill>
          <a:ln w="12700">
            <a:solidFill>
              <a:srgbClr val="1CF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5000" y="5994400"/>
            <a:ext cx="647700" cy="279400"/>
          </a:xfrm>
          <a:prstGeom prst="rect">
            <a:avLst/>
          </a:prstGeom>
          <a:solidFill>
            <a:srgbClr val="1CFBE1"/>
          </a:solidFill>
          <a:ln w="12700">
            <a:solidFill>
              <a:srgbClr val="1CF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7600" y="901700"/>
            <a:ext cx="27940" cy="800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600" y="9017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7600" y="16738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9800" y="901700"/>
            <a:ext cx="27940" cy="800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6140" y="9017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6140" y="16738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7600" y="1828800"/>
            <a:ext cx="27940" cy="8509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600" y="18288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7600" y="26517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7900" y="1828800"/>
            <a:ext cx="27940" cy="8509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4240" y="18288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74240" y="26517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05100" y="9398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5100" y="9398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05100" y="1750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4500" y="9398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0840" y="9398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80840" y="1750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2800" y="9144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2800" y="9144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22800" y="17246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56600" y="9144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2940" y="9144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2940" y="17246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5200" y="1905000"/>
            <a:ext cx="27940" cy="76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5200" y="19050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5200" y="2639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28000" y="1905000"/>
            <a:ext cx="27940" cy="76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54340" y="19050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4340" y="2639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12900" y="1612900"/>
            <a:ext cx="152400" cy="3302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6200" y="1676400"/>
            <a:ext cx="139700" cy="3175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88400" y="1587500"/>
            <a:ext cx="2171700" cy="393700"/>
          </a:xfrm>
          <a:prstGeom prst="rect">
            <a:avLst/>
          </a:prstGeom>
          <a:solidFill>
            <a:srgbClr val="FCFEE0"/>
          </a:solidFill>
          <a:ln w="9525">
            <a:solidFill>
              <a:srgbClr val="98DD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1100" y="2159000"/>
            <a:ext cx="2159000" cy="393700"/>
          </a:xfrm>
          <a:prstGeom prst="rect">
            <a:avLst/>
          </a:prstGeom>
          <a:solidFill>
            <a:srgbClr val="FAFDD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0100" y="2819400"/>
            <a:ext cx="10248900" cy="342900"/>
          </a:xfrm>
          <a:prstGeom prst="rect">
            <a:avLst/>
          </a:prstGeom>
          <a:solidFill>
            <a:srgbClr val="EBFFD5"/>
          </a:solidFill>
          <a:ln w="25400">
            <a:solidFill>
              <a:srgbClr val="4686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2844800"/>
            <a:ext cx="34893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Between</a:t>
            </a:r>
            <a:endParaRPr lang="en-US" sz="1620" dirty="0"/>
          </a:p>
        </p:txBody>
      </p:sp>
      <p:sp>
        <p:nvSpPr>
          <p:cNvPr id="52" name="Text 50"/>
          <p:cNvSpPr/>
          <p:nvPr/>
        </p:nvSpPr>
        <p:spPr>
          <a:xfrm>
            <a:off x="3619500" y="2844800"/>
            <a:ext cx="25209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88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88" dirty="0"/>
          </a:p>
        </p:txBody>
      </p:sp>
      <p:sp>
        <p:nvSpPr>
          <p:cNvPr id="53" name="Text 51"/>
          <p:cNvSpPr/>
          <p:nvPr/>
        </p:nvSpPr>
        <p:spPr>
          <a:xfrm>
            <a:off x="5549900" y="2844800"/>
            <a:ext cx="6318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18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518" dirty="0"/>
          </a:p>
        </p:txBody>
      </p:sp>
      <p:sp>
        <p:nvSpPr>
          <p:cNvPr id="54" name="Text 52"/>
          <p:cNvSpPr/>
          <p:nvPr/>
        </p:nvSpPr>
        <p:spPr>
          <a:xfrm>
            <a:off x="6019800" y="2844800"/>
            <a:ext cx="2203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7988300" y="2844800"/>
            <a:ext cx="37750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Two Consecutive Positions ]</a:t>
            </a:r>
            <a:endParaRPr lang="en-US" sz="1590" dirty="0"/>
          </a:p>
        </p:txBody>
      </p:sp>
      <p:pic>
        <p:nvPicPr>
          <p:cNvPr id="56" name="Image 0" descr="/home/ahmed/Projects/ai_llm_slides/videos/deep-learning/002_transformers_part2/recreated_pptx/build/assets/lv1_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808" y="953008"/>
            <a:ext cx="734568" cy="216408"/>
          </a:xfrm>
          <a:prstGeom prst="rect">
            <a:avLst/>
          </a:prstGeom>
        </p:spPr>
      </p:pic>
      <p:pic>
        <p:nvPicPr>
          <p:cNvPr id="57" name="Image 1" descr="/home/ahmed/Projects/ai_llm_slides/videos/deep-learning/002_transformers_part2/recreated_pptx/build/assets/lv1_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808" y="1384808"/>
            <a:ext cx="774192" cy="213360"/>
          </a:xfrm>
          <a:prstGeom prst="rect">
            <a:avLst/>
          </a:prstGeom>
        </p:spPr>
      </p:pic>
      <p:pic>
        <p:nvPicPr>
          <p:cNvPr id="58" name="Image 2" descr="/home/ahmed/Projects/ai_llm_slides/videos/deep-learning/002_transformers_part2/recreated_pptx/build/assets/lv2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208" y="1892808"/>
            <a:ext cx="557784" cy="202692"/>
          </a:xfrm>
          <a:prstGeom prst="rect">
            <a:avLst/>
          </a:prstGeom>
        </p:spPr>
      </p:pic>
      <p:pic>
        <p:nvPicPr>
          <p:cNvPr id="59" name="Image 3" descr="/home/ahmed/Projects/ai_llm_slides/videos/deep-learning/002_transformers_part2/recreated_pptx/build/assets/lv2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208" y="2350008"/>
            <a:ext cx="615696" cy="204216"/>
          </a:xfrm>
          <a:prstGeom prst="rect">
            <a:avLst/>
          </a:prstGeom>
        </p:spPr>
      </p:pic>
      <p:pic>
        <p:nvPicPr>
          <p:cNvPr id="60" name="Image 4" descr="/home/ahmed/Projects/ai_llm_slides/videos/deep-learning/002_transformers_part2/recreated_pptx/build/assets/mva_r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008" y="978408"/>
            <a:ext cx="1246632" cy="208788"/>
          </a:xfrm>
          <a:prstGeom prst="rect">
            <a:avLst/>
          </a:prstGeom>
        </p:spPr>
      </p:pic>
      <p:pic>
        <p:nvPicPr>
          <p:cNvPr id="61" name="Image 5" descr="/home/ahmed/Projects/ai_llm_slides/videos/deep-learning/002_transformers_part2/recreated_pptx/build/assets/mva_r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008" y="1410208"/>
            <a:ext cx="1211580" cy="202692"/>
          </a:xfrm>
          <a:prstGeom prst="rect">
            <a:avLst/>
          </a:prstGeom>
        </p:spPr>
      </p:pic>
      <p:pic>
        <p:nvPicPr>
          <p:cNvPr id="62" name="Image 6" descr="/home/ahmed/Projects/ai_llm_slides/videos/deep-learning/002_transformers_part2/recreated_pptx/build/assets/dEqM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1397508"/>
            <a:ext cx="201168" cy="103632"/>
          </a:xfrm>
          <a:prstGeom prst="rect">
            <a:avLst/>
          </a:prstGeom>
        </p:spPr>
      </p:pic>
      <p:pic>
        <p:nvPicPr>
          <p:cNvPr id="63" name="Image 7" descr="/home/ahmed/Projects/ai_llm_slides/videos/deep-learning/002_transformers_part2/recreated_pptx/build/assets/mvb1_s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508" y="1016508"/>
            <a:ext cx="710184" cy="208788"/>
          </a:xfrm>
          <a:prstGeom prst="rect">
            <a:avLst/>
          </a:prstGeom>
        </p:spPr>
      </p:pic>
      <p:pic>
        <p:nvPicPr>
          <p:cNvPr id="64" name="Image 8" descr="/home/ahmed/Projects/ai_llm_slides/videos/deep-learning/002_transformers_part2/recreated_pptx/build/assets/mvb1_s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9608" y="1016508"/>
            <a:ext cx="829056" cy="214884"/>
          </a:xfrm>
          <a:prstGeom prst="rect">
            <a:avLst/>
          </a:prstGeom>
        </p:spPr>
      </p:pic>
      <p:pic>
        <p:nvPicPr>
          <p:cNvPr id="65" name="Image 9" descr="/home/ahmed/Projects/ai_llm_slides/videos/deep-learning/002_transformers_part2/recreated_pptx/build/assets/mvb1_s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708" y="1054608"/>
            <a:ext cx="124968" cy="126492"/>
          </a:xfrm>
          <a:prstGeom prst="rect">
            <a:avLst/>
          </a:prstGeom>
        </p:spPr>
      </p:pic>
      <p:pic>
        <p:nvPicPr>
          <p:cNvPr id="66" name="Image 10" descr="/home/ahmed/Projects/ai_llm_slides/videos/deep-learning/002_transformers_part2/recreated_pptx/build/assets/mvb1_s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2608" y="1016508"/>
            <a:ext cx="774192" cy="213360"/>
          </a:xfrm>
          <a:prstGeom prst="rect">
            <a:avLst/>
          </a:prstGeom>
        </p:spPr>
      </p:pic>
      <p:pic>
        <p:nvPicPr>
          <p:cNvPr id="67" name="Image 11" descr="/home/ahmed/Projects/ai_llm_slides/videos/deep-learning/002_transformers_part2/recreated_pptx/build/assets/mvb1_s5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6208" y="1016508"/>
            <a:ext cx="774192" cy="214884"/>
          </a:xfrm>
          <a:prstGeom prst="rect">
            <a:avLst/>
          </a:prstGeom>
        </p:spPr>
      </p:pic>
      <p:pic>
        <p:nvPicPr>
          <p:cNvPr id="68" name="Image 12" descr="/home/ahmed/Projects/ai_llm_slides/videos/deep-learning/002_transformers_part2/recreated_pptx/build/assets/mvb2_s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7608" y="1448308"/>
            <a:ext cx="728472" cy="201168"/>
          </a:xfrm>
          <a:prstGeom prst="rect">
            <a:avLst/>
          </a:prstGeom>
        </p:spPr>
      </p:pic>
      <p:pic>
        <p:nvPicPr>
          <p:cNvPr id="69" name="Image 13" descr="/home/ahmed/Projects/ai_llm_slides/videos/deep-learning/002_transformers_part2/recreated_pptx/build/assets/mvb2_s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3108" y="1448308"/>
            <a:ext cx="841248" cy="217932"/>
          </a:xfrm>
          <a:prstGeom prst="rect">
            <a:avLst/>
          </a:prstGeom>
        </p:spPr>
      </p:pic>
      <p:pic>
        <p:nvPicPr>
          <p:cNvPr id="70" name="Image 14" descr="/home/ahmed/Projects/ai_llm_slides/videos/deep-learning/002_transformers_part2/recreated_pptx/build/assets/mvb2_s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0208" y="1511808"/>
            <a:ext cx="77724" cy="30480"/>
          </a:xfrm>
          <a:prstGeom prst="rect">
            <a:avLst/>
          </a:prstGeom>
        </p:spPr>
      </p:pic>
      <p:pic>
        <p:nvPicPr>
          <p:cNvPr id="71" name="Image 15" descr="/home/ahmed/Projects/ai_llm_slides/videos/deep-learning/002_transformers_part2/recreated_pptx/build/assets/mvb2_s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42608" y="1448308"/>
            <a:ext cx="710184" cy="208788"/>
          </a:xfrm>
          <a:prstGeom prst="rect">
            <a:avLst/>
          </a:prstGeom>
        </p:spPr>
      </p:pic>
      <p:pic>
        <p:nvPicPr>
          <p:cNvPr id="72" name="Image 16" descr="/home/ahmed/Projects/ai_llm_slides/videos/deep-learning/002_transformers_part2/recreated_pptx/build/assets/mvb2_s5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42708" y="1448308"/>
            <a:ext cx="774192" cy="214884"/>
          </a:xfrm>
          <a:prstGeom prst="rect">
            <a:avLst/>
          </a:prstGeom>
        </p:spPr>
      </p:pic>
      <p:pic>
        <p:nvPicPr>
          <p:cNvPr id="73" name="Image 17" descr="/home/ahmed/Projects/ai_llm_slides/videos/deep-learning/002_transformers_part2/recreated_pptx/build/assets/mvr1_s1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7008" y="1981708"/>
            <a:ext cx="585216" cy="210312"/>
          </a:xfrm>
          <a:prstGeom prst="rect">
            <a:avLst/>
          </a:prstGeom>
        </p:spPr>
      </p:pic>
      <p:pic>
        <p:nvPicPr>
          <p:cNvPr id="74" name="Image 18" descr="/home/ahmed/Projects/ai_llm_slides/videos/deep-learning/002_transformers_part2/recreated_pptx/build/assets/mvr1_s2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90108" y="1981708"/>
            <a:ext cx="710184" cy="231648"/>
          </a:xfrm>
          <a:prstGeom prst="rect">
            <a:avLst/>
          </a:prstGeom>
        </p:spPr>
      </p:pic>
      <p:pic>
        <p:nvPicPr>
          <p:cNvPr id="75" name="Image 19" descr="/home/ahmed/Projects/ai_llm_slides/videos/deep-learning/002_transformers_part2/recreated_pptx/build/assets/mvr1_s3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9408" y="2019808"/>
            <a:ext cx="124968" cy="126492"/>
          </a:xfrm>
          <a:prstGeom prst="rect">
            <a:avLst/>
          </a:prstGeom>
        </p:spPr>
      </p:pic>
      <p:pic>
        <p:nvPicPr>
          <p:cNvPr id="76" name="Image 20" descr="/home/ahmed/Projects/ai_llm_slides/videos/deep-learning/002_transformers_part2/recreated_pptx/build/assets/mvr1_s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42608" y="1981708"/>
            <a:ext cx="658368" cy="217932"/>
          </a:xfrm>
          <a:prstGeom prst="rect">
            <a:avLst/>
          </a:prstGeom>
        </p:spPr>
      </p:pic>
      <p:pic>
        <p:nvPicPr>
          <p:cNvPr id="77" name="Image 21" descr="/home/ahmed/Projects/ai_llm_slides/videos/deep-learning/002_transformers_part2/recreated_pptx/build/assets/mvr1_s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79208" y="1981708"/>
            <a:ext cx="594360" cy="211836"/>
          </a:xfrm>
          <a:prstGeom prst="rect">
            <a:avLst/>
          </a:prstGeom>
        </p:spPr>
      </p:pic>
      <p:pic>
        <p:nvPicPr>
          <p:cNvPr id="78" name="Image 22" descr="/home/ahmed/Projects/ai_llm_slides/videos/deep-learning/002_transformers_part2/recreated_pptx/build/assets/mvr2_s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66208" y="2388108"/>
            <a:ext cx="647700" cy="213360"/>
          </a:xfrm>
          <a:prstGeom prst="rect">
            <a:avLst/>
          </a:prstGeom>
        </p:spPr>
      </p:pic>
      <p:pic>
        <p:nvPicPr>
          <p:cNvPr id="79" name="Image 23" descr="/home/ahmed/Projects/ai_llm_slides/videos/deep-learning/002_transformers_part2/recreated_pptx/build/assets/mvr2_s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02808" y="2388108"/>
            <a:ext cx="658368" cy="216408"/>
          </a:xfrm>
          <a:prstGeom prst="rect">
            <a:avLst/>
          </a:prstGeom>
        </p:spPr>
      </p:pic>
      <p:pic>
        <p:nvPicPr>
          <p:cNvPr id="80" name="Image 24" descr="/home/ahmed/Projects/ai_llm_slides/videos/deep-learning/002_transformers_part2/recreated_pptx/build/assets/mvr2_s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608" y="2451608"/>
            <a:ext cx="77724" cy="30480"/>
          </a:xfrm>
          <a:prstGeom prst="rect">
            <a:avLst/>
          </a:prstGeom>
        </p:spPr>
      </p:pic>
      <p:pic>
        <p:nvPicPr>
          <p:cNvPr id="81" name="Image 25" descr="/home/ahmed/Projects/ai_llm_slides/videos/deep-learning/002_transformers_part2/recreated_pptx/build/assets/mvr2_s4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68008" y="2388108"/>
            <a:ext cx="585216" cy="210312"/>
          </a:xfrm>
          <a:prstGeom prst="rect">
            <a:avLst/>
          </a:prstGeom>
        </p:spPr>
      </p:pic>
      <p:pic>
        <p:nvPicPr>
          <p:cNvPr id="82" name="Image 26" descr="/home/ahmed/Projects/ai_llm_slides/videos/deep-learning/002_transformers_part2/recreated_pptx/build/assets/mvr2_s5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41108" y="2388108"/>
            <a:ext cx="585216" cy="208788"/>
          </a:xfrm>
          <a:prstGeom prst="rect">
            <a:avLst/>
          </a:prstGeom>
        </p:spPr>
      </p:pic>
      <p:pic>
        <p:nvPicPr>
          <p:cNvPr id="83" name="Image 27" descr="/home/ahmed/Projects/ai_llm_slides/videos/deep-learning/002_transformers_part2/recreated_pptx/build/assets/db1_let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15908" y="1689608"/>
            <a:ext cx="291084" cy="164592"/>
          </a:xfrm>
          <a:prstGeom prst="rect">
            <a:avLst/>
          </a:prstGeom>
        </p:spPr>
      </p:pic>
      <p:pic>
        <p:nvPicPr>
          <p:cNvPr id="84" name="Image 28" descr="/home/ahmed/Projects/ai_llm_slides/videos/deep-learning/002_transformers_part2/recreated_pptx/build/assets/db1_a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22308" y="1689608"/>
            <a:ext cx="582168" cy="153924"/>
          </a:xfrm>
          <a:prstGeom prst="rect">
            <a:avLst/>
          </a:prstGeom>
        </p:spPr>
      </p:pic>
      <p:pic>
        <p:nvPicPr>
          <p:cNvPr id="85" name="Image 29" descr="/home/ahmed/Projects/ai_llm_slides/videos/deep-learning/002_transformers_part2/recreated_pptx/build/assets/db1_b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82708" y="1689608"/>
            <a:ext cx="519684" cy="143256"/>
          </a:xfrm>
          <a:prstGeom prst="rect">
            <a:avLst/>
          </a:prstGeom>
        </p:spPr>
      </p:pic>
      <p:pic>
        <p:nvPicPr>
          <p:cNvPr id="86" name="Image 30" descr="/home/ahmed/Projects/ai_llm_slides/videos/deep-learning/002_transformers_part2/recreated_pptx/build/assets/db2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76208" y="2223008"/>
            <a:ext cx="1874520" cy="225552"/>
          </a:xfrm>
          <a:prstGeom prst="rect">
            <a:avLst/>
          </a:prstGeom>
        </p:spPr>
      </p:pic>
      <p:pic>
        <p:nvPicPr>
          <p:cNvPr id="87" name="Image 31" descr="/home/ahmed/Projects/ai_llm_slides/videos/deep-learning/002_transformers_part2/recreated_pptx/build/assets/dR2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7308" y="3785108"/>
            <a:ext cx="8394192" cy="260604"/>
          </a:xfrm>
          <a:prstGeom prst="rect">
            <a:avLst/>
          </a:prstGeom>
        </p:spPr>
      </p:pic>
      <p:pic>
        <p:nvPicPr>
          <p:cNvPr id="88" name="Image 32" descr="/home/ahmed/Projects/ai_llm_slides/videos/deep-learning/002_transformers_part2/recreated_pptx/build/assets/dR3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05408" y="4280408"/>
            <a:ext cx="7706868" cy="245364"/>
          </a:xfrm>
          <a:prstGeom prst="rect">
            <a:avLst/>
          </a:prstGeom>
        </p:spPr>
      </p:pic>
      <p:pic>
        <p:nvPicPr>
          <p:cNvPr id="89" name="Image 33" descr="/home/ahmed/Projects/ai_llm_slides/videos/deep-learning/002_transformers_part2/recreated_pptx/build/assets/dR4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05408" y="4572508"/>
            <a:ext cx="7240524" cy="236220"/>
          </a:xfrm>
          <a:prstGeom prst="rect">
            <a:avLst/>
          </a:prstGeom>
        </p:spPr>
      </p:pic>
      <p:pic>
        <p:nvPicPr>
          <p:cNvPr id="90" name="Image 34" descr="/home/ahmed/Projects/ai_llm_slides/videos/deep-learning/002_transformers_part2/recreated_pptx/build/assets/dR5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18108" y="5029708"/>
            <a:ext cx="7554468" cy="240792"/>
          </a:xfrm>
          <a:prstGeom prst="rect">
            <a:avLst/>
          </a:prstGeom>
        </p:spPr>
      </p:pic>
      <p:pic>
        <p:nvPicPr>
          <p:cNvPr id="91" name="Image 35" descr="/home/ahmed/Projects/ai_llm_slides/videos/deep-learning/002_transformers_part2/recreated_pptx/build/assets/dR6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1908" y="5461508"/>
            <a:ext cx="8269224" cy="230124"/>
          </a:xfrm>
          <a:prstGeom prst="rect">
            <a:avLst/>
          </a:prstGeom>
        </p:spPr>
      </p:pic>
      <p:pic>
        <p:nvPicPr>
          <p:cNvPr id="92" name="Image 36" descr="/home/ahmed/Projects/ai_llm_slides/videos/deep-learning/002_transformers_part2/recreated_pptx/build/assets/r1_s01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7308" y="3366008"/>
            <a:ext cx="82296" cy="275844"/>
          </a:xfrm>
          <a:prstGeom prst="rect">
            <a:avLst/>
          </a:prstGeom>
        </p:spPr>
      </p:pic>
      <p:pic>
        <p:nvPicPr>
          <p:cNvPr id="93" name="Image 37" descr="/home/ahmed/Projects/ai_llm_slides/videos/deep-learning/002_transformers_part2/recreated_pptx/build/assets/r1_s02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07008" y="3378708"/>
            <a:ext cx="533400" cy="193548"/>
          </a:xfrm>
          <a:prstGeom prst="rect">
            <a:avLst/>
          </a:prstGeom>
        </p:spPr>
      </p:pic>
      <p:pic>
        <p:nvPicPr>
          <p:cNvPr id="94" name="Image 38" descr="/home/ahmed/Projects/ai_llm_slides/videos/deep-learning/002_transformers_part2/recreated_pptx/build/assets/r1_s03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816608" y="3378708"/>
            <a:ext cx="781812" cy="187452"/>
          </a:xfrm>
          <a:prstGeom prst="rect">
            <a:avLst/>
          </a:prstGeom>
        </p:spPr>
      </p:pic>
      <p:pic>
        <p:nvPicPr>
          <p:cNvPr id="95" name="Image 39" descr="/home/ahmed/Projects/ai_llm_slides/videos/deep-learning/002_transformers_part2/recreated_pptx/build/assets/r1_s04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80208" y="3378708"/>
            <a:ext cx="579120" cy="193548"/>
          </a:xfrm>
          <a:prstGeom prst="rect">
            <a:avLst/>
          </a:prstGeom>
        </p:spPr>
      </p:pic>
      <p:pic>
        <p:nvPicPr>
          <p:cNvPr id="96" name="Image 40" descr="/home/ahmed/Projects/ai_llm_slides/videos/deep-learning/002_transformers_part2/recreated_pptx/build/assets/r1_s05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40608" y="3378708"/>
            <a:ext cx="694944" cy="178308"/>
          </a:xfrm>
          <a:prstGeom prst="rect">
            <a:avLst/>
          </a:prstGeom>
        </p:spPr>
      </p:pic>
      <p:pic>
        <p:nvPicPr>
          <p:cNvPr id="97" name="Image 41" descr="/home/ahmed/Projects/ai_llm_slides/videos/deep-learning/002_transformers_part2/recreated_pptx/build/assets/r1_s06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15308" y="3378708"/>
            <a:ext cx="557784" cy="202692"/>
          </a:xfrm>
          <a:prstGeom prst="rect">
            <a:avLst/>
          </a:prstGeom>
        </p:spPr>
      </p:pic>
      <p:pic>
        <p:nvPicPr>
          <p:cNvPr id="98" name="Image 42" descr="/home/ahmed/Projects/ai_llm_slides/videos/deep-learning/002_transformers_part2/recreated_pptx/build/assets/r1_s07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37608" y="3378708"/>
            <a:ext cx="888492" cy="268224"/>
          </a:xfrm>
          <a:prstGeom prst="rect">
            <a:avLst/>
          </a:prstGeom>
        </p:spPr>
      </p:pic>
      <p:pic>
        <p:nvPicPr>
          <p:cNvPr id="99" name="Image 43" descr="/home/ahmed/Projects/ai_llm_slides/videos/deep-learning/002_transformers_part2/recreated_pptx/build/assets/r1_s08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39308" y="3378708"/>
            <a:ext cx="533400" cy="193548"/>
          </a:xfrm>
          <a:prstGeom prst="rect">
            <a:avLst/>
          </a:prstGeom>
        </p:spPr>
      </p:pic>
      <p:pic>
        <p:nvPicPr>
          <p:cNvPr id="100" name="Image 44" descr="/home/ahmed/Projects/ai_llm_slides/videos/deep-learning/002_transformers_part2/recreated_pptx/build/assets/r1_s09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48908" y="3378708"/>
            <a:ext cx="743712" cy="190500"/>
          </a:xfrm>
          <a:prstGeom prst="rect">
            <a:avLst/>
          </a:prstGeom>
        </p:spPr>
      </p:pic>
      <p:pic>
        <p:nvPicPr>
          <p:cNvPr id="101" name="Image 45" descr="/home/ahmed/Projects/ai_llm_slides/videos/deep-learning/002_transformers_part2/recreated_pptx/build/assets/r1_s10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087108" y="3378708"/>
            <a:ext cx="566928" cy="188976"/>
          </a:xfrm>
          <a:prstGeom prst="rect">
            <a:avLst/>
          </a:prstGeom>
        </p:spPr>
      </p:pic>
      <p:pic>
        <p:nvPicPr>
          <p:cNvPr id="102" name="Image 46" descr="/home/ahmed/Projects/ai_llm_slides/videos/deep-learning/002_transformers_part2/recreated_pptx/build/assets/r1_s11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734808" y="3378708"/>
            <a:ext cx="733044" cy="178308"/>
          </a:xfrm>
          <a:prstGeom prst="rect">
            <a:avLst/>
          </a:prstGeom>
        </p:spPr>
      </p:pic>
      <p:pic>
        <p:nvPicPr>
          <p:cNvPr id="103" name="Image 47" descr="/home/ahmed/Projects/ai_llm_slides/videos/deep-learning/002_transformers_part2/recreated_pptx/build/assets/r1_s12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547608" y="3378708"/>
            <a:ext cx="589788" cy="196596"/>
          </a:xfrm>
          <a:prstGeom prst="rect">
            <a:avLst/>
          </a:prstGeom>
        </p:spPr>
      </p:pic>
      <p:pic>
        <p:nvPicPr>
          <p:cNvPr id="104" name="Image 48" descr="/home/ahmed/Projects/ai_llm_slides/videos/deep-learning/002_transformers_part2/recreated_pptx/build/assets/r1_s13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9908" y="3378708"/>
            <a:ext cx="179832" cy="272796"/>
          </a:xfrm>
          <a:prstGeom prst="rect">
            <a:avLst/>
          </a:prstGeom>
        </p:spPr>
      </p:pic>
      <p:pic>
        <p:nvPicPr>
          <p:cNvPr id="105" name="Image 49" descr="/home/ahmed/Projects/ai_llm_slides/videos/deep-learning/002_transformers_part2/recreated_pptx/build/assets/dR7_s1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5708" y="5994908"/>
            <a:ext cx="679704" cy="228600"/>
          </a:xfrm>
          <a:prstGeom prst="rect">
            <a:avLst/>
          </a:prstGeom>
        </p:spPr>
      </p:pic>
      <p:pic>
        <p:nvPicPr>
          <p:cNvPr id="106" name="Image 50" descr="/home/ahmed/Projects/ai_llm_slides/videos/deep-learning/002_transformers_part2/recreated_pptx/build/assets/dR7_s2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715008" y="5994908"/>
            <a:ext cx="1507236" cy="195072"/>
          </a:xfrm>
          <a:prstGeom prst="rect">
            <a:avLst/>
          </a:prstGeom>
        </p:spPr>
      </p:pic>
      <p:pic>
        <p:nvPicPr>
          <p:cNvPr id="107" name="Image 51" descr="/home/ahmed/Projects/ai_llm_slides/videos/deep-learning/002_transformers_part2/recreated_pptx/build/assets/dR7_s3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162808" y="5994908"/>
            <a:ext cx="640080" cy="231648"/>
          </a:xfrm>
          <a:prstGeom prst="rect">
            <a:avLst/>
          </a:prstGeom>
        </p:spPr>
      </p:pic>
      <p:pic>
        <p:nvPicPr>
          <p:cNvPr id="108" name="Image 52" descr="/home/ahmed/Projects/ai_llm_slides/videos/deep-learning/002_transformers_part2/recreated_pptx/build/assets/dR7_s4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874008" y="5994908"/>
            <a:ext cx="2674620" cy="181356"/>
          </a:xfrm>
          <a:prstGeom prst="rect">
            <a:avLst/>
          </a:prstGeom>
        </p:spPr>
      </p:pic>
      <p:pic>
        <p:nvPicPr>
          <p:cNvPr id="109" name="Image 53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728708" y="3429508"/>
            <a:ext cx="150876" cy="82296"/>
          </a:xfrm>
          <a:prstGeom prst="rect">
            <a:avLst/>
          </a:prstGeom>
        </p:spPr>
      </p:pic>
      <p:pic>
        <p:nvPicPr>
          <p:cNvPr id="110" name="Image 54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741408" y="3861308"/>
            <a:ext cx="150876" cy="82296"/>
          </a:xfrm>
          <a:prstGeom prst="rect">
            <a:avLst/>
          </a:prstGeom>
        </p:spPr>
      </p:pic>
      <p:pic>
        <p:nvPicPr>
          <p:cNvPr id="111" name="Image 55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792208" y="4636008"/>
            <a:ext cx="150876" cy="82296"/>
          </a:xfrm>
          <a:prstGeom prst="rect">
            <a:avLst/>
          </a:prstGeom>
        </p:spPr>
      </p:pic>
      <p:pic>
        <p:nvPicPr>
          <p:cNvPr id="112" name="Image 56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817608" y="5105908"/>
            <a:ext cx="150876" cy="82296"/>
          </a:xfrm>
          <a:prstGeom prst="rect">
            <a:avLst/>
          </a:prstGeom>
        </p:spPr>
      </p:pic>
      <p:pic>
        <p:nvPicPr>
          <p:cNvPr id="113" name="Image 57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830308" y="5537708"/>
            <a:ext cx="150876" cy="82296"/>
          </a:xfrm>
          <a:prstGeom prst="rect">
            <a:avLst/>
          </a:prstGeom>
        </p:spPr>
      </p:pic>
      <p:sp>
        <p:nvSpPr>
          <p:cNvPr id="114" name="Shape 54"/>
          <p:cNvSpPr/>
          <p:nvPr/>
        </p:nvSpPr>
        <p:spPr>
          <a:xfrm>
            <a:off x="7289800" y="5956300"/>
            <a:ext cx="2044700" cy="419100"/>
          </a:xfrm>
          <a:prstGeom prst="rect">
            <a:avLst/>
          </a:prstGeom>
          <a:solidFill>
            <a:srgbClr val="E9FFD7"/>
          </a:solidFill>
          <a:ln w="19050">
            <a:solidFill>
              <a:srgbClr val="00CC00"/>
            </a:solidFill>
            <a:prstDash val="solid"/>
          </a:ln>
        </p:spPr>
      </p:sp>
      <p:pic>
        <p:nvPicPr>
          <p:cNvPr id="115" name="Image 58" descr="/home/ahmed/Projects/ai_llm_slides/videos/deep-learning/002_transformers_part2/recreated_pptx/build/assets/callout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404608" y="6045708"/>
            <a:ext cx="1706880" cy="201168"/>
          </a:xfrm>
          <a:prstGeom prst="rect">
            <a:avLst/>
          </a:prstGeom>
        </p:spPr>
      </p:pic>
      <p:sp>
        <p:nvSpPr>
          <p:cNvPr id="116" name="Text 55"/>
          <p:cNvSpPr/>
          <p:nvPr/>
        </p:nvSpPr>
        <p:spPr>
          <a:xfrm rot="-2880000">
            <a:off x="9271000" y="5626100"/>
            <a:ext cx="1727200" cy="330200"/>
          </a:xfrm>
          <a:prstGeom prst="rect">
            <a:avLst/>
          </a:prstGeom>
          <a:solidFill>
            <a:srgbClr val="FBFDD2"/>
          </a:solidFill>
          <a:ln>
            <a:solidFill>
              <a:srgbClr val="FBFD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Irrespective of Position “t”</a:t>
            </a:r>
            <a:endParaRPr lang="en-US" sz="1100" dirty="0"/>
          </a:p>
        </p:txBody>
      </p:sp>
      <p:sp>
        <p:nvSpPr>
          <p:cNvPr id="117" name="Shape 56"/>
          <p:cNvSpPr/>
          <p:nvPr/>
        </p:nvSpPr>
        <p:spPr>
          <a:xfrm>
            <a:off x="469900" y="6578600"/>
            <a:ext cx="11239500" cy="279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64790"/>
            <a:ext cx="10621010" cy="3982720"/>
          </a:xfrm>
          <a:prstGeom prst="rect">
            <a:avLst/>
          </a:prstGeom>
          <a:solidFill>
            <a:srgbClr val="E9FEF9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0270" y="1303020"/>
            <a:ext cx="1551940" cy="130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7" name="Image 0" descr="/home/ahmed/Projects/ai_llm_slides/videos/deep-learning/002_transformers_part2/recreated_pptx/build/assets/eq_032_vec_brk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0" y="1488440"/>
            <a:ext cx="124971" cy="929643"/>
          </a:xfrm>
          <a:prstGeom prst="rect">
            <a:avLst/>
          </a:prstGeom>
        </p:spPr>
      </p:pic>
      <p:pic>
        <p:nvPicPr>
          <p:cNvPr id="8" name="Image 1" descr="/home/ahmed/Projects/ai_llm_slides/videos/deep-learning/002_transformers_part2/recreated_pptx/build/assets/eq_032_vec_brk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44" y="1488440"/>
            <a:ext cx="123444" cy="9296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0150" y="159512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sin(ωt)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200150" y="204724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cos(ωt)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2640330" y="1568450"/>
            <a:ext cx="8385810" cy="717550"/>
          </a:xfrm>
          <a:prstGeom prst="rect">
            <a:avLst/>
          </a:prstGeom>
          <a:solidFill>
            <a:srgbClr val="FFFFCC"/>
          </a:solidFill>
          <a:ln w="15875">
            <a:solidFill>
              <a:srgbClr val="CC66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7010" y="1631950"/>
            <a:ext cx="819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“t”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step (position) and </a:t>
            </a:r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frequency of trigonometric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747010" y="1910080"/>
            <a:ext cx="508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Sine/Cosine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212975" y="71628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Sin/Cos Positional Encoder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246630" y="105029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spc="1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Dimension “2” to define Position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69950" y="29692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vector can be used to define word position at step “t” , t=0,1,2,3,4,5,6,7,....</a:t>
            </a:r>
            <a:endParaRPr lang="en-US" sz="1990" dirty="0"/>
          </a:p>
        </p:txBody>
      </p:sp>
      <p:sp>
        <p:nvSpPr>
          <p:cNvPr id="17" name="Text 13"/>
          <p:cNvSpPr/>
          <p:nvPr/>
        </p:nvSpPr>
        <p:spPr>
          <a:xfrm>
            <a:off x="866140" y="380873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116330" y="38328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between -1 and 1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(bounded values)</a:t>
            </a:r>
            <a:endParaRPr lang="en-US" sz="1990" dirty="0"/>
          </a:p>
        </p:txBody>
      </p:sp>
      <p:sp>
        <p:nvSpPr>
          <p:cNvPr id="19" name="Text 15"/>
          <p:cNvSpPr/>
          <p:nvPr/>
        </p:nvSpPr>
        <p:spPr>
          <a:xfrm>
            <a:off x="1092200" y="425831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vectors representing positions 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“t” and “t+1”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constant</a:t>
            </a:r>
            <a:endParaRPr lang="en-US" sz="1990" dirty="0"/>
          </a:p>
        </p:txBody>
      </p:sp>
      <p:sp>
        <p:nvSpPr>
          <p:cNvPr id="20" name="Text 16"/>
          <p:cNvSpPr/>
          <p:nvPr/>
        </p:nvSpPr>
        <p:spPr>
          <a:xfrm>
            <a:off x="1092200" y="46837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irrespective of “t” 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[Distance (Pos1, Pos2) = Distance (Pos90, Pos91)]</a:t>
            </a:r>
            <a:endParaRPr lang="en-US" sz="1990" dirty="0"/>
          </a:p>
        </p:txBody>
      </p:sp>
      <p:sp>
        <p:nvSpPr>
          <p:cNvPr id="21" name="Text 17"/>
          <p:cNvSpPr/>
          <p:nvPr/>
        </p:nvSpPr>
        <p:spPr>
          <a:xfrm>
            <a:off x="866140" y="508508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1116330" y="510794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"t" may take any positive value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limitation of length of Sequence )</a:t>
            </a:r>
            <a:endParaRPr lang="en-US" sz="1990" dirty="0"/>
          </a:p>
        </p:txBody>
      </p:sp>
      <p:sp>
        <p:nvSpPr>
          <p:cNvPr id="23" name="Text 19"/>
          <p:cNvSpPr/>
          <p:nvPr/>
        </p:nvSpPr>
        <p:spPr>
          <a:xfrm>
            <a:off x="866140" y="594868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1092200" y="595884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Vector Length = 2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(Cannot be combined with Word Embedding Vector) ??</a:t>
            </a:r>
            <a:endParaRPr lang="en-US" sz="199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21630" y="1342390"/>
            <a:ext cx="4373880" cy="2485390"/>
          </a:xfrm>
          <a:prstGeom prst="rect">
            <a:avLst/>
          </a:prstGeom>
          <a:solidFill>
            <a:srgbClr val="FCFF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20300" y="1342390"/>
            <a:ext cx="1452880" cy="2471420"/>
          </a:xfrm>
          <a:prstGeom prst="rect">
            <a:avLst/>
          </a:prstGeom>
          <a:solidFill>
            <a:srgbClr val="FCFF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3450" y="3949700"/>
            <a:ext cx="5327650" cy="2832100"/>
          </a:xfrm>
          <a:prstGeom prst="rect">
            <a:avLst/>
          </a:prstGeom>
          <a:solidFill>
            <a:srgbClr val="E9FEF9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1140" y="4598670"/>
            <a:ext cx="2061210" cy="651510"/>
          </a:xfrm>
          <a:prstGeom prst="roundRect">
            <a:avLst>
              <a:gd name="adj" fmla="val 7018"/>
            </a:avLst>
          </a:prstGeom>
          <a:solidFill>
            <a:srgbClr val="FDFD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140" y="3017520"/>
            <a:ext cx="1955800" cy="1262380"/>
          </a:xfrm>
          <a:prstGeom prst="rect">
            <a:avLst/>
          </a:prstGeom>
          <a:solidFill>
            <a:srgbClr val="E0F8E8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7870" y="1621790"/>
            <a:ext cx="530860" cy="5182870"/>
          </a:xfrm>
          <a:prstGeom prst="rect">
            <a:avLst/>
          </a:prstGeom>
          <a:solidFill>
            <a:srgbClr val="FCFEE9"/>
          </a:solidFill>
          <a:ln w="12700">
            <a:solidFill>
              <a:srgbClr val="FCF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0760" y="1692910"/>
            <a:ext cx="1216660" cy="1144270"/>
          </a:xfrm>
          <a:prstGeom prst="roundRect">
            <a:avLst>
              <a:gd name="adj" fmla="val 4795"/>
            </a:avLst>
          </a:prstGeom>
          <a:solidFill>
            <a:srgbClr val="655241"/>
          </a:solidFill>
          <a:ln w="12700">
            <a:solidFill>
              <a:srgbClr val="6552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010" y="1661160"/>
            <a:ext cx="1216660" cy="1144270"/>
          </a:xfrm>
          <a:prstGeom prst="roundRect">
            <a:avLst>
              <a:gd name="adj" fmla="val 4795"/>
            </a:avLst>
          </a:prstGeom>
          <a:solidFill>
            <a:srgbClr val="E1E0D6"/>
          </a:solidFill>
          <a:ln w="25400">
            <a:solidFill>
              <a:srgbClr val="7F6B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1290" y="1661160"/>
            <a:ext cx="373380" cy="758190"/>
          </a:xfrm>
          <a:prstGeom prst="roundRect">
            <a:avLst>
              <a:gd name="adj" fmla="val 1224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1290" y="2578100"/>
            <a:ext cx="373380" cy="759460"/>
          </a:xfrm>
          <a:prstGeom prst="roundRect">
            <a:avLst>
              <a:gd name="adj" fmla="val 12245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1290" y="3429000"/>
            <a:ext cx="373380" cy="797560"/>
          </a:xfrm>
          <a:prstGeom prst="roundRect">
            <a:avLst>
              <a:gd name="adj" fmla="val 1224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01290" y="4705350"/>
            <a:ext cx="373380" cy="798830"/>
          </a:xfrm>
          <a:prstGeom prst="roundRect">
            <a:avLst>
              <a:gd name="adj" fmla="val 12245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980" y="5980430"/>
            <a:ext cx="608330" cy="797560"/>
          </a:xfrm>
          <a:prstGeom prst="roundRect">
            <a:avLst>
              <a:gd name="adj" fmla="val 7516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11930" y="1661160"/>
            <a:ext cx="1093470" cy="784860"/>
          </a:xfrm>
          <a:prstGeom prst="roundRect">
            <a:avLst>
              <a:gd name="adj" fmla="val 582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11930" y="2578100"/>
            <a:ext cx="1093470" cy="744220"/>
          </a:xfrm>
          <a:prstGeom prst="roundRect">
            <a:avLst>
              <a:gd name="adj" fmla="val 6143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11930" y="3429000"/>
            <a:ext cx="1093470" cy="797560"/>
          </a:xfrm>
          <a:prstGeom prst="roundRect">
            <a:avLst>
              <a:gd name="adj" fmla="val 5732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11930" y="4705350"/>
            <a:ext cx="1093470" cy="770890"/>
          </a:xfrm>
          <a:prstGeom prst="roundRect">
            <a:avLst>
              <a:gd name="adj" fmla="val 5931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1930" y="5980430"/>
            <a:ext cx="1093470" cy="797560"/>
          </a:xfrm>
          <a:prstGeom prst="roundRect">
            <a:avLst>
              <a:gd name="adj" fmla="val 5732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7440" y="1780540"/>
            <a:ext cx="27940" cy="9042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7440" y="17805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7440" y="26568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28190" y="1780540"/>
            <a:ext cx="27940" cy="9042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2630" y="17805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92630" y="26568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51910" y="1621790"/>
            <a:ext cx="27940" cy="518287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6350" y="162179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6350" y="67767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22240" y="1595120"/>
            <a:ext cx="27940" cy="5196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6680" y="15951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86680" y="67640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5110" y="4302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5110" y="44551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5110" y="46075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5110" y="55473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85110" y="5699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85110" y="58521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34899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36423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3794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48742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50266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51790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1220" y="540385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Sin/Cos Positional Encoder</a:t>
            </a:r>
            <a:endParaRPr lang="en-US" sz="1880" dirty="0"/>
          </a:p>
        </p:txBody>
      </p:sp>
      <p:sp>
        <p:nvSpPr>
          <p:cNvPr id="48" name="Text 46"/>
          <p:cNvSpPr/>
          <p:nvPr/>
        </p:nvSpPr>
        <p:spPr>
          <a:xfrm>
            <a:off x="1539240" y="843915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2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Vector with Same dimension as Embedding dimension</a:t>
            </a:r>
            <a:endParaRPr lang="en-US" sz="2220" dirty="0"/>
          </a:p>
        </p:txBody>
      </p:sp>
      <p:sp>
        <p:nvSpPr>
          <p:cNvPr id="49" name="Text 47"/>
          <p:cNvSpPr/>
          <p:nvPr/>
        </p:nvSpPr>
        <p:spPr>
          <a:xfrm>
            <a:off x="2032000" y="1234675"/>
            <a:ext cx="1524000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032000" y="1435335"/>
            <a:ext cx="1524000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“K”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813050" y="1468971"/>
            <a:ext cx="1524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“i”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506980" y="199409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506980" y="287166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506980" y="377590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2506980" y="502431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367280" y="6366707"/>
            <a:ext cx="1143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[d/2]-1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2921000" y="168356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921000" y="21877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921000" y="257383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921000" y="306532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921000" y="347680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921000" y="394289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921000" y="439628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921000" y="47404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921000" y="519130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2k+1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921000" y="601553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d-1-1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921000" y="64676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999490" y="1804600"/>
            <a:ext cx="1143000" cy="39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sin(ωt)</a:t>
            </a:r>
            <a:endParaRPr lang="en-US" sz="1850" dirty="0"/>
          </a:p>
        </p:txBody>
      </p:sp>
      <p:sp>
        <p:nvSpPr>
          <p:cNvPr id="69" name="Text 67"/>
          <p:cNvSpPr/>
          <p:nvPr/>
        </p:nvSpPr>
        <p:spPr>
          <a:xfrm>
            <a:off x="999490" y="2324030"/>
            <a:ext cx="1143000" cy="39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cos(ωt)</a:t>
            </a:r>
            <a:endParaRPr lang="en-US" sz="1850" dirty="0"/>
          </a:p>
        </p:txBody>
      </p:sp>
      <p:pic>
        <p:nvPicPr>
          <p:cNvPr id="70" name="Image 0" descr="/home/ahmed/Projects/ai_llm_slides/videos/deep-learning/002_transformers_part2/recreated_pptx/build/assets/p33_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0416" y="1774953"/>
            <a:ext cx="810768" cy="216408"/>
          </a:xfrm>
          <a:prstGeom prst="rect">
            <a:avLst/>
          </a:prstGeom>
        </p:spPr>
      </p:pic>
      <p:pic>
        <p:nvPicPr>
          <p:cNvPr id="71" name="Image 1" descr="/home/ahmed/Projects/ai_llm_slides/videos/deep-learning/002_transformers_part2/recreated_pptx/build/assets/p33_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70" y="2206753"/>
            <a:ext cx="861060" cy="216408"/>
          </a:xfrm>
          <a:prstGeom prst="rect">
            <a:avLst/>
          </a:prstGeom>
        </p:spPr>
      </p:pic>
      <p:pic>
        <p:nvPicPr>
          <p:cNvPr id="72" name="Image 2" descr="/home/ahmed/Projects/ai_llm_slides/videos/deep-learning/002_transformers_part2/recreated_pptx/build/assets/p33_s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416" y="2619501"/>
            <a:ext cx="810768" cy="214884"/>
          </a:xfrm>
          <a:prstGeom prst="rect">
            <a:avLst/>
          </a:prstGeom>
        </p:spPr>
      </p:pic>
      <p:pic>
        <p:nvPicPr>
          <p:cNvPr id="73" name="Image 3" descr="/home/ahmed/Projects/ai_llm_slides/videos/deep-learning/002_transformers_part2/recreated_pptx/build/assets/p33_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270" y="3090671"/>
            <a:ext cx="861060" cy="214884"/>
          </a:xfrm>
          <a:prstGeom prst="rect">
            <a:avLst/>
          </a:prstGeom>
        </p:spPr>
      </p:pic>
      <p:pic>
        <p:nvPicPr>
          <p:cNvPr id="74" name="Image 4" descr="/home/ahmed/Projects/ai_llm_slides/videos/deep-learning/002_transformers_part2/recreated_pptx/build/assets/p33_s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748" y="3516121"/>
            <a:ext cx="832104" cy="214884"/>
          </a:xfrm>
          <a:prstGeom prst="rect">
            <a:avLst/>
          </a:prstGeom>
        </p:spPr>
      </p:pic>
      <p:pic>
        <p:nvPicPr>
          <p:cNvPr id="75" name="Image 5" descr="/home/ahmed/Projects/ai_llm_slides/videos/deep-learning/002_transformers_part2/recreated_pptx/build/assets/p33_c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270" y="3968241"/>
            <a:ext cx="861060" cy="214884"/>
          </a:xfrm>
          <a:prstGeom prst="rect">
            <a:avLst/>
          </a:prstGeom>
        </p:spPr>
      </p:pic>
      <p:pic>
        <p:nvPicPr>
          <p:cNvPr id="76" name="Image 6" descr="/home/ahmed/Projects/ai_llm_slides/videos/deep-learning/002_transformers_part2/recreated_pptx/build/assets/p33_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4988" y="4786121"/>
            <a:ext cx="801624" cy="214884"/>
          </a:xfrm>
          <a:prstGeom prst="rect">
            <a:avLst/>
          </a:prstGeom>
        </p:spPr>
      </p:pic>
      <p:pic>
        <p:nvPicPr>
          <p:cNvPr id="77" name="Image 7" descr="/home/ahmed/Projects/ai_llm_slides/videos/deep-learning/002_transformers_part2/recreated_pptx/build/assets/p33_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5224271"/>
            <a:ext cx="853440" cy="214884"/>
          </a:xfrm>
          <a:prstGeom prst="rect">
            <a:avLst/>
          </a:prstGeom>
        </p:spPr>
      </p:pic>
      <p:pic>
        <p:nvPicPr>
          <p:cNvPr id="78" name="Image 8" descr="/home/ahmed/Projects/ai_llm_slides/videos/deep-learning/002_transformers_part2/recreated_pptx/build/assets/p33_sd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9550" y="6048501"/>
            <a:ext cx="952500" cy="228600"/>
          </a:xfrm>
          <a:prstGeom prst="rect">
            <a:avLst/>
          </a:prstGeom>
        </p:spPr>
      </p:pic>
      <p:pic>
        <p:nvPicPr>
          <p:cNvPr id="79" name="Image 9" descr="/home/ahmed/Projects/ai_llm_slides/videos/deep-learning/002_transformers_part2/recreated_pptx/build/assets/p33_cd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3642" y="6513321"/>
            <a:ext cx="1004316" cy="228600"/>
          </a:xfrm>
          <a:prstGeom prst="rect">
            <a:avLst/>
          </a:prstGeom>
        </p:spPr>
      </p:pic>
      <p:sp>
        <p:nvSpPr>
          <p:cNvPr id="80" name="Text 68"/>
          <p:cNvSpPr/>
          <p:nvPr/>
        </p:nvSpPr>
        <p:spPr>
          <a:xfrm>
            <a:off x="508000" y="307856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pairs</a:t>
            </a:r>
            <a:endParaRPr lang="en-US" sz="1450" dirty="0"/>
          </a:p>
        </p:txBody>
      </p:sp>
      <p:sp>
        <p:nvSpPr>
          <p:cNvPr id="81" name="Text 69"/>
          <p:cNvSpPr/>
          <p:nvPr/>
        </p:nvSpPr>
        <p:spPr>
          <a:xfrm>
            <a:off x="508000" y="329192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Represents</a:t>
            </a:r>
            <a:endParaRPr lang="en-US" sz="1450" dirty="0"/>
          </a:p>
        </p:txBody>
      </p:sp>
      <p:sp>
        <p:nvSpPr>
          <p:cNvPr id="82" name="Text 70"/>
          <p:cNvSpPr/>
          <p:nvPr/>
        </p:nvSpPr>
        <p:spPr>
          <a:xfrm>
            <a:off x="508000" y="348877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</a:t>
            </a:r>
            <a:pPr algn="ctr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“t”</a:t>
            </a:r>
            <a:endParaRPr lang="en-US" sz="1450" dirty="0"/>
          </a:p>
        </p:txBody>
      </p:sp>
      <p:sp>
        <p:nvSpPr>
          <p:cNvPr id="83" name="Text 71"/>
          <p:cNvSpPr/>
          <p:nvPr/>
        </p:nvSpPr>
        <p:spPr>
          <a:xfrm>
            <a:off x="381000" y="3933273"/>
            <a:ext cx="2413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“</a:t>
            </a:r>
            <a:pPr algn="ctr" indent="0" marL="0">
              <a:buNone/>
            </a:pPr>
            <a:r>
              <a:rPr lang="en-US" sz="14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is accepted</a:t>
            </a:r>
            <a:endParaRPr lang="en-US" sz="1450" dirty="0"/>
          </a:p>
        </p:txBody>
      </p:sp>
      <p:sp>
        <p:nvSpPr>
          <p:cNvPr id="84" name="Text 72"/>
          <p:cNvSpPr/>
          <p:nvPr/>
        </p:nvSpPr>
        <p:spPr>
          <a:xfrm>
            <a:off x="5527040" y="150495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Word 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Embedding Dimension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“d”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indent="0" marL="0">
              <a:buNone/>
            </a:pPr>
            <a:r>
              <a:rPr lang="en-US" sz="1300" b="1" i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[Even Num]</a:t>
            </a:r>
            <a:endParaRPr lang="en-US" sz="1300" dirty="0"/>
          </a:p>
        </p:txBody>
      </p:sp>
      <p:sp>
        <p:nvSpPr>
          <p:cNvPr id="85" name="Text 73"/>
          <p:cNvSpPr/>
          <p:nvPr/>
        </p:nvSpPr>
        <p:spPr>
          <a:xfrm>
            <a:off x="5527040" y="186309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Position 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Encoding Dimension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“d”</a:t>
            </a:r>
            <a:endParaRPr lang="en-US" sz="1300" dirty="0"/>
          </a:p>
        </p:txBody>
      </p:sp>
      <p:sp>
        <p:nvSpPr>
          <p:cNvPr id="86" name="Text 74"/>
          <p:cNvSpPr/>
          <p:nvPr/>
        </p:nvSpPr>
        <p:spPr>
          <a:xfrm>
            <a:off x="5527040" y="237363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Number of Vector Pairs “</a:t>
            </a:r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K”=d/2</a:t>
            </a:r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[0, 1, 2,... d/2-1]</a:t>
            </a:r>
            <a:endParaRPr lang="en-US" sz="1300" dirty="0"/>
          </a:p>
        </p:txBody>
      </p:sp>
      <p:sp>
        <p:nvSpPr>
          <p:cNvPr id="87" name="Text 75"/>
          <p:cNvSpPr/>
          <p:nvPr/>
        </p:nvSpPr>
        <p:spPr>
          <a:xfrm>
            <a:off x="5527040" y="286385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Elements 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[0, 1, 2, ..., d-1]</a:t>
            </a:r>
            <a:endParaRPr lang="en-US" sz="1300" dirty="0"/>
          </a:p>
        </p:txBody>
      </p:sp>
      <p:sp>
        <p:nvSpPr>
          <p:cNvPr id="88" name="Text 76"/>
          <p:cNvSpPr/>
          <p:nvPr/>
        </p:nvSpPr>
        <p:spPr>
          <a:xfrm>
            <a:off x="5527040" y="321056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Even 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is </a:t>
            </a:r>
            <a:pPr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Sine Term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, 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i=2*k</a:t>
            </a:r>
            <a:endParaRPr lang="en-US" sz="1300" dirty="0"/>
          </a:p>
        </p:txBody>
      </p:sp>
      <p:sp>
        <p:nvSpPr>
          <p:cNvPr id="89" name="Text 77"/>
          <p:cNvSpPr/>
          <p:nvPr/>
        </p:nvSpPr>
        <p:spPr>
          <a:xfrm>
            <a:off x="5527040" y="356997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Odd 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</a:t>
            </a:r>
            <a:pPr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Cosine Term,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i=2*k+1</a:t>
            </a:r>
            <a:endParaRPr lang="en-US" sz="1300" dirty="0"/>
          </a:p>
        </p:txBody>
      </p:sp>
      <p:sp>
        <p:nvSpPr>
          <p:cNvPr id="90" name="Text 78"/>
          <p:cNvSpPr/>
          <p:nvPr/>
        </p:nvSpPr>
        <p:spPr>
          <a:xfrm>
            <a:off x="10111740" y="151072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500" dirty="0"/>
          </a:p>
        </p:txBody>
      </p:sp>
      <p:sp>
        <p:nvSpPr>
          <p:cNvPr id="91" name="Text 79"/>
          <p:cNvSpPr/>
          <p:nvPr/>
        </p:nvSpPr>
        <p:spPr>
          <a:xfrm>
            <a:off x="10111740" y="187521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indent="0" marL="0">
              <a:buNone/>
            </a:pPr>
            <a:r>
              <a:rPr lang="en-US" sz="15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=100</a:t>
            </a:r>
            <a:endParaRPr lang="en-US" sz="1500" dirty="0"/>
          </a:p>
        </p:txBody>
      </p:sp>
      <p:sp>
        <p:nvSpPr>
          <p:cNvPr id="92" name="Text 80"/>
          <p:cNvSpPr/>
          <p:nvPr/>
        </p:nvSpPr>
        <p:spPr>
          <a:xfrm>
            <a:off x="10111740" y="238067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indent="0" marL="0">
              <a:buNone/>
            </a:pPr>
            <a:r>
              <a:rPr lang="en-US" sz="15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=[0 ..49]</a:t>
            </a:r>
            <a:endParaRPr lang="en-US" sz="1500" dirty="0"/>
          </a:p>
        </p:txBody>
      </p:sp>
      <p:sp>
        <p:nvSpPr>
          <p:cNvPr id="93" name="Text 81"/>
          <p:cNvSpPr/>
          <p:nvPr/>
        </p:nvSpPr>
        <p:spPr>
          <a:xfrm>
            <a:off x="10111740" y="285692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=[0 .. 99]</a:t>
            </a:r>
            <a:endParaRPr lang="en-US" sz="1500" dirty="0"/>
          </a:p>
        </p:txBody>
      </p:sp>
      <p:sp>
        <p:nvSpPr>
          <p:cNvPr id="94" name="Text 82"/>
          <p:cNvSpPr/>
          <p:nvPr/>
        </p:nvSpPr>
        <p:spPr>
          <a:xfrm>
            <a:off x="10111740" y="320363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5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[0,2,4,...]</a:t>
            </a:r>
            <a:endParaRPr lang="en-US" sz="1500" dirty="0"/>
          </a:p>
        </p:txBody>
      </p:sp>
      <p:sp>
        <p:nvSpPr>
          <p:cNvPr id="95" name="Text 83"/>
          <p:cNvSpPr/>
          <p:nvPr/>
        </p:nvSpPr>
        <p:spPr>
          <a:xfrm>
            <a:off x="10111740" y="356304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5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[1,3,5,...]</a:t>
            </a:r>
            <a:endParaRPr lang="en-US" sz="1500" dirty="0"/>
          </a:p>
        </p:txBody>
      </p:sp>
      <p:sp>
        <p:nvSpPr>
          <p:cNvPr id="96" name="Text 84"/>
          <p:cNvSpPr/>
          <p:nvPr/>
        </p:nvSpPr>
        <p:spPr>
          <a:xfrm>
            <a:off x="6122670" y="4027170"/>
            <a:ext cx="3937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different “</a:t>
            </a:r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values for different “</a:t>
            </a:r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Pairs</a:t>
            </a:r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</a:t>
            </a:r>
            <a:endParaRPr lang="en-US" sz="1100" dirty="0"/>
          </a:p>
        </p:txBody>
      </p:sp>
      <p:sp>
        <p:nvSpPr>
          <p:cNvPr id="97" name="Text 85"/>
          <p:cNvSpPr/>
          <p:nvPr/>
        </p:nvSpPr>
        <p:spPr>
          <a:xfrm>
            <a:off x="6122670" y="4248150"/>
            <a:ext cx="39370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Select “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Based on “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</a:t>
            </a:r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index 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</a:t>
            </a:r>
            <a:endParaRPr lang="en-US" sz="1250" dirty="0"/>
          </a:p>
        </p:txBody>
      </p:sp>
      <p:sp>
        <p:nvSpPr>
          <p:cNvPr id="98" name="Text 86"/>
          <p:cNvSpPr/>
          <p:nvPr/>
        </p:nvSpPr>
        <p:spPr>
          <a:xfrm>
            <a:off x="6201410" y="5359400"/>
            <a:ext cx="2794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Largest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= 1</a:t>
            </a:r>
            <a:endParaRPr lang="en-US" sz="1300" dirty="0"/>
          </a:p>
        </p:txBody>
      </p:sp>
      <p:sp>
        <p:nvSpPr>
          <p:cNvPr id="99" name="Text 87"/>
          <p:cNvSpPr/>
          <p:nvPr/>
        </p:nvSpPr>
        <p:spPr>
          <a:xfrm>
            <a:off x="9358630" y="5384800"/>
            <a:ext cx="177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(Used in First Pair)</a:t>
            </a:r>
            <a:endParaRPr lang="en-US" sz="1100" dirty="0"/>
          </a:p>
        </p:txBody>
      </p:sp>
      <p:sp>
        <p:nvSpPr>
          <p:cNvPr id="100" name="Text 88"/>
          <p:cNvSpPr/>
          <p:nvPr/>
        </p:nvSpPr>
        <p:spPr>
          <a:xfrm>
            <a:off x="6201410" y="5600700"/>
            <a:ext cx="2794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Smallest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≈  1/10000</a:t>
            </a:r>
            <a:endParaRPr lang="en-US" sz="1300" dirty="0"/>
          </a:p>
        </p:txBody>
      </p:sp>
      <p:sp>
        <p:nvSpPr>
          <p:cNvPr id="101" name="Text 89"/>
          <p:cNvSpPr/>
          <p:nvPr/>
        </p:nvSpPr>
        <p:spPr>
          <a:xfrm>
            <a:off x="9240520" y="5626100"/>
            <a:ext cx="177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(Used in Last Pair)</a:t>
            </a:r>
            <a:endParaRPr lang="en-US" sz="1100" dirty="0"/>
          </a:p>
        </p:txBody>
      </p:sp>
      <p:sp>
        <p:nvSpPr>
          <p:cNvPr id="102" name="Text 90"/>
          <p:cNvSpPr/>
          <p:nvPr/>
        </p:nvSpPr>
        <p:spPr>
          <a:xfrm>
            <a:off x="6188710" y="5975350"/>
            <a:ext cx="127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u="sng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Note:</a:t>
            </a:r>
            <a:endParaRPr lang="en-US" sz="1200" dirty="0"/>
          </a:p>
        </p:txBody>
      </p:sp>
      <p:sp>
        <p:nvSpPr>
          <p:cNvPr id="103" name="Text 91"/>
          <p:cNvSpPr/>
          <p:nvPr/>
        </p:nvSpPr>
        <p:spPr>
          <a:xfrm>
            <a:off x="6240780" y="6223000"/>
            <a:ext cx="5080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depends on Embedding Dimension 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</a:t>
            </a:r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ONLY</a:t>
            </a:r>
            <a:endParaRPr lang="en-US" sz="1300" dirty="0"/>
          </a:p>
        </p:txBody>
      </p:sp>
      <p:sp>
        <p:nvSpPr>
          <p:cNvPr id="104" name="Text 92"/>
          <p:cNvSpPr/>
          <p:nvPr/>
        </p:nvSpPr>
        <p:spPr>
          <a:xfrm>
            <a:off x="6240780" y="6463030"/>
            <a:ext cx="5080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does </a:t>
            </a:r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depend on Sequence Length</a:t>
            </a:r>
            <a:endParaRPr lang="en-US" sz="1300" dirty="0"/>
          </a:p>
        </p:txBody>
      </p:sp>
      <p:sp>
        <p:nvSpPr>
          <p:cNvPr id="105" name="Text 93"/>
          <p:cNvSpPr/>
          <p:nvPr/>
        </p:nvSpPr>
        <p:spPr>
          <a:xfrm>
            <a:off x="9283700" y="4675188"/>
            <a:ext cx="5080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endParaRPr lang="en-US" sz="2500" dirty="0"/>
          </a:p>
        </p:txBody>
      </p:sp>
      <p:sp>
        <p:nvSpPr>
          <p:cNvPr id="106" name="Text 94"/>
          <p:cNvSpPr/>
          <p:nvPr/>
        </p:nvSpPr>
        <p:spPr>
          <a:xfrm>
            <a:off x="9525000" y="4959045"/>
            <a:ext cx="25400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107" name="Shape 95"/>
          <p:cNvSpPr/>
          <p:nvPr/>
        </p:nvSpPr>
        <p:spPr>
          <a:xfrm>
            <a:off x="9742170" y="4856480"/>
            <a:ext cx="10541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08" name="Shape 96"/>
          <p:cNvSpPr/>
          <p:nvPr/>
        </p:nvSpPr>
        <p:spPr>
          <a:xfrm>
            <a:off x="9742170" y="4926330"/>
            <a:ext cx="10541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09" name="Shape 97"/>
          <p:cNvSpPr/>
          <p:nvPr/>
        </p:nvSpPr>
        <p:spPr>
          <a:xfrm>
            <a:off x="9979660" y="4888230"/>
            <a:ext cx="977900" cy="1778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10" name="Text 98"/>
          <p:cNvSpPr/>
          <p:nvPr/>
        </p:nvSpPr>
        <p:spPr>
          <a:xfrm>
            <a:off x="10375900" y="4612030"/>
            <a:ext cx="254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1" name="Text 99"/>
          <p:cNvSpPr/>
          <p:nvPr/>
        </p:nvSpPr>
        <p:spPr>
          <a:xfrm>
            <a:off x="9982200" y="4961858"/>
            <a:ext cx="1016000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750" dirty="0"/>
          </a:p>
        </p:txBody>
      </p:sp>
      <p:sp>
        <p:nvSpPr>
          <p:cNvPr id="112" name="Text 100"/>
          <p:cNvSpPr/>
          <p:nvPr/>
        </p:nvSpPr>
        <p:spPr>
          <a:xfrm>
            <a:off x="10674350" y="4944269"/>
            <a:ext cx="5080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2k/d</a:t>
            </a:r>
            <a:endParaRPr lang="en-US" sz="1250" dirty="0"/>
          </a:p>
        </p:txBody>
      </p:sp>
      <p:sp>
        <p:nvSpPr>
          <p:cNvPr id="113" name="Text 101"/>
          <p:cNvSpPr/>
          <p:nvPr/>
        </p:nvSpPr>
        <p:spPr>
          <a:xfrm>
            <a:off x="5273040" y="6642875"/>
            <a:ext cx="762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dx1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09363" y="676792"/>
            <a:ext cx="6096000" cy="752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40"/>
              </a:lnSpc>
              <a:buNone/>
            </a:pPr>
            <a:r>
              <a:rPr lang="en-US" sz="3950" b="1" dirty="0">
                <a:solidFill>
                  <a:srgbClr val="9C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Position </a:t>
            </a:r>
            <a:pPr algn="ctr" indent="0" marL="0">
              <a:lnSpc>
                <a:spcPts val="4740"/>
              </a:lnSpc>
              <a:buNone/>
            </a:pPr>
            <a:r>
              <a:rPr lang="en-US" sz="3950" b="1" dirty="0">
                <a:solidFill>
                  <a:srgbClr val="000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3950" dirty="0"/>
          </a:p>
        </p:txBody>
      </p:sp>
      <p:sp>
        <p:nvSpPr>
          <p:cNvPr id="6" name="Text 4"/>
          <p:cNvSpPr/>
          <p:nvPr/>
        </p:nvSpPr>
        <p:spPr>
          <a:xfrm>
            <a:off x="3742739" y="1309191"/>
            <a:ext cx="508000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20"/>
              </a:lnSpc>
              <a:buNone/>
            </a:pPr>
            <a:r>
              <a:rPr lang="en-US" sz="2350" b="1" dirty="0">
                <a:solidFill>
                  <a:srgbClr val="9C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(Similar to Word Embedding)</a:t>
            </a:r>
            <a:endParaRPr lang="en-US" sz="2350" dirty="0"/>
          </a:p>
        </p:txBody>
      </p:sp>
      <p:sp>
        <p:nvSpPr>
          <p:cNvPr id="7" name="Shape 5"/>
          <p:cNvSpPr/>
          <p:nvPr/>
        </p:nvSpPr>
        <p:spPr>
          <a:xfrm>
            <a:off x="1953975" y="1807534"/>
            <a:ext cx="9515363" cy="518337"/>
          </a:xfrm>
          <a:prstGeom prst="roundRect">
            <a:avLst>
              <a:gd name="adj" fmla="val 24697"/>
            </a:avLst>
          </a:prstGeom>
          <a:solidFill>
            <a:srgbClr val="CCCCFC"/>
          </a:solidFill>
          <a:ln w="12700">
            <a:solidFill>
              <a:srgbClr val="26266E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2138739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8739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2153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2153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78765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78765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2179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2179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18790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8790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82204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2204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63325" y="1913860"/>
            <a:ext cx="84463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3325" y="1913860"/>
            <a:ext cx="84463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53134" y="1913860"/>
            <a:ext cx="857834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53134" y="1913860"/>
            <a:ext cx="857834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870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57226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07978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45532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43494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810" y="1827532"/>
            <a:ext cx="1651000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4"/>
              </a:lnSpc>
              <a:buNone/>
            </a:pPr>
            <a:r>
              <a:rPr lang="en-US" sz="137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739810" y="2030147"/>
            <a:ext cx="165100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47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70" dirty="0"/>
          </a:p>
        </p:txBody>
      </p:sp>
      <p:sp>
        <p:nvSpPr>
          <p:cNvPr id="31" name="Text 29"/>
          <p:cNvSpPr/>
          <p:nvPr/>
        </p:nvSpPr>
        <p:spPr>
          <a:xfrm>
            <a:off x="581440" y="2383301"/>
            <a:ext cx="165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(similar to word tokenization)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0625" y="2861154"/>
            <a:ext cx="1651000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146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1460" dirty="0"/>
          </a:p>
        </p:txBody>
      </p:sp>
      <p:sp>
        <p:nvSpPr>
          <p:cNvPr id="33" name="Text 31"/>
          <p:cNvSpPr/>
          <p:nvPr/>
        </p:nvSpPr>
        <p:spPr>
          <a:xfrm>
            <a:off x="660625" y="3077262"/>
            <a:ext cx="1651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5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581440" y="3386749"/>
            <a:ext cx="165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(Trained on Position Values)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993567" y="2844208"/>
            <a:ext cx="9475770" cy="505046"/>
          </a:xfrm>
          <a:prstGeom prst="rect">
            <a:avLst/>
          </a:prstGeom>
          <a:solidFill>
            <a:srgbClr val="8E0094"/>
          </a:solidFill>
          <a:ln w="12700">
            <a:solidFill>
              <a:srgbClr val="8E00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2650" y="2929213"/>
            <a:ext cx="25400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FFF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4893962" y="2985391"/>
            <a:ext cx="25400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to</a:t>
            </a:r>
            <a:endParaRPr lang="en-US" sz="1850" dirty="0"/>
          </a:p>
        </p:txBody>
      </p:sp>
      <p:sp>
        <p:nvSpPr>
          <p:cNvPr id="38" name="Text 36"/>
          <p:cNvSpPr/>
          <p:nvPr/>
        </p:nvSpPr>
        <p:spPr>
          <a:xfrm>
            <a:off x="5910166" y="2929213"/>
            <a:ext cx="25400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FFF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7414675" y="2985391"/>
            <a:ext cx="25400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Vectors</a:t>
            </a:r>
            <a:endParaRPr lang="en-US" sz="1850" dirty="0"/>
          </a:p>
        </p:txBody>
      </p:sp>
      <p:sp>
        <p:nvSpPr>
          <p:cNvPr id="40" name="Shape 38"/>
          <p:cNvSpPr/>
          <p:nvPr/>
        </p:nvSpPr>
        <p:spPr>
          <a:xfrm>
            <a:off x="6672038" y="2339162"/>
            <a:ext cx="66040" cy="431947"/>
          </a:xfrm>
          <a:prstGeom prst="rect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6645669" y="2771109"/>
            <a:ext cx="131975" cy="73099"/>
          </a:xfrm>
          <a:prstGeom prst="triangle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45643" y="3349254"/>
            <a:ext cx="66040" cy="431947"/>
          </a:xfrm>
          <a:prstGeom prst="rect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632472" y="3781202"/>
            <a:ext cx="118777" cy="59808"/>
          </a:xfrm>
          <a:prstGeom prst="triangle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67173" y="3854301"/>
            <a:ext cx="9502165" cy="505046"/>
          </a:xfrm>
          <a:prstGeom prst="roundRect">
            <a:avLst>
              <a:gd name="adj" fmla="val 25347"/>
            </a:avLst>
          </a:prstGeom>
          <a:solidFill>
            <a:srgbClr val="FBDCFC"/>
          </a:solidFill>
          <a:ln w="12700">
            <a:solidFill>
              <a:srgbClr val="5F7382"/>
            </a:solidFill>
            <a:prstDash val="sysDash"/>
          </a:ln>
        </p:spPr>
      </p:sp>
      <p:sp>
        <p:nvSpPr>
          <p:cNvPr id="45" name="Shape 43"/>
          <p:cNvSpPr/>
          <p:nvPr/>
        </p:nvSpPr>
        <p:spPr>
          <a:xfrm>
            <a:off x="2112345" y="3987207"/>
            <a:ext cx="79184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12345" y="3987207"/>
            <a:ext cx="79184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1330" dirty="0"/>
          </a:p>
        </p:txBody>
      </p:sp>
      <p:sp>
        <p:nvSpPr>
          <p:cNvPr id="47" name="Shape 45"/>
          <p:cNvSpPr/>
          <p:nvPr/>
        </p:nvSpPr>
        <p:spPr>
          <a:xfrm>
            <a:off x="3062561" y="3987207"/>
            <a:ext cx="805045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2561" y="3987207"/>
            <a:ext cx="805045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330" dirty="0"/>
          </a:p>
        </p:txBody>
      </p:sp>
      <p:sp>
        <p:nvSpPr>
          <p:cNvPr id="49" name="Shape 47"/>
          <p:cNvSpPr/>
          <p:nvPr/>
        </p:nvSpPr>
        <p:spPr>
          <a:xfrm>
            <a:off x="4065567" y="3987207"/>
            <a:ext cx="778650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5567" y="3987207"/>
            <a:ext cx="778650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330" dirty="0"/>
          </a:p>
        </p:txBody>
      </p:sp>
      <p:sp>
        <p:nvSpPr>
          <p:cNvPr id="51" name="Shape 49"/>
          <p:cNvSpPr/>
          <p:nvPr/>
        </p:nvSpPr>
        <p:spPr>
          <a:xfrm>
            <a:off x="5015784" y="3987207"/>
            <a:ext cx="79184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5784" y="3987207"/>
            <a:ext cx="79184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330" dirty="0"/>
          </a:p>
        </p:txBody>
      </p:sp>
      <p:sp>
        <p:nvSpPr>
          <p:cNvPr id="53" name="Shape 51"/>
          <p:cNvSpPr/>
          <p:nvPr/>
        </p:nvSpPr>
        <p:spPr>
          <a:xfrm>
            <a:off x="6018790" y="3987207"/>
            <a:ext cx="765452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8790" y="3987207"/>
            <a:ext cx="765452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330" dirty="0"/>
          </a:p>
        </p:txBody>
      </p:sp>
      <p:sp>
        <p:nvSpPr>
          <p:cNvPr id="55" name="Shape 53"/>
          <p:cNvSpPr/>
          <p:nvPr/>
        </p:nvSpPr>
        <p:spPr>
          <a:xfrm>
            <a:off x="6982204" y="3987207"/>
            <a:ext cx="778650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82204" y="3987207"/>
            <a:ext cx="778650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330" dirty="0"/>
          </a:p>
        </p:txBody>
      </p:sp>
      <p:sp>
        <p:nvSpPr>
          <p:cNvPr id="57" name="Shape 55"/>
          <p:cNvSpPr/>
          <p:nvPr/>
        </p:nvSpPr>
        <p:spPr>
          <a:xfrm>
            <a:off x="9436930" y="3987207"/>
            <a:ext cx="84463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36930" y="3987207"/>
            <a:ext cx="84463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1330" dirty="0"/>
          </a:p>
        </p:txBody>
      </p:sp>
      <p:sp>
        <p:nvSpPr>
          <p:cNvPr id="59" name="Shape 57"/>
          <p:cNvSpPr/>
          <p:nvPr/>
        </p:nvSpPr>
        <p:spPr>
          <a:xfrm>
            <a:off x="10439936" y="3987207"/>
            <a:ext cx="84463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39936" y="3987207"/>
            <a:ext cx="84463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1330" dirty="0"/>
          </a:p>
        </p:txBody>
      </p:sp>
      <p:pic>
        <p:nvPicPr>
          <p:cNvPr id="61" name="Image 0" descr="/home/ahmed/Projects/ai_llm_slides/videos/deep-learning/002_transformers_part2/recreated_pptx/build/assets/brace_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345" y="4452972"/>
            <a:ext cx="9132697" cy="224028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2706230" y="4797940"/>
            <a:ext cx="7944866" cy="1900569"/>
          </a:xfrm>
          <a:prstGeom prst="rect">
            <a:avLst/>
          </a:prstGeom>
          <a:ln w="22225">
            <a:solidFill>
              <a:srgbClr val="447E4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51300" y="5449184"/>
            <a:ext cx="805045" cy="318977"/>
          </a:xfrm>
          <a:prstGeom prst="rect">
            <a:avLst/>
          </a:prstGeom>
          <a:solidFill>
            <a:srgbClr val="FFF59B"/>
          </a:solidFill>
          <a:ln w="12700">
            <a:solidFill>
              <a:srgbClr val="FFF59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370064" y="4916191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valued vectors representing  positions</a:t>
            </a:r>
            <a:endParaRPr lang="en-US" sz="2000" dirty="0"/>
          </a:p>
        </p:txBody>
      </p:sp>
      <p:sp>
        <p:nvSpPr>
          <p:cNvPr id="65" name="Text 62"/>
          <p:cNvSpPr/>
          <p:nvPr/>
        </p:nvSpPr>
        <p:spPr>
          <a:xfrm>
            <a:off x="3370064" y="5186955"/>
            <a:ext cx="6604000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6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for each position)</a:t>
            </a:r>
            <a:endParaRPr lang="en-US" sz="2050" dirty="0"/>
          </a:p>
        </p:txBody>
      </p:sp>
      <p:sp>
        <p:nvSpPr>
          <p:cNvPr id="66" name="Text 63"/>
          <p:cNvSpPr/>
          <p:nvPr/>
        </p:nvSpPr>
        <p:spPr>
          <a:xfrm>
            <a:off x="3370064" y="5467755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&gt; </a:t>
            </a:r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can NOT be Embedded</a:t>
            </a:r>
            <a:endParaRPr lang="en-US" sz="2000" dirty="0"/>
          </a:p>
        </p:txBody>
      </p:sp>
      <p:sp>
        <p:nvSpPr>
          <p:cNvPr id="67" name="Text 64"/>
          <p:cNvSpPr/>
          <p:nvPr/>
        </p:nvSpPr>
        <p:spPr>
          <a:xfrm>
            <a:off x="3116064" y="576015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i="1" u="sng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(Must  Train Embedding on Max Expected Seq. Length)</a:t>
            </a:r>
            <a:endParaRPr lang="en-US" sz="2000" dirty="0"/>
          </a:p>
        </p:txBody>
      </p:sp>
      <p:sp>
        <p:nvSpPr>
          <p:cNvPr id="68" name="Text 65"/>
          <p:cNvSpPr/>
          <p:nvPr/>
        </p:nvSpPr>
        <p:spPr>
          <a:xfrm>
            <a:off x="3370064" y="6320055"/>
            <a:ext cx="66040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 = Word Embedding length</a:t>
            </a:r>
            <a:endParaRPr lang="en-US" sz="1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2379" y="1913700"/>
            <a:ext cx="11091672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Transformer Block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1324762" y="3771011"/>
            <a:ext cx="23774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31174" y="4405630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2531174" y="4922647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2518728" y="5428234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</a:t>
            </a:r>
            <a:endParaRPr lang="en-US" sz="3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32815" y="938947"/>
            <a:ext cx="11091672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009044" y="1461976"/>
            <a:ext cx="10133776" cy="2977115"/>
          </a:xfrm>
          <a:prstGeom prst="rect">
            <a:avLst/>
          </a:prstGeom>
          <a:solidFill>
            <a:srgbClr val="FFFFE6"/>
          </a:solidFill>
          <a:ln w="19050">
            <a:solidFill>
              <a:srgbClr val="2121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784" y="1525014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136913" y="1764246"/>
            <a:ext cx="889182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   [First Transformer Block]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50126" y="2016769"/>
            <a:ext cx="88786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Previous Transformer Block      [Stacked Transformer Blocks]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32784" y="2548397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50126" y="2800920"/>
            <a:ext cx="88786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Vectors of Input Sequence   [With Same Input Vectors Dimension]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32784" y="3345839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74485" y="3585071"/>
            <a:ext cx="935425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Input Sequences should be of Same Length  (Fixed Length Sequences)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744676" y="3837594"/>
            <a:ext cx="82840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[Apply  Pad or Cut]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48061" y="4090117"/>
            <a:ext cx="93806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Sequence is of same Length as Input Sequence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12677" y="4625161"/>
            <a:ext cx="10926510" cy="2166383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9234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92446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50993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96328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81299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9845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2895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3727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56939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5486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0820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45791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4338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7387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0821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143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7997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5312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028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883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188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72711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5924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44470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89805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4776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33323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6372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37204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50416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963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297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39268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97815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0864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901696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4908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73455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18790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03761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62307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45357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41201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2523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8377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729112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1408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7263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5568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36329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7651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53505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80393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6536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2391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0696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079234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092446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50993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96328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81299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39845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22895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043727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56939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15486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60820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45791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04338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887387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400821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02143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7997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25312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1028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6883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5188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4972711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985924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144470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89805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74776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633323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816372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937204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50416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08963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54297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39268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597815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80864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6901696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914908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73455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18790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3761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62307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745357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941201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42523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58377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729112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91408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07263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25568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036329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37651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53505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80393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86536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102391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20696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013316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16491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5774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6091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49556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9873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73338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73655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931566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934741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933900" y="5236532"/>
            <a:ext cx="9499590" cy="664535"/>
          </a:xfrm>
          <a:prstGeom prst="rect">
            <a:avLst/>
          </a:prstGeom>
          <a:solidFill>
            <a:srgbClr val="1A0EAE"/>
          </a:solidFill>
          <a:ln/>
        </p:spPr>
      </p:sp>
      <p:sp>
        <p:nvSpPr>
          <p:cNvPr id="140" name="Text 138"/>
          <p:cNvSpPr/>
          <p:nvPr/>
        </p:nvSpPr>
        <p:spPr>
          <a:xfrm>
            <a:off x="1933900" y="5236532"/>
            <a:ext cx="9499590" cy="6645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750" dirty="0"/>
          </a:p>
        </p:txBody>
      </p:sp>
      <p:sp>
        <p:nvSpPr>
          <p:cNvPr id="141" name="Shape 139"/>
          <p:cNvSpPr/>
          <p:nvPr/>
        </p:nvSpPr>
        <p:spPr>
          <a:xfrm>
            <a:off x="2350085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350085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314577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314577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27907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27907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43562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43562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208054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208054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72547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72547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68287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68287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63415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63415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23332" y="477994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300" dirty="0"/>
          </a:p>
        </p:txBody>
      </p:sp>
      <p:sp>
        <p:nvSpPr>
          <p:cNvPr id="158" name="Text 156"/>
          <p:cNvSpPr/>
          <p:nvPr/>
        </p:nvSpPr>
        <p:spPr>
          <a:xfrm>
            <a:off x="269989" y="497930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59" name="Text 157"/>
          <p:cNvSpPr/>
          <p:nvPr/>
        </p:nvSpPr>
        <p:spPr>
          <a:xfrm>
            <a:off x="696908" y="5909653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 to Self</a:t>
            </a:r>
            <a:endParaRPr lang="en-US" sz="1300" dirty="0"/>
          </a:p>
        </p:txBody>
      </p:sp>
      <p:sp>
        <p:nvSpPr>
          <p:cNvPr id="160" name="Text 158"/>
          <p:cNvSpPr/>
          <p:nvPr/>
        </p:nvSpPr>
        <p:spPr>
          <a:xfrm>
            <a:off x="696908" y="612230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61" name="Shape 159"/>
          <p:cNvSpPr/>
          <p:nvPr/>
        </p:nvSpPr>
        <p:spPr>
          <a:xfrm>
            <a:off x="3611852" y="6485857"/>
            <a:ext cx="3712635" cy="172779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62" name="Text 160"/>
          <p:cNvSpPr/>
          <p:nvPr/>
        </p:nvSpPr>
        <p:spPr>
          <a:xfrm>
            <a:off x="3436170" y="6466147"/>
            <a:ext cx="40690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 Embedding  +  Positional  Information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7" name="Shape 5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8" name="Text 6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" name="Shape 9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77" name="Text 75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94" name="Text 92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08" name="Shape 106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12" name="Text 110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2" name="Text 140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43" name="Shape 141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5" name="Shape 153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56" name="Shape 154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5" name="Shape 193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7" name="Shape 195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8" name="Shape 196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9" name="Shape 197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05" name="Text 203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217" name="Shape 215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6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23" name="Shape 221"/>
          <p:cNvSpPr/>
          <p:nvPr/>
        </p:nvSpPr>
        <p:spPr>
          <a:xfrm>
            <a:off x="9499600" y="351790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499600" y="393065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420350" y="3517900"/>
            <a:ext cx="0" cy="419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965690" y="2458720"/>
            <a:ext cx="0" cy="16256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965690" y="3181350"/>
            <a:ext cx="0" cy="16510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766300" y="39465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766300" y="40100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007350" y="3422650"/>
            <a:ext cx="1206500" cy="1073150"/>
          </a:xfrm>
          <a:prstGeom prst="rect">
            <a:avLst/>
          </a:prstGeom>
          <a:solidFill>
            <a:srgbClr val="C8965A"/>
          </a:solidFill>
          <a:ln w="3175">
            <a:solidFill>
              <a:srgbClr val="C8965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293100" y="3517900"/>
            <a:ext cx="876300" cy="184150"/>
          </a:xfrm>
          <a:prstGeom prst="rect">
            <a:avLst/>
          </a:prstGeom>
          <a:solidFill>
            <a:srgbClr val="857F7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293100" y="3517900"/>
            <a:ext cx="8763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8305800" y="3708400"/>
            <a:ext cx="749300" cy="336550"/>
          </a:xfrm>
          <a:prstGeom prst="rect">
            <a:avLst/>
          </a:prstGeom>
          <a:solidFill>
            <a:srgbClr val="99734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305800" y="3708400"/>
            <a:ext cx="7493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8293100" y="4343400"/>
            <a:ext cx="876300" cy="146050"/>
          </a:xfrm>
          <a:prstGeom prst="rect">
            <a:avLst/>
          </a:prstGeom>
          <a:solidFill>
            <a:srgbClr val="857F7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293100" y="4343400"/>
            <a:ext cx="8763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00" dirty="0"/>
          </a:p>
        </p:txBody>
      </p:sp>
      <p:sp>
        <p:nvSpPr>
          <p:cNvPr id="244" name="Shape 242"/>
          <p:cNvSpPr/>
          <p:nvPr/>
        </p:nvSpPr>
        <p:spPr>
          <a:xfrm>
            <a:off x="8058150" y="3568700"/>
            <a:ext cx="0" cy="939800"/>
          </a:xfrm>
          <a:prstGeom prst="line">
            <a:avLst/>
          </a:prstGeom>
          <a:noFill/>
          <a:ln w="31750">
            <a:solidFill>
              <a:srgbClr val="C3B744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01000" y="4521200"/>
            <a:ext cx="0" cy="622300"/>
          </a:xfrm>
          <a:prstGeom prst="line">
            <a:avLst/>
          </a:prstGeom>
          <a:noFill/>
          <a:ln w="44450">
            <a:solidFill>
              <a:srgbClr val="81C12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975600" y="5124450"/>
            <a:ext cx="762000" cy="0"/>
          </a:xfrm>
          <a:prstGeom prst="line">
            <a:avLst/>
          </a:prstGeom>
          <a:noFill/>
          <a:ln w="50800">
            <a:solidFill>
              <a:srgbClr val="81C12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886700" y="3175000"/>
            <a:ext cx="1524000" cy="1701800"/>
          </a:xfrm>
          <a:prstGeom prst="roundRect">
            <a:avLst>
              <a:gd name="adj" fmla="val 4800"/>
            </a:avLst>
          </a:prstGeom>
          <a:ln w="15875">
            <a:solidFill>
              <a:srgbClr val="B01515"/>
            </a:solidFill>
            <a:prstDash val="dash"/>
          </a:ln>
        </p:spPr>
      </p:sp>
      <p:sp>
        <p:nvSpPr>
          <p:cNvPr id="248" name="Shape 246"/>
          <p:cNvSpPr/>
          <p:nvPr/>
        </p:nvSpPr>
        <p:spPr>
          <a:xfrm flipV="1">
            <a:off x="2451100" y="4889500"/>
            <a:ext cx="1104900" cy="1295400"/>
          </a:xfrm>
          <a:prstGeom prst="line">
            <a:avLst/>
          </a:prstGeom>
          <a:noFill/>
          <a:ln w="12700">
            <a:solidFill>
              <a:srgbClr val="B01515"/>
            </a:solidFill>
            <a:prstDash val="dash"/>
          </a:ln>
        </p:spPr>
      </p:sp>
      <p:sp>
        <p:nvSpPr>
          <p:cNvPr id="249" name="Shape 247"/>
          <p:cNvSpPr/>
          <p:nvPr/>
        </p:nvSpPr>
        <p:spPr>
          <a:xfrm flipV="1">
            <a:off x="6502400" y="4724400"/>
            <a:ext cx="1625600" cy="1524000"/>
          </a:xfrm>
          <a:prstGeom prst="line">
            <a:avLst/>
          </a:prstGeom>
          <a:noFill/>
          <a:ln w="12700">
            <a:solidFill>
              <a:srgbClr val="B01515"/>
            </a:solidFill>
            <a:prstDash val="dash"/>
          </a:ln>
        </p:spPr>
      </p:sp>
      <p:sp>
        <p:nvSpPr>
          <p:cNvPr id="250" name="Shape 248"/>
          <p:cNvSpPr/>
          <p:nvPr/>
        </p:nvSpPr>
        <p:spPr>
          <a:xfrm>
            <a:off x="7566660" y="2200910"/>
            <a:ext cx="906780" cy="90678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flipV="1" rot="20400000">
            <a:off x="8088630" y="2934335"/>
            <a:ext cx="371475" cy="4572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20520000">
            <a:off x="7887970" y="3065780"/>
            <a:ext cx="279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20520000">
            <a:off x="7976870" y="3110230"/>
            <a:ext cx="2032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 rot="20520000">
            <a:off x="7640320" y="2316480"/>
            <a:ext cx="7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250" dirty="0"/>
          </a:p>
        </p:txBody>
      </p:sp>
      <p:sp>
        <p:nvSpPr>
          <p:cNvPr id="255" name="Shape 253"/>
          <p:cNvSpPr/>
          <p:nvPr/>
        </p:nvSpPr>
        <p:spPr>
          <a:xfrm>
            <a:off x="8534400" y="4210050"/>
            <a:ext cx="298450" cy="298450"/>
          </a:xfrm>
          <a:prstGeom prst="ellipse">
            <a:avLst/>
          </a:prstGeom>
          <a:solidFill>
            <a:srgbClr val="DC1A20"/>
          </a:solidFill>
          <a:ln w="6350">
            <a:solidFill>
              <a:srgbClr val="DC1A2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242300" y="527685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274050" y="53086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2E2E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8299450" y="5461000"/>
            <a:ext cx="127000" cy="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426450" y="5461000"/>
            <a:ext cx="0" cy="12700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8648700" y="541655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715375" y="549910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8782050" y="541655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848725" y="549910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265" name="Shape 263"/>
          <p:cNvSpPr/>
          <p:nvPr/>
        </p:nvSpPr>
        <p:spPr>
          <a:xfrm>
            <a:off x="10101580" y="5292090"/>
            <a:ext cx="368300" cy="368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2E2E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126980" y="5476240"/>
            <a:ext cx="158750" cy="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285730" y="5476240"/>
            <a:ext cx="0" cy="15875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269" name="Text 267"/>
          <p:cNvSpPr/>
          <p:nvPr/>
        </p:nvSpPr>
        <p:spPr>
          <a:xfrm>
            <a:off x="1219200" y="635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Blocks (stacked over Multi-Head)</a:t>
            </a:r>
            <a:endParaRPr lang="en-US" sz="3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07540" y="845491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 and Normalization</a:t>
            </a:r>
            <a:endParaRPr lang="en-US" sz="2830" dirty="0"/>
          </a:p>
        </p:txBody>
      </p:sp>
      <p:sp>
        <p:nvSpPr>
          <p:cNvPr id="6" name="Shape 4"/>
          <p:cNvSpPr/>
          <p:nvPr/>
        </p:nvSpPr>
        <p:spPr>
          <a:xfrm>
            <a:off x="1009650" y="1461770"/>
            <a:ext cx="10133330" cy="167386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6810" y="151124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Residual Connection: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137410" y="177667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   [First Transformer Block]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51380" y="201670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Previous Transformer Block      [Stacked Transformer Blocks]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6810" y="254756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“LAYER” Normalization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51380" y="280029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Vectors of Input Sequence   [With Same Input Vectors Dimension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2140" y="3308350"/>
            <a:ext cx="10939780" cy="348361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560" y="3774440"/>
            <a:ext cx="10675620" cy="1023620"/>
          </a:xfrm>
          <a:prstGeom prst="roundRect">
            <a:avLst>
              <a:gd name="adj" fmla="val 7146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14" name="Shape 12"/>
          <p:cNvSpPr/>
          <p:nvPr/>
        </p:nvSpPr>
        <p:spPr>
          <a:xfrm>
            <a:off x="2063750" y="3934460"/>
            <a:ext cx="9118600" cy="31877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3750" y="3934460"/>
            <a:ext cx="9118600" cy="31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(NOT Batch Normalization)</a:t>
            </a:r>
            <a:endParaRPr lang="en-US" sz="1600" dirty="0"/>
          </a:p>
        </p:txBody>
      </p:sp>
      <p:pic>
        <p:nvPicPr>
          <p:cNvPr id="16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4457700"/>
            <a:ext cx="685800" cy="1892300"/>
          </a:xfrm>
          <a:prstGeom prst="rect">
            <a:avLst/>
          </a:prstGeom>
        </p:spPr>
      </p:pic>
      <p:pic>
        <p:nvPicPr>
          <p:cNvPr id="17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4457700"/>
            <a:ext cx="685800" cy="1892300"/>
          </a:xfrm>
          <a:prstGeom prst="rect">
            <a:avLst/>
          </a:prstGeom>
        </p:spPr>
      </p:pic>
      <p:pic>
        <p:nvPicPr>
          <p:cNvPr id="18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457700"/>
            <a:ext cx="685800" cy="1892300"/>
          </a:xfrm>
          <a:prstGeom prst="rect">
            <a:avLst/>
          </a:prstGeom>
        </p:spPr>
      </p:pic>
      <p:pic>
        <p:nvPicPr>
          <p:cNvPr id="19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457700"/>
            <a:ext cx="685800" cy="1892300"/>
          </a:xfrm>
          <a:prstGeom prst="rect">
            <a:avLst/>
          </a:prstGeom>
        </p:spPr>
      </p:pic>
      <p:pic>
        <p:nvPicPr>
          <p:cNvPr id="20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4457700"/>
            <a:ext cx="685800" cy="1892300"/>
          </a:xfrm>
          <a:prstGeom prst="rect">
            <a:avLst/>
          </a:prstGeom>
        </p:spPr>
      </p:pic>
      <p:pic>
        <p:nvPicPr>
          <p:cNvPr id="21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4457700"/>
            <a:ext cx="685800" cy="1892300"/>
          </a:xfrm>
          <a:prstGeom prst="rect">
            <a:avLst/>
          </a:prstGeom>
        </p:spPr>
      </p:pic>
      <p:pic>
        <p:nvPicPr>
          <p:cNvPr id="22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4457700"/>
            <a:ext cx="685800" cy="1892300"/>
          </a:xfrm>
          <a:prstGeom prst="rect">
            <a:avLst/>
          </a:prstGeom>
        </p:spPr>
      </p:pic>
      <p:pic>
        <p:nvPicPr>
          <p:cNvPr id="23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4457700"/>
            <a:ext cx="685800" cy="189230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946910" y="5328920"/>
            <a:ext cx="948690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5" name="Text 15"/>
          <p:cNvSpPr/>
          <p:nvPr/>
        </p:nvSpPr>
        <p:spPr>
          <a:xfrm>
            <a:off x="1946910" y="5328920"/>
            <a:ext cx="94869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sp>
        <p:nvSpPr>
          <p:cNvPr id="26" name="Shape 16"/>
          <p:cNvSpPr/>
          <p:nvPr/>
        </p:nvSpPr>
        <p:spPr>
          <a:xfrm>
            <a:off x="215773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231648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247523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263398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231013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311531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327406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343281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359156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326771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408051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23926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39801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455676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423291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50520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52108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53695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5283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2044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60299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1887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74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5062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1823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Shape 41"/>
          <p:cNvSpPr/>
          <p:nvPr/>
        </p:nvSpPr>
        <p:spPr>
          <a:xfrm>
            <a:off x="697357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13232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729107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744982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712597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6" name="Shape 46"/>
          <p:cNvSpPr/>
          <p:nvPr/>
        </p:nvSpPr>
        <p:spPr>
          <a:xfrm>
            <a:off x="94843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96431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98018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99606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96367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1" name="Shape 51"/>
          <p:cNvSpPr/>
          <p:nvPr/>
        </p:nvSpPr>
        <p:spPr>
          <a:xfrm>
            <a:off x="104622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06210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07797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109385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106146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66" name="Shape 56"/>
          <p:cNvSpPr/>
          <p:nvPr/>
        </p:nvSpPr>
        <p:spPr>
          <a:xfrm>
            <a:off x="80098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7" name="Shape 57"/>
          <p:cNvSpPr/>
          <p:nvPr/>
        </p:nvSpPr>
        <p:spPr>
          <a:xfrm>
            <a:off x="825627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8" name="Shape 58"/>
          <p:cNvSpPr/>
          <p:nvPr/>
        </p:nvSpPr>
        <p:spPr>
          <a:xfrm>
            <a:off x="84924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9" name="Shape 59"/>
          <p:cNvSpPr/>
          <p:nvPr/>
        </p:nvSpPr>
        <p:spPr>
          <a:xfrm>
            <a:off x="872998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0" name="Shape 60"/>
          <p:cNvSpPr/>
          <p:nvPr/>
        </p:nvSpPr>
        <p:spPr>
          <a:xfrm>
            <a:off x="89369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1" name="Shape 61"/>
          <p:cNvSpPr/>
          <p:nvPr/>
        </p:nvSpPr>
        <p:spPr>
          <a:xfrm>
            <a:off x="215773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231648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247523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263398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5" name="Text 65"/>
          <p:cNvSpPr/>
          <p:nvPr/>
        </p:nvSpPr>
        <p:spPr>
          <a:xfrm>
            <a:off x="231013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6" name="Shape 66"/>
          <p:cNvSpPr/>
          <p:nvPr/>
        </p:nvSpPr>
        <p:spPr>
          <a:xfrm>
            <a:off x="311531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327406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343281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359156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326771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1" name="Shape 71"/>
          <p:cNvSpPr/>
          <p:nvPr/>
        </p:nvSpPr>
        <p:spPr>
          <a:xfrm>
            <a:off x="408051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423926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39801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455676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5" name="Text 75"/>
          <p:cNvSpPr/>
          <p:nvPr/>
        </p:nvSpPr>
        <p:spPr>
          <a:xfrm>
            <a:off x="423291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6" name="Shape 76"/>
          <p:cNvSpPr/>
          <p:nvPr/>
        </p:nvSpPr>
        <p:spPr>
          <a:xfrm>
            <a:off x="50520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52108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53695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55283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52044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1"/>
          <p:cNvSpPr/>
          <p:nvPr/>
        </p:nvSpPr>
        <p:spPr>
          <a:xfrm>
            <a:off x="60299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2" name="Shape 82"/>
          <p:cNvSpPr/>
          <p:nvPr/>
        </p:nvSpPr>
        <p:spPr>
          <a:xfrm>
            <a:off x="61887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3" name="Shape 83"/>
          <p:cNvSpPr/>
          <p:nvPr/>
        </p:nvSpPr>
        <p:spPr>
          <a:xfrm>
            <a:off x="63474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65062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5" name="Text 85"/>
          <p:cNvSpPr/>
          <p:nvPr/>
        </p:nvSpPr>
        <p:spPr>
          <a:xfrm>
            <a:off x="61823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Shape 86"/>
          <p:cNvSpPr/>
          <p:nvPr/>
        </p:nvSpPr>
        <p:spPr>
          <a:xfrm>
            <a:off x="697357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7" name="Shape 87"/>
          <p:cNvSpPr/>
          <p:nvPr/>
        </p:nvSpPr>
        <p:spPr>
          <a:xfrm>
            <a:off x="713232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8" name="Shape 88"/>
          <p:cNvSpPr/>
          <p:nvPr/>
        </p:nvSpPr>
        <p:spPr>
          <a:xfrm>
            <a:off x="729107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9" name="Shape 89"/>
          <p:cNvSpPr/>
          <p:nvPr/>
        </p:nvSpPr>
        <p:spPr>
          <a:xfrm>
            <a:off x="744982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0" name="Text 90"/>
          <p:cNvSpPr/>
          <p:nvPr/>
        </p:nvSpPr>
        <p:spPr>
          <a:xfrm>
            <a:off x="712597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01" name="Shape 91"/>
          <p:cNvSpPr/>
          <p:nvPr/>
        </p:nvSpPr>
        <p:spPr>
          <a:xfrm>
            <a:off x="94843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2" name="Shape 92"/>
          <p:cNvSpPr/>
          <p:nvPr/>
        </p:nvSpPr>
        <p:spPr>
          <a:xfrm>
            <a:off x="96431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3" name="Shape 93"/>
          <p:cNvSpPr/>
          <p:nvPr/>
        </p:nvSpPr>
        <p:spPr>
          <a:xfrm>
            <a:off x="98018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4" name="Shape 94"/>
          <p:cNvSpPr/>
          <p:nvPr/>
        </p:nvSpPr>
        <p:spPr>
          <a:xfrm>
            <a:off x="99606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5" name="Text 95"/>
          <p:cNvSpPr/>
          <p:nvPr/>
        </p:nvSpPr>
        <p:spPr>
          <a:xfrm>
            <a:off x="96367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06" name="Shape 96"/>
          <p:cNvSpPr/>
          <p:nvPr/>
        </p:nvSpPr>
        <p:spPr>
          <a:xfrm>
            <a:off x="104622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7" name="Shape 97"/>
          <p:cNvSpPr/>
          <p:nvPr/>
        </p:nvSpPr>
        <p:spPr>
          <a:xfrm>
            <a:off x="106210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8" name="Shape 98"/>
          <p:cNvSpPr/>
          <p:nvPr/>
        </p:nvSpPr>
        <p:spPr>
          <a:xfrm>
            <a:off x="107797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9" name="Shape 99"/>
          <p:cNvSpPr/>
          <p:nvPr/>
        </p:nvSpPr>
        <p:spPr>
          <a:xfrm>
            <a:off x="109385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0" name="Text 100"/>
          <p:cNvSpPr/>
          <p:nvPr/>
        </p:nvSpPr>
        <p:spPr>
          <a:xfrm>
            <a:off x="106146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11" name="Shape 101"/>
          <p:cNvSpPr/>
          <p:nvPr/>
        </p:nvSpPr>
        <p:spPr>
          <a:xfrm>
            <a:off x="80098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2" name="Shape 102"/>
          <p:cNvSpPr/>
          <p:nvPr/>
        </p:nvSpPr>
        <p:spPr>
          <a:xfrm>
            <a:off x="825627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3" name="Shape 103"/>
          <p:cNvSpPr/>
          <p:nvPr/>
        </p:nvSpPr>
        <p:spPr>
          <a:xfrm>
            <a:off x="84924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4" name="Shape 104"/>
          <p:cNvSpPr/>
          <p:nvPr/>
        </p:nvSpPr>
        <p:spPr>
          <a:xfrm>
            <a:off x="872998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5" name="Shape 105"/>
          <p:cNvSpPr/>
          <p:nvPr/>
        </p:nvSpPr>
        <p:spPr>
          <a:xfrm>
            <a:off x="89369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6" name="Shape 106"/>
          <p:cNvSpPr/>
          <p:nvPr/>
        </p:nvSpPr>
        <p:spPr>
          <a:xfrm>
            <a:off x="215773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7" name="Shape 107"/>
          <p:cNvSpPr/>
          <p:nvPr/>
        </p:nvSpPr>
        <p:spPr>
          <a:xfrm>
            <a:off x="231648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8" name="Shape 108"/>
          <p:cNvSpPr/>
          <p:nvPr/>
        </p:nvSpPr>
        <p:spPr>
          <a:xfrm>
            <a:off x="247523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9" name="Shape 109"/>
          <p:cNvSpPr/>
          <p:nvPr/>
        </p:nvSpPr>
        <p:spPr>
          <a:xfrm>
            <a:off x="263398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0" name="Text 110"/>
          <p:cNvSpPr/>
          <p:nvPr/>
        </p:nvSpPr>
        <p:spPr>
          <a:xfrm>
            <a:off x="231013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1" name="Shape 111"/>
          <p:cNvSpPr/>
          <p:nvPr/>
        </p:nvSpPr>
        <p:spPr>
          <a:xfrm>
            <a:off x="311531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2" name="Shape 112"/>
          <p:cNvSpPr/>
          <p:nvPr/>
        </p:nvSpPr>
        <p:spPr>
          <a:xfrm>
            <a:off x="327406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3" name="Shape 113"/>
          <p:cNvSpPr/>
          <p:nvPr/>
        </p:nvSpPr>
        <p:spPr>
          <a:xfrm>
            <a:off x="343281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4" name="Shape 114"/>
          <p:cNvSpPr/>
          <p:nvPr/>
        </p:nvSpPr>
        <p:spPr>
          <a:xfrm>
            <a:off x="359156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5" name="Text 115"/>
          <p:cNvSpPr/>
          <p:nvPr/>
        </p:nvSpPr>
        <p:spPr>
          <a:xfrm>
            <a:off x="326771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6" name="Shape 116"/>
          <p:cNvSpPr/>
          <p:nvPr/>
        </p:nvSpPr>
        <p:spPr>
          <a:xfrm>
            <a:off x="408051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7" name="Shape 117"/>
          <p:cNvSpPr/>
          <p:nvPr/>
        </p:nvSpPr>
        <p:spPr>
          <a:xfrm>
            <a:off x="423926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8" name="Shape 118"/>
          <p:cNvSpPr/>
          <p:nvPr/>
        </p:nvSpPr>
        <p:spPr>
          <a:xfrm>
            <a:off x="439801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9" name="Shape 119"/>
          <p:cNvSpPr/>
          <p:nvPr/>
        </p:nvSpPr>
        <p:spPr>
          <a:xfrm>
            <a:off x="455676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0" name="Text 120"/>
          <p:cNvSpPr/>
          <p:nvPr/>
        </p:nvSpPr>
        <p:spPr>
          <a:xfrm>
            <a:off x="423291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1" name="Shape 121"/>
          <p:cNvSpPr/>
          <p:nvPr/>
        </p:nvSpPr>
        <p:spPr>
          <a:xfrm>
            <a:off x="50520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2" name="Shape 122"/>
          <p:cNvSpPr/>
          <p:nvPr/>
        </p:nvSpPr>
        <p:spPr>
          <a:xfrm>
            <a:off x="52108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3" name="Shape 123"/>
          <p:cNvSpPr/>
          <p:nvPr/>
        </p:nvSpPr>
        <p:spPr>
          <a:xfrm>
            <a:off x="53695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4" name="Shape 124"/>
          <p:cNvSpPr/>
          <p:nvPr/>
        </p:nvSpPr>
        <p:spPr>
          <a:xfrm>
            <a:off x="55283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5" name="Text 125"/>
          <p:cNvSpPr/>
          <p:nvPr/>
        </p:nvSpPr>
        <p:spPr>
          <a:xfrm>
            <a:off x="52044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6" name="Shape 126"/>
          <p:cNvSpPr/>
          <p:nvPr/>
        </p:nvSpPr>
        <p:spPr>
          <a:xfrm>
            <a:off x="60299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7" name="Shape 127"/>
          <p:cNvSpPr/>
          <p:nvPr/>
        </p:nvSpPr>
        <p:spPr>
          <a:xfrm>
            <a:off x="61887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8" name="Shape 128"/>
          <p:cNvSpPr/>
          <p:nvPr/>
        </p:nvSpPr>
        <p:spPr>
          <a:xfrm>
            <a:off x="63474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9" name="Shape 129"/>
          <p:cNvSpPr/>
          <p:nvPr/>
        </p:nvSpPr>
        <p:spPr>
          <a:xfrm>
            <a:off x="65062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0" name="Text 130"/>
          <p:cNvSpPr/>
          <p:nvPr/>
        </p:nvSpPr>
        <p:spPr>
          <a:xfrm>
            <a:off x="61823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41" name="Shape 131"/>
          <p:cNvSpPr/>
          <p:nvPr/>
        </p:nvSpPr>
        <p:spPr>
          <a:xfrm>
            <a:off x="697357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2" name="Shape 132"/>
          <p:cNvSpPr/>
          <p:nvPr/>
        </p:nvSpPr>
        <p:spPr>
          <a:xfrm>
            <a:off x="713232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3" name="Shape 133"/>
          <p:cNvSpPr/>
          <p:nvPr/>
        </p:nvSpPr>
        <p:spPr>
          <a:xfrm>
            <a:off x="729107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4" name="Shape 134"/>
          <p:cNvSpPr/>
          <p:nvPr/>
        </p:nvSpPr>
        <p:spPr>
          <a:xfrm>
            <a:off x="744982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5" name="Text 135"/>
          <p:cNvSpPr/>
          <p:nvPr/>
        </p:nvSpPr>
        <p:spPr>
          <a:xfrm>
            <a:off x="712597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46" name="Shape 136"/>
          <p:cNvSpPr/>
          <p:nvPr/>
        </p:nvSpPr>
        <p:spPr>
          <a:xfrm>
            <a:off x="94843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7" name="Shape 137"/>
          <p:cNvSpPr/>
          <p:nvPr/>
        </p:nvSpPr>
        <p:spPr>
          <a:xfrm>
            <a:off x="96431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8" name="Shape 138"/>
          <p:cNvSpPr/>
          <p:nvPr/>
        </p:nvSpPr>
        <p:spPr>
          <a:xfrm>
            <a:off x="98018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9" name="Shape 139"/>
          <p:cNvSpPr/>
          <p:nvPr/>
        </p:nvSpPr>
        <p:spPr>
          <a:xfrm>
            <a:off x="99606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0" name="Text 140"/>
          <p:cNvSpPr/>
          <p:nvPr/>
        </p:nvSpPr>
        <p:spPr>
          <a:xfrm>
            <a:off x="96367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51" name="Shape 141"/>
          <p:cNvSpPr/>
          <p:nvPr/>
        </p:nvSpPr>
        <p:spPr>
          <a:xfrm>
            <a:off x="104622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2" name="Shape 142"/>
          <p:cNvSpPr/>
          <p:nvPr/>
        </p:nvSpPr>
        <p:spPr>
          <a:xfrm>
            <a:off x="106210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3" name="Shape 143"/>
          <p:cNvSpPr/>
          <p:nvPr/>
        </p:nvSpPr>
        <p:spPr>
          <a:xfrm>
            <a:off x="107797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4" name="Shape 144"/>
          <p:cNvSpPr/>
          <p:nvPr/>
        </p:nvSpPr>
        <p:spPr>
          <a:xfrm>
            <a:off x="109385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5" name="Text 145"/>
          <p:cNvSpPr/>
          <p:nvPr/>
        </p:nvSpPr>
        <p:spPr>
          <a:xfrm>
            <a:off x="106146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56" name="Shape 146"/>
          <p:cNvSpPr/>
          <p:nvPr/>
        </p:nvSpPr>
        <p:spPr>
          <a:xfrm>
            <a:off x="80098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7" name="Shape 147"/>
          <p:cNvSpPr/>
          <p:nvPr/>
        </p:nvSpPr>
        <p:spPr>
          <a:xfrm>
            <a:off x="825627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8" name="Shape 148"/>
          <p:cNvSpPr/>
          <p:nvPr/>
        </p:nvSpPr>
        <p:spPr>
          <a:xfrm>
            <a:off x="84924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9" name="Shape 149"/>
          <p:cNvSpPr/>
          <p:nvPr/>
        </p:nvSpPr>
        <p:spPr>
          <a:xfrm>
            <a:off x="872998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0" name="Shape 150"/>
          <p:cNvSpPr/>
          <p:nvPr/>
        </p:nvSpPr>
        <p:spPr>
          <a:xfrm>
            <a:off x="89369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1" name="Shape 151"/>
          <p:cNvSpPr/>
          <p:nvPr/>
        </p:nvSpPr>
        <p:spPr>
          <a:xfrm>
            <a:off x="237617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2" name="Text 152"/>
          <p:cNvSpPr/>
          <p:nvPr/>
        </p:nvSpPr>
        <p:spPr>
          <a:xfrm>
            <a:off x="237617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3" name="Shape 153"/>
          <p:cNvSpPr/>
          <p:nvPr/>
        </p:nvSpPr>
        <p:spPr>
          <a:xfrm>
            <a:off x="333375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4" name="Text 154"/>
          <p:cNvSpPr/>
          <p:nvPr/>
        </p:nvSpPr>
        <p:spPr>
          <a:xfrm>
            <a:off x="333375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5" name="Shape 155"/>
          <p:cNvSpPr/>
          <p:nvPr/>
        </p:nvSpPr>
        <p:spPr>
          <a:xfrm>
            <a:off x="429895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6" name="Text 156"/>
          <p:cNvSpPr/>
          <p:nvPr/>
        </p:nvSpPr>
        <p:spPr>
          <a:xfrm>
            <a:off x="429895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7" name="Shape 157"/>
          <p:cNvSpPr/>
          <p:nvPr/>
        </p:nvSpPr>
        <p:spPr>
          <a:xfrm>
            <a:off x="52705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8" name="Text 158"/>
          <p:cNvSpPr/>
          <p:nvPr/>
        </p:nvSpPr>
        <p:spPr>
          <a:xfrm>
            <a:off x="52705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9" name="Shape 159"/>
          <p:cNvSpPr/>
          <p:nvPr/>
        </p:nvSpPr>
        <p:spPr>
          <a:xfrm>
            <a:off x="62484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0" name="Text 160"/>
          <p:cNvSpPr/>
          <p:nvPr/>
        </p:nvSpPr>
        <p:spPr>
          <a:xfrm>
            <a:off x="62484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1" name="Shape 161"/>
          <p:cNvSpPr/>
          <p:nvPr/>
        </p:nvSpPr>
        <p:spPr>
          <a:xfrm>
            <a:off x="719201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2" name="Text 162"/>
          <p:cNvSpPr/>
          <p:nvPr/>
        </p:nvSpPr>
        <p:spPr>
          <a:xfrm>
            <a:off x="719201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3" name="Shape 163"/>
          <p:cNvSpPr/>
          <p:nvPr/>
        </p:nvSpPr>
        <p:spPr>
          <a:xfrm>
            <a:off x="97028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4" name="Text 164"/>
          <p:cNvSpPr/>
          <p:nvPr/>
        </p:nvSpPr>
        <p:spPr>
          <a:xfrm>
            <a:off x="97028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5" name="Shape 165"/>
          <p:cNvSpPr/>
          <p:nvPr/>
        </p:nvSpPr>
        <p:spPr>
          <a:xfrm>
            <a:off x="106807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6" name="Text 166"/>
          <p:cNvSpPr/>
          <p:nvPr/>
        </p:nvSpPr>
        <p:spPr>
          <a:xfrm>
            <a:off x="106807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7" name="Shape 167"/>
          <p:cNvSpPr/>
          <p:nvPr/>
        </p:nvSpPr>
        <p:spPr>
          <a:xfrm>
            <a:off x="247523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8" name="Shape 168"/>
          <p:cNvSpPr/>
          <p:nvPr/>
        </p:nvSpPr>
        <p:spPr>
          <a:xfrm>
            <a:off x="247523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79" name="Shape 169"/>
          <p:cNvSpPr/>
          <p:nvPr/>
        </p:nvSpPr>
        <p:spPr>
          <a:xfrm>
            <a:off x="247523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0" name="Shape 170"/>
          <p:cNvSpPr/>
          <p:nvPr/>
        </p:nvSpPr>
        <p:spPr>
          <a:xfrm>
            <a:off x="343281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1" name="Shape 171"/>
          <p:cNvSpPr/>
          <p:nvPr/>
        </p:nvSpPr>
        <p:spPr>
          <a:xfrm>
            <a:off x="343281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2" name="Shape 172"/>
          <p:cNvSpPr/>
          <p:nvPr/>
        </p:nvSpPr>
        <p:spPr>
          <a:xfrm>
            <a:off x="343281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3" name="Shape 173"/>
          <p:cNvSpPr/>
          <p:nvPr/>
        </p:nvSpPr>
        <p:spPr>
          <a:xfrm>
            <a:off x="439801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4" name="Shape 174"/>
          <p:cNvSpPr/>
          <p:nvPr/>
        </p:nvSpPr>
        <p:spPr>
          <a:xfrm>
            <a:off x="439801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5" name="Shape 175"/>
          <p:cNvSpPr/>
          <p:nvPr/>
        </p:nvSpPr>
        <p:spPr>
          <a:xfrm>
            <a:off x="439801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6" name="Shape 176"/>
          <p:cNvSpPr/>
          <p:nvPr/>
        </p:nvSpPr>
        <p:spPr>
          <a:xfrm>
            <a:off x="53695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7" name="Shape 177"/>
          <p:cNvSpPr/>
          <p:nvPr/>
        </p:nvSpPr>
        <p:spPr>
          <a:xfrm>
            <a:off x="53695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8" name="Shape 178"/>
          <p:cNvSpPr/>
          <p:nvPr/>
        </p:nvSpPr>
        <p:spPr>
          <a:xfrm>
            <a:off x="53695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9" name="Shape 179"/>
          <p:cNvSpPr/>
          <p:nvPr/>
        </p:nvSpPr>
        <p:spPr>
          <a:xfrm>
            <a:off x="63474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0" name="Shape 180"/>
          <p:cNvSpPr/>
          <p:nvPr/>
        </p:nvSpPr>
        <p:spPr>
          <a:xfrm>
            <a:off x="63474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1" name="Shape 181"/>
          <p:cNvSpPr/>
          <p:nvPr/>
        </p:nvSpPr>
        <p:spPr>
          <a:xfrm>
            <a:off x="63474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2" name="Shape 182"/>
          <p:cNvSpPr/>
          <p:nvPr/>
        </p:nvSpPr>
        <p:spPr>
          <a:xfrm>
            <a:off x="729107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3" name="Shape 183"/>
          <p:cNvSpPr/>
          <p:nvPr/>
        </p:nvSpPr>
        <p:spPr>
          <a:xfrm>
            <a:off x="729107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4" name="Shape 184"/>
          <p:cNvSpPr/>
          <p:nvPr/>
        </p:nvSpPr>
        <p:spPr>
          <a:xfrm>
            <a:off x="729107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5" name="Shape 185"/>
          <p:cNvSpPr/>
          <p:nvPr/>
        </p:nvSpPr>
        <p:spPr>
          <a:xfrm>
            <a:off x="98018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6" name="Shape 186"/>
          <p:cNvSpPr/>
          <p:nvPr/>
        </p:nvSpPr>
        <p:spPr>
          <a:xfrm>
            <a:off x="98018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7" name="Shape 187"/>
          <p:cNvSpPr/>
          <p:nvPr/>
        </p:nvSpPr>
        <p:spPr>
          <a:xfrm>
            <a:off x="98018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8" name="Shape 188"/>
          <p:cNvSpPr/>
          <p:nvPr/>
        </p:nvSpPr>
        <p:spPr>
          <a:xfrm>
            <a:off x="107797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9" name="Shape 189"/>
          <p:cNvSpPr/>
          <p:nvPr/>
        </p:nvSpPr>
        <p:spPr>
          <a:xfrm>
            <a:off x="107797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200" name="Shape 190"/>
          <p:cNvSpPr/>
          <p:nvPr/>
        </p:nvSpPr>
        <p:spPr>
          <a:xfrm>
            <a:off x="107797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pic>
        <p:nvPicPr>
          <p:cNvPr id="201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5076190"/>
            <a:ext cx="133350" cy="254000"/>
          </a:xfrm>
          <a:prstGeom prst="rect">
            <a:avLst/>
          </a:prstGeom>
        </p:spPr>
      </p:pic>
      <p:pic>
        <p:nvPicPr>
          <p:cNvPr id="202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5980430"/>
            <a:ext cx="133350" cy="254000"/>
          </a:xfrm>
          <a:prstGeom prst="rect">
            <a:avLst/>
          </a:prstGeom>
        </p:spPr>
      </p:pic>
      <p:pic>
        <p:nvPicPr>
          <p:cNvPr id="203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076190"/>
            <a:ext cx="133350" cy="254000"/>
          </a:xfrm>
          <a:prstGeom prst="rect">
            <a:avLst/>
          </a:prstGeom>
        </p:spPr>
      </p:pic>
      <p:pic>
        <p:nvPicPr>
          <p:cNvPr id="204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5980430"/>
            <a:ext cx="133350" cy="254000"/>
          </a:xfrm>
          <a:prstGeom prst="rect">
            <a:avLst/>
          </a:prstGeom>
        </p:spPr>
      </p:pic>
      <p:pic>
        <p:nvPicPr>
          <p:cNvPr id="205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5076190"/>
            <a:ext cx="133350" cy="254000"/>
          </a:xfrm>
          <a:prstGeom prst="rect">
            <a:avLst/>
          </a:prstGeom>
        </p:spPr>
      </p:pic>
      <p:pic>
        <p:nvPicPr>
          <p:cNvPr id="206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5980430"/>
            <a:ext cx="133350" cy="254000"/>
          </a:xfrm>
          <a:prstGeom prst="rect">
            <a:avLst/>
          </a:prstGeom>
        </p:spPr>
      </p:pic>
      <p:pic>
        <p:nvPicPr>
          <p:cNvPr id="207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5076190"/>
            <a:ext cx="133350" cy="254000"/>
          </a:xfrm>
          <a:prstGeom prst="rect">
            <a:avLst/>
          </a:prstGeom>
        </p:spPr>
      </p:pic>
      <p:pic>
        <p:nvPicPr>
          <p:cNvPr id="208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5980430"/>
            <a:ext cx="133350" cy="254000"/>
          </a:xfrm>
          <a:prstGeom prst="rect">
            <a:avLst/>
          </a:prstGeom>
        </p:spPr>
      </p:pic>
      <p:pic>
        <p:nvPicPr>
          <p:cNvPr id="209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5076190"/>
            <a:ext cx="133350" cy="254000"/>
          </a:xfrm>
          <a:prstGeom prst="rect">
            <a:avLst/>
          </a:prstGeom>
        </p:spPr>
      </p:pic>
      <p:pic>
        <p:nvPicPr>
          <p:cNvPr id="210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5980430"/>
            <a:ext cx="133350" cy="254000"/>
          </a:xfrm>
          <a:prstGeom prst="rect">
            <a:avLst/>
          </a:prstGeom>
        </p:spPr>
      </p:pic>
      <p:pic>
        <p:nvPicPr>
          <p:cNvPr id="211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5076190"/>
            <a:ext cx="133350" cy="254000"/>
          </a:xfrm>
          <a:prstGeom prst="rect">
            <a:avLst/>
          </a:prstGeom>
        </p:spPr>
      </p:pic>
      <p:pic>
        <p:nvPicPr>
          <p:cNvPr id="212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5980430"/>
            <a:ext cx="133350" cy="254000"/>
          </a:xfrm>
          <a:prstGeom prst="rect">
            <a:avLst/>
          </a:prstGeom>
        </p:spPr>
      </p:pic>
      <p:pic>
        <p:nvPicPr>
          <p:cNvPr id="213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5076190"/>
            <a:ext cx="133350" cy="254000"/>
          </a:xfrm>
          <a:prstGeom prst="rect">
            <a:avLst/>
          </a:prstGeom>
        </p:spPr>
      </p:pic>
      <p:pic>
        <p:nvPicPr>
          <p:cNvPr id="214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5980430"/>
            <a:ext cx="133350" cy="254000"/>
          </a:xfrm>
          <a:prstGeom prst="rect">
            <a:avLst/>
          </a:prstGeom>
        </p:spPr>
      </p:pic>
      <p:pic>
        <p:nvPicPr>
          <p:cNvPr id="215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5076190"/>
            <a:ext cx="133350" cy="254000"/>
          </a:xfrm>
          <a:prstGeom prst="rect">
            <a:avLst/>
          </a:prstGeom>
        </p:spPr>
      </p:pic>
      <p:pic>
        <p:nvPicPr>
          <p:cNvPr id="216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5980430"/>
            <a:ext cx="133350" cy="254000"/>
          </a:xfrm>
          <a:prstGeom prst="rect">
            <a:avLst/>
          </a:prstGeom>
        </p:spPr>
      </p:pic>
      <p:sp>
        <p:nvSpPr>
          <p:cNvPr id="217" name="Text 191"/>
          <p:cNvSpPr/>
          <p:nvPr/>
        </p:nvSpPr>
        <p:spPr>
          <a:xfrm>
            <a:off x="508000" y="48631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218" name="Text 192"/>
          <p:cNvSpPr/>
          <p:nvPr/>
        </p:nvSpPr>
        <p:spPr>
          <a:xfrm>
            <a:off x="508000" y="50752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19" name="Text 193"/>
          <p:cNvSpPr/>
          <p:nvPr/>
        </p:nvSpPr>
        <p:spPr>
          <a:xfrm>
            <a:off x="508000" y="55006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36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220" name="Text 194"/>
          <p:cNvSpPr/>
          <p:nvPr/>
        </p:nvSpPr>
        <p:spPr>
          <a:xfrm>
            <a:off x="508000" y="570006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36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221" name="Text 195"/>
          <p:cNvSpPr/>
          <p:nvPr/>
        </p:nvSpPr>
        <p:spPr>
          <a:xfrm>
            <a:off x="508000" y="60061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222" name="Text 196"/>
          <p:cNvSpPr/>
          <p:nvPr/>
        </p:nvSpPr>
        <p:spPr>
          <a:xfrm>
            <a:off x="508000" y="62055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23" name="Shape 197"/>
          <p:cNvSpPr/>
          <p:nvPr/>
        </p:nvSpPr>
        <p:spPr>
          <a:xfrm>
            <a:off x="3347720" y="6565900"/>
            <a:ext cx="3738880" cy="17272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24" name="Text 198"/>
          <p:cNvSpPr/>
          <p:nvPr/>
        </p:nvSpPr>
        <p:spPr>
          <a:xfrm>
            <a:off x="1400175" y="654403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76350"/>
            <a:ext cx="10648950" cy="75819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850" y="2152650"/>
            <a:ext cx="10648950" cy="3124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850" y="5449570"/>
            <a:ext cx="10648950" cy="1235710"/>
          </a:xfrm>
          <a:prstGeom prst="rect">
            <a:avLst/>
          </a:prstGeom>
          <a:solidFill>
            <a:srgbClr val="E0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6510" y="2273300"/>
            <a:ext cx="233172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9580" y="2273300"/>
            <a:ext cx="303784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5750" y="2273300"/>
            <a:ext cx="295910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4580" y="2771140"/>
            <a:ext cx="63500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97420" y="2764790"/>
            <a:ext cx="62103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7245" y="5934075"/>
            <a:ext cx="80010" cy="80010"/>
          </a:xfrm>
          <a:prstGeom prst="ellipse">
            <a:avLst/>
          </a:prstGeom>
          <a:solidFill>
            <a:srgbClr val="000080"/>
          </a:solidFill>
          <a:ln w="6350">
            <a:solidFill>
              <a:srgbClr val="000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245" y="6226175"/>
            <a:ext cx="80010" cy="80010"/>
          </a:xfrm>
          <a:prstGeom prst="ellipse">
            <a:avLst/>
          </a:prstGeom>
          <a:solidFill>
            <a:srgbClr val="000080"/>
          </a:solidFill>
          <a:ln w="6350">
            <a:solidFill>
              <a:srgbClr val="000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879" y="657119"/>
            <a:ext cx="4075430" cy="72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3560" dirty="0"/>
          </a:p>
        </p:txBody>
      </p:sp>
      <p:sp>
        <p:nvSpPr>
          <p:cNvPr id="16" name="Text 14"/>
          <p:cNvSpPr/>
          <p:nvPr/>
        </p:nvSpPr>
        <p:spPr>
          <a:xfrm>
            <a:off x="833501" y="1387678"/>
            <a:ext cx="1362329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20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behavior of machine learning algorithms  changes when the input distribution changes.</a:t>
            </a:r>
            <a:endParaRPr lang="en-US" sz="2220" dirty="0"/>
          </a:p>
        </p:txBody>
      </p:sp>
      <p:sp>
        <p:nvSpPr>
          <p:cNvPr id="17" name="Text 15"/>
          <p:cNvSpPr/>
          <p:nvPr/>
        </p:nvSpPr>
        <p:spPr>
          <a:xfrm>
            <a:off x="8181721" y="1704277"/>
            <a:ext cx="275971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50" b="1" spc="77" kern="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{Covariate shift }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045337" y="2381241"/>
            <a:ext cx="280924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weights changes</a:t>
            </a:r>
            <a:endParaRPr lang="en-US" sz="1475" dirty="0"/>
          </a:p>
        </p:txBody>
      </p:sp>
      <p:sp>
        <p:nvSpPr>
          <p:cNvPr id="19" name="Text 17"/>
          <p:cNvSpPr/>
          <p:nvPr/>
        </p:nvSpPr>
        <p:spPr>
          <a:xfrm>
            <a:off x="1158748" y="2806691"/>
            <a:ext cx="263525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training steps</a:t>
            </a:r>
            <a:endParaRPr lang="en-US" sz="1475" dirty="0"/>
          </a:p>
        </p:txBody>
      </p:sp>
      <p:sp>
        <p:nvSpPr>
          <p:cNvPr id="20" name="Text 18"/>
          <p:cNvSpPr/>
          <p:nvPr/>
        </p:nvSpPr>
        <p:spPr>
          <a:xfrm>
            <a:off x="3896487" y="2418545"/>
            <a:ext cx="37007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of Activation functions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01896" y="2762715"/>
            <a:ext cx="25412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each layer </a:t>
            </a:r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74838" y="2418545"/>
            <a:ext cx="28333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to the next layer,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62266" y="2762715"/>
            <a:ext cx="38620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different Input distribution)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6940" y="3305668"/>
            <a:ext cx="18262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55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921510" y="3598049"/>
            <a:ext cx="8402320" cy="37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distribution of each layer changes with each step .</a:t>
            </a:r>
            <a:endParaRPr lang="en-US" sz="1840" dirty="0"/>
          </a:p>
        </p:txBody>
      </p:sp>
      <p:sp>
        <p:nvSpPr>
          <p:cNvPr id="26" name="Text 24"/>
          <p:cNvSpPr/>
          <p:nvPr/>
        </p:nvSpPr>
        <p:spPr>
          <a:xfrm>
            <a:off x="916940" y="4102261"/>
            <a:ext cx="63627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idea behind Normalization is to: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934210" y="4405834"/>
            <a:ext cx="956183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</a:t>
            </a:r>
            <a:pPr algn="l" indent="0" marL="0">
              <a:buNone/>
            </a:pPr>
            <a:r>
              <a:rPr lang="en-US" sz="1870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covariate shift</a:t>
            </a:r>
            <a:pPr algn="l" indent="0" marL="0">
              <a:buNone/>
            </a:pPr>
            <a:r>
              <a:rPr lang="en-US" sz="187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normalizing the activations of each layer</a:t>
            </a:r>
            <a:endParaRPr lang="en-US" sz="1870" dirty="0"/>
          </a:p>
        </p:txBody>
      </p:sp>
      <p:sp>
        <p:nvSpPr>
          <p:cNvPr id="28" name="Text 26"/>
          <p:cNvSpPr/>
          <p:nvPr/>
        </p:nvSpPr>
        <p:spPr>
          <a:xfrm>
            <a:off x="916940" y="4925221"/>
            <a:ext cx="25400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  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2702560" y="4925201"/>
            <a:ext cx="38100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spc="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the inputs to be 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913120" y="4925221"/>
            <a:ext cx="38100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mean and unit variance.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838200" y="5522164"/>
            <a:ext cx="534797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allows each layer to:</a:t>
            </a:r>
            <a:endParaRPr lang="en-US" sz="1870" dirty="0"/>
          </a:p>
        </p:txBody>
      </p:sp>
      <p:sp>
        <p:nvSpPr>
          <p:cNvPr id="32" name="Text 30"/>
          <p:cNvSpPr/>
          <p:nvPr/>
        </p:nvSpPr>
        <p:spPr>
          <a:xfrm>
            <a:off x="1062990" y="5860093"/>
            <a:ext cx="601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on a more </a:t>
            </a:r>
            <a:pPr algn="l" indent="0" marL="0">
              <a:buNone/>
            </a:pPr>
            <a:r>
              <a:rPr lang="en-US" sz="1625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distribution of inputs,</a:t>
            </a:r>
            <a:endParaRPr lang="en-US" sz="1625" dirty="0"/>
          </a:p>
        </p:txBody>
      </p:sp>
      <p:sp>
        <p:nvSpPr>
          <p:cNvPr id="33" name="Text 31"/>
          <p:cNvSpPr/>
          <p:nvPr/>
        </p:nvSpPr>
        <p:spPr>
          <a:xfrm>
            <a:off x="1049020" y="6137099"/>
            <a:ext cx="10704830" cy="332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34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the training</a:t>
            </a:r>
            <a:pPr algn="l" indent="0" marL="0">
              <a:buNone/>
            </a:pPr>
            <a:r>
              <a:rPr lang="en-US" sz="1634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network (don't stick with very small learning rates).</a:t>
            </a:r>
            <a:endParaRPr lang="en-US" sz="163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6940" y="1381760"/>
            <a:ext cx="10622280" cy="1076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70050" y="2711450"/>
            <a:ext cx="5377180" cy="38938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4580" y="1926590"/>
            <a:ext cx="1880870" cy="172720"/>
          </a:xfrm>
          <a:prstGeom prst="rect">
            <a:avLst/>
          </a:prstGeom>
          <a:solidFill>
            <a:srgbClr val="D8F8D8"/>
          </a:solidFill>
          <a:ln w="12700">
            <a:solidFill>
              <a:srgbClr val="D8F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050" y="3002280"/>
            <a:ext cx="2943860" cy="30607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8970" y="4011930"/>
            <a:ext cx="317500" cy="33274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5640" y="4782820"/>
            <a:ext cx="331470" cy="31877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2940" y="5288280"/>
            <a:ext cx="276860" cy="33274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5633720"/>
            <a:ext cx="342900" cy="30607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5010" y="5448300"/>
            <a:ext cx="317500" cy="33274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1520" y="5462270"/>
            <a:ext cx="1168400" cy="27940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1270" y="6004560"/>
            <a:ext cx="185420" cy="27940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5420" y="6004560"/>
            <a:ext cx="238760" cy="30607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0240" y="6004560"/>
            <a:ext cx="185420" cy="27940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8610" y="6004560"/>
            <a:ext cx="1592580" cy="279400"/>
          </a:xfrm>
          <a:prstGeom prst="rect">
            <a:avLst/>
          </a:prstGeom>
          <a:solidFill>
            <a:srgbClr val="FFA64D"/>
          </a:solidFill>
          <a:ln w="12700">
            <a:solidFill>
              <a:srgbClr val="FFA6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5303520"/>
            <a:ext cx="1621790" cy="6235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5994400"/>
            <a:ext cx="2736850" cy="3187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0250" y="6033770"/>
            <a:ext cx="276860" cy="279400"/>
          </a:xfrm>
          <a:prstGeom prst="ellipse">
            <a:avLst/>
          </a:prstGeom>
          <a:solidFill>
            <a:srgbClr val="F0B880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841" y="2086630"/>
            <a:ext cx="1981836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6782" y="2086630"/>
            <a:ext cx="2140383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4353" y="2405605"/>
            <a:ext cx="4333614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2250" y="739520"/>
            <a:ext cx="63500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Parameters</a:t>
            </a:r>
            <a:endParaRPr lang="en-US" sz="3550" dirty="0"/>
          </a:p>
        </p:txBody>
      </p:sp>
      <p:sp>
        <p:nvSpPr>
          <p:cNvPr id="26" name="Text 24"/>
          <p:cNvSpPr/>
          <p:nvPr/>
        </p:nvSpPr>
        <p:spPr>
          <a:xfrm>
            <a:off x="1117600" y="147955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 restricting the Activations of each layer to be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strictly </a:t>
            </a:r>
            <a:pPr algn="l" indent="0" marL="0">
              <a:buNone/>
            </a:pPr>
            <a:r>
              <a:rPr lang="en-US" sz="2000" b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</a:t>
            </a:r>
            <a:pPr algn="l" indent="0" marL="0">
              <a:buNone/>
            </a:pPr>
            <a:r>
              <a:rPr lang="en-US" sz="2000" b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variance,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7600" y="1812290"/>
            <a:ext cx="406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Normalization allows the network to 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07280" y="181229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parameters </a:t>
            </a:r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γ </a:t>
            </a:r>
            <a:pPr algn="l" indent="0" marL="0">
              <a:buNone/>
            </a:pPr>
            <a:r>
              <a:rPr lang="en-US" sz="200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</a:t>
            </a:r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 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can </a:t>
            </a:r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the mean and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17600" y="214503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variance to any value that </a:t>
            </a:r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Minimizes Loss.</a:t>
            </a:r>
            <a:endParaRPr lang="en-US" sz="2000" dirty="0"/>
          </a:p>
        </p:txBody>
      </p:sp>
      <p:pic>
        <p:nvPicPr>
          <p:cNvPr id="30" name="Image 0" descr="/home/ahmed/Projects/ai_llm_slides/videos/deep-learning/002_transformers_part2/recreated_pptx/build/assets/slide040_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490" y="2778762"/>
            <a:ext cx="4856991" cy="263649"/>
          </a:xfrm>
          <a:prstGeom prst="rect">
            <a:avLst/>
          </a:prstGeom>
        </p:spPr>
      </p:pic>
      <p:pic>
        <p:nvPicPr>
          <p:cNvPr id="31" name="Image 1" descr="/home/ahmed/Projects/ai_llm_slides/videos/deep-learning/002_transformers_part2/recreated_pptx/build/assets/slide040_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3078735"/>
            <a:ext cx="2763015" cy="204213"/>
          </a:xfrm>
          <a:prstGeom prst="rect">
            <a:avLst/>
          </a:prstGeom>
        </p:spPr>
      </p:pic>
      <p:pic>
        <p:nvPicPr>
          <p:cNvPr id="32" name="Image 2" descr="/home/ahmed/Projects/ai_llm_slides/videos/deep-learning/002_transformers_part2/recreated_pptx/build/assets/slide040_h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790" y="3321050"/>
            <a:ext cx="2561847" cy="297180"/>
          </a:xfrm>
          <a:prstGeom prst="rect">
            <a:avLst/>
          </a:prstGeom>
        </p:spPr>
      </p:pic>
      <p:pic>
        <p:nvPicPr>
          <p:cNvPr id="33" name="Image 3" descr="/home/ahmed/Projects/ai_llm_slides/videos/deep-learning/002_transformers_part2/recreated_pptx/build/assets/slide040_eq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270" y="3874260"/>
            <a:ext cx="1508760" cy="658368"/>
          </a:xfrm>
          <a:prstGeom prst="rect">
            <a:avLst/>
          </a:prstGeom>
        </p:spPr>
      </p:pic>
      <p:pic>
        <p:nvPicPr>
          <p:cNvPr id="34" name="Image 4" descr="/home/ahmed/Projects/ai_llm_slides/videos/deep-learning/002_transformers_part2/recreated_pptx/build/assets/slide040_eq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6270" y="4632450"/>
            <a:ext cx="2371341" cy="658368"/>
          </a:xfrm>
          <a:prstGeom prst="rect">
            <a:avLst/>
          </a:prstGeom>
        </p:spPr>
      </p:pic>
      <p:pic>
        <p:nvPicPr>
          <p:cNvPr id="35" name="Image 5" descr="/home/ahmed/Projects/ai_llm_slides/videos/deep-learning/002_transformers_part2/recreated_pptx/build/assets/slide040_eq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620" y="5441440"/>
            <a:ext cx="1487427" cy="539496"/>
          </a:xfrm>
          <a:prstGeom prst="rect">
            <a:avLst/>
          </a:prstGeom>
        </p:spPr>
      </p:pic>
      <p:pic>
        <p:nvPicPr>
          <p:cNvPr id="36" name="Image 6" descr="/home/ahmed/Projects/ai_llm_slides/videos/deep-learning/002_transformers_part2/recreated_pptx/build/assets/slide040_eq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6290" y="6055612"/>
            <a:ext cx="2590797" cy="271275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918970" y="5933440"/>
            <a:ext cx="1623060" cy="0"/>
          </a:xfrm>
          <a:prstGeom prst="line">
            <a:avLst/>
          </a:prstGeom>
          <a:noFill/>
          <a:ln w="19050">
            <a:solidFill>
              <a:srgbClr val="9999C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4826000" y="403574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mini-batch mean</a:t>
            </a:r>
            <a:endParaRPr lang="en-US" sz="1630" dirty="0"/>
          </a:p>
        </p:txBody>
      </p:sp>
      <p:sp>
        <p:nvSpPr>
          <p:cNvPr id="39" name="Text 30"/>
          <p:cNvSpPr/>
          <p:nvPr/>
        </p:nvSpPr>
        <p:spPr>
          <a:xfrm>
            <a:off x="4826000" y="480790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mini-batch variance</a:t>
            </a:r>
            <a:endParaRPr lang="en-US" sz="1630" dirty="0"/>
          </a:p>
        </p:txBody>
      </p:sp>
      <p:sp>
        <p:nvSpPr>
          <p:cNvPr id="40" name="Text 31"/>
          <p:cNvSpPr/>
          <p:nvPr/>
        </p:nvSpPr>
        <p:spPr>
          <a:xfrm>
            <a:off x="4826000" y="548481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normalize</a:t>
            </a:r>
            <a:endParaRPr lang="en-US" sz="1630" dirty="0"/>
          </a:p>
        </p:txBody>
      </p:sp>
      <p:sp>
        <p:nvSpPr>
          <p:cNvPr id="41" name="Text 32"/>
          <p:cNvSpPr/>
          <p:nvPr/>
        </p:nvSpPr>
        <p:spPr>
          <a:xfrm>
            <a:off x="4826000" y="602964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scale and shift</a:t>
            </a:r>
            <a:endParaRPr lang="en-US" sz="1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61990" y="2242820"/>
            <a:ext cx="0" cy="471170"/>
          </a:xfrm>
          <a:prstGeom prst="line">
            <a:avLst/>
          </a:prstGeom>
          <a:noFill/>
          <a:ln w="12700">
            <a:solidFill>
              <a:srgbClr val="D7D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3690" y="2713990"/>
            <a:ext cx="5836920" cy="0"/>
          </a:xfrm>
          <a:prstGeom prst="line">
            <a:avLst/>
          </a:prstGeom>
          <a:noFill/>
          <a:ln w="12700">
            <a:solidFill>
              <a:srgbClr val="D6D5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801620" y="2771140"/>
            <a:ext cx="104140" cy="12446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8633460" y="2771140"/>
            <a:ext cx="114300" cy="12446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2868930" y="3634740"/>
            <a:ext cx="0" cy="2719070"/>
          </a:xfrm>
          <a:prstGeom prst="line">
            <a:avLst/>
          </a:prstGeom>
          <a:noFill/>
          <a:ln w="12700">
            <a:solidFill>
              <a:srgbClr val="C39E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8930" y="417322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096260" y="410083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8930" y="486283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3096260" y="479044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68930" y="555244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3096260" y="548005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868930" y="628142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096260" y="620903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0610" y="3608070"/>
            <a:ext cx="0" cy="538480"/>
          </a:xfrm>
          <a:prstGeom prst="line">
            <a:avLst/>
          </a:prstGeom>
          <a:noFill/>
          <a:ln w="12700">
            <a:solidFill>
              <a:srgbClr val="D3C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638540" y="4160520"/>
            <a:ext cx="104140" cy="14224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13250" y="1579880"/>
            <a:ext cx="2763520" cy="662940"/>
          </a:xfrm>
          <a:prstGeom prst="rect">
            <a:avLst/>
          </a:prstGeom>
          <a:solidFill>
            <a:srgbClr val="FAE6D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38910" y="2945130"/>
            <a:ext cx="2815590" cy="689610"/>
          </a:xfrm>
          <a:prstGeom prst="rect">
            <a:avLst/>
          </a:prstGeom>
          <a:solidFill>
            <a:srgbClr val="0000A6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2918460"/>
            <a:ext cx="2828290" cy="689610"/>
          </a:xfrm>
          <a:prstGeom prst="rect">
            <a:avLst/>
          </a:prstGeom>
          <a:solidFill>
            <a:srgbClr val="0A863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7230" y="391414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7230" y="460375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7230" y="529336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7230" y="602234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6770" y="4351020"/>
            <a:ext cx="3001010" cy="491490"/>
          </a:xfrm>
          <a:prstGeom prst="rect">
            <a:avLst/>
          </a:prstGeom>
          <a:solidFill>
            <a:srgbClr val="D6FE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625" y="781006"/>
            <a:ext cx="4075430" cy="717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3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3530" dirty="0"/>
          </a:p>
        </p:txBody>
      </p:sp>
      <p:sp>
        <p:nvSpPr>
          <p:cNvPr id="29" name="Text 27"/>
          <p:cNvSpPr/>
          <p:nvPr/>
        </p:nvSpPr>
        <p:spPr>
          <a:xfrm>
            <a:off x="4017010" y="1556662"/>
            <a:ext cx="3556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033010" y="1869082"/>
            <a:ext cx="1524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95705" y="2947247"/>
            <a:ext cx="3302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</a:t>
            </a:r>
            <a:endParaRPr lang="en-US" sz="2170" dirty="0"/>
          </a:p>
        </p:txBody>
      </p:sp>
      <p:sp>
        <p:nvSpPr>
          <p:cNvPr id="32" name="Text 30"/>
          <p:cNvSpPr/>
          <p:nvPr/>
        </p:nvSpPr>
        <p:spPr>
          <a:xfrm>
            <a:off x="1449705" y="3262207"/>
            <a:ext cx="2794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2170" dirty="0"/>
          </a:p>
        </p:txBody>
      </p:sp>
      <p:sp>
        <p:nvSpPr>
          <p:cNvPr id="33" name="Text 31"/>
          <p:cNvSpPr/>
          <p:nvPr/>
        </p:nvSpPr>
        <p:spPr>
          <a:xfrm>
            <a:off x="7286625" y="3089487"/>
            <a:ext cx="2794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2170" dirty="0"/>
          </a:p>
        </p:txBody>
      </p:sp>
      <p:sp>
        <p:nvSpPr>
          <p:cNvPr id="34" name="Text 32"/>
          <p:cNvSpPr/>
          <p:nvPr/>
        </p:nvSpPr>
        <p:spPr>
          <a:xfrm>
            <a:off x="2719070" y="3988733"/>
            <a:ext cx="4064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5" name="Text 33"/>
          <p:cNvSpPr/>
          <p:nvPr/>
        </p:nvSpPr>
        <p:spPr>
          <a:xfrm>
            <a:off x="2592070" y="4678343"/>
            <a:ext cx="4318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6" name="Text 34"/>
          <p:cNvSpPr/>
          <p:nvPr/>
        </p:nvSpPr>
        <p:spPr>
          <a:xfrm>
            <a:off x="2655570" y="5369223"/>
            <a:ext cx="4191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7" name="Text 35"/>
          <p:cNvSpPr/>
          <p:nvPr/>
        </p:nvSpPr>
        <p:spPr>
          <a:xfrm>
            <a:off x="2655570" y="6098203"/>
            <a:ext cx="4191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8" name="Text 36"/>
          <p:cNvSpPr/>
          <p:nvPr/>
        </p:nvSpPr>
        <p:spPr>
          <a:xfrm>
            <a:off x="6518275" y="4416702"/>
            <a:ext cx="4318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pPr algn="ctr" indent="0" marL="0">
              <a:buNone/>
            </a:pPr>
            <a:r>
              <a:rPr lang="en-US" sz="2200" dirty="0">
                <a:solidFill>
                  <a:srgbClr val="0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83130" y="814624"/>
            <a:ext cx="81280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Data (Feature Vectors)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65500" y="1787591"/>
            <a:ext cx="10840642" cy="499063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592" y="2598319"/>
            <a:ext cx="2946329" cy="544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5835" y="2571738"/>
            <a:ext cx="3382333" cy="544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57748" y="2199600"/>
            <a:ext cx="3217180" cy="817374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757" y="2608908"/>
            <a:ext cx="35560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 of </a:t>
            </a:r>
            <a:pPr algn="ctr" indent="0" marL="0">
              <a:buNone/>
            </a:pPr>
            <a:r>
              <a:rPr lang="en-US" sz="148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459757" y="2834849"/>
            <a:ext cx="35560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</a:t>
            </a:r>
            <a:pPr algn="ctr" indent="0" marL="0">
              <a:buNone/>
            </a:pPr>
            <a:r>
              <a:rPr lang="en-US" sz="14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(Using one filter)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3885365" y="2603350"/>
            <a:ext cx="4064000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 of </a:t>
            </a:r>
            <a:pPr algn="ctr" indent="0" marL="0">
              <a:buNone/>
            </a:pPr>
            <a:r>
              <a:rPr lang="en-US" sz="145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 Sample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85365" y="2821961"/>
            <a:ext cx="406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(Using 4 filters)  </a:t>
            </a:r>
            <a:pPr algn="ctr" indent="0" marL="0">
              <a:buNone/>
            </a:pPr>
            <a:r>
              <a:rPr lang="en-US" sz="153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[ 4 Channels]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8144652" y="2239267"/>
            <a:ext cx="3302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 of :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8144652" y="2455220"/>
            <a:ext cx="3556000" cy="31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 Input Samples  </a:t>
            </a:r>
            <a:pPr algn="l" indent="0" marL="0">
              <a:buNone/>
            </a:pPr>
            <a:r>
              <a:rPr lang="en-US" sz="154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[mini-Batch]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144652" y="2674515"/>
            <a:ext cx="3556000" cy="31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4 filters </a:t>
            </a:r>
            <a:pPr algn="l" indent="0" marL="0">
              <a:buNone/>
            </a:pPr>
            <a:r>
              <a:rPr lang="en-US" sz="154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[ 4 Channels]</a:t>
            </a:r>
            <a:endParaRPr lang="en-US" sz="1540" dirty="0"/>
          </a:p>
        </p:txBody>
      </p:sp>
      <p:sp>
        <p:nvSpPr>
          <p:cNvPr id="17" name="Shape 15"/>
          <p:cNvSpPr/>
          <p:nvPr/>
        </p:nvSpPr>
        <p:spPr>
          <a:xfrm>
            <a:off x="922703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8" name="Shape 16"/>
          <p:cNvSpPr/>
          <p:nvPr/>
        </p:nvSpPr>
        <p:spPr>
          <a:xfrm>
            <a:off x="963724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4745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5766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2703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2" name="Shape 20"/>
          <p:cNvSpPr/>
          <p:nvPr/>
        </p:nvSpPr>
        <p:spPr>
          <a:xfrm>
            <a:off x="963724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4745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5766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5" name="Shape 23"/>
          <p:cNvSpPr/>
          <p:nvPr/>
        </p:nvSpPr>
        <p:spPr>
          <a:xfrm>
            <a:off x="922703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6" name="Shape 24"/>
          <p:cNvSpPr/>
          <p:nvPr/>
        </p:nvSpPr>
        <p:spPr>
          <a:xfrm>
            <a:off x="963724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4745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5766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9" name="Shape 27"/>
          <p:cNvSpPr/>
          <p:nvPr/>
        </p:nvSpPr>
        <p:spPr>
          <a:xfrm>
            <a:off x="922703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" name="Shape 28"/>
          <p:cNvSpPr/>
          <p:nvPr/>
        </p:nvSpPr>
        <p:spPr>
          <a:xfrm>
            <a:off x="963724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4745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5766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" name="Shape 31"/>
          <p:cNvSpPr/>
          <p:nvPr/>
        </p:nvSpPr>
        <p:spPr>
          <a:xfrm>
            <a:off x="922703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4" name="Shape 32"/>
          <p:cNvSpPr/>
          <p:nvPr/>
        </p:nvSpPr>
        <p:spPr>
          <a:xfrm>
            <a:off x="963724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4745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5766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7" name="Shape 35"/>
          <p:cNvSpPr/>
          <p:nvPr/>
        </p:nvSpPr>
        <p:spPr>
          <a:xfrm>
            <a:off x="962708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3729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4750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5771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1" name="Shape 39"/>
          <p:cNvSpPr/>
          <p:nvPr/>
        </p:nvSpPr>
        <p:spPr>
          <a:xfrm>
            <a:off x="962708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3729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4750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5771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5" name="Shape 43"/>
          <p:cNvSpPr/>
          <p:nvPr/>
        </p:nvSpPr>
        <p:spPr>
          <a:xfrm>
            <a:off x="962708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6" name="Shape 44"/>
          <p:cNvSpPr/>
          <p:nvPr/>
        </p:nvSpPr>
        <p:spPr>
          <a:xfrm>
            <a:off x="1003729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4750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5771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9" name="Shape 47"/>
          <p:cNvSpPr/>
          <p:nvPr/>
        </p:nvSpPr>
        <p:spPr>
          <a:xfrm>
            <a:off x="962708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3729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1" name="Shape 49"/>
          <p:cNvSpPr/>
          <p:nvPr/>
        </p:nvSpPr>
        <p:spPr>
          <a:xfrm>
            <a:off x="1044750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2" name="Shape 50"/>
          <p:cNvSpPr/>
          <p:nvPr/>
        </p:nvSpPr>
        <p:spPr>
          <a:xfrm>
            <a:off x="1085771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3" name="Shape 51"/>
          <p:cNvSpPr/>
          <p:nvPr/>
        </p:nvSpPr>
        <p:spPr>
          <a:xfrm>
            <a:off x="962708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3729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5" name="Shape 53"/>
          <p:cNvSpPr/>
          <p:nvPr/>
        </p:nvSpPr>
        <p:spPr>
          <a:xfrm>
            <a:off x="1044750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5771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7" name="Shape 55"/>
          <p:cNvSpPr/>
          <p:nvPr/>
        </p:nvSpPr>
        <p:spPr>
          <a:xfrm>
            <a:off x="922703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3724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4745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5766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2703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3724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4745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5766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2703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3724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04745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5766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2703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3724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4745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5766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2703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3724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4745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5766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2884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8" name="Shape 76"/>
          <p:cNvSpPr/>
          <p:nvPr/>
        </p:nvSpPr>
        <p:spPr>
          <a:xfrm>
            <a:off x="943905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9" name="Shape 77"/>
          <p:cNvSpPr/>
          <p:nvPr/>
        </p:nvSpPr>
        <p:spPr>
          <a:xfrm>
            <a:off x="984926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0" name="Shape 78"/>
          <p:cNvSpPr/>
          <p:nvPr/>
        </p:nvSpPr>
        <p:spPr>
          <a:xfrm>
            <a:off x="1025947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1" name="Shape 79"/>
          <p:cNvSpPr/>
          <p:nvPr/>
        </p:nvSpPr>
        <p:spPr>
          <a:xfrm>
            <a:off x="902884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2" name="Shape 80"/>
          <p:cNvSpPr/>
          <p:nvPr/>
        </p:nvSpPr>
        <p:spPr>
          <a:xfrm>
            <a:off x="943905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3" name="Shape 81"/>
          <p:cNvSpPr/>
          <p:nvPr/>
        </p:nvSpPr>
        <p:spPr>
          <a:xfrm>
            <a:off x="984926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4" name="Shape 82"/>
          <p:cNvSpPr/>
          <p:nvPr/>
        </p:nvSpPr>
        <p:spPr>
          <a:xfrm>
            <a:off x="1025947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5" name="Shape 83"/>
          <p:cNvSpPr/>
          <p:nvPr/>
        </p:nvSpPr>
        <p:spPr>
          <a:xfrm>
            <a:off x="902884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6" name="Shape 84"/>
          <p:cNvSpPr/>
          <p:nvPr/>
        </p:nvSpPr>
        <p:spPr>
          <a:xfrm>
            <a:off x="943905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7" name="Shape 85"/>
          <p:cNvSpPr/>
          <p:nvPr/>
        </p:nvSpPr>
        <p:spPr>
          <a:xfrm>
            <a:off x="984926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8" name="Shape 86"/>
          <p:cNvSpPr/>
          <p:nvPr/>
        </p:nvSpPr>
        <p:spPr>
          <a:xfrm>
            <a:off x="1025947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9" name="Shape 87"/>
          <p:cNvSpPr/>
          <p:nvPr/>
        </p:nvSpPr>
        <p:spPr>
          <a:xfrm>
            <a:off x="902884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0" name="Shape 88"/>
          <p:cNvSpPr/>
          <p:nvPr/>
        </p:nvSpPr>
        <p:spPr>
          <a:xfrm>
            <a:off x="943905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1" name="Shape 89"/>
          <p:cNvSpPr/>
          <p:nvPr/>
        </p:nvSpPr>
        <p:spPr>
          <a:xfrm>
            <a:off x="984926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2" name="Shape 90"/>
          <p:cNvSpPr/>
          <p:nvPr/>
        </p:nvSpPr>
        <p:spPr>
          <a:xfrm>
            <a:off x="1025947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3" name="Shape 91"/>
          <p:cNvSpPr/>
          <p:nvPr/>
        </p:nvSpPr>
        <p:spPr>
          <a:xfrm>
            <a:off x="902884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4" name="Shape 92"/>
          <p:cNvSpPr/>
          <p:nvPr/>
        </p:nvSpPr>
        <p:spPr>
          <a:xfrm>
            <a:off x="943905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5" name="Shape 93"/>
          <p:cNvSpPr/>
          <p:nvPr/>
        </p:nvSpPr>
        <p:spPr>
          <a:xfrm>
            <a:off x="984926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6" name="Shape 94"/>
          <p:cNvSpPr/>
          <p:nvPr/>
        </p:nvSpPr>
        <p:spPr>
          <a:xfrm>
            <a:off x="1025947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7" name="Shape 95"/>
          <p:cNvSpPr/>
          <p:nvPr/>
        </p:nvSpPr>
        <p:spPr>
          <a:xfrm>
            <a:off x="942889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8" name="Shape 96"/>
          <p:cNvSpPr/>
          <p:nvPr/>
        </p:nvSpPr>
        <p:spPr>
          <a:xfrm>
            <a:off x="983910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931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65952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1" name="Shape 99"/>
          <p:cNvSpPr/>
          <p:nvPr/>
        </p:nvSpPr>
        <p:spPr>
          <a:xfrm>
            <a:off x="942889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83910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931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65952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42889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83910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4931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65952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42889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83910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24931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65952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42889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83910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24931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65952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02884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43905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84926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25947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02884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43905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4926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5947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02884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43905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84926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25947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02884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43905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84926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25947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02884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43905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84926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947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75139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6160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57181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98202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75139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16160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57181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98202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875139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16160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57181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998202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75139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16160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57181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98202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75139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16160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57181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98202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15144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56165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97186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38207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15144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56165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97186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38207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15144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56165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97186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38207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15144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56165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997186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38207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915144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56165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997186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38207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75139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16160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57181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98202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75139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6160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57181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98202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75139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6160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57181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98202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75139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6160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57181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98202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75139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16160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7181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98202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53999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95020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36041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77062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853999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95020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936041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977062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5" name="Shape 203"/>
          <p:cNvSpPr/>
          <p:nvPr/>
        </p:nvSpPr>
        <p:spPr>
          <a:xfrm>
            <a:off x="853999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6" name="Shape 204"/>
          <p:cNvSpPr/>
          <p:nvPr/>
        </p:nvSpPr>
        <p:spPr>
          <a:xfrm>
            <a:off x="895020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7" name="Shape 205"/>
          <p:cNvSpPr/>
          <p:nvPr/>
        </p:nvSpPr>
        <p:spPr>
          <a:xfrm>
            <a:off x="936041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8" name="Shape 206"/>
          <p:cNvSpPr/>
          <p:nvPr/>
        </p:nvSpPr>
        <p:spPr>
          <a:xfrm>
            <a:off x="977062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9" name="Shape 207"/>
          <p:cNvSpPr/>
          <p:nvPr/>
        </p:nvSpPr>
        <p:spPr>
          <a:xfrm>
            <a:off x="853999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0" name="Shape 208"/>
          <p:cNvSpPr/>
          <p:nvPr/>
        </p:nvSpPr>
        <p:spPr>
          <a:xfrm>
            <a:off x="895020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1" name="Shape 209"/>
          <p:cNvSpPr/>
          <p:nvPr/>
        </p:nvSpPr>
        <p:spPr>
          <a:xfrm>
            <a:off x="936041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77062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3" name="Shape 211"/>
          <p:cNvSpPr/>
          <p:nvPr/>
        </p:nvSpPr>
        <p:spPr>
          <a:xfrm>
            <a:off x="853999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4" name="Shape 212"/>
          <p:cNvSpPr/>
          <p:nvPr/>
        </p:nvSpPr>
        <p:spPr>
          <a:xfrm>
            <a:off x="895020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936041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6" name="Shape 214"/>
          <p:cNvSpPr/>
          <p:nvPr/>
        </p:nvSpPr>
        <p:spPr>
          <a:xfrm>
            <a:off x="977062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7" name="Shape 215"/>
          <p:cNvSpPr/>
          <p:nvPr/>
        </p:nvSpPr>
        <p:spPr>
          <a:xfrm>
            <a:off x="894004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35025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9" name="Shape 217"/>
          <p:cNvSpPr/>
          <p:nvPr/>
        </p:nvSpPr>
        <p:spPr>
          <a:xfrm>
            <a:off x="976046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17067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894004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2" name="Shape 220"/>
          <p:cNvSpPr/>
          <p:nvPr/>
        </p:nvSpPr>
        <p:spPr>
          <a:xfrm>
            <a:off x="935025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3" name="Shape 221"/>
          <p:cNvSpPr/>
          <p:nvPr/>
        </p:nvSpPr>
        <p:spPr>
          <a:xfrm>
            <a:off x="976046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017067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894004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6" name="Shape 224"/>
          <p:cNvSpPr/>
          <p:nvPr/>
        </p:nvSpPr>
        <p:spPr>
          <a:xfrm>
            <a:off x="935025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7" name="Shape 225"/>
          <p:cNvSpPr/>
          <p:nvPr/>
        </p:nvSpPr>
        <p:spPr>
          <a:xfrm>
            <a:off x="976046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017067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9" name="Shape 227"/>
          <p:cNvSpPr/>
          <p:nvPr/>
        </p:nvSpPr>
        <p:spPr>
          <a:xfrm>
            <a:off x="894004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0" name="Shape 228"/>
          <p:cNvSpPr/>
          <p:nvPr/>
        </p:nvSpPr>
        <p:spPr>
          <a:xfrm>
            <a:off x="935025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1" name="Shape 229"/>
          <p:cNvSpPr/>
          <p:nvPr/>
        </p:nvSpPr>
        <p:spPr>
          <a:xfrm>
            <a:off x="976046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017067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3" name="Shape 231"/>
          <p:cNvSpPr/>
          <p:nvPr/>
        </p:nvSpPr>
        <p:spPr>
          <a:xfrm>
            <a:off x="894004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4" name="Shape 232"/>
          <p:cNvSpPr/>
          <p:nvPr/>
        </p:nvSpPr>
        <p:spPr>
          <a:xfrm>
            <a:off x="935025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5" name="Shape 233"/>
          <p:cNvSpPr/>
          <p:nvPr/>
        </p:nvSpPr>
        <p:spPr>
          <a:xfrm>
            <a:off x="976046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017067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7" name="Shape 235"/>
          <p:cNvSpPr/>
          <p:nvPr/>
        </p:nvSpPr>
        <p:spPr>
          <a:xfrm>
            <a:off x="853999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95020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36041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77062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53999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5020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36041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77062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53999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5020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36041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77062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53999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5020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36041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77062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53999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95020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36041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7062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38144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8" name="Shape 256"/>
          <p:cNvSpPr/>
          <p:nvPr/>
        </p:nvSpPr>
        <p:spPr>
          <a:xfrm>
            <a:off x="879165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9" name="Shape 257"/>
          <p:cNvSpPr/>
          <p:nvPr/>
        </p:nvSpPr>
        <p:spPr>
          <a:xfrm>
            <a:off x="920186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61207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1" name="Shape 259"/>
          <p:cNvSpPr/>
          <p:nvPr/>
        </p:nvSpPr>
        <p:spPr>
          <a:xfrm>
            <a:off x="838144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79165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3" name="Shape 261"/>
          <p:cNvSpPr/>
          <p:nvPr/>
        </p:nvSpPr>
        <p:spPr>
          <a:xfrm>
            <a:off x="920186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4" name="Shape 262"/>
          <p:cNvSpPr/>
          <p:nvPr/>
        </p:nvSpPr>
        <p:spPr>
          <a:xfrm>
            <a:off x="961207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5" name="Shape 263"/>
          <p:cNvSpPr/>
          <p:nvPr/>
        </p:nvSpPr>
        <p:spPr>
          <a:xfrm>
            <a:off x="838144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79165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20186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8" name="Shape 266"/>
          <p:cNvSpPr/>
          <p:nvPr/>
        </p:nvSpPr>
        <p:spPr>
          <a:xfrm>
            <a:off x="961207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9" name="Shape 267"/>
          <p:cNvSpPr/>
          <p:nvPr/>
        </p:nvSpPr>
        <p:spPr>
          <a:xfrm>
            <a:off x="838144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0" name="Shape 268"/>
          <p:cNvSpPr/>
          <p:nvPr/>
        </p:nvSpPr>
        <p:spPr>
          <a:xfrm>
            <a:off x="879165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20186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2" name="Shape 270"/>
          <p:cNvSpPr/>
          <p:nvPr/>
        </p:nvSpPr>
        <p:spPr>
          <a:xfrm>
            <a:off x="961207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3" name="Shape 271"/>
          <p:cNvSpPr/>
          <p:nvPr/>
        </p:nvSpPr>
        <p:spPr>
          <a:xfrm>
            <a:off x="838144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4" name="Shape 272"/>
          <p:cNvSpPr/>
          <p:nvPr/>
        </p:nvSpPr>
        <p:spPr>
          <a:xfrm>
            <a:off x="879165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20186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61207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7" name="Shape 275"/>
          <p:cNvSpPr/>
          <p:nvPr/>
        </p:nvSpPr>
        <p:spPr>
          <a:xfrm>
            <a:off x="878149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8" name="Shape 276"/>
          <p:cNvSpPr/>
          <p:nvPr/>
        </p:nvSpPr>
        <p:spPr>
          <a:xfrm>
            <a:off x="919170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9" name="Shape 277"/>
          <p:cNvSpPr/>
          <p:nvPr/>
        </p:nvSpPr>
        <p:spPr>
          <a:xfrm>
            <a:off x="960191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0" name="Shape 278"/>
          <p:cNvSpPr/>
          <p:nvPr/>
        </p:nvSpPr>
        <p:spPr>
          <a:xfrm>
            <a:off x="1001212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1" name="Shape 279"/>
          <p:cNvSpPr/>
          <p:nvPr/>
        </p:nvSpPr>
        <p:spPr>
          <a:xfrm>
            <a:off x="878149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2" name="Shape 280"/>
          <p:cNvSpPr/>
          <p:nvPr/>
        </p:nvSpPr>
        <p:spPr>
          <a:xfrm>
            <a:off x="919170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3" name="Shape 281"/>
          <p:cNvSpPr/>
          <p:nvPr/>
        </p:nvSpPr>
        <p:spPr>
          <a:xfrm>
            <a:off x="960191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4" name="Shape 282"/>
          <p:cNvSpPr/>
          <p:nvPr/>
        </p:nvSpPr>
        <p:spPr>
          <a:xfrm>
            <a:off x="1001212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5" name="Shape 283"/>
          <p:cNvSpPr/>
          <p:nvPr/>
        </p:nvSpPr>
        <p:spPr>
          <a:xfrm>
            <a:off x="878149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6" name="Shape 284"/>
          <p:cNvSpPr/>
          <p:nvPr/>
        </p:nvSpPr>
        <p:spPr>
          <a:xfrm>
            <a:off x="919170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7" name="Shape 285"/>
          <p:cNvSpPr/>
          <p:nvPr/>
        </p:nvSpPr>
        <p:spPr>
          <a:xfrm>
            <a:off x="960191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8" name="Shape 286"/>
          <p:cNvSpPr/>
          <p:nvPr/>
        </p:nvSpPr>
        <p:spPr>
          <a:xfrm>
            <a:off x="1001212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9" name="Shape 287"/>
          <p:cNvSpPr/>
          <p:nvPr/>
        </p:nvSpPr>
        <p:spPr>
          <a:xfrm>
            <a:off x="878149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0" name="Shape 288"/>
          <p:cNvSpPr/>
          <p:nvPr/>
        </p:nvSpPr>
        <p:spPr>
          <a:xfrm>
            <a:off x="919170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1" name="Shape 289"/>
          <p:cNvSpPr/>
          <p:nvPr/>
        </p:nvSpPr>
        <p:spPr>
          <a:xfrm>
            <a:off x="960191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2" name="Shape 290"/>
          <p:cNvSpPr/>
          <p:nvPr/>
        </p:nvSpPr>
        <p:spPr>
          <a:xfrm>
            <a:off x="1001212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3" name="Shape 291"/>
          <p:cNvSpPr/>
          <p:nvPr/>
        </p:nvSpPr>
        <p:spPr>
          <a:xfrm>
            <a:off x="878149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4" name="Shape 292"/>
          <p:cNvSpPr/>
          <p:nvPr/>
        </p:nvSpPr>
        <p:spPr>
          <a:xfrm>
            <a:off x="919170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5" name="Shape 293"/>
          <p:cNvSpPr/>
          <p:nvPr/>
        </p:nvSpPr>
        <p:spPr>
          <a:xfrm>
            <a:off x="960191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6" name="Shape 294"/>
          <p:cNvSpPr/>
          <p:nvPr/>
        </p:nvSpPr>
        <p:spPr>
          <a:xfrm>
            <a:off x="1001212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7" name="Shape 295"/>
          <p:cNvSpPr/>
          <p:nvPr/>
        </p:nvSpPr>
        <p:spPr>
          <a:xfrm>
            <a:off x="838144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79165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20186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61207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838144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79165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20186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61207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38144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879165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20186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61207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838144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879165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20186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61207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38144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879165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20186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61207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999937" y="349481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18" name="Shape 316"/>
          <p:cNvSpPr/>
          <p:nvPr/>
        </p:nvSpPr>
        <p:spPr>
          <a:xfrm>
            <a:off x="1999937" y="391264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19" name="Shape 317"/>
          <p:cNvSpPr/>
          <p:nvPr/>
        </p:nvSpPr>
        <p:spPr>
          <a:xfrm>
            <a:off x="1999937" y="433047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0" name="Shape 318"/>
          <p:cNvSpPr/>
          <p:nvPr/>
        </p:nvSpPr>
        <p:spPr>
          <a:xfrm>
            <a:off x="1999937" y="474830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1" name="Shape 319"/>
          <p:cNvSpPr/>
          <p:nvPr/>
        </p:nvSpPr>
        <p:spPr>
          <a:xfrm>
            <a:off x="1999937" y="516613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2" name="Shape 320"/>
          <p:cNvSpPr/>
          <p:nvPr/>
        </p:nvSpPr>
        <p:spPr>
          <a:xfrm>
            <a:off x="2397447" y="349481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3" name="Shape 321"/>
          <p:cNvSpPr/>
          <p:nvPr/>
        </p:nvSpPr>
        <p:spPr>
          <a:xfrm>
            <a:off x="2397447" y="391264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4" name="Shape 322"/>
          <p:cNvSpPr/>
          <p:nvPr/>
        </p:nvSpPr>
        <p:spPr>
          <a:xfrm>
            <a:off x="2397447" y="433047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5" name="Shape 323"/>
          <p:cNvSpPr/>
          <p:nvPr/>
        </p:nvSpPr>
        <p:spPr>
          <a:xfrm>
            <a:off x="2397447" y="474830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2397447" y="516613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1999937" y="368150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999937" y="409933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999937" y="451716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999937" y="493499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999937" y="535282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477450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3" name="Shape 331"/>
          <p:cNvSpPr/>
          <p:nvPr/>
        </p:nvSpPr>
        <p:spPr>
          <a:xfrm>
            <a:off x="517963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4" name="Shape 332"/>
          <p:cNvSpPr/>
          <p:nvPr/>
        </p:nvSpPr>
        <p:spPr>
          <a:xfrm>
            <a:off x="558476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5" name="Shape 333"/>
          <p:cNvSpPr/>
          <p:nvPr/>
        </p:nvSpPr>
        <p:spPr>
          <a:xfrm>
            <a:off x="598989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6" name="Shape 334"/>
          <p:cNvSpPr/>
          <p:nvPr/>
        </p:nvSpPr>
        <p:spPr>
          <a:xfrm>
            <a:off x="477450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7" name="Shape 335"/>
          <p:cNvSpPr/>
          <p:nvPr/>
        </p:nvSpPr>
        <p:spPr>
          <a:xfrm>
            <a:off x="517963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8" name="Shape 336"/>
          <p:cNvSpPr/>
          <p:nvPr/>
        </p:nvSpPr>
        <p:spPr>
          <a:xfrm>
            <a:off x="558476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9" name="Shape 337"/>
          <p:cNvSpPr/>
          <p:nvPr/>
        </p:nvSpPr>
        <p:spPr>
          <a:xfrm>
            <a:off x="598989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0" name="Shape 338"/>
          <p:cNvSpPr/>
          <p:nvPr/>
        </p:nvSpPr>
        <p:spPr>
          <a:xfrm>
            <a:off x="477450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1" name="Shape 339"/>
          <p:cNvSpPr/>
          <p:nvPr/>
        </p:nvSpPr>
        <p:spPr>
          <a:xfrm>
            <a:off x="517963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2" name="Shape 340"/>
          <p:cNvSpPr/>
          <p:nvPr/>
        </p:nvSpPr>
        <p:spPr>
          <a:xfrm>
            <a:off x="558476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3" name="Shape 341"/>
          <p:cNvSpPr/>
          <p:nvPr/>
        </p:nvSpPr>
        <p:spPr>
          <a:xfrm>
            <a:off x="598989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4" name="Shape 342"/>
          <p:cNvSpPr/>
          <p:nvPr/>
        </p:nvSpPr>
        <p:spPr>
          <a:xfrm>
            <a:off x="477450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5" name="Shape 343"/>
          <p:cNvSpPr/>
          <p:nvPr/>
        </p:nvSpPr>
        <p:spPr>
          <a:xfrm>
            <a:off x="517963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6" name="Shape 344"/>
          <p:cNvSpPr/>
          <p:nvPr/>
        </p:nvSpPr>
        <p:spPr>
          <a:xfrm>
            <a:off x="558476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7" name="Shape 345"/>
          <p:cNvSpPr/>
          <p:nvPr/>
        </p:nvSpPr>
        <p:spPr>
          <a:xfrm>
            <a:off x="598989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8" name="Shape 346"/>
          <p:cNvSpPr/>
          <p:nvPr/>
        </p:nvSpPr>
        <p:spPr>
          <a:xfrm>
            <a:off x="477450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9" name="Shape 347"/>
          <p:cNvSpPr/>
          <p:nvPr/>
        </p:nvSpPr>
        <p:spPr>
          <a:xfrm>
            <a:off x="517963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0" name="Shape 348"/>
          <p:cNvSpPr/>
          <p:nvPr/>
        </p:nvSpPr>
        <p:spPr>
          <a:xfrm>
            <a:off x="558476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1" name="Shape 349"/>
          <p:cNvSpPr/>
          <p:nvPr/>
        </p:nvSpPr>
        <p:spPr>
          <a:xfrm>
            <a:off x="598989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2" name="Shape 350"/>
          <p:cNvSpPr/>
          <p:nvPr/>
        </p:nvSpPr>
        <p:spPr>
          <a:xfrm>
            <a:off x="513137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3" name="Shape 351"/>
          <p:cNvSpPr/>
          <p:nvPr/>
        </p:nvSpPr>
        <p:spPr>
          <a:xfrm>
            <a:off x="553650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4" name="Shape 352"/>
          <p:cNvSpPr/>
          <p:nvPr/>
        </p:nvSpPr>
        <p:spPr>
          <a:xfrm>
            <a:off x="594163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5" name="Shape 353"/>
          <p:cNvSpPr/>
          <p:nvPr/>
        </p:nvSpPr>
        <p:spPr>
          <a:xfrm>
            <a:off x="634676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6" name="Shape 354"/>
          <p:cNvSpPr/>
          <p:nvPr/>
        </p:nvSpPr>
        <p:spPr>
          <a:xfrm>
            <a:off x="513137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7" name="Shape 355"/>
          <p:cNvSpPr/>
          <p:nvPr/>
        </p:nvSpPr>
        <p:spPr>
          <a:xfrm>
            <a:off x="553650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8" name="Shape 356"/>
          <p:cNvSpPr/>
          <p:nvPr/>
        </p:nvSpPr>
        <p:spPr>
          <a:xfrm>
            <a:off x="594163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9" name="Shape 357"/>
          <p:cNvSpPr/>
          <p:nvPr/>
        </p:nvSpPr>
        <p:spPr>
          <a:xfrm>
            <a:off x="634676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0" name="Shape 358"/>
          <p:cNvSpPr/>
          <p:nvPr/>
        </p:nvSpPr>
        <p:spPr>
          <a:xfrm>
            <a:off x="513137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1" name="Shape 359"/>
          <p:cNvSpPr/>
          <p:nvPr/>
        </p:nvSpPr>
        <p:spPr>
          <a:xfrm>
            <a:off x="553650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2" name="Shape 360"/>
          <p:cNvSpPr/>
          <p:nvPr/>
        </p:nvSpPr>
        <p:spPr>
          <a:xfrm>
            <a:off x="594163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3" name="Shape 361"/>
          <p:cNvSpPr/>
          <p:nvPr/>
        </p:nvSpPr>
        <p:spPr>
          <a:xfrm>
            <a:off x="634676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4" name="Shape 362"/>
          <p:cNvSpPr/>
          <p:nvPr/>
        </p:nvSpPr>
        <p:spPr>
          <a:xfrm>
            <a:off x="513137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5" name="Shape 363"/>
          <p:cNvSpPr/>
          <p:nvPr/>
        </p:nvSpPr>
        <p:spPr>
          <a:xfrm>
            <a:off x="553650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6" name="Shape 364"/>
          <p:cNvSpPr/>
          <p:nvPr/>
        </p:nvSpPr>
        <p:spPr>
          <a:xfrm>
            <a:off x="594163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7" name="Shape 365"/>
          <p:cNvSpPr/>
          <p:nvPr/>
        </p:nvSpPr>
        <p:spPr>
          <a:xfrm>
            <a:off x="634676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8" name="Shape 366"/>
          <p:cNvSpPr/>
          <p:nvPr/>
        </p:nvSpPr>
        <p:spPr>
          <a:xfrm>
            <a:off x="513137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9" name="Shape 367"/>
          <p:cNvSpPr/>
          <p:nvPr/>
        </p:nvSpPr>
        <p:spPr>
          <a:xfrm>
            <a:off x="553650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0" name="Shape 368"/>
          <p:cNvSpPr/>
          <p:nvPr/>
        </p:nvSpPr>
        <p:spPr>
          <a:xfrm>
            <a:off x="594163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1" name="Shape 369"/>
          <p:cNvSpPr/>
          <p:nvPr/>
        </p:nvSpPr>
        <p:spPr>
          <a:xfrm>
            <a:off x="634676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2" name="Shape 370"/>
          <p:cNvSpPr/>
          <p:nvPr/>
        </p:nvSpPr>
        <p:spPr>
          <a:xfrm>
            <a:off x="477450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17963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58476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98989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477450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517963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558476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598989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477450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17963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558476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598989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477450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517963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558476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598989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477450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517963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558476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598989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0363284" y="3947319"/>
            <a:ext cx="145335" cy="172778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93" name="Shape 391"/>
          <p:cNvSpPr/>
          <p:nvPr/>
        </p:nvSpPr>
        <p:spPr>
          <a:xfrm rot="5400000">
            <a:off x="7390373" y="5257524"/>
            <a:ext cx="1704692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4" name="Shape 392"/>
          <p:cNvSpPr/>
          <p:nvPr/>
        </p:nvSpPr>
        <p:spPr>
          <a:xfrm>
            <a:off x="8189379" y="4339393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5" name="Shape 393"/>
          <p:cNvSpPr/>
          <p:nvPr/>
        </p:nvSpPr>
        <p:spPr>
          <a:xfrm rot="10800000">
            <a:off x="8189379" y="608675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6" name="Shape 394"/>
          <p:cNvSpPr/>
          <p:nvPr/>
        </p:nvSpPr>
        <p:spPr>
          <a:xfrm>
            <a:off x="8482548" y="6457004"/>
            <a:ext cx="1422904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7" name="Shape 395"/>
          <p:cNvSpPr/>
          <p:nvPr/>
        </p:nvSpPr>
        <p:spPr>
          <a:xfrm rot="16200000">
            <a:off x="8407872" y="641255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8" name="Shape 396"/>
          <p:cNvSpPr/>
          <p:nvPr/>
        </p:nvSpPr>
        <p:spPr>
          <a:xfrm rot="5400000">
            <a:off x="9873449" y="641255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9" name="Shape 397"/>
          <p:cNvSpPr/>
          <p:nvPr/>
        </p:nvSpPr>
        <p:spPr>
          <a:xfrm rot="-2758997">
            <a:off x="10091027" y="5822376"/>
            <a:ext cx="1172094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00" name="Shape 398"/>
          <p:cNvSpPr/>
          <p:nvPr/>
        </p:nvSpPr>
        <p:spPr>
          <a:xfrm rot="13560000">
            <a:off x="10202978" y="621601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401" name="Shape 399"/>
          <p:cNvSpPr/>
          <p:nvPr/>
        </p:nvSpPr>
        <p:spPr>
          <a:xfrm rot="2760000">
            <a:off x="11044490" y="533983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402" name="Text 400"/>
          <p:cNvSpPr/>
          <p:nvPr/>
        </p:nvSpPr>
        <p:spPr>
          <a:xfrm rot="16200000">
            <a:off x="7118460" y="5024303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360" dirty="0"/>
          </a:p>
        </p:txBody>
      </p:sp>
      <p:sp>
        <p:nvSpPr>
          <p:cNvPr id="403" name="Text 401"/>
          <p:cNvSpPr/>
          <p:nvPr/>
        </p:nvSpPr>
        <p:spPr>
          <a:xfrm>
            <a:off x="7918878" y="6221142"/>
            <a:ext cx="2286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460" dirty="0"/>
          </a:p>
        </p:txBody>
      </p:sp>
      <p:sp>
        <p:nvSpPr>
          <p:cNvPr id="404" name="Text 402"/>
          <p:cNvSpPr/>
          <p:nvPr/>
        </p:nvSpPr>
        <p:spPr>
          <a:xfrm>
            <a:off x="7912272" y="6359365"/>
            <a:ext cx="2286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 Filters)</a:t>
            </a:r>
            <a:endParaRPr lang="en-US" sz="1460" dirty="0"/>
          </a:p>
        </p:txBody>
      </p:sp>
      <p:sp>
        <p:nvSpPr>
          <p:cNvPr id="405" name="Text 403"/>
          <p:cNvSpPr/>
          <p:nvPr/>
        </p:nvSpPr>
        <p:spPr>
          <a:xfrm rot="18840000">
            <a:off x="9640514" y="5239758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5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samples)</a:t>
            </a:r>
            <a:endParaRPr lang="en-US" sz="1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56998" y="609587"/>
            <a:ext cx="81280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478064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7" name="Shape 5"/>
          <p:cNvSpPr/>
          <p:nvPr/>
        </p:nvSpPr>
        <p:spPr>
          <a:xfrm>
            <a:off x="9883679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8" name="Shape 6"/>
          <p:cNvSpPr/>
          <p:nvPr/>
        </p:nvSpPr>
        <p:spPr>
          <a:xfrm>
            <a:off x="10289295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9" name="Shape 7"/>
          <p:cNvSpPr/>
          <p:nvPr/>
        </p:nvSpPr>
        <p:spPr>
          <a:xfrm>
            <a:off x="10694911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0" name="Shape 8"/>
          <p:cNvSpPr/>
          <p:nvPr/>
        </p:nvSpPr>
        <p:spPr>
          <a:xfrm>
            <a:off x="9478064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1" name="Shape 9"/>
          <p:cNvSpPr/>
          <p:nvPr/>
        </p:nvSpPr>
        <p:spPr>
          <a:xfrm>
            <a:off x="9883679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9295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4911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4" name="Shape 12"/>
          <p:cNvSpPr/>
          <p:nvPr/>
        </p:nvSpPr>
        <p:spPr>
          <a:xfrm>
            <a:off x="9478064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5" name="Shape 13"/>
          <p:cNvSpPr/>
          <p:nvPr/>
        </p:nvSpPr>
        <p:spPr>
          <a:xfrm>
            <a:off x="9883679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9295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4911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8" name="Shape 16"/>
          <p:cNvSpPr/>
          <p:nvPr/>
        </p:nvSpPr>
        <p:spPr>
          <a:xfrm>
            <a:off x="9478064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9" name="Shape 17"/>
          <p:cNvSpPr/>
          <p:nvPr/>
        </p:nvSpPr>
        <p:spPr>
          <a:xfrm>
            <a:off x="9883679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9295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94911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2" name="Shape 20"/>
          <p:cNvSpPr/>
          <p:nvPr/>
        </p:nvSpPr>
        <p:spPr>
          <a:xfrm>
            <a:off x="9478064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3" name="Shape 21"/>
          <p:cNvSpPr/>
          <p:nvPr/>
        </p:nvSpPr>
        <p:spPr>
          <a:xfrm>
            <a:off x="9883679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9295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94911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8188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33804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39419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45035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0" name="Shape 28"/>
          <p:cNvSpPr/>
          <p:nvPr/>
        </p:nvSpPr>
        <p:spPr>
          <a:xfrm>
            <a:off x="9828188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33804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39419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45035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4" name="Shape 32"/>
          <p:cNvSpPr/>
          <p:nvPr/>
        </p:nvSpPr>
        <p:spPr>
          <a:xfrm>
            <a:off x="9828188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33804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39419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7" name="Shape 35"/>
          <p:cNvSpPr/>
          <p:nvPr/>
        </p:nvSpPr>
        <p:spPr>
          <a:xfrm>
            <a:off x="11045035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8" name="Shape 36"/>
          <p:cNvSpPr/>
          <p:nvPr/>
        </p:nvSpPr>
        <p:spPr>
          <a:xfrm>
            <a:off x="9828188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33804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39419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45035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2" name="Shape 40"/>
          <p:cNvSpPr/>
          <p:nvPr/>
        </p:nvSpPr>
        <p:spPr>
          <a:xfrm>
            <a:off x="9828188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33804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39419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45035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6" name="Shape 44"/>
          <p:cNvSpPr/>
          <p:nvPr/>
        </p:nvSpPr>
        <p:spPr>
          <a:xfrm>
            <a:off x="9478064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83679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89295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94911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78064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83679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89295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94911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78064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83679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89295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694911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78064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83679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89295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94911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78064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83679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89295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94911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79880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7" name="Shape 65"/>
          <p:cNvSpPr/>
          <p:nvPr/>
        </p:nvSpPr>
        <p:spPr>
          <a:xfrm>
            <a:off x="9685496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0091111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496727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0" name="Shape 68"/>
          <p:cNvSpPr/>
          <p:nvPr/>
        </p:nvSpPr>
        <p:spPr>
          <a:xfrm>
            <a:off x="9279880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1" name="Shape 69"/>
          <p:cNvSpPr/>
          <p:nvPr/>
        </p:nvSpPr>
        <p:spPr>
          <a:xfrm>
            <a:off x="9685496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2" name="Shape 70"/>
          <p:cNvSpPr/>
          <p:nvPr/>
        </p:nvSpPr>
        <p:spPr>
          <a:xfrm>
            <a:off x="10091111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96727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4" name="Shape 72"/>
          <p:cNvSpPr/>
          <p:nvPr/>
        </p:nvSpPr>
        <p:spPr>
          <a:xfrm>
            <a:off x="9279880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5" name="Shape 73"/>
          <p:cNvSpPr/>
          <p:nvPr/>
        </p:nvSpPr>
        <p:spPr>
          <a:xfrm>
            <a:off x="9685496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6" name="Shape 74"/>
          <p:cNvSpPr/>
          <p:nvPr/>
        </p:nvSpPr>
        <p:spPr>
          <a:xfrm>
            <a:off x="10091111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7" name="Shape 75"/>
          <p:cNvSpPr/>
          <p:nvPr/>
        </p:nvSpPr>
        <p:spPr>
          <a:xfrm>
            <a:off x="10496727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8" name="Shape 76"/>
          <p:cNvSpPr/>
          <p:nvPr/>
        </p:nvSpPr>
        <p:spPr>
          <a:xfrm>
            <a:off x="9279880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9" name="Shape 77"/>
          <p:cNvSpPr/>
          <p:nvPr/>
        </p:nvSpPr>
        <p:spPr>
          <a:xfrm>
            <a:off x="9685496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0" name="Shape 78"/>
          <p:cNvSpPr/>
          <p:nvPr/>
        </p:nvSpPr>
        <p:spPr>
          <a:xfrm>
            <a:off x="10091111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1" name="Shape 79"/>
          <p:cNvSpPr/>
          <p:nvPr/>
        </p:nvSpPr>
        <p:spPr>
          <a:xfrm>
            <a:off x="10496727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2" name="Shape 80"/>
          <p:cNvSpPr/>
          <p:nvPr/>
        </p:nvSpPr>
        <p:spPr>
          <a:xfrm>
            <a:off x="9279880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3" name="Shape 81"/>
          <p:cNvSpPr/>
          <p:nvPr/>
        </p:nvSpPr>
        <p:spPr>
          <a:xfrm>
            <a:off x="9685496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4" name="Shape 82"/>
          <p:cNvSpPr/>
          <p:nvPr/>
        </p:nvSpPr>
        <p:spPr>
          <a:xfrm>
            <a:off x="10091111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5" name="Shape 83"/>
          <p:cNvSpPr/>
          <p:nvPr/>
        </p:nvSpPr>
        <p:spPr>
          <a:xfrm>
            <a:off x="10496727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6" name="Shape 84"/>
          <p:cNvSpPr/>
          <p:nvPr/>
        </p:nvSpPr>
        <p:spPr>
          <a:xfrm>
            <a:off x="9630004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35620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8" name="Shape 86"/>
          <p:cNvSpPr/>
          <p:nvPr/>
        </p:nvSpPr>
        <p:spPr>
          <a:xfrm>
            <a:off x="10441236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9" name="Shape 87"/>
          <p:cNvSpPr/>
          <p:nvPr/>
        </p:nvSpPr>
        <p:spPr>
          <a:xfrm>
            <a:off x="10846851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0" name="Shape 88"/>
          <p:cNvSpPr/>
          <p:nvPr/>
        </p:nvSpPr>
        <p:spPr>
          <a:xfrm>
            <a:off x="9630004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1" name="Shape 89"/>
          <p:cNvSpPr/>
          <p:nvPr/>
        </p:nvSpPr>
        <p:spPr>
          <a:xfrm>
            <a:off x="10035620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41236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846851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4" name="Shape 92"/>
          <p:cNvSpPr/>
          <p:nvPr/>
        </p:nvSpPr>
        <p:spPr>
          <a:xfrm>
            <a:off x="9630004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5" name="Shape 93"/>
          <p:cNvSpPr/>
          <p:nvPr/>
        </p:nvSpPr>
        <p:spPr>
          <a:xfrm>
            <a:off x="10035620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6" name="Shape 94"/>
          <p:cNvSpPr/>
          <p:nvPr/>
        </p:nvSpPr>
        <p:spPr>
          <a:xfrm>
            <a:off x="10441236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7" name="Shape 95"/>
          <p:cNvSpPr/>
          <p:nvPr/>
        </p:nvSpPr>
        <p:spPr>
          <a:xfrm>
            <a:off x="10846851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8" name="Shape 96"/>
          <p:cNvSpPr/>
          <p:nvPr/>
        </p:nvSpPr>
        <p:spPr>
          <a:xfrm>
            <a:off x="9630004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9" name="Shape 97"/>
          <p:cNvSpPr/>
          <p:nvPr/>
        </p:nvSpPr>
        <p:spPr>
          <a:xfrm>
            <a:off x="10035620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441236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846851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630004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35620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441236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846851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279880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685496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91111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496727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279880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85496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091111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496727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279880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85496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91111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496727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79880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85496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091111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496727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79880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685496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91111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496727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8847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434463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9840079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245695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028847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434463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840079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245695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028847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434463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9840079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245695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028847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434463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840079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245695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028847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434463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840079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245695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378972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784587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0190203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595819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378972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784587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0190203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0595819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378972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784587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0190203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0595819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378972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784587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190203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0595819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378972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784587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190203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0595819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028847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34463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840079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45695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028847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434463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840079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245695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028847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434463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840079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245695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28847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434463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840079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245695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028847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434463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40079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245695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817452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223067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8" name="Shape 186"/>
          <p:cNvSpPr/>
          <p:nvPr/>
        </p:nvSpPr>
        <p:spPr>
          <a:xfrm>
            <a:off x="9628683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034299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0" name="Shape 188"/>
          <p:cNvSpPr/>
          <p:nvPr/>
        </p:nvSpPr>
        <p:spPr>
          <a:xfrm>
            <a:off x="8817452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223067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2" name="Shape 190"/>
          <p:cNvSpPr/>
          <p:nvPr/>
        </p:nvSpPr>
        <p:spPr>
          <a:xfrm>
            <a:off x="9628683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034299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4" name="Shape 192"/>
          <p:cNvSpPr/>
          <p:nvPr/>
        </p:nvSpPr>
        <p:spPr>
          <a:xfrm>
            <a:off x="8817452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223067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6" name="Shape 194"/>
          <p:cNvSpPr/>
          <p:nvPr/>
        </p:nvSpPr>
        <p:spPr>
          <a:xfrm>
            <a:off x="9628683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0034299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817452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223067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628683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0034299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817452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9223067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9628683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0034299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6" name="Shape 204"/>
          <p:cNvSpPr/>
          <p:nvPr/>
        </p:nvSpPr>
        <p:spPr>
          <a:xfrm>
            <a:off x="9167576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7" name="Shape 205"/>
          <p:cNvSpPr/>
          <p:nvPr/>
        </p:nvSpPr>
        <p:spPr>
          <a:xfrm>
            <a:off x="9573192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8" name="Shape 206"/>
          <p:cNvSpPr/>
          <p:nvPr/>
        </p:nvSpPr>
        <p:spPr>
          <a:xfrm>
            <a:off x="9978807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9" name="Shape 207"/>
          <p:cNvSpPr/>
          <p:nvPr/>
        </p:nvSpPr>
        <p:spPr>
          <a:xfrm>
            <a:off x="10384423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0" name="Shape 208"/>
          <p:cNvSpPr/>
          <p:nvPr/>
        </p:nvSpPr>
        <p:spPr>
          <a:xfrm>
            <a:off x="9167576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1" name="Shape 209"/>
          <p:cNvSpPr/>
          <p:nvPr/>
        </p:nvSpPr>
        <p:spPr>
          <a:xfrm>
            <a:off x="9573192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978807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3" name="Shape 211"/>
          <p:cNvSpPr/>
          <p:nvPr/>
        </p:nvSpPr>
        <p:spPr>
          <a:xfrm>
            <a:off x="10384423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4" name="Shape 212"/>
          <p:cNvSpPr/>
          <p:nvPr/>
        </p:nvSpPr>
        <p:spPr>
          <a:xfrm>
            <a:off x="9167576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9573192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6" name="Shape 214"/>
          <p:cNvSpPr/>
          <p:nvPr/>
        </p:nvSpPr>
        <p:spPr>
          <a:xfrm>
            <a:off x="9978807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7" name="Shape 215"/>
          <p:cNvSpPr/>
          <p:nvPr/>
        </p:nvSpPr>
        <p:spPr>
          <a:xfrm>
            <a:off x="10384423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167576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9" name="Shape 217"/>
          <p:cNvSpPr/>
          <p:nvPr/>
        </p:nvSpPr>
        <p:spPr>
          <a:xfrm>
            <a:off x="9573192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9978807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0384423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2" name="Shape 220"/>
          <p:cNvSpPr/>
          <p:nvPr/>
        </p:nvSpPr>
        <p:spPr>
          <a:xfrm>
            <a:off x="9167576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3" name="Shape 221"/>
          <p:cNvSpPr/>
          <p:nvPr/>
        </p:nvSpPr>
        <p:spPr>
          <a:xfrm>
            <a:off x="9573192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4" name="Shape 222"/>
          <p:cNvSpPr/>
          <p:nvPr/>
        </p:nvSpPr>
        <p:spPr>
          <a:xfrm>
            <a:off x="9978807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0384423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6" name="Shape 224"/>
          <p:cNvSpPr/>
          <p:nvPr/>
        </p:nvSpPr>
        <p:spPr>
          <a:xfrm>
            <a:off x="8817452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223067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628683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034299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817452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223067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628683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034299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817452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223067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628683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034299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817452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223067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628683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034299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817452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223067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628683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034299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553207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7" name="Shape 245"/>
          <p:cNvSpPr/>
          <p:nvPr/>
        </p:nvSpPr>
        <p:spPr>
          <a:xfrm>
            <a:off x="8958823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8" name="Shape 246"/>
          <p:cNvSpPr/>
          <p:nvPr/>
        </p:nvSpPr>
        <p:spPr>
          <a:xfrm>
            <a:off x="9364438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9" name="Shape 247"/>
          <p:cNvSpPr/>
          <p:nvPr/>
        </p:nvSpPr>
        <p:spPr>
          <a:xfrm>
            <a:off x="9770054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0" name="Shape 248"/>
          <p:cNvSpPr/>
          <p:nvPr/>
        </p:nvSpPr>
        <p:spPr>
          <a:xfrm>
            <a:off x="8553207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1" name="Shape 249"/>
          <p:cNvSpPr/>
          <p:nvPr/>
        </p:nvSpPr>
        <p:spPr>
          <a:xfrm>
            <a:off x="8958823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2" name="Shape 250"/>
          <p:cNvSpPr/>
          <p:nvPr/>
        </p:nvSpPr>
        <p:spPr>
          <a:xfrm>
            <a:off x="9364438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3" name="Shape 251"/>
          <p:cNvSpPr/>
          <p:nvPr/>
        </p:nvSpPr>
        <p:spPr>
          <a:xfrm>
            <a:off x="9770054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4" name="Shape 252"/>
          <p:cNvSpPr/>
          <p:nvPr/>
        </p:nvSpPr>
        <p:spPr>
          <a:xfrm>
            <a:off x="8553207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5" name="Shape 253"/>
          <p:cNvSpPr/>
          <p:nvPr/>
        </p:nvSpPr>
        <p:spPr>
          <a:xfrm>
            <a:off x="8958823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6" name="Shape 254"/>
          <p:cNvSpPr/>
          <p:nvPr/>
        </p:nvSpPr>
        <p:spPr>
          <a:xfrm>
            <a:off x="9364438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7" name="Shape 255"/>
          <p:cNvSpPr/>
          <p:nvPr/>
        </p:nvSpPr>
        <p:spPr>
          <a:xfrm>
            <a:off x="9770054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8" name="Shape 256"/>
          <p:cNvSpPr/>
          <p:nvPr/>
        </p:nvSpPr>
        <p:spPr>
          <a:xfrm>
            <a:off x="8553207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9" name="Shape 257"/>
          <p:cNvSpPr/>
          <p:nvPr/>
        </p:nvSpPr>
        <p:spPr>
          <a:xfrm>
            <a:off x="8958823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364438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1" name="Shape 259"/>
          <p:cNvSpPr/>
          <p:nvPr/>
        </p:nvSpPr>
        <p:spPr>
          <a:xfrm>
            <a:off x="9770054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553207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3" name="Shape 261"/>
          <p:cNvSpPr/>
          <p:nvPr/>
        </p:nvSpPr>
        <p:spPr>
          <a:xfrm>
            <a:off x="8958823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4" name="Shape 262"/>
          <p:cNvSpPr/>
          <p:nvPr/>
        </p:nvSpPr>
        <p:spPr>
          <a:xfrm>
            <a:off x="9364438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5" name="Shape 263"/>
          <p:cNvSpPr/>
          <p:nvPr/>
        </p:nvSpPr>
        <p:spPr>
          <a:xfrm>
            <a:off x="9770054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903331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308947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8" name="Shape 266"/>
          <p:cNvSpPr/>
          <p:nvPr/>
        </p:nvSpPr>
        <p:spPr>
          <a:xfrm>
            <a:off x="9714563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9" name="Shape 267"/>
          <p:cNvSpPr/>
          <p:nvPr/>
        </p:nvSpPr>
        <p:spPr>
          <a:xfrm>
            <a:off x="10120178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0" name="Shape 268"/>
          <p:cNvSpPr/>
          <p:nvPr/>
        </p:nvSpPr>
        <p:spPr>
          <a:xfrm>
            <a:off x="8903331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308947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2" name="Shape 270"/>
          <p:cNvSpPr/>
          <p:nvPr/>
        </p:nvSpPr>
        <p:spPr>
          <a:xfrm>
            <a:off x="9714563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3" name="Shape 271"/>
          <p:cNvSpPr/>
          <p:nvPr/>
        </p:nvSpPr>
        <p:spPr>
          <a:xfrm>
            <a:off x="10120178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4" name="Shape 272"/>
          <p:cNvSpPr/>
          <p:nvPr/>
        </p:nvSpPr>
        <p:spPr>
          <a:xfrm>
            <a:off x="8903331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308947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714563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7" name="Shape 275"/>
          <p:cNvSpPr/>
          <p:nvPr/>
        </p:nvSpPr>
        <p:spPr>
          <a:xfrm>
            <a:off x="10120178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8" name="Shape 276"/>
          <p:cNvSpPr/>
          <p:nvPr/>
        </p:nvSpPr>
        <p:spPr>
          <a:xfrm>
            <a:off x="8903331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9" name="Shape 277"/>
          <p:cNvSpPr/>
          <p:nvPr/>
        </p:nvSpPr>
        <p:spPr>
          <a:xfrm>
            <a:off x="9308947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0" name="Shape 278"/>
          <p:cNvSpPr/>
          <p:nvPr/>
        </p:nvSpPr>
        <p:spPr>
          <a:xfrm>
            <a:off x="9714563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1" name="Shape 279"/>
          <p:cNvSpPr/>
          <p:nvPr/>
        </p:nvSpPr>
        <p:spPr>
          <a:xfrm>
            <a:off x="10120178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2" name="Shape 280"/>
          <p:cNvSpPr/>
          <p:nvPr/>
        </p:nvSpPr>
        <p:spPr>
          <a:xfrm>
            <a:off x="8903331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3" name="Shape 281"/>
          <p:cNvSpPr/>
          <p:nvPr/>
        </p:nvSpPr>
        <p:spPr>
          <a:xfrm>
            <a:off x="9308947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4" name="Shape 282"/>
          <p:cNvSpPr/>
          <p:nvPr/>
        </p:nvSpPr>
        <p:spPr>
          <a:xfrm>
            <a:off x="9714563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5" name="Shape 283"/>
          <p:cNvSpPr/>
          <p:nvPr/>
        </p:nvSpPr>
        <p:spPr>
          <a:xfrm>
            <a:off x="10120178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6" name="Shape 284"/>
          <p:cNvSpPr/>
          <p:nvPr/>
        </p:nvSpPr>
        <p:spPr>
          <a:xfrm>
            <a:off x="8553207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58823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364438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770054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553207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958823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364438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770054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8553207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958823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4438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770054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553207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8958823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364438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770054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553207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8958823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364438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770054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2145271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7" name="Shape 305"/>
          <p:cNvSpPr/>
          <p:nvPr/>
        </p:nvSpPr>
        <p:spPr>
          <a:xfrm flipV="1">
            <a:off x="2495395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554851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9" name="Shape 307"/>
          <p:cNvSpPr/>
          <p:nvPr/>
        </p:nvSpPr>
        <p:spPr>
          <a:xfrm flipV="1">
            <a:off x="2904975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2964430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1" name="Shape 309"/>
          <p:cNvSpPr/>
          <p:nvPr/>
        </p:nvSpPr>
        <p:spPr>
          <a:xfrm flipV="1">
            <a:off x="3314554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2145271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3" name="Shape 311"/>
          <p:cNvSpPr/>
          <p:nvPr/>
        </p:nvSpPr>
        <p:spPr>
          <a:xfrm flipV="1">
            <a:off x="2495395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554851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5" name="Shape 313"/>
          <p:cNvSpPr/>
          <p:nvPr/>
        </p:nvSpPr>
        <p:spPr>
          <a:xfrm flipV="1">
            <a:off x="2904975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964430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7" name="Shape 315"/>
          <p:cNvSpPr/>
          <p:nvPr/>
        </p:nvSpPr>
        <p:spPr>
          <a:xfrm flipV="1">
            <a:off x="3314554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2145271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9" name="Shape 317"/>
          <p:cNvSpPr/>
          <p:nvPr/>
        </p:nvSpPr>
        <p:spPr>
          <a:xfrm flipV="1">
            <a:off x="2495395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2554851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1" name="Shape 319"/>
          <p:cNvSpPr/>
          <p:nvPr/>
        </p:nvSpPr>
        <p:spPr>
          <a:xfrm flipV="1">
            <a:off x="2904975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2964430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3" name="Shape 321"/>
          <p:cNvSpPr/>
          <p:nvPr/>
        </p:nvSpPr>
        <p:spPr>
          <a:xfrm flipV="1">
            <a:off x="3314554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2145271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5" name="Shape 323"/>
          <p:cNvSpPr/>
          <p:nvPr/>
        </p:nvSpPr>
        <p:spPr>
          <a:xfrm flipV="1">
            <a:off x="2495395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2554851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7" name="Shape 325"/>
          <p:cNvSpPr/>
          <p:nvPr/>
        </p:nvSpPr>
        <p:spPr>
          <a:xfrm flipV="1">
            <a:off x="2904975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2964430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9" name="Shape 327"/>
          <p:cNvSpPr/>
          <p:nvPr/>
        </p:nvSpPr>
        <p:spPr>
          <a:xfrm flipV="1">
            <a:off x="3314554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2145271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1" name="Shape 329"/>
          <p:cNvSpPr/>
          <p:nvPr/>
        </p:nvSpPr>
        <p:spPr>
          <a:xfrm flipV="1">
            <a:off x="2495395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2554851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3" name="Shape 331"/>
          <p:cNvSpPr/>
          <p:nvPr/>
        </p:nvSpPr>
        <p:spPr>
          <a:xfrm flipV="1">
            <a:off x="2904975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964430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5" name="Shape 333"/>
          <p:cNvSpPr/>
          <p:nvPr/>
        </p:nvSpPr>
        <p:spPr>
          <a:xfrm flipV="1">
            <a:off x="3314554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145271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554851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964430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145271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554851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2964430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145271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554851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2964430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2145271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2554851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2964430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145271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554851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964430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3360797" y="1368935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CA8537"/>
          </a:solidFill>
          <a:ln/>
        </p:spPr>
      </p:sp>
      <p:sp>
        <p:nvSpPr>
          <p:cNvPr id="352" name="Shape 350"/>
          <p:cNvSpPr/>
          <p:nvPr/>
        </p:nvSpPr>
        <p:spPr>
          <a:xfrm>
            <a:off x="3360797" y="172778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3" name="Shape 351"/>
          <p:cNvSpPr/>
          <p:nvPr/>
        </p:nvSpPr>
        <p:spPr>
          <a:xfrm>
            <a:off x="3360797" y="2141121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4" name="Shape 352"/>
          <p:cNvSpPr/>
          <p:nvPr/>
        </p:nvSpPr>
        <p:spPr>
          <a:xfrm>
            <a:off x="3360797" y="2554460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5" name="Shape 353"/>
          <p:cNvSpPr/>
          <p:nvPr/>
        </p:nvSpPr>
        <p:spPr>
          <a:xfrm>
            <a:off x="3360797" y="2967799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6" name="Shape 354"/>
          <p:cNvSpPr/>
          <p:nvPr/>
        </p:nvSpPr>
        <p:spPr>
          <a:xfrm>
            <a:off x="1907451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57" name="Shape 355"/>
          <p:cNvSpPr/>
          <p:nvPr/>
        </p:nvSpPr>
        <p:spPr>
          <a:xfrm flipV="1">
            <a:off x="2257575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2317030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59" name="Shape 357"/>
          <p:cNvSpPr/>
          <p:nvPr/>
        </p:nvSpPr>
        <p:spPr>
          <a:xfrm flipV="1">
            <a:off x="2667155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2726610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1" name="Shape 359"/>
          <p:cNvSpPr/>
          <p:nvPr/>
        </p:nvSpPr>
        <p:spPr>
          <a:xfrm flipV="1">
            <a:off x="3076734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907451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3" name="Shape 361"/>
          <p:cNvSpPr/>
          <p:nvPr/>
        </p:nvSpPr>
        <p:spPr>
          <a:xfrm flipV="1">
            <a:off x="2257575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2317030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5" name="Shape 363"/>
          <p:cNvSpPr/>
          <p:nvPr/>
        </p:nvSpPr>
        <p:spPr>
          <a:xfrm flipV="1">
            <a:off x="2667155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2726610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7" name="Shape 365"/>
          <p:cNvSpPr/>
          <p:nvPr/>
        </p:nvSpPr>
        <p:spPr>
          <a:xfrm flipV="1">
            <a:off x="3076734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907451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9" name="Shape 367"/>
          <p:cNvSpPr/>
          <p:nvPr/>
        </p:nvSpPr>
        <p:spPr>
          <a:xfrm flipV="1">
            <a:off x="2257575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2317030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1" name="Shape 369"/>
          <p:cNvSpPr/>
          <p:nvPr/>
        </p:nvSpPr>
        <p:spPr>
          <a:xfrm flipV="1">
            <a:off x="2667155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2726610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3" name="Shape 371"/>
          <p:cNvSpPr/>
          <p:nvPr/>
        </p:nvSpPr>
        <p:spPr>
          <a:xfrm flipV="1">
            <a:off x="3076734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907451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5" name="Shape 373"/>
          <p:cNvSpPr/>
          <p:nvPr/>
        </p:nvSpPr>
        <p:spPr>
          <a:xfrm flipV="1">
            <a:off x="2257575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2317030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7" name="Shape 375"/>
          <p:cNvSpPr/>
          <p:nvPr/>
        </p:nvSpPr>
        <p:spPr>
          <a:xfrm flipV="1">
            <a:off x="2667155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2726610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9" name="Shape 377"/>
          <p:cNvSpPr/>
          <p:nvPr/>
        </p:nvSpPr>
        <p:spPr>
          <a:xfrm flipV="1">
            <a:off x="3076734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1907451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1" name="Shape 379"/>
          <p:cNvSpPr/>
          <p:nvPr/>
        </p:nvSpPr>
        <p:spPr>
          <a:xfrm flipV="1">
            <a:off x="2257575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2317030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3" name="Shape 381"/>
          <p:cNvSpPr/>
          <p:nvPr/>
        </p:nvSpPr>
        <p:spPr>
          <a:xfrm flipV="1">
            <a:off x="2667155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2726610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5" name="Shape 383"/>
          <p:cNvSpPr/>
          <p:nvPr/>
        </p:nvSpPr>
        <p:spPr>
          <a:xfrm flipV="1">
            <a:off x="3076734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1907451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317030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2726610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1907451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2317030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2726610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907451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2317030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2726610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1907451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2317030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2726610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1907451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2317030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726610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122977" y="1608167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F2A614"/>
          </a:solidFill>
          <a:ln/>
        </p:spPr>
      </p:sp>
      <p:sp>
        <p:nvSpPr>
          <p:cNvPr id="402" name="Shape 400"/>
          <p:cNvSpPr/>
          <p:nvPr/>
        </p:nvSpPr>
        <p:spPr>
          <a:xfrm>
            <a:off x="3122977" y="1967014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3" name="Shape 401"/>
          <p:cNvSpPr/>
          <p:nvPr/>
        </p:nvSpPr>
        <p:spPr>
          <a:xfrm>
            <a:off x="3122977" y="238035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4" name="Shape 402"/>
          <p:cNvSpPr/>
          <p:nvPr/>
        </p:nvSpPr>
        <p:spPr>
          <a:xfrm>
            <a:off x="3122977" y="2793692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5" name="Shape 403"/>
          <p:cNvSpPr/>
          <p:nvPr/>
        </p:nvSpPr>
        <p:spPr>
          <a:xfrm>
            <a:off x="3122977" y="3207030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6" name="Shape 404"/>
          <p:cNvSpPr/>
          <p:nvPr/>
        </p:nvSpPr>
        <p:spPr>
          <a:xfrm>
            <a:off x="1709267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07" name="Shape 405"/>
          <p:cNvSpPr/>
          <p:nvPr/>
        </p:nvSpPr>
        <p:spPr>
          <a:xfrm flipV="1">
            <a:off x="2059392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2118847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09" name="Shape 407"/>
          <p:cNvSpPr/>
          <p:nvPr/>
        </p:nvSpPr>
        <p:spPr>
          <a:xfrm flipV="1">
            <a:off x="2468971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2528426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1" name="Shape 409"/>
          <p:cNvSpPr/>
          <p:nvPr/>
        </p:nvSpPr>
        <p:spPr>
          <a:xfrm flipV="1">
            <a:off x="2878550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1709267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3" name="Shape 411"/>
          <p:cNvSpPr/>
          <p:nvPr/>
        </p:nvSpPr>
        <p:spPr>
          <a:xfrm flipV="1">
            <a:off x="2059392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2118847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5" name="Shape 413"/>
          <p:cNvSpPr/>
          <p:nvPr/>
        </p:nvSpPr>
        <p:spPr>
          <a:xfrm flipV="1">
            <a:off x="2468971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2528426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7" name="Shape 415"/>
          <p:cNvSpPr/>
          <p:nvPr/>
        </p:nvSpPr>
        <p:spPr>
          <a:xfrm flipV="1">
            <a:off x="2878550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1709267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9" name="Shape 417"/>
          <p:cNvSpPr/>
          <p:nvPr/>
        </p:nvSpPr>
        <p:spPr>
          <a:xfrm flipV="1">
            <a:off x="2059392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2118847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1" name="Shape 419"/>
          <p:cNvSpPr/>
          <p:nvPr/>
        </p:nvSpPr>
        <p:spPr>
          <a:xfrm flipV="1">
            <a:off x="2468971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2528426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3" name="Shape 421"/>
          <p:cNvSpPr/>
          <p:nvPr/>
        </p:nvSpPr>
        <p:spPr>
          <a:xfrm flipV="1">
            <a:off x="2878550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1709267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5" name="Shape 423"/>
          <p:cNvSpPr/>
          <p:nvPr/>
        </p:nvSpPr>
        <p:spPr>
          <a:xfrm flipV="1">
            <a:off x="2059392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2118847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7" name="Shape 425"/>
          <p:cNvSpPr/>
          <p:nvPr/>
        </p:nvSpPr>
        <p:spPr>
          <a:xfrm flipV="1">
            <a:off x="2468971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2528426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9" name="Shape 427"/>
          <p:cNvSpPr/>
          <p:nvPr/>
        </p:nvSpPr>
        <p:spPr>
          <a:xfrm flipV="1">
            <a:off x="2878550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1709267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1" name="Shape 429"/>
          <p:cNvSpPr/>
          <p:nvPr/>
        </p:nvSpPr>
        <p:spPr>
          <a:xfrm flipV="1">
            <a:off x="2059392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2118847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3" name="Shape 431"/>
          <p:cNvSpPr/>
          <p:nvPr/>
        </p:nvSpPr>
        <p:spPr>
          <a:xfrm flipV="1">
            <a:off x="2468971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2528426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5" name="Shape 433"/>
          <p:cNvSpPr/>
          <p:nvPr/>
        </p:nvSpPr>
        <p:spPr>
          <a:xfrm flipV="1">
            <a:off x="2878550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1709267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2118847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2528426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1709267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2118847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2528426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709267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2118847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2528426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709267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118847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528426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709267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2118847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2528426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2924793" y="1847398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E47C09"/>
          </a:solidFill>
          <a:ln/>
        </p:spPr>
      </p:sp>
      <p:sp>
        <p:nvSpPr>
          <p:cNvPr id="452" name="Shape 450"/>
          <p:cNvSpPr/>
          <p:nvPr/>
        </p:nvSpPr>
        <p:spPr>
          <a:xfrm>
            <a:off x="2924793" y="220624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3" name="Shape 451"/>
          <p:cNvSpPr/>
          <p:nvPr/>
        </p:nvSpPr>
        <p:spPr>
          <a:xfrm>
            <a:off x="2924793" y="2619584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4" name="Shape 452"/>
          <p:cNvSpPr/>
          <p:nvPr/>
        </p:nvSpPr>
        <p:spPr>
          <a:xfrm>
            <a:off x="2924793" y="303292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5" name="Shape 453"/>
          <p:cNvSpPr/>
          <p:nvPr/>
        </p:nvSpPr>
        <p:spPr>
          <a:xfrm>
            <a:off x="2924793" y="3446262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6" name="Shape 454"/>
          <p:cNvSpPr/>
          <p:nvPr/>
        </p:nvSpPr>
        <p:spPr>
          <a:xfrm>
            <a:off x="1497871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57" name="Shape 455"/>
          <p:cNvSpPr/>
          <p:nvPr/>
        </p:nvSpPr>
        <p:spPr>
          <a:xfrm flipV="1">
            <a:off x="1847996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907451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59" name="Shape 457"/>
          <p:cNvSpPr/>
          <p:nvPr/>
        </p:nvSpPr>
        <p:spPr>
          <a:xfrm flipV="1">
            <a:off x="2257575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2317030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1" name="Shape 459"/>
          <p:cNvSpPr/>
          <p:nvPr/>
        </p:nvSpPr>
        <p:spPr>
          <a:xfrm flipV="1">
            <a:off x="2667155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1497871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3" name="Shape 461"/>
          <p:cNvSpPr/>
          <p:nvPr/>
        </p:nvSpPr>
        <p:spPr>
          <a:xfrm flipV="1">
            <a:off x="1847996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1907451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5" name="Shape 463"/>
          <p:cNvSpPr/>
          <p:nvPr/>
        </p:nvSpPr>
        <p:spPr>
          <a:xfrm flipV="1">
            <a:off x="2257575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2317030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7" name="Shape 465"/>
          <p:cNvSpPr/>
          <p:nvPr/>
        </p:nvSpPr>
        <p:spPr>
          <a:xfrm flipV="1">
            <a:off x="2667155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1497871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9" name="Shape 467"/>
          <p:cNvSpPr/>
          <p:nvPr/>
        </p:nvSpPr>
        <p:spPr>
          <a:xfrm flipV="1">
            <a:off x="1847996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1907451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1" name="Shape 469"/>
          <p:cNvSpPr/>
          <p:nvPr/>
        </p:nvSpPr>
        <p:spPr>
          <a:xfrm flipV="1">
            <a:off x="2257575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2317030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3" name="Shape 471"/>
          <p:cNvSpPr/>
          <p:nvPr/>
        </p:nvSpPr>
        <p:spPr>
          <a:xfrm flipV="1">
            <a:off x="2667155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1497871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5" name="Shape 473"/>
          <p:cNvSpPr/>
          <p:nvPr/>
        </p:nvSpPr>
        <p:spPr>
          <a:xfrm flipV="1">
            <a:off x="1847996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1907451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7" name="Shape 475"/>
          <p:cNvSpPr/>
          <p:nvPr/>
        </p:nvSpPr>
        <p:spPr>
          <a:xfrm flipV="1">
            <a:off x="2257575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2317030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9" name="Shape 477"/>
          <p:cNvSpPr/>
          <p:nvPr/>
        </p:nvSpPr>
        <p:spPr>
          <a:xfrm flipV="1">
            <a:off x="2667155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497871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1" name="Shape 479"/>
          <p:cNvSpPr/>
          <p:nvPr/>
        </p:nvSpPr>
        <p:spPr>
          <a:xfrm flipV="1">
            <a:off x="1847996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907451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3" name="Shape 481"/>
          <p:cNvSpPr/>
          <p:nvPr/>
        </p:nvSpPr>
        <p:spPr>
          <a:xfrm flipV="1">
            <a:off x="2257575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2317030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5" name="Shape 483"/>
          <p:cNvSpPr/>
          <p:nvPr/>
        </p:nvSpPr>
        <p:spPr>
          <a:xfrm flipV="1">
            <a:off x="2667155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1497871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907451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2317030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497871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907451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2317030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1497871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907451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2317030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497871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1907451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2317030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1497871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1907451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2317030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2713397" y="2086630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D4A108"/>
          </a:solidFill>
          <a:ln/>
        </p:spPr>
      </p:sp>
      <p:sp>
        <p:nvSpPr>
          <p:cNvPr id="502" name="Shape 500"/>
          <p:cNvSpPr/>
          <p:nvPr/>
        </p:nvSpPr>
        <p:spPr>
          <a:xfrm>
            <a:off x="2713397" y="2445477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3" name="Shape 501"/>
          <p:cNvSpPr/>
          <p:nvPr/>
        </p:nvSpPr>
        <p:spPr>
          <a:xfrm>
            <a:off x="2713397" y="285881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4" name="Shape 502"/>
          <p:cNvSpPr/>
          <p:nvPr/>
        </p:nvSpPr>
        <p:spPr>
          <a:xfrm>
            <a:off x="2713397" y="3272155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5" name="Shape 503"/>
          <p:cNvSpPr/>
          <p:nvPr/>
        </p:nvSpPr>
        <p:spPr>
          <a:xfrm>
            <a:off x="2713397" y="368549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6" name="Shape 504"/>
          <p:cNvSpPr/>
          <p:nvPr/>
        </p:nvSpPr>
        <p:spPr>
          <a:xfrm>
            <a:off x="1233627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07" name="Shape 505"/>
          <p:cNvSpPr/>
          <p:nvPr/>
        </p:nvSpPr>
        <p:spPr>
          <a:xfrm flipV="1">
            <a:off x="1583751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1643206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09" name="Shape 507"/>
          <p:cNvSpPr/>
          <p:nvPr/>
        </p:nvSpPr>
        <p:spPr>
          <a:xfrm flipV="1">
            <a:off x="1993330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2052785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1" name="Shape 509"/>
          <p:cNvSpPr/>
          <p:nvPr/>
        </p:nvSpPr>
        <p:spPr>
          <a:xfrm flipV="1">
            <a:off x="2402910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233627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3" name="Shape 511"/>
          <p:cNvSpPr/>
          <p:nvPr/>
        </p:nvSpPr>
        <p:spPr>
          <a:xfrm flipV="1">
            <a:off x="1583751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1643206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5" name="Shape 513"/>
          <p:cNvSpPr/>
          <p:nvPr/>
        </p:nvSpPr>
        <p:spPr>
          <a:xfrm flipV="1">
            <a:off x="1993330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2052785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7" name="Shape 515"/>
          <p:cNvSpPr/>
          <p:nvPr/>
        </p:nvSpPr>
        <p:spPr>
          <a:xfrm flipV="1">
            <a:off x="2402910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1233627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9" name="Shape 517"/>
          <p:cNvSpPr/>
          <p:nvPr/>
        </p:nvSpPr>
        <p:spPr>
          <a:xfrm flipV="1">
            <a:off x="1583751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1643206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1" name="Shape 519"/>
          <p:cNvSpPr/>
          <p:nvPr/>
        </p:nvSpPr>
        <p:spPr>
          <a:xfrm flipV="1">
            <a:off x="1993330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2052785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3" name="Shape 521"/>
          <p:cNvSpPr/>
          <p:nvPr/>
        </p:nvSpPr>
        <p:spPr>
          <a:xfrm flipV="1">
            <a:off x="2402910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1233627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5" name="Shape 523"/>
          <p:cNvSpPr/>
          <p:nvPr/>
        </p:nvSpPr>
        <p:spPr>
          <a:xfrm flipV="1">
            <a:off x="1583751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1643206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7" name="Shape 525"/>
          <p:cNvSpPr/>
          <p:nvPr/>
        </p:nvSpPr>
        <p:spPr>
          <a:xfrm flipV="1">
            <a:off x="1993330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2052785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9" name="Shape 527"/>
          <p:cNvSpPr/>
          <p:nvPr/>
        </p:nvSpPr>
        <p:spPr>
          <a:xfrm flipV="1">
            <a:off x="2402910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1233627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1" name="Shape 529"/>
          <p:cNvSpPr/>
          <p:nvPr/>
        </p:nvSpPr>
        <p:spPr>
          <a:xfrm flipV="1">
            <a:off x="1583751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1643206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3" name="Shape 531"/>
          <p:cNvSpPr/>
          <p:nvPr/>
        </p:nvSpPr>
        <p:spPr>
          <a:xfrm flipV="1">
            <a:off x="1993330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2052785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5" name="Shape 533"/>
          <p:cNvSpPr/>
          <p:nvPr/>
        </p:nvSpPr>
        <p:spPr>
          <a:xfrm flipV="1">
            <a:off x="2402910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233627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643206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2052785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233627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643206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2052785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233627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643206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2052785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233627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643206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2052785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233627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643206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2052785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2449153" y="2325861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D05127"/>
          </a:solidFill>
          <a:ln/>
        </p:spPr>
      </p:sp>
      <p:sp>
        <p:nvSpPr>
          <p:cNvPr id="552" name="Shape 550"/>
          <p:cNvSpPr/>
          <p:nvPr/>
        </p:nvSpPr>
        <p:spPr>
          <a:xfrm>
            <a:off x="2449153" y="2684708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3" name="Shape 551"/>
          <p:cNvSpPr/>
          <p:nvPr/>
        </p:nvSpPr>
        <p:spPr>
          <a:xfrm>
            <a:off x="2449153" y="3098047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4" name="Shape 552"/>
          <p:cNvSpPr/>
          <p:nvPr/>
        </p:nvSpPr>
        <p:spPr>
          <a:xfrm>
            <a:off x="2449153" y="351138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5" name="Shape 553"/>
          <p:cNvSpPr/>
          <p:nvPr/>
        </p:nvSpPr>
        <p:spPr>
          <a:xfrm>
            <a:off x="2449153" y="3924725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6" name="Shape 554"/>
          <p:cNvSpPr/>
          <p:nvPr/>
        </p:nvSpPr>
        <p:spPr>
          <a:xfrm>
            <a:off x="2812489" y="2325861"/>
            <a:ext cx="177044" cy="2064230"/>
          </a:xfrm>
          <a:custGeom>
            <a:avLst/>
            <a:gdLst/>
            <a:ahLst/>
            <a:cxnLst/>
            <a:rect l="l" t="t" r="r" b="b"/>
            <a:pathLst>
              <a:path w="177044" h="2064230">
                <a:moveTo>
                  <a:pt x="0" y="52028"/>
                </a:moveTo>
                <a:lnTo>
                  <a:pt x="177044" y="0"/>
                </a:lnTo>
                <a:lnTo>
                  <a:pt x="177044" y="2012202"/>
                </a:lnTo>
                <a:lnTo>
                  <a:pt x="0" y="2064230"/>
                </a:lnTo>
                <a:close/>
              </a:path>
            </a:pathLst>
          </a:custGeom>
          <a:solidFill>
            <a:srgbClr val="EB4D42"/>
          </a:solidFill>
          <a:ln/>
        </p:spPr>
      </p:sp>
      <p:sp>
        <p:nvSpPr>
          <p:cNvPr id="557" name="Shape 555"/>
          <p:cNvSpPr/>
          <p:nvPr/>
        </p:nvSpPr>
        <p:spPr>
          <a:xfrm>
            <a:off x="2812489" y="2684708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58" name="Shape 556"/>
          <p:cNvSpPr/>
          <p:nvPr/>
        </p:nvSpPr>
        <p:spPr>
          <a:xfrm>
            <a:off x="2812489" y="3098047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59" name="Shape 557"/>
          <p:cNvSpPr/>
          <p:nvPr/>
        </p:nvSpPr>
        <p:spPr>
          <a:xfrm>
            <a:off x="2812489" y="3511386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60" name="Shape 558"/>
          <p:cNvSpPr/>
          <p:nvPr/>
        </p:nvSpPr>
        <p:spPr>
          <a:xfrm>
            <a:off x="2812489" y="3924725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61" name="Shape 559"/>
          <p:cNvSpPr/>
          <p:nvPr/>
        </p:nvSpPr>
        <p:spPr>
          <a:xfrm>
            <a:off x="1586393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2" name="Shape 560"/>
          <p:cNvSpPr/>
          <p:nvPr/>
        </p:nvSpPr>
        <p:spPr>
          <a:xfrm>
            <a:off x="1995973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3" name="Shape 561"/>
          <p:cNvSpPr/>
          <p:nvPr/>
        </p:nvSpPr>
        <p:spPr>
          <a:xfrm>
            <a:off x="2405552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4" name="Shape 562"/>
          <p:cNvSpPr/>
          <p:nvPr/>
        </p:nvSpPr>
        <p:spPr>
          <a:xfrm>
            <a:off x="4127107" y="2272699"/>
            <a:ext cx="4142037" cy="1255965"/>
          </a:xfrm>
          <a:prstGeom prst="rect">
            <a:avLst/>
          </a:prstGeom>
          <a:solidFill>
            <a:srgbClr val="FFFDE0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565" name="Text 563"/>
          <p:cNvSpPr/>
          <p:nvPr/>
        </p:nvSpPr>
        <p:spPr>
          <a:xfrm>
            <a:off x="4233829" y="2302095"/>
            <a:ext cx="355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</a:t>
            </a:r>
            <a:endParaRPr lang="en-US" sz="2000" dirty="0"/>
          </a:p>
        </p:txBody>
      </p:sp>
      <p:sp>
        <p:nvSpPr>
          <p:cNvPr id="566" name="Text 564"/>
          <p:cNvSpPr/>
          <p:nvPr/>
        </p:nvSpPr>
        <p:spPr>
          <a:xfrm>
            <a:off x="4233829" y="2586233"/>
            <a:ext cx="368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(then Normalize) </a:t>
            </a:r>
            <a:pPr algn="l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μ, σ</a:t>
            </a:r>
            <a:endParaRPr lang="en-US" sz="1800" dirty="0"/>
          </a:p>
        </p:txBody>
      </p:sp>
      <p:sp>
        <p:nvSpPr>
          <p:cNvPr id="567" name="Text 565"/>
          <p:cNvSpPr/>
          <p:nvPr/>
        </p:nvSpPr>
        <p:spPr>
          <a:xfrm>
            <a:off x="4319709" y="2885272"/>
            <a:ext cx="368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Samples</a:t>
            </a:r>
            <a:pPr algn="l" indent="0" marL="0">
              <a:buNone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batch</a:t>
            </a:r>
            <a:endParaRPr lang="en-US" sz="1800" dirty="0"/>
          </a:p>
        </p:txBody>
      </p:sp>
      <p:sp>
        <p:nvSpPr>
          <p:cNvPr id="568" name="Text 566"/>
          <p:cNvSpPr/>
          <p:nvPr/>
        </p:nvSpPr>
        <p:spPr>
          <a:xfrm>
            <a:off x="4986927" y="3184311"/>
            <a:ext cx="254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each channel)</a:t>
            </a:r>
            <a:endParaRPr lang="en-US" sz="1800" dirty="0"/>
          </a:p>
        </p:txBody>
      </p:sp>
      <p:sp>
        <p:nvSpPr>
          <p:cNvPr id="569" name="Shape 567"/>
          <p:cNvSpPr/>
          <p:nvPr/>
        </p:nvSpPr>
        <p:spPr>
          <a:xfrm rot="2400000">
            <a:off x="4457413" y="3282787"/>
            <a:ext cx="132122" cy="66453"/>
          </a:xfrm>
          <a:prstGeom prst="rect">
            <a:avLst/>
          </a:prstGeom>
          <a:solidFill>
            <a:srgbClr val="BFBFB0"/>
          </a:solidFill>
          <a:ln w="6350">
            <a:solidFill>
              <a:srgbClr val="707060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rot="2400000">
            <a:off x="4549899" y="3375822"/>
            <a:ext cx="52849" cy="53163"/>
          </a:xfrm>
          <a:prstGeom prst="rect">
            <a:avLst/>
          </a:prstGeom>
          <a:solidFill>
            <a:srgbClr val="5A5A4C"/>
          </a:solidFill>
          <a:ln/>
        </p:spPr>
      </p:sp>
      <p:sp>
        <p:nvSpPr>
          <p:cNvPr id="571" name="Shape 569"/>
          <p:cNvSpPr/>
          <p:nvPr/>
        </p:nvSpPr>
        <p:spPr>
          <a:xfrm>
            <a:off x="705137" y="4744757"/>
            <a:ext cx="10668883" cy="1880625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00"/>
            </a:solidFill>
            <a:prstDash val="solid"/>
          </a:ln>
        </p:spPr>
      </p:sp>
      <p:sp>
        <p:nvSpPr>
          <p:cNvPr id="572" name="Text 570"/>
          <p:cNvSpPr/>
          <p:nvPr/>
        </p:nvSpPr>
        <p:spPr>
          <a:xfrm>
            <a:off x="930257" y="4809877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 Calculate Mean and Variance of Each Mini-Batch instead of</a:t>
            </a:r>
            <a:endParaRPr lang="en-US" sz="1980" dirty="0"/>
          </a:p>
        </p:txBody>
      </p:sp>
      <p:sp>
        <p:nvSpPr>
          <p:cNvPr id="573" name="Text 571"/>
          <p:cNvSpPr/>
          <p:nvPr/>
        </p:nvSpPr>
        <p:spPr>
          <a:xfrm>
            <a:off x="930257" y="5069044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Calculating Mean and Variance of the Whole Data.</a:t>
            </a:r>
            <a:endParaRPr lang="en-US" sz="1980" dirty="0"/>
          </a:p>
        </p:txBody>
      </p:sp>
      <p:sp>
        <p:nvSpPr>
          <p:cNvPr id="574" name="Text 572"/>
          <p:cNvSpPr/>
          <p:nvPr/>
        </p:nvSpPr>
        <p:spPr>
          <a:xfrm>
            <a:off x="930257" y="5647187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 and variance will differ from mini-batch to another  </a:t>
            </a:r>
            <a:pPr algn="l" indent="0" marL="0">
              <a:buNone/>
            </a:pPr>
            <a:r>
              <a:rPr lang="en-US" sz="1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(Source of Error).</a:t>
            </a:r>
            <a:endParaRPr lang="en-US" sz="1980" dirty="0"/>
          </a:p>
        </p:txBody>
      </p:sp>
      <p:sp>
        <p:nvSpPr>
          <p:cNvPr id="575" name="Text 573"/>
          <p:cNvSpPr/>
          <p:nvPr/>
        </p:nvSpPr>
        <p:spPr>
          <a:xfrm>
            <a:off x="930257" y="6231975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Batch Size should be large enough to minimize “batching” effect.  </a:t>
            </a:r>
            <a:pPr algn="l" indent="0" marL="0">
              <a:buNone/>
            </a:pPr>
            <a:r>
              <a:rPr lang="en-US" sz="1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(Constrain)</a:t>
            </a:r>
            <a:endParaRPr lang="en-US" sz="1980" dirty="0"/>
          </a:p>
        </p:txBody>
      </p:sp>
      <p:sp>
        <p:nvSpPr>
          <p:cNvPr id="576" name="Shape 574"/>
          <p:cNvSpPr/>
          <p:nvPr/>
        </p:nvSpPr>
        <p:spPr>
          <a:xfrm rot="5400000">
            <a:off x="7538835" y="3194153"/>
            <a:ext cx="1764500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77" name="Shape 575"/>
          <p:cNvSpPr/>
          <p:nvPr/>
        </p:nvSpPr>
        <p:spPr>
          <a:xfrm>
            <a:off x="8367744" y="2246117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78" name="Shape 576"/>
          <p:cNvSpPr/>
          <p:nvPr/>
        </p:nvSpPr>
        <p:spPr>
          <a:xfrm rot="10800000">
            <a:off x="8367744" y="405328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79" name="Shape 577"/>
          <p:cNvSpPr/>
          <p:nvPr/>
        </p:nvSpPr>
        <p:spPr>
          <a:xfrm>
            <a:off x="8627883" y="4410246"/>
            <a:ext cx="1475753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80" name="Shape 578"/>
          <p:cNvSpPr/>
          <p:nvPr/>
        </p:nvSpPr>
        <p:spPr>
          <a:xfrm rot="16200000">
            <a:off x="8553207" y="436579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1" name="Shape 579"/>
          <p:cNvSpPr/>
          <p:nvPr/>
        </p:nvSpPr>
        <p:spPr>
          <a:xfrm rot="5400000">
            <a:off x="10071632" y="436579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2" name="Shape 580"/>
          <p:cNvSpPr/>
          <p:nvPr/>
        </p:nvSpPr>
        <p:spPr>
          <a:xfrm rot="-2738058">
            <a:off x="10300261" y="3732424"/>
            <a:ext cx="1209449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83" name="Shape 581"/>
          <p:cNvSpPr/>
          <p:nvPr/>
        </p:nvSpPr>
        <p:spPr>
          <a:xfrm rot="13560000">
            <a:off x="10414374" y="413602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4" name="Shape 582"/>
          <p:cNvSpPr/>
          <p:nvPr/>
        </p:nvSpPr>
        <p:spPr>
          <a:xfrm rot="2760000">
            <a:off x="11288916" y="323991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5" name="Text 583"/>
          <p:cNvSpPr/>
          <p:nvPr/>
        </p:nvSpPr>
        <p:spPr>
          <a:xfrm rot="16200000">
            <a:off x="7310038" y="297754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300" dirty="0"/>
          </a:p>
        </p:txBody>
      </p:sp>
      <p:sp>
        <p:nvSpPr>
          <p:cNvPr id="586" name="Text 584"/>
          <p:cNvSpPr/>
          <p:nvPr/>
        </p:nvSpPr>
        <p:spPr>
          <a:xfrm>
            <a:off x="8504668" y="4183728"/>
            <a:ext cx="1524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300" dirty="0"/>
          </a:p>
        </p:txBody>
      </p:sp>
      <p:sp>
        <p:nvSpPr>
          <p:cNvPr id="587" name="Text 585"/>
          <p:cNvSpPr/>
          <p:nvPr/>
        </p:nvSpPr>
        <p:spPr>
          <a:xfrm rot="18840000">
            <a:off x="10075440" y="3390736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1480" y="619431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Neural Network</a:t>
            </a:r>
            <a:endParaRPr lang="en-US" sz="2830" dirty="0"/>
          </a:p>
        </p:txBody>
      </p:sp>
      <p:sp>
        <p:nvSpPr>
          <p:cNvPr id="6" name="Shape 4"/>
          <p:cNvSpPr/>
          <p:nvPr/>
        </p:nvSpPr>
        <p:spPr>
          <a:xfrm>
            <a:off x="942340" y="1062990"/>
            <a:ext cx="10427970" cy="984250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9500" y="11072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 for each Vector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82260" y="11072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(After applying Normalization)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8450" y="13866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Hidden Layer with RELU Activation,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79210" y="13866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[Size: at least double Input dimension]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81150" y="166479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Activation Output 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79210" y="166479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[Size: same Input Vector dimension]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840" y="2113280"/>
            <a:ext cx="10914380" cy="46672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7700" y="2658110"/>
            <a:ext cx="9516110" cy="770890"/>
          </a:xfrm>
          <a:prstGeom prst="rect">
            <a:avLst/>
          </a:prstGeom>
          <a:solidFill>
            <a:srgbClr val="DDEBF7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2060" y="2682646"/>
            <a:ext cx="838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958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266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266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66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66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66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266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266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66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20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320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320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320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320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0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20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320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374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74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374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374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374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74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374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374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428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428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428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428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428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428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428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428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936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990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1" name="Shape 49"/>
          <p:cNvSpPr/>
          <p:nvPr/>
        </p:nvSpPr>
        <p:spPr>
          <a:xfrm>
            <a:off x="25044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2" name="Shape 50"/>
          <p:cNvSpPr/>
          <p:nvPr/>
        </p:nvSpPr>
        <p:spPr>
          <a:xfrm>
            <a:off x="26098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3" name="Shape 51"/>
          <p:cNvSpPr/>
          <p:nvPr/>
        </p:nvSpPr>
        <p:spPr>
          <a:xfrm>
            <a:off x="2060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4" name="Shape 52"/>
          <p:cNvSpPr/>
          <p:nvPr/>
        </p:nvSpPr>
        <p:spPr>
          <a:xfrm>
            <a:off x="21659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5" name="Shape 53"/>
          <p:cNvSpPr/>
          <p:nvPr/>
        </p:nvSpPr>
        <p:spPr>
          <a:xfrm>
            <a:off x="2272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6" name="Shape 54"/>
          <p:cNvSpPr/>
          <p:nvPr/>
        </p:nvSpPr>
        <p:spPr>
          <a:xfrm>
            <a:off x="23780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7" name="Shape 55"/>
          <p:cNvSpPr/>
          <p:nvPr/>
        </p:nvSpPr>
        <p:spPr>
          <a:xfrm>
            <a:off x="24834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8" name="Shape 56"/>
          <p:cNvSpPr/>
          <p:nvPr/>
        </p:nvSpPr>
        <p:spPr>
          <a:xfrm>
            <a:off x="25888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9" name="Shape 57"/>
          <p:cNvSpPr/>
          <p:nvPr/>
        </p:nvSpPr>
        <p:spPr>
          <a:xfrm>
            <a:off x="2695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60" name="Shape 58"/>
          <p:cNvSpPr/>
          <p:nvPr/>
        </p:nvSpPr>
        <p:spPr>
          <a:xfrm>
            <a:off x="28009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61" name="Text 59"/>
          <p:cNvSpPr/>
          <p:nvPr/>
        </p:nvSpPr>
        <p:spPr>
          <a:xfrm>
            <a:off x="25380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03466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655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655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655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655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655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655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655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655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709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09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709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709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709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709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09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709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763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763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763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763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76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76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763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5763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817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817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817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817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81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81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817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817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324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6" name="Shape 94"/>
          <p:cNvSpPr/>
          <p:nvPr/>
        </p:nvSpPr>
        <p:spPr>
          <a:xfrm>
            <a:off x="34378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7" name="Shape 95"/>
          <p:cNvSpPr/>
          <p:nvPr/>
        </p:nvSpPr>
        <p:spPr>
          <a:xfrm>
            <a:off x="35433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8" name="Shape 96"/>
          <p:cNvSpPr/>
          <p:nvPr/>
        </p:nvSpPr>
        <p:spPr>
          <a:xfrm>
            <a:off x="36487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9" name="Shape 97"/>
          <p:cNvSpPr/>
          <p:nvPr/>
        </p:nvSpPr>
        <p:spPr>
          <a:xfrm>
            <a:off x="3099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0" name="Shape 98"/>
          <p:cNvSpPr/>
          <p:nvPr/>
        </p:nvSpPr>
        <p:spPr>
          <a:xfrm>
            <a:off x="3204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1" name="Shape 99"/>
          <p:cNvSpPr/>
          <p:nvPr/>
        </p:nvSpPr>
        <p:spPr>
          <a:xfrm>
            <a:off x="33115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416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522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6277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734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839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7" name="Text 105"/>
          <p:cNvSpPr/>
          <p:nvPr/>
        </p:nvSpPr>
        <p:spPr>
          <a:xfrm>
            <a:off x="357695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06717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980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39801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3980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3980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980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9801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980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9801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5034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034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5034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5034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034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034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034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034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088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088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088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088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088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088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088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088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1424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142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1424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142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142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142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71424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7142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3649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44704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5758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6812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41319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2373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3440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4494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5548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6602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7669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8723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3" name="Text 151"/>
          <p:cNvSpPr/>
          <p:nvPr/>
        </p:nvSpPr>
        <p:spPr>
          <a:xfrm>
            <a:off x="460946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12254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5338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5338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5338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5338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5338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45338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45338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45338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5879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55879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55879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55879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55879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55879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5879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55879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66420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66420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66420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66420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642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6642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66420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66420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76961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76961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76961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76961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7696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7696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76961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76961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42036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8" name="Shape 186"/>
          <p:cNvSpPr/>
          <p:nvPr/>
        </p:nvSpPr>
        <p:spPr>
          <a:xfrm>
            <a:off x="552577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56311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0" name="Shape 188"/>
          <p:cNvSpPr/>
          <p:nvPr/>
        </p:nvSpPr>
        <p:spPr>
          <a:xfrm>
            <a:off x="57365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51873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2927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3" name="Shape 191"/>
          <p:cNvSpPr/>
          <p:nvPr/>
        </p:nvSpPr>
        <p:spPr>
          <a:xfrm>
            <a:off x="539940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5048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6102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6" name="Shape 194"/>
          <p:cNvSpPr/>
          <p:nvPr/>
        </p:nvSpPr>
        <p:spPr>
          <a:xfrm>
            <a:off x="57156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8223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8" name="Shape 196"/>
          <p:cNvSpPr/>
          <p:nvPr/>
        </p:nvSpPr>
        <p:spPr>
          <a:xfrm>
            <a:off x="59277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9" name="Text 197"/>
          <p:cNvSpPr/>
          <p:nvPr/>
        </p:nvSpPr>
        <p:spPr>
          <a:xfrm>
            <a:off x="566483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614616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4770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4770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4770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4770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4770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4770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4770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4770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5824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5824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824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5824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5824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5824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5824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5824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878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878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878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878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6878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878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878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878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7932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7932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7932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7932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7932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7932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7932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7932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4439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4" name="Shape 232"/>
          <p:cNvSpPr/>
          <p:nvPr/>
        </p:nvSpPr>
        <p:spPr>
          <a:xfrm>
            <a:off x="65493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5" name="Shape 233"/>
          <p:cNvSpPr/>
          <p:nvPr/>
        </p:nvSpPr>
        <p:spPr>
          <a:xfrm>
            <a:off x="66548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6" name="Shape 234"/>
          <p:cNvSpPr/>
          <p:nvPr/>
        </p:nvSpPr>
        <p:spPr>
          <a:xfrm>
            <a:off x="67602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7" name="Shape 235"/>
          <p:cNvSpPr/>
          <p:nvPr/>
        </p:nvSpPr>
        <p:spPr>
          <a:xfrm>
            <a:off x="6210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8" name="Shape 236"/>
          <p:cNvSpPr/>
          <p:nvPr/>
        </p:nvSpPr>
        <p:spPr>
          <a:xfrm>
            <a:off x="6316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9" name="Shape 237"/>
          <p:cNvSpPr/>
          <p:nvPr/>
        </p:nvSpPr>
        <p:spPr>
          <a:xfrm>
            <a:off x="64230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0" name="Shape 238"/>
          <p:cNvSpPr/>
          <p:nvPr/>
        </p:nvSpPr>
        <p:spPr>
          <a:xfrm>
            <a:off x="6528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633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2" name="Shape 240"/>
          <p:cNvSpPr/>
          <p:nvPr/>
        </p:nvSpPr>
        <p:spPr>
          <a:xfrm>
            <a:off x="6739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3" name="Shape 241"/>
          <p:cNvSpPr/>
          <p:nvPr/>
        </p:nvSpPr>
        <p:spPr>
          <a:xfrm>
            <a:off x="6845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4" name="Shape 242"/>
          <p:cNvSpPr/>
          <p:nvPr/>
        </p:nvSpPr>
        <p:spPr>
          <a:xfrm>
            <a:off x="6951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5" name="Text 243"/>
          <p:cNvSpPr/>
          <p:nvPr/>
        </p:nvSpPr>
        <p:spPr>
          <a:xfrm>
            <a:off x="668845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46" name="Shape 244"/>
          <p:cNvSpPr/>
          <p:nvPr/>
        </p:nvSpPr>
        <p:spPr>
          <a:xfrm>
            <a:off x="718248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5133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51332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513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513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5133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51332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5133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51332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6187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61873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618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618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6187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61873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6187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61873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7241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72414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7241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7241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7241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7241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7241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72414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82955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82955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82955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82955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8295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8295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82955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82955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4803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5857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1" name="Shape 279"/>
          <p:cNvSpPr/>
          <p:nvPr/>
        </p:nvSpPr>
        <p:spPr>
          <a:xfrm>
            <a:off x="76911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2" name="Shape 280"/>
          <p:cNvSpPr/>
          <p:nvPr/>
        </p:nvSpPr>
        <p:spPr>
          <a:xfrm>
            <a:off x="77965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3" name="Shape 281"/>
          <p:cNvSpPr/>
          <p:nvPr/>
        </p:nvSpPr>
        <p:spPr>
          <a:xfrm>
            <a:off x="7247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4" name="Shape 282"/>
          <p:cNvSpPr/>
          <p:nvPr/>
        </p:nvSpPr>
        <p:spPr>
          <a:xfrm>
            <a:off x="7352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5" name="Shape 283"/>
          <p:cNvSpPr/>
          <p:nvPr/>
        </p:nvSpPr>
        <p:spPr>
          <a:xfrm>
            <a:off x="7459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6" name="Shape 284"/>
          <p:cNvSpPr/>
          <p:nvPr/>
        </p:nvSpPr>
        <p:spPr>
          <a:xfrm>
            <a:off x="75647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7" name="Shape 285"/>
          <p:cNvSpPr/>
          <p:nvPr/>
        </p:nvSpPr>
        <p:spPr>
          <a:xfrm>
            <a:off x="76701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8" name="Shape 286"/>
          <p:cNvSpPr/>
          <p:nvPr/>
        </p:nvSpPr>
        <p:spPr>
          <a:xfrm>
            <a:off x="7775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9" name="Shape 287"/>
          <p:cNvSpPr/>
          <p:nvPr/>
        </p:nvSpPr>
        <p:spPr>
          <a:xfrm>
            <a:off x="7882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0" name="Shape 288"/>
          <p:cNvSpPr/>
          <p:nvPr/>
        </p:nvSpPr>
        <p:spPr>
          <a:xfrm>
            <a:off x="7987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1" name="Text 289"/>
          <p:cNvSpPr/>
          <p:nvPr/>
        </p:nvSpPr>
        <p:spPr>
          <a:xfrm>
            <a:off x="772477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92" name="Shape 290"/>
          <p:cNvSpPr/>
          <p:nvPr/>
        </p:nvSpPr>
        <p:spPr>
          <a:xfrm>
            <a:off x="93110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6418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6418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6418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6418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6418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6418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418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6418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7472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7472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472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472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7472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7472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7472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7472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8526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8526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8526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8526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8526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8526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8526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8526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9580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9580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9580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9580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9580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9580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9580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9580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96088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7142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98196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8" name="Shape 326"/>
          <p:cNvSpPr/>
          <p:nvPr/>
        </p:nvSpPr>
        <p:spPr>
          <a:xfrm>
            <a:off x="99250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9" name="Shape 327"/>
          <p:cNvSpPr/>
          <p:nvPr/>
        </p:nvSpPr>
        <p:spPr>
          <a:xfrm>
            <a:off x="93757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0" name="Shape 328"/>
          <p:cNvSpPr/>
          <p:nvPr/>
        </p:nvSpPr>
        <p:spPr>
          <a:xfrm>
            <a:off x="94811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1" name="Shape 329"/>
          <p:cNvSpPr/>
          <p:nvPr/>
        </p:nvSpPr>
        <p:spPr>
          <a:xfrm>
            <a:off x="95878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2" name="Shape 330"/>
          <p:cNvSpPr/>
          <p:nvPr/>
        </p:nvSpPr>
        <p:spPr>
          <a:xfrm>
            <a:off x="96932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3" name="Shape 331"/>
          <p:cNvSpPr/>
          <p:nvPr/>
        </p:nvSpPr>
        <p:spPr>
          <a:xfrm>
            <a:off x="97986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4" name="Shape 332"/>
          <p:cNvSpPr/>
          <p:nvPr/>
        </p:nvSpPr>
        <p:spPr>
          <a:xfrm>
            <a:off x="99040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5" name="Shape 333"/>
          <p:cNvSpPr/>
          <p:nvPr/>
        </p:nvSpPr>
        <p:spPr>
          <a:xfrm>
            <a:off x="100107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6" name="Shape 334"/>
          <p:cNvSpPr/>
          <p:nvPr/>
        </p:nvSpPr>
        <p:spPr>
          <a:xfrm>
            <a:off x="101161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7" name="Text 335"/>
          <p:cNvSpPr/>
          <p:nvPr/>
        </p:nvSpPr>
        <p:spPr>
          <a:xfrm>
            <a:off x="98532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8" name="Shape 336"/>
          <p:cNvSpPr/>
          <p:nvPr/>
        </p:nvSpPr>
        <p:spPr>
          <a:xfrm>
            <a:off x="103397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06705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06705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06705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06705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06705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06705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06705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6705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07759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07759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07759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07759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07759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07759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7759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07759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08813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08813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08813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08813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08813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08813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08813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08813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09867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09867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09867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09867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09867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09867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109867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109867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06375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2" name="Shape 370"/>
          <p:cNvSpPr/>
          <p:nvPr/>
        </p:nvSpPr>
        <p:spPr>
          <a:xfrm>
            <a:off x="107429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3" name="Shape 371"/>
          <p:cNvSpPr/>
          <p:nvPr/>
        </p:nvSpPr>
        <p:spPr>
          <a:xfrm>
            <a:off x="108483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4" name="Shape 372"/>
          <p:cNvSpPr/>
          <p:nvPr/>
        </p:nvSpPr>
        <p:spPr>
          <a:xfrm>
            <a:off x="109537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5" name="Shape 373"/>
          <p:cNvSpPr/>
          <p:nvPr/>
        </p:nvSpPr>
        <p:spPr>
          <a:xfrm>
            <a:off x="104044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6" name="Shape 374"/>
          <p:cNvSpPr/>
          <p:nvPr/>
        </p:nvSpPr>
        <p:spPr>
          <a:xfrm>
            <a:off x="105098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7" name="Shape 375"/>
          <p:cNvSpPr/>
          <p:nvPr/>
        </p:nvSpPr>
        <p:spPr>
          <a:xfrm>
            <a:off x="106165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8" name="Shape 376"/>
          <p:cNvSpPr/>
          <p:nvPr/>
        </p:nvSpPr>
        <p:spPr>
          <a:xfrm>
            <a:off x="107219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9" name="Shape 377"/>
          <p:cNvSpPr/>
          <p:nvPr/>
        </p:nvSpPr>
        <p:spPr>
          <a:xfrm>
            <a:off x="108273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0" name="Shape 378"/>
          <p:cNvSpPr/>
          <p:nvPr/>
        </p:nvSpPr>
        <p:spPr>
          <a:xfrm>
            <a:off x="109327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1" name="Shape 379"/>
          <p:cNvSpPr/>
          <p:nvPr/>
        </p:nvSpPr>
        <p:spPr>
          <a:xfrm>
            <a:off x="110394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2" name="Shape 380"/>
          <p:cNvSpPr/>
          <p:nvPr/>
        </p:nvSpPr>
        <p:spPr>
          <a:xfrm>
            <a:off x="111448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3" name="Text 381"/>
          <p:cNvSpPr/>
          <p:nvPr/>
        </p:nvSpPr>
        <p:spPr>
          <a:xfrm>
            <a:off x="108819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84" name="Shape 382"/>
          <p:cNvSpPr/>
          <p:nvPr/>
        </p:nvSpPr>
        <p:spPr>
          <a:xfrm>
            <a:off x="215773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231648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247523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63398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231013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89" name="Shape 387"/>
          <p:cNvSpPr/>
          <p:nvPr/>
        </p:nvSpPr>
        <p:spPr>
          <a:xfrm>
            <a:off x="311531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27406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43281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59156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326771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94" name="Shape 392"/>
          <p:cNvSpPr/>
          <p:nvPr/>
        </p:nvSpPr>
        <p:spPr>
          <a:xfrm>
            <a:off x="408051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423926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439801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455676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423291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99" name="Shape 397"/>
          <p:cNvSpPr/>
          <p:nvPr/>
        </p:nvSpPr>
        <p:spPr>
          <a:xfrm>
            <a:off x="50520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52108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53695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55283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3" name="Text 401"/>
          <p:cNvSpPr/>
          <p:nvPr/>
        </p:nvSpPr>
        <p:spPr>
          <a:xfrm>
            <a:off x="52044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04" name="Shape 402"/>
          <p:cNvSpPr/>
          <p:nvPr/>
        </p:nvSpPr>
        <p:spPr>
          <a:xfrm>
            <a:off x="60299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61887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63474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65062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61823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9" name="Shape 407"/>
          <p:cNvSpPr/>
          <p:nvPr/>
        </p:nvSpPr>
        <p:spPr>
          <a:xfrm>
            <a:off x="697357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13232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29107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44982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3" name="Text 411"/>
          <p:cNvSpPr/>
          <p:nvPr/>
        </p:nvSpPr>
        <p:spPr>
          <a:xfrm>
            <a:off x="712597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14" name="Shape 412"/>
          <p:cNvSpPr/>
          <p:nvPr/>
        </p:nvSpPr>
        <p:spPr>
          <a:xfrm>
            <a:off x="94843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96431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98018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99606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96367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19" name="Shape 417"/>
          <p:cNvSpPr/>
          <p:nvPr/>
        </p:nvSpPr>
        <p:spPr>
          <a:xfrm>
            <a:off x="104622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106210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07797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109385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3" name="Text 421"/>
          <p:cNvSpPr/>
          <p:nvPr/>
        </p:nvSpPr>
        <p:spPr>
          <a:xfrm>
            <a:off x="106146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24" name="Shape 422"/>
          <p:cNvSpPr/>
          <p:nvPr/>
        </p:nvSpPr>
        <p:spPr>
          <a:xfrm>
            <a:off x="80098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5" name="Shape 423"/>
          <p:cNvSpPr/>
          <p:nvPr/>
        </p:nvSpPr>
        <p:spPr>
          <a:xfrm>
            <a:off x="825627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6" name="Shape 424"/>
          <p:cNvSpPr/>
          <p:nvPr/>
        </p:nvSpPr>
        <p:spPr>
          <a:xfrm>
            <a:off x="84924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7" name="Shape 425"/>
          <p:cNvSpPr/>
          <p:nvPr/>
        </p:nvSpPr>
        <p:spPr>
          <a:xfrm>
            <a:off x="872998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8" name="Shape 426"/>
          <p:cNvSpPr/>
          <p:nvPr/>
        </p:nvSpPr>
        <p:spPr>
          <a:xfrm>
            <a:off x="89369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9" name="Shape 427"/>
          <p:cNvSpPr/>
          <p:nvPr/>
        </p:nvSpPr>
        <p:spPr>
          <a:xfrm>
            <a:off x="247523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0" name="Shape 428"/>
          <p:cNvSpPr/>
          <p:nvPr/>
        </p:nvSpPr>
        <p:spPr>
          <a:xfrm>
            <a:off x="247523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1" name="Shape 429"/>
          <p:cNvSpPr/>
          <p:nvPr/>
        </p:nvSpPr>
        <p:spPr>
          <a:xfrm>
            <a:off x="343281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2" name="Shape 430"/>
          <p:cNvSpPr/>
          <p:nvPr/>
        </p:nvSpPr>
        <p:spPr>
          <a:xfrm>
            <a:off x="343281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3" name="Shape 431"/>
          <p:cNvSpPr/>
          <p:nvPr/>
        </p:nvSpPr>
        <p:spPr>
          <a:xfrm>
            <a:off x="439801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4" name="Shape 432"/>
          <p:cNvSpPr/>
          <p:nvPr/>
        </p:nvSpPr>
        <p:spPr>
          <a:xfrm>
            <a:off x="439801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5" name="Shape 433"/>
          <p:cNvSpPr/>
          <p:nvPr/>
        </p:nvSpPr>
        <p:spPr>
          <a:xfrm>
            <a:off x="53695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6" name="Shape 434"/>
          <p:cNvSpPr/>
          <p:nvPr/>
        </p:nvSpPr>
        <p:spPr>
          <a:xfrm>
            <a:off x="53695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7" name="Shape 435"/>
          <p:cNvSpPr/>
          <p:nvPr/>
        </p:nvSpPr>
        <p:spPr>
          <a:xfrm>
            <a:off x="63474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8" name="Shape 436"/>
          <p:cNvSpPr/>
          <p:nvPr/>
        </p:nvSpPr>
        <p:spPr>
          <a:xfrm>
            <a:off x="63474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9" name="Shape 437"/>
          <p:cNvSpPr/>
          <p:nvPr/>
        </p:nvSpPr>
        <p:spPr>
          <a:xfrm>
            <a:off x="729107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0" name="Shape 438"/>
          <p:cNvSpPr/>
          <p:nvPr/>
        </p:nvSpPr>
        <p:spPr>
          <a:xfrm>
            <a:off x="729107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1" name="Shape 439"/>
          <p:cNvSpPr/>
          <p:nvPr/>
        </p:nvSpPr>
        <p:spPr>
          <a:xfrm>
            <a:off x="98018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2" name="Shape 440"/>
          <p:cNvSpPr/>
          <p:nvPr/>
        </p:nvSpPr>
        <p:spPr>
          <a:xfrm>
            <a:off x="98018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3" name="Shape 441"/>
          <p:cNvSpPr/>
          <p:nvPr/>
        </p:nvSpPr>
        <p:spPr>
          <a:xfrm>
            <a:off x="107797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4" name="Shape 442"/>
          <p:cNvSpPr/>
          <p:nvPr/>
        </p:nvSpPr>
        <p:spPr>
          <a:xfrm>
            <a:off x="107797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5" name="Shape 443"/>
          <p:cNvSpPr/>
          <p:nvPr/>
        </p:nvSpPr>
        <p:spPr>
          <a:xfrm>
            <a:off x="215773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31648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47523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263398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9" name="Text 447"/>
          <p:cNvSpPr/>
          <p:nvPr/>
        </p:nvSpPr>
        <p:spPr>
          <a:xfrm>
            <a:off x="231013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50" name="Shape 448"/>
          <p:cNvSpPr/>
          <p:nvPr/>
        </p:nvSpPr>
        <p:spPr>
          <a:xfrm>
            <a:off x="311531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327406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343281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359156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326771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55" name="Shape 453"/>
          <p:cNvSpPr/>
          <p:nvPr/>
        </p:nvSpPr>
        <p:spPr>
          <a:xfrm>
            <a:off x="408051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423926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439801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455676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9" name="Text 457"/>
          <p:cNvSpPr/>
          <p:nvPr/>
        </p:nvSpPr>
        <p:spPr>
          <a:xfrm>
            <a:off x="423291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60" name="Shape 458"/>
          <p:cNvSpPr/>
          <p:nvPr/>
        </p:nvSpPr>
        <p:spPr>
          <a:xfrm>
            <a:off x="50520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52108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53695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55283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52044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5" name="Shape 463"/>
          <p:cNvSpPr/>
          <p:nvPr/>
        </p:nvSpPr>
        <p:spPr>
          <a:xfrm>
            <a:off x="60299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61887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63474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65062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61823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70" name="Shape 468"/>
          <p:cNvSpPr/>
          <p:nvPr/>
        </p:nvSpPr>
        <p:spPr>
          <a:xfrm>
            <a:off x="697357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713232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729107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744982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712597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75" name="Shape 473"/>
          <p:cNvSpPr/>
          <p:nvPr/>
        </p:nvSpPr>
        <p:spPr>
          <a:xfrm>
            <a:off x="94843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96431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8018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9606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9" name="Text 477"/>
          <p:cNvSpPr/>
          <p:nvPr/>
        </p:nvSpPr>
        <p:spPr>
          <a:xfrm>
            <a:off x="96367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80" name="Shape 478"/>
          <p:cNvSpPr/>
          <p:nvPr/>
        </p:nvSpPr>
        <p:spPr>
          <a:xfrm>
            <a:off x="104622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06210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07797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09385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4" name="Text 482"/>
          <p:cNvSpPr/>
          <p:nvPr/>
        </p:nvSpPr>
        <p:spPr>
          <a:xfrm>
            <a:off x="106146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85" name="Shape 483"/>
          <p:cNvSpPr/>
          <p:nvPr/>
        </p:nvSpPr>
        <p:spPr>
          <a:xfrm>
            <a:off x="80098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6" name="Shape 484"/>
          <p:cNvSpPr/>
          <p:nvPr/>
        </p:nvSpPr>
        <p:spPr>
          <a:xfrm>
            <a:off x="825627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7" name="Shape 485"/>
          <p:cNvSpPr/>
          <p:nvPr/>
        </p:nvSpPr>
        <p:spPr>
          <a:xfrm>
            <a:off x="84924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8" name="Shape 486"/>
          <p:cNvSpPr/>
          <p:nvPr/>
        </p:nvSpPr>
        <p:spPr>
          <a:xfrm>
            <a:off x="872998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9" name="Shape 487"/>
          <p:cNvSpPr/>
          <p:nvPr/>
        </p:nvSpPr>
        <p:spPr>
          <a:xfrm>
            <a:off x="89369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90" name="Shape 488"/>
          <p:cNvSpPr/>
          <p:nvPr/>
        </p:nvSpPr>
        <p:spPr>
          <a:xfrm>
            <a:off x="1628140" y="3948430"/>
            <a:ext cx="9832340" cy="996950"/>
          </a:xfrm>
          <a:prstGeom prst="roundRect">
            <a:avLst>
              <a:gd name="adj" fmla="val 733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491" name="Shape 489"/>
          <p:cNvSpPr/>
          <p:nvPr/>
        </p:nvSpPr>
        <p:spPr>
          <a:xfrm>
            <a:off x="2077720" y="4093210"/>
            <a:ext cx="9080500" cy="35941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2077720" y="4093210"/>
            <a:ext cx="9080500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pic>
        <p:nvPicPr>
          <p:cNvPr id="493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4617720"/>
            <a:ext cx="685800" cy="1892300"/>
          </a:xfrm>
          <a:prstGeom prst="rect">
            <a:avLst/>
          </a:prstGeom>
        </p:spPr>
      </p:pic>
      <p:pic>
        <p:nvPicPr>
          <p:cNvPr id="494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4617720"/>
            <a:ext cx="685800" cy="1892300"/>
          </a:xfrm>
          <a:prstGeom prst="rect">
            <a:avLst/>
          </a:prstGeom>
        </p:spPr>
      </p:pic>
      <p:pic>
        <p:nvPicPr>
          <p:cNvPr id="495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617720"/>
            <a:ext cx="685800" cy="1892300"/>
          </a:xfrm>
          <a:prstGeom prst="rect">
            <a:avLst/>
          </a:prstGeom>
        </p:spPr>
      </p:pic>
      <p:pic>
        <p:nvPicPr>
          <p:cNvPr id="496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617720"/>
            <a:ext cx="685800" cy="1892300"/>
          </a:xfrm>
          <a:prstGeom prst="rect">
            <a:avLst/>
          </a:prstGeom>
        </p:spPr>
      </p:pic>
      <p:pic>
        <p:nvPicPr>
          <p:cNvPr id="497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4617720"/>
            <a:ext cx="685800" cy="1892300"/>
          </a:xfrm>
          <a:prstGeom prst="rect">
            <a:avLst/>
          </a:prstGeom>
        </p:spPr>
      </p:pic>
      <p:pic>
        <p:nvPicPr>
          <p:cNvPr id="498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4617720"/>
            <a:ext cx="685800" cy="1892300"/>
          </a:xfrm>
          <a:prstGeom prst="rect">
            <a:avLst/>
          </a:prstGeom>
        </p:spPr>
      </p:pic>
      <p:pic>
        <p:nvPicPr>
          <p:cNvPr id="499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4617720"/>
            <a:ext cx="685800" cy="1892300"/>
          </a:xfrm>
          <a:prstGeom prst="rect">
            <a:avLst/>
          </a:prstGeom>
        </p:spPr>
      </p:pic>
      <p:pic>
        <p:nvPicPr>
          <p:cNvPr id="500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4617720"/>
            <a:ext cx="685800" cy="1892300"/>
          </a:xfrm>
          <a:prstGeom prst="rect">
            <a:avLst/>
          </a:prstGeom>
        </p:spPr>
      </p:pic>
      <p:sp>
        <p:nvSpPr>
          <p:cNvPr id="501" name="Shape 491"/>
          <p:cNvSpPr/>
          <p:nvPr/>
        </p:nvSpPr>
        <p:spPr>
          <a:xfrm>
            <a:off x="215773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2" name="Shape 492"/>
          <p:cNvSpPr/>
          <p:nvPr/>
        </p:nvSpPr>
        <p:spPr>
          <a:xfrm>
            <a:off x="231648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3" name="Shape 493"/>
          <p:cNvSpPr/>
          <p:nvPr/>
        </p:nvSpPr>
        <p:spPr>
          <a:xfrm>
            <a:off x="247523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4" name="Shape 494"/>
          <p:cNvSpPr/>
          <p:nvPr/>
        </p:nvSpPr>
        <p:spPr>
          <a:xfrm>
            <a:off x="263398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5" name="Text 495"/>
          <p:cNvSpPr/>
          <p:nvPr/>
        </p:nvSpPr>
        <p:spPr>
          <a:xfrm>
            <a:off x="231013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06" name="Shape 496"/>
          <p:cNvSpPr/>
          <p:nvPr/>
        </p:nvSpPr>
        <p:spPr>
          <a:xfrm>
            <a:off x="311531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7" name="Shape 497"/>
          <p:cNvSpPr/>
          <p:nvPr/>
        </p:nvSpPr>
        <p:spPr>
          <a:xfrm>
            <a:off x="327406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8" name="Shape 498"/>
          <p:cNvSpPr/>
          <p:nvPr/>
        </p:nvSpPr>
        <p:spPr>
          <a:xfrm>
            <a:off x="343281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9" name="Shape 499"/>
          <p:cNvSpPr/>
          <p:nvPr/>
        </p:nvSpPr>
        <p:spPr>
          <a:xfrm>
            <a:off x="359156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0" name="Text 500"/>
          <p:cNvSpPr/>
          <p:nvPr/>
        </p:nvSpPr>
        <p:spPr>
          <a:xfrm>
            <a:off x="326771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11" name="Shape 501"/>
          <p:cNvSpPr/>
          <p:nvPr/>
        </p:nvSpPr>
        <p:spPr>
          <a:xfrm>
            <a:off x="408051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2" name="Shape 502"/>
          <p:cNvSpPr/>
          <p:nvPr/>
        </p:nvSpPr>
        <p:spPr>
          <a:xfrm>
            <a:off x="423926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3" name="Shape 503"/>
          <p:cNvSpPr/>
          <p:nvPr/>
        </p:nvSpPr>
        <p:spPr>
          <a:xfrm>
            <a:off x="439801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4" name="Shape 504"/>
          <p:cNvSpPr/>
          <p:nvPr/>
        </p:nvSpPr>
        <p:spPr>
          <a:xfrm>
            <a:off x="455676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5" name="Text 505"/>
          <p:cNvSpPr/>
          <p:nvPr/>
        </p:nvSpPr>
        <p:spPr>
          <a:xfrm>
            <a:off x="423291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16" name="Shape 506"/>
          <p:cNvSpPr/>
          <p:nvPr/>
        </p:nvSpPr>
        <p:spPr>
          <a:xfrm>
            <a:off x="50520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7" name="Shape 507"/>
          <p:cNvSpPr/>
          <p:nvPr/>
        </p:nvSpPr>
        <p:spPr>
          <a:xfrm>
            <a:off x="52108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8" name="Shape 508"/>
          <p:cNvSpPr/>
          <p:nvPr/>
        </p:nvSpPr>
        <p:spPr>
          <a:xfrm>
            <a:off x="53695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9" name="Shape 509"/>
          <p:cNvSpPr/>
          <p:nvPr/>
        </p:nvSpPr>
        <p:spPr>
          <a:xfrm>
            <a:off x="55283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0" name="Text 510"/>
          <p:cNvSpPr/>
          <p:nvPr/>
        </p:nvSpPr>
        <p:spPr>
          <a:xfrm>
            <a:off x="52044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21" name="Shape 511"/>
          <p:cNvSpPr/>
          <p:nvPr/>
        </p:nvSpPr>
        <p:spPr>
          <a:xfrm>
            <a:off x="60299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2" name="Shape 512"/>
          <p:cNvSpPr/>
          <p:nvPr/>
        </p:nvSpPr>
        <p:spPr>
          <a:xfrm>
            <a:off x="61887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3" name="Shape 513"/>
          <p:cNvSpPr/>
          <p:nvPr/>
        </p:nvSpPr>
        <p:spPr>
          <a:xfrm>
            <a:off x="63474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4" name="Shape 514"/>
          <p:cNvSpPr/>
          <p:nvPr/>
        </p:nvSpPr>
        <p:spPr>
          <a:xfrm>
            <a:off x="65062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5" name="Text 515"/>
          <p:cNvSpPr/>
          <p:nvPr/>
        </p:nvSpPr>
        <p:spPr>
          <a:xfrm>
            <a:off x="61823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26" name="Shape 516"/>
          <p:cNvSpPr/>
          <p:nvPr/>
        </p:nvSpPr>
        <p:spPr>
          <a:xfrm>
            <a:off x="697357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7" name="Shape 517"/>
          <p:cNvSpPr/>
          <p:nvPr/>
        </p:nvSpPr>
        <p:spPr>
          <a:xfrm>
            <a:off x="713232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8" name="Shape 518"/>
          <p:cNvSpPr/>
          <p:nvPr/>
        </p:nvSpPr>
        <p:spPr>
          <a:xfrm>
            <a:off x="729107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9" name="Shape 519"/>
          <p:cNvSpPr/>
          <p:nvPr/>
        </p:nvSpPr>
        <p:spPr>
          <a:xfrm>
            <a:off x="744982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0" name="Text 520"/>
          <p:cNvSpPr/>
          <p:nvPr/>
        </p:nvSpPr>
        <p:spPr>
          <a:xfrm>
            <a:off x="712597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31" name="Shape 521"/>
          <p:cNvSpPr/>
          <p:nvPr/>
        </p:nvSpPr>
        <p:spPr>
          <a:xfrm>
            <a:off x="94843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2" name="Shape 522"/>
          <p:cNvSpPr/>
          <p:nvPr/>
        </p:nvSpPr>
        <p:spPr>
          <a:xfrm>
            <a:off x="96431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3" name="Shape 523"/>
          <p:cNvSpPr/>
          <p:nvPr/>
        </p:nvSpPr>
        <p:spPr>
          <a:xfrm>
            <a:off x="98018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4" name="Shape 524"/>
          <p:cNvSpPr/>
          <p:nvPr/>
        </p:nvSpPr>
        <p:spPr>
          <a:xfrm>
            <a:off x="99606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5" name="Text 525"/>
          <p:cNvSpPr/>
          <p:nvPr/>
        </p:nvSpPr>
        <p:spPr>
          <a:xfrm>
            <a:off x="96367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536" name="Shape 526"/>
          <p:cNvSpPr/>
          <p:nvPr/>
        </p:nvSpPr>
        <p:spPr>
          <a:xfrm>
            <a:off x="104622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7" name="Shape 527"/>
          <p:cNvSpPr/>
          <p:nvPr/>
        </p:nvSpPr>
        <p:spPr>
          <a:xfrm>
            <a:off x="106210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8" name="Shape 528"/>
          <p:cNvSpPr/>
          <p:nvPr/>
        </p:nvSpPr>
        <p:spPr>
          <a:xfrm>
            <a:off x="107797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9" name="Shape 529"/>
          <p:cNvSpPr/>
          <p:nvPr/>
        </p:nvSpPr>
        <p:spPr>
          <a:xfrm>
            <a:off x="109385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0" name="Text 530"/>
          <p:cNvSpPr/>
          <p:nvPr/>
        </p:nvSpPr>
        <p:spPr>
          <a:xfrm>
            <a:off x="106146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541" name="Shape 531"/>
          <p:cNvSpPr/>
          <p:nvPr/>
        </p:nvSpPr>
        <p:spPr>
          <a:xfrm>
            <a:off x="80098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2" name="Shape 532"/>
          <p:cNvSpPr/>
          <p:nvPr/>
        </p:nvSpPr>
        <p:spPr>
          <a:xfrm>
            <a:off x="825627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3" name="Shape 533"/>
          <p:cNvSpPr/>
          <p:nvPr/>
        </p:nvSpPr>
        <p:spPr>
          <a:xfrm>
            <a:off x="84924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4" name="Shape 534"/>
          <p:cNvSpPr/>
          <p:nvPr/>
        </p:nvSpPr>
        <p:spPr>
          <a:xfrm>
            <a:off x="872998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5" name="Shape 535"/>
          <p:cNvSpPr/>
          <p:nvPr/>
        </p:nvSpPr>
        <p:spPr>
          <a:xfrm>
            <a:off x="89369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6" name="Shape 536"/>
          <p:cNvSpPr/>
          <p:nvPr/>
        </p:nvSpPr>
        <p:spPr>
          <a:xfrm>
            <a:off x="237617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47" name="Text 537"/>
          <p:cNvSpPr/>
          <p:nvPr/>
        </p:nvSpPr>
        <p:spPr>
          <a:xfrm>
            <a:off x="237617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48" name="Shape 538"/>
          <p:cNvSpPr/>
          <p:nvPr/>
        </p:nvSpPr>
        <p:spPr>
          <a:xfrm>
            <a:off x="333375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49" name="Text 539"/>
          <p:cNvSpPr/>
          <p:nvPr/>
        </p:nvSpPr>
        <p:spPr>
          <a:xfrm>
            <a:off x="333375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0" name="Shape 540"/>
          <p:cNvSpPr/>
          <p:nvPr/>
        </p:nvSpPr>
        <p:spPr>
          <a:xfrm>
            <a:off x="429895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1" name="Text 541"/>
          <p:cNvSpPr/>
          <p:nvPr/>
        </p:nvSpPr>
        <p:spPr>
          <a:xfrm>
            <a:off x="429895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2" name="Shape 542"/>
          <p:cNvSpPr/>
          <p:nvPr/>
        </p:nvSpPr>
        <p:spPr>
          <a:xfrm>
            <a:off x="52705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3" name="Text 543"/>
          <p:cNvSpPr/>
          <p:nvPr/>
        </p:nvSpPr>
        <p:spPr>
          <a:xfrm>
            <a:off x="52705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4" name="Shape 544"/>
          <p:cNvSpPr/>
          <p:nvPr/>
        </p:nvSpPr>
        <p:spPr>
          <a:xfrm>
            <a:off x="62484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5" name="Text 545"/>
          <p:cNvSpPr/>
          <p:nvPr/>
        </p:nvSpPr>
        <p:spPr>
          <a:xfrm>
            <a:off x="62484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6" name="Shape 546"/>
          <p:cNvSpPr/>
          <p:nvPr/>
        </p:nvSpPr>
        <p:spPr>
          <a:xfrm>
            <a:off x="719201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7" name="Text 547"/>
          <p:cNvSpPr/>
          <p:nvPr/>
        </p:nvSpPr>
        <p:spPr>
          <a:xfrm>
            <a:off x="719201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8" name="Shape 548"/>
          <p:cNvSpPr/>
          <p:nvPr/>
        </p:nvSpPr>
        <p:spPr>
          <a:xfrm>
            <a:off x="97028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9" name="Text 549"/>
          <p:cNvSpPr/>
          <p:nvPr/>
        </p:nvSpPr>
        <p:spPr>
          <a:xfrm>
            <a:off x="97028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0" name="Shape 550"/>
          <p:cNvSpPr/>
          <p:nvPr/>
        </p:nvSpPr>
        <p:spPr>
          <a:xfrm>
            <a:off x="106807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61" name="Text 551"/>
          <p:cNvSpPr/>
          <p:nvPr/>
        </p:nvSpPr>
        <p:spPr>
          <a:xfrm>
            <a:off x="106807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2" name="Shape 552"/>
          <p:cNvSpPr/>
          <p:nvPr/>
        </p:nvSpPr>
        <p:spPr>
          <a:xfrm>
            <a:off x="247523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3" name="Shape 553"/>
          <p:cNvSpPr/>
          <p:nvPr/>
        </p:nvSpPr>
        <p:spPr>
          <a:xfrm>
            <a:off x="247523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64" name="Shape 554"/>
          <p:cNvSpPr/>
          <p:nvPr/>
        </p:nvSpPr>
        <p:spPr>
          <a:xfrm>
            <a:off x="247523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65" name="Shape 555"/>
          <p:cNvSpPr/>
          <p:nvPr/>
        </p:nvSpPr>
        <p:spPr>
          <a:xfrm>
            <a:off x="343281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6" name="Shape 556"/>
          <p:cNvSpPr/>
          <p:nvPr/>
        </p:nvSpPr>
        <p:spPr>
          <a:xfrm>
            <a:off x="343281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67" name="Shape 557"/>
          <p:cNvSpPr/>
          <p:nvPr/>
        </p:nvSpPr>
        <p:spPr>
          <a:xfrm>
            <a:off x="343281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68" name="Shape 558"/>
          <p:cNvSpPr/>
          <p:nvPr/>
        </p:nvSpPr>
        <p:spPr>
          <a:xfrm>
            <a:off x="439801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9" name="Shape 559"/>
          <p:cNvSpPr/>
          <p:nvPr/>
        </p:nvSpPr>
        <p:spPr>
          <a:xfrm>
            <a:off x="439801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0" name="Shape 560"/>
          <p:cNvSpPr/>
          <p:nvPr/>
        </p:nvSpPr>
        <p:spPr>
          <a:xfrm>
            <a:off x="439801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1" name="Shape 561"/>
          <p:cNvSpPr/>
          <p:nvPr/>
        </p:nvSpPr>
        <p:spPr>
          <a:xfrm>
            <a:off x="53695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2" name="Shape 562"/>
          <p:cNvSpPr/>
          <p:nvPr/>
        </p:nvSpPr>
        <p:spPr>
          <a:xfrm>
            <a:off x="53695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3" name="Shape 563"/>
          <p:cNvSpPr/>
          <p:nvPr/>
        </p:nvSpPr>
        <p:spPr>
          <a:xfrm>
            <a:off x="53695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4" name="Shape 564"/>
          <p:cNvSpPr/>
          <p:nvPr/>
        </p:nvSpPr>
        <p:spPr>
          <a:xfrm>
            <a:off x="63474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5" name="Shape 565"/>
          <p:cNvSpPr/>
          <p:nvPr/>
        </p:nvSpPr>
        <p:spPr>
          <a:xfrm>
            <a:off x="63474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6" name="Shape 566"/>
          <p:cNvSpPr/>
          <p:nvPr/>
        </p:nvSpPr>
        <p:spPr>
          <a:xfrm>
            <a:off x="63474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7" name="Shape 567"/>
          <p:cNvSpPr/>
          <p:nvPr/>
        </p:nvSpPr>
        <p:spPr>
          <a:xfrm>
            <a:off x="729107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8" name="Shape 568"/>
          <p:cNvSpPr/>
          <p:nvPr/>
        </p:nvSpPr>
        <p:spPr>
          <a:xfrm>
            <a:off x="729107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9" name="Shape 569"/>
          <p:cNvSpPr/>
          <p:nvPr/>
        </p:nvSpPr>
        <p:spPr>
          <a:xfrm>
            <a:off x="729107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0" name="Shape 570"/>
          <p:cNvSpPr/>
          <p:nvPr/>
        </p:nvSpPr>
        <p:spPr>
          <a:xfrm>
            <a:off x="98018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81" name="Shape 571"/>
          <p:cNvSpPr/>
          <p:nvPr/>
        </p:nvSpPr>
        <p:spPr>
          <a:xfrm>
            <a:off x="98018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82" name="Shape 572"/>
          <p:cNvSpPr/>
          <p:nvPr/>
        </p:nvSpPr>
        <p:spPr>
          <a:xfrm>
            <a:off x="98018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3" name="Shape 573"/>
          <p:cNvSpPr/>
          <p:nvPr/>
        </p:nvSpPr>
        <p:spPr>
          <a:xfrm>
            <a:off x="107797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84" name="Shape 574"/>
          <p:cNvSpPr/>
          <p:nvPr/>
        </p:nvSpPr>
        <p:spPr>
          <a:xfrm>
            <a:off x="107797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85" name="Shape 575"/>
          <p:cNvSpPr/>
          <p:nvPr/>
        </p:nvSpPr>
        <p:spPr>
          <a:xfrm>
            <a:off x="107797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6" name="Shape 576"/>
          <p:cNvSpPr/>
          <p:nvPr/>
        </p:nvSpPr>
        <p:spPr>
          <a:xfrm>
            <a:off x="1944370" y="5488940"/>
            <a:ext cx="948817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587" name="Text 577"/>
          <p:cNvSpPr/>
          <p:nvPr/>
        </p:nvSpPr>
        <p:spPr>
          <a:xfrm>
            <a:off x="1944370" y="5488940"/>
            <a:ext cx="948817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pic>
        <p:nvPicPr>
          <p:cNvPr id="588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5237480"/>
            <a:ext cx="133350" cy="254000"/>
          </a:xfrm>
          <a:prstGeom prst="rect">
            <a:avLst/>
          </a:prstGeom>
        </p:spPr>
      </p:pic>
      <p:pic>
        <p:nvPicPr>
          <p:cNvPr id="589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6134100"/>
            <a:ext cx="133350" cy="254000"/>
          </a:xfrm>
          <a:prstGeom prst="rect">
            <a:avLst/>
          </a:prstGeom>
        </p:spPr>
      </p:pic>
      <p:pic>
        <p:nvPicPr>
          <p:cNvPr id="590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237480"/>
            <a:ext cx="133350" cy="254000"/>
          </a:xfrm>
          <a:prstGeom prst="rect">
            <a:avLst/>
          </a:prstGeom>
        </p:spPr>
      </p:pic>
      <p:pic>
        <p:nvPicPr>
          <p:cNvPr id="591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6134100"/>
            <a:ext cx="133350" cy="254000"/>
          </a:xfrm>
          <a:prstGeom prst="rect">
            <a:avLst/>
          </a:prstGeom>
        </p:spPr>
      </p:pic>
      <p:pic>
        <p:nvPicPr>
          <p:cNvPr id="592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5237480"/>
            <a:ext cx="133350" cy="254000"/>
          </a:xfrm>
          <a:prstGeom prst="rect">
            <a:avLst/>
          </a:prstGeom>
        </p:spPr>
      </p:pic>
      <p:pic>
        <p:nvPicPr>
          <p:cNvPr id="593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6134100"/>
            <a:ext cx="133350" cy="254000"/>
          </a:xfrm>
          <a:prstGeom prst="rect">
            <a:avLst/>
          </a:prstGeom>
        </p:spPr>
      </p:pic>
      <p:pic>
        <p:nvPicPr>
          <p:cNvPr id="594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5237480"/>
            <a:ext cx="133350" cy="254000"/>
          </a:xfrm>
          <a:prstGeom prst="rect">
            <a:avLst/>
          </a:prstGeom>
        </p:spPr>
      </p:pic>
      <p:pic>
        <p:nvPicPr>
          <p:cNvPr id="595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6134100"/>
            <a:ext cx="133350" cy="254000"/>
          </a:xfrm>
          <a:prstGeom prst="rect">
            <a:avLst/>
          </a:prstGeom>
        </p:spPr>
      </p:pic>
      <p:pic>
        <p:nvPicPr>
          <p:cNvPr id="596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5237480"/>
            <a:ext cx="133350" cy="254000"/>
          </a:xfrm>
          <a:prstGeom prst="rect">
            <a:avLst/>
          </a:prstGeom>
        </p:spPr>
      </p:pic>
      <p:pic>
        <p:nvPicPr>
          <p:cNvPr id="597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6134100"/>
            <a:ext cx="133350" cy="254000"/>
          </a:xfrm>
          <a:prstGeom prst="rect">
            <a:avLst/>
          </a:prstGeom>
        </p:spPr>
      </p:pic>
      <p:pic>
        <p:nvPicPr>
          <p:cNvPr id="598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5237480"/>
            <a:ext cx="133350" cy="254000"/>
          </a:xfrm>
          <a:prstGeom prst="rect">
            <a:avLst/>
          </a:prstGeom>
        </p:spPr>
      </p:pic>
      <p:pic>
        <p:nvPicPr>
          <p:cNvPr id="599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6134100"/>
            <a:ext cx="133350" cy="254000"/>
          </a:xfrm>
          <a:prstGeom prst="rect">
            <a:avLst/>
          </a:prstGeom>
        </p:spPr>
      </p:pic>
      <p:pic>
        <p:nvPicPr>
          <p:cNvPr id="600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5237480"/>
            <a:ext cx="133350" cy="254000"/>
          </a:xfrm>
          <a:prstGeom prst="rect">
            <a:avLst/>
          </a:prstGeom>
        </p:spPr>
      </p:pic>
      <p:pic>
        <p:nvPicPr>
          <p:cNvPr id="601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6134100"/>
            <a:ext cx="133350" cy="254000"/>
          </a:xfrm>
          <a:prstGeom prst="rect">
            <a:avLst/>
          </a:prstGeom>
        </p:spPr>
      </p:pic>
      <p:pic>
        <p:nvPicPr>
          <p:cNvPr id="602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5237480"/>
            <a:ext cx="133350" cy="254000"/>
          </a:xfrm>
          <a:prstGeom prst="rect">
            <a:avLst/>
          </a:prstGeom>
        </p:spPr>
      </p:pic>
      <p:pic>
        <p:nvPicPr>
          <p:cNvPr id="603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6134100"/>
            <a:ext cx="133350" cy="254000"/>
          </a:xfrm>
          <a:prstGeom prst="rect">
            <a:avLst/>
          </a:prstGeom>
        </p:spPr>
      </p:pic>
      <p:sp>
        <p:nvSpPr>
          <p:cNvPr id="604" name="Shape 578"/>
          <p:cNvSpPr/>
          <p:nvPr/>
        </p:nvSpPr>
        <p:spPr>
          <a:xfrm>
            <a:off x="215773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5" name="Shape 579"/>
          <p:cNvSpPr/>
          <p:nvPr/>
        </p:nvSpPr>
        <p:spPr>
          <a:xfrm>
            <a:off x="231648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6" name="Shape 580"/>
          <p:cNvSpPr/>
          <p:nvPr/>
        </p:nvSpPr>
        <p:spPr>
          <a:xfrm>
            <a:off x="247523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7" name="Shape 581"/>
          <p:cNvSpPr/>
          <p:nvPr/>
        </p:nvSpPr>
        <p:spPr>
          <a:xfrm>
            <a:off x="263398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8" name="Text 582"/>
          <p:cNvSpPr/>
          <p:nvPr/>
        </p:nvSpPr>
        <p:spPr>
          <a:xfrm>
            <a:off x="231013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09" name="Shape 583"/>
          <p:cNvSpPr/>
          <p:nvPr/>
        </p:nvSpPr>
        <p:spPr>
          <a:xfrm>
            <a:off x="311531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0" name="Shape 584"/>
          <p:cNvSpPr/>
          <p:nvPr/>
        </p:nvSpPr>
        <p:spPr>
          <a:xfrm>
            <a:off x="327406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1" name="Shape 585"/>
          <p:cNvSpPr/>
          <p:nvPr/>
        </p:nvSpPr>
        <p:spPr>
          <a:xfrm>
            <a:off x="343281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2" name="Shape 586"/>
          <p:cNvSpPr/>
          <p:nvPr/>
        </p:nvSpPr>
        <p:spPr>
          <a:xfrm>
            <a:off x="359156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3" name="Text 587"/>
          <p:cNvSpPr/>
          <p:nvPr/>
        </p:nvSpPr>
        <p:spPr>
          <a:xfrm>
            <a:off x="326771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14" name="Shape 588"/>
          <p:cNvSpPr/>
          <p:nvPr/>
        </p:nvSpPr>
        <p:spPr>
          <a:xfrm>
            <a:off x="408051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5" name="Shape 589"/>
          <p:cNvSpPr/>
          <p:nvPr/>
        </p:nvSpPr>
        <p:spPr>
          <a:xfrm>
            <a:off x="423926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6" name="Shape 590"/>
          <p:cNvSpPr/>
          <p:nvPr/>
        </p:nvSpPr>
        <p:spPr>
          <a:xfrm>
            <a:off x="439801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7" name="Shape 591"/>
          <p:cNvSpPr/>
          <p:nvPr/>
        </p:nvSpPr>
        <p:spPr>
          <a:xfrm>
            <a:off x="455676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8" name="Text 592"/>
          <p:cNvSpPr/>
          <p:nvPr/>
        </p:nvSpPr>
        <p:spPr>
          <a:xfrm>
            <a:off x="423291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19" name="Shape 593"/>
          <p:cNvSpPr/>
          <p:nvPr/>
        </p:nvSpPr>
        <p:spPr>
          <a:xfrm>
            <a:off x="50520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0" name="Shape 594"/>
          <p:cNvSpPr/>
          <p:nvPr/>
        </p:nvSpPr>
        <p:spPr>
          <a:xfrm>
            <a:off x="52108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1" name="Shape 595"/>
          <p:cNvSpPr/>
          <p:nvPr/>
        </p:nvSpPr>
        <p:spPr>
          <a:xfrm>
            <a:off x="53695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2" name="Shape 596"/>
          <p:cNvSpPr/>
          <p:nvPr/>
        </p:nvSpPr>
        <p:spPr>
          <a:xfrm>
            <a:off x="55283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3" name="Text 597"/>
          <p:cNvSpPr/>
          <p:nvPr/>
        </p:nvSpPr>
        <p:spPr>
          <a:xfrm>
            <a:off x="52044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24" name="Shape 598"/>
          <p:cNvSpPr/>
          <p:nvPr/>
        </p:nvSpPr>
        <p:spPr>
          <a:xfrm>
            <a:off x="60299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5" name="Shape 599"/>
          <p:cNvSpPr/>
          <p:nvPr/>
        </p:nvSpPr>
        <p:spPr>
          <a:xfrm>
            <a:off x="61887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6" name="Shape 600"/>
          <p:cNvSpPr/>
          <p:nvPr/>
        </p:nvSpPr>
        <p:spPr>
          <a:xfrm>
            <a:off x="63474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7" name="Shape 601"/>
          <p:cNvSpPr/>
          <p:nvPr/>
        </p:nvSpPr>
        <p:spPr>
          <a:xfrm>
            <a:off x="65062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8" name="Text 602"/>
          <p:cNvSpPr/>
          <p:nvPr/>
        </p:nvSpPr>
        <p:spPr>
          <a:xfrm>
            <a:off x="61823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29" name="Shape 603"/>
          <p:cNvSpPr/>
          <p:nvPr/>
        </p:nvSpPr>
        <p:spPr>
          <a:xfrm>
            <a:off x="697357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0" name="Shape 604"/>
          <p:cNvSpPr/>
          <p:nvPr/>
        </p:nvSpPr>
        <p:spPr>
          <a:xfrm>
            <a:off x="713232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1" name="Shape 605"/>
          <p:cNvSpPr/>
          <p:nvPr/>
        </p:nvSpPr>
        <p:spPr>
          <a:xfrm>
            <a:off x="729107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2" name="Shape 606"/>
          <p:cNvSpPr/>
          <p:nvPr/>
        </p:nvSpPr>
        <p:spPr>
          <a:xfrm>
            <a:off x="744982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3" name="Text 607"/>
          <p:cNvSpPr/>
          <p:nvPr/>
        </p:nvSpPr>
        <p:spPr>
          <a:xfrm>
            <a:off x="712597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34" name="Shape 608"/>
          <p:cNvSpPr/>
          <p:nvPr/>
        </p:nvSpPr>
        <p:spPr>
          <a:xfrm>
            <a:off x="94843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5" name="Shape 609"/>
          <p:cNvSpPr/>
          <p:nvPr/>
        </p:nvSpPr>
        <p:spPr>
          <a:xfrm>
            <a:off x="96431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6" name="Shape 610"/>
          <p:cNvSpPr/>
          <p:nvPr/>
        </p:nvSpPr>
        <p:spPr>
          <a:xfrm>
            <a:off x="98018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7" name="Shape 611"/>
          <p:cNvSpPr/>
          <p:nvPr/>
        </p:nvSpPr>
        <p:spPr>
          <a:xfrm>
            <a:off x="99606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8" name="Text 612"/>
          <p:cNvSpPr/>
          <p:nvPr/>
        </p:nvSpPr>
        <p:spPr>
          <a:xfrm>
            <a:off x="96367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39" name="Shape 613"/>
          <p:cNvSpPr/>
          <p:nvPr/>
        </p:nvSpPr>
        <p:spPr>
          <a:xfrm>
            <a:off x="104622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0" name="Shape 614"/>
          <p:cNvSpPr/>
          <p:nvPr/>
        </p:nvSpPr>
        <p:spPr>
          <a:xfrm>
            <a:off x="106210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1" name="Shape 615"/>
          <p:cNvSpPr/>
          <p:nvPr/>
        </p:nvSpPr>
        <p:spPr>
          <a:xfrm>
            <a:off x="107797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2" name="Shape 616"/>
          <p:cNvSpPr/>
          <p:nvPr/>
        </p:nvSpPr>
        <p:spPr>
          <a:xfrm>
            <a:off x="109385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3" name="Text 617"/>
          <p:cNvSpPr/>
          <p:nvPr/>
        </p:nvSpPr>
        <p:spPr>
          <a:xfrm>
            <a:off x="106146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644" name="Shape 618"/>
          <p:cNvSpPr/>
          <p:nvPr/>
        </p:nvSpPr>
        <p:spPr>
          <a:xfrm>
            <a:off x="80098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5" name="Shape 619"/>
          <p:cNvSpPr/>
          <p:nvPr/>
        </p:nvSpPr>
        <p:spPr>
          <a:xfrm>
            <a:off x="825627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6" name="Shape 620"/>
          <p:cNvSpPr/>
          <p:nvPr/>
        </p:nvSpPr>
        <p:spPr>
          <a:xfrm>
            <a:off x="84924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7" name="Shape 621"/>
          <p:cNvSpPr/>
          <p:nvPr/>
        </p:nvSpPr>
        <p:spPr>
          <a:xfrm>
            <a:off x="872998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8" name="Shape 622"/>
          <p:cNvSpPr/>
          <p:nvPr/>
        </p:nvSpPr>
        <p:spPr>
          <a:xfrm>
            <a:off x="89369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9" name="Text 623"/>
          <p:cNvSpPr/>
          <p:nvPr/>
        </p:nvSpPr>
        <p:spPr>
          <a:xfrm>
            <a:off x="431800" y="502188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650" name="Text 624"/>
          <p:cNvSpPr/>
          <p:nvPr/>
        </p:nvSpPr>
        <p:spPr>
          <a:xfrm>
            <a:off x="431800" y="52339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51" name="Text 625"/>
          <p:cNvSpPr/>
          <p:nvPr/>
        </p:nvSpPr>
        <p:spPr>
          <a:xfrm>
            <a:off x="431800" y="56467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652" name="Text 626"/>
          <p:cNvSpPr/>
          <p:nvPr/>
        </p:nvSpPr>
        <p:spPr>
          <a:xfrm>
            <a:off x="431800" y="586008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653" name="Text 627"/>
          <p:cNvSpPr/>
          <p:nvPr/>
        </p:nvSpPr>
        <p:spPr>
          <a:xfrm>
            <a:off x="431800" y="617885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654" name="Text 628"/>
          <p:cNvSpPr/>
          <p:nvPr/>
        </p:nvSpPr>
        <p:spPr>
          <a:xfrm>
            <a:off x="431800" y="637824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55" name="Shape 629"/>
          <p:cNvSpPr/>
          <p:nvPr/>
        </p:nvSpPr>
        <p:spPr>
          <a:xfrm>
            <a:off x="3383280" y="6605270"/>
            <a:ext cx="3702050" cy="17399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656" name="Text 630"/>
          <p:cNvSpPr/>
          <p:nvPr/>
        </p:nvSpPr>
        <p:spPr>
          <a:xfrm>
            <a:off x="1424940" y="661007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Word_Embedding + Positional_Information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4840" y="664210"/>
            <a:ext cx="10914380" cy="611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5773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648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7523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3398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013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1531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406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281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156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771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8051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926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801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676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291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520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08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95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83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44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299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87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74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062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23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7357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107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4982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597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4843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31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018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606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367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4622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10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797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385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146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0098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7" name="Shape 45"/>
          <p:cNvSpPr/>
          <p:nvPr/>
        </p:nvSpPr>
        <p:spPr>
          <a:xfrm>
            <a:off x="825627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" name="Shape 46"/>
          <p:cNvSpPr/>
          <p:nvPr/>
        </p:nvSpPr>
        <p:spPr>
          <a:xfrm>
            <a:off x="84924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9" name="Shape 47"/>
          <p:cNvSpPr/>
          <p:nvPr/>
        </p:nvSpPr>
        <p:spPr>
          <a:xfrm>
            <a:off x="872998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0" name="Shape 48"/>
          <p:cNvSpPr/>
          <p:nvPr/>
        </p:nvSpPr>
        <p:spPr>
          <a:xfrm>
            <a:off x="89369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1" name="Shape 49"/>
          <p:cNvSpPr/>
          <p:nvPr/>
        </p:nvSpPr>
        <p:spPr>
          <a:xfrm>
            <a:off x="1628140" y="1276350"/>
            <a:ext cx="9832340" cy="916940"/>
          </a:xfrm>
          <a:prstGeom prst="roundRect">
            <a:avLst>
              <a:gd name="adj" fmla="val 797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52" name="Shape 50"/>
          <p:cNvSpPr/>
          <p:nvPr/>
        </p:nvSpPr>
        <p:spPr>
          <a:xfrm>
            <a:off x="2077720" y="1355090"/>
            <a:ext cx="9080500" cy="35560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77720" y="1355090"/>
            <a:ext cx="908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pic>
        <p:nvPicPr>
          <p:cNvPr id="54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1893570"/>
            <a:ext cx="685800" cy="1921510"/>
          </a:xfrm>
          <a:prstGeom prst="rect">
            <a:avLst/>
          </a:prstGeom>
        </p:spPr>
      </p:pic>
      <p:pic>
        <p:nvPicPr>
          <p:cNvPr id="55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1893570"/>
            <a:ext cx="685800" cy="1921510"/>
          </a:xfrm>
          <a:prstGeom prst="rect">
            <a:avLst/>
          </a:prstGeom>
        </p:spPr>
      </p:pic>
      <p:pic>
        <p:nvPicPr>
          <p:cNvPr id="56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1893570"/>
            <a:ext cx="685800" cy="1921510"/>
          </a:xfrm>
          <a:prstGeom prst="rect">
            <a:avLst/>
          </a:prstGeom>
        </p:spPr>
      </p:pic>
      <p:pic>
        <p:nvPicPr>
          <p:cNvPr id="57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93570"/>
            <a:ext cx="685800" cy="1921510"/>
          </a:xfrm>
          <a:prstGeom prst="rect">
            <a:avLst/>
          </a:prstGeom>
        </p:spPr>
      </p:pic>
      <p:pic>
        <p:nvPicPr>
          <p:cNvPr id="58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1893570"/>
            <a:ext cx="685800" cy="1921510"/>
          </a:xfrm>
          <a:prstGeom prst="rect">
            <a:avLst/>
          </a:prstGeom>
        </p:spPr>
      </p:pic>
      <p:pic>
        <p:nvPicPr>
          <p:cNvPr id="59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1893570"/>
            <a:ext cx="685800" cy="1921510"/>
          </a:xfrm>
          <a:prstGeom prst="rect">
            <a:avLst/>
          </a:prstGeom>
        </p:spPr>
      </p:pic>
      <p:pic>
        <p:nvPicPr>
          <p:cNvPr id="60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1893570"/>
            <a:ext cx="685800" cy="1921510"/>
          </a:xfrm>
          <a:prstGeom prst="rect">
            <a:avLst/>
          </a:prstGeom>
        </p:spPr>
      </p:pic>
      <p:pic>
        <p:nvPicPr>
          <p:cNvPr id="61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1893570"/>
            <a:ext cx="685800" cy="1921510"/>
          </a:xfrm>
          <a:prstGeom prst="rect">
            <a:avLst/>
          </a:prstGeom>
        </p:spPr>
      </p:pic>
      <p:sp>
        <p:nvSpPr>
          <p:cNvPr id="62" name="Shape 52"/>
          <p:cNvSpPr/>
          <p:nvPr/>
        </p:nvSpPr>
        <p:spPr>
          <a:xfrm>
            <a:off x="215773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31648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247523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263398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231013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7" name="Shape 57"/>
          <p:cNvSpPr/>
          <p:nvPr/>
        </p:nvSpPr>
        <p:spPr>
          <a:xfrm>
            <a:off x="311531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327406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343281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359156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" name="Text 61"/>
          <p:cNvSpPr/>
          <p:nvPr/>
        </p:nvSpPr>
        <p:spPr>
          <a:xfrm>
            <a:off x="326771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2" name="Shape 62"/>
          <p:cNvSpPr/>
          <p:nvPr/>
        </p:nvSpPr>
        <p:spPr>
          <a:xfrm>
            <a:off x="408051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423926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439801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455676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6" name="Text 66"/>
          <p:cNvSpPr/>
          <p:nvPr/>
        </p:nvSpPr>
        <p:spPr>
          <a:xfrm>
            <a:off x="423291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7" name="Shape 67"/>
          <p:cNvSpPr/>
          <p:nvPr/>
        </p:nvSpPr>
        <p:spPr>
          <a:xfrm>
            <a:off x="50520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52108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53695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55283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1" name="Text 71"/>
          <p:cNvSpPr/>
          <p:nvPr/>
        </p:nvSpPr>
        <p:spPr>
          <a:xfrm>
            <a:off x="52044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2" name="Shape 72"/>
          <p:cNvSpPr/>
          <p:nvPr/>
        </p:nvSpPr>
        <p:spPr>
          <a:xfrm>
            <a:off x="60299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61887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63474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65062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6" name="Text 76"/>
          <p:cNvSpPr/>
          <p:nvPr/>
        </p:nvSpPr>
        <p:spPr>
          <a:xfrm>
            <a:off x="61823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7" name="Shape 77"/>
          <p:cNvSpPr/>
          <p:nvPr/>
        </p:nvSpPr>
        <p:spPr>
          <a:xfrm>
            <a:off x="697357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713232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729107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0" name="Shape 80"/>
          <p:cNvSpPr/>
          <p:nvPr/>
        </p:nvSpPr>
        <p:spPr>
          <a:xfrm>
            <a:off x="744982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1" name="Text 81"/>
          <p:cNvSpPr/>
          <p:nvPr/>
        </p:nvSpPr>
        <p:spPr>
          <a:xfrm>
            <a:off x="712597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2" name="Shape 82"/>
          <p:cNvSpPr/>
          <p:nvPr/>
        </p:nvSpPr>
        <p:spPr>
          <a:xfrm>
            <a:off x="94843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3" name="Shape 83"/>
          <p:cNvSpPr/>
          <p:nvPr/>
        </p:nvSpPr>
        <p:spPr>
          <a:xfrm>
            <a:off x="96431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98018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5" name="Shape 85"/>
          <p:cNvSpPr/>
          <p:nvPr/>
        </p:nvSpPr>
        <p:spPr>
          <a:xfrm>
            <a:off x="99606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6" name="Text 86"/>
          <p:cNvSpPr/>
          <p:nvPr/>
        </p:nvSpPr>
        <p:spPr>
          <a:xfrm>
            <a:off x="96367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97" name="Shape 87"/>
          <p:cNvSpPr/>
          <p:nvPr/>
        </p:nvSpPr>
        <p:spPr>
          <a:xfrm>
            <a:off x="104622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8" name="Shape 88"/>
          <p:cNvSpPr/>
          <p:nvPr/>
        </p:nvSpPr>
        <p:spPr>
          <a:xfrm>
            <a:off x="106210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9" name="Shape 89"/>
          <p:cNvSpPr/>
          <p:nvPr/>
        </p:nvSpPr>
        <p:spPr>
          <a:xfrm>
            <a:off x="107797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0" name="Shape 90"/>
          <p:cNvSpPr/>
          <p:nvPr/>
        </p:nvSpPr>
        <p:spPr>
          <a:xfrm>
            <a:off x="109385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1" name="Text 91"/>
          <p:cNvSpPr/>
          <p:nvPr/>
        </p:nvSpPr>
        <p:spPr>
          <a:xfrm>
            <a:off x="106146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02" name="Shape 92"/>
          <p:cNvSpPr/>
          <p:nvPr/>
        </p:nvSpPr>
        <p:spPr>
          <a:xfrm>
            <a:off x="80098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3" name="Shape 93"/>
          <p:cNvSpPr/>
          <p:nvPr/>
        </p:nvSpPr>
        <p:spPr>
          <a:xfrm>
            <a:off x="825627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4" name="Shape 94"/>
          <p:cNvSpPr/>
          <p:nvPr/>
        </p:nvSpPr>
        <p:spPr>
          <a:xfrm>
            <a:off x="84924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5" name="Shape 95"/>
          <p:cNvSpPr/>
          <p:nvPr/>
        </p:nvSpPr>
        <p:spPr>
          <a:xfrm>
            <a:off x="872998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6" name="Shape 96"/>
          <p:cNvSpPr/>
          <p:nvPr/>
        </p:nvSpPr>
        <p:spPr>
          <a:xfrm>
            <a:off x="89369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7" name="Shape 97"/>
          <p:cNvSpPr/>
          <p:nvPr/>
        </p:nvSpPr>
        <p:spPr>
          <a:xfrm>
            <a:off x="237617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08" name="Text 98"/>
          <p:cNvSpPr/>
          <p:nvPr/>
        </p:nvSpPr>
        <p:spPr>
          <a:xfrm>
            <a:off x="237617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09" name="Shape 99"/>
          <p:cNvSpPr/>
          <p:nvPr/>
        </p:nvSpPr>
        <p:spPr>
          <a:xfrm>
            <a:off x="333375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0" name="Text 100"/>
          <p:cNvSpPr/>
          <p:nvPr/>
        </p:nvSpPr>
        <p:spPr>
          <a:xfrm>
            <a:off x="333375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1" name="Shape 101"/>
          <p:cNvSpPr/>
          <p:nvPr/>
        </p:nvSpPr>
        <p:spPr>
          <a:xfrm>
            <a:off x="429895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2" name="Text 102"/>
          <p:cNvSpPr/>
          <p:nvPr/>
        </p:nvSpPr>
        <p:spPr>
          <a:xfrm>
            <a:off x="429895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3" name="Shape 103"/>
          <p:cNvSpPr/>
          <p:nvPr/>
        </p:nvSpPr>
        <p:spPr>
          <a:xfrm>
            <a:off x="52705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4" name="Text 104"/>
          <p:cNvSpPr/>
          <p:nvPr/>
        </p:nvSpPr>
        <p:spPr>
          <a:xfrm>
            <a:off x="52705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5" name="Shape 105"/>
          <p:cNvSpPr/>
          <p:nvPr/>
        </p:nvSpPr>
        <p:spPr>
          <a:xfrm>
            <a:off x="62484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6" name="Text 106"/>
          <p:cNvSpPr/>
          <p:nvPr/>
        </p:nvSpPr>
        <p:spPr>
          <a:xfrm>
            <a:off x="62484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7" name="Shape 107"/>
          <p:cNvSpPr/>
          <p:nvPr/>
        </p:nvSpPr>
        <p:spPr>
          <a:xfrm>
            <a:off x="719201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8" name="Text 108"/>
          <p:cNvSpPr/>
          <p:nvPr/>
        </p:nvSpPr>
        <p:spPr>
          <a:xfrm>
            <a:off x="719201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9" name="Shape 109"/>
          <p:cNvSpPr/>
          <p:nvPr/>
        </p:nvSpPr>
        <p:spPr>
          <a:xfrm>
            <a:off x="97028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0" name="Text 110"/>
          <p:cNvSpPr/>
          <p:nvPr/>
        </p:nvSpPr>
        <p:spPr>
          <a:xfrm>
            <a:off x="97028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1" name="Shape 111"/>
          <p:cNvSpPr/>
          <p:nvPr/>
        </p:nvSpPr>
        <p:spPr>
          <a:xfrm>
            <a:off x="106807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2" name="Text 112"/>
          <p:cNvSpPr/>
          <p:nvPr/>
        </p:nvSpPr>
        <p:spPr>
          <a:xfrm>
            <a:off x="106807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3" name="Shape 113"/>
          <p:cNvSpPr/>
          <p:nvPr/>
        </p:nvSpPr>
        <p:spPr>
          <a:xfrm>
            <a:off x="247523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24" name="Shape 114"/>
          <p:cNvSpPr/>
          <p:nvPr/>
        </p:nvSpPr>
        <p:spPr>
          <a:xfrm>
            <a:off x="247523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25" name="Shape 115"/>
          <p:cNvSpPr/>
          <p:nvPr/>
        </p:nvSpPr>
        <p:spPr>
          <a:xfrm>
            <a:off x="247523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6" name="Shape 116"/>
          <p:cNvSpPr/>
          <p:nvPr/>
        </p:nvSpPr>
        <p:spPr>
          <a:xfrm>
            <a:off x="343281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27" name="Shape 117"/>
          <p:cNvSpPr/>
          <p:nvPr/>
        </p:nvSpPr>
        <p:spPr>
          <a:xfrm>
            <a:off x="343281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28" name="Shape 118"/>
          <p:cNvSpPr/>
          <p:nvPr/>
        </p:nvSpPr>
        <p:spPr>
          <a:xfrm>
            <a:off x="343281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9" name="Shape 119"/>
          <p:cNvSpPr/>
          <p:nvPr/>
        </p:nvSpPr>
        <p:spPr>
          <a:xfrm>
            <a:off x="439801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0" name="Shape 120"/>
          <p:cNvSpPr/>
          <p:nvPr/>
        </p:nvSpPr>
        <p:spPr>
          <a:xfrm>
            <a:off x="439801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1" name="Shape 121"/>
          <p:cNvSpPr/>
          <p:nvPr/>
        </p:nvSpPr>
        <p:spPr>
          <a:xfrm>
            <a:off x="439801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32" name="Shape 122"/>
          <p:cNvSpPr/>
          <p:nvPr/>
        </p:nvSpPr>
        <p:spPr>
          <a:xfrm>
            <a:off x="53695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3" name="Shape 123"/>
          <p:cNvSpPr/>
          <p:nvPr/>
        </p:nvSpPr>
        <p:spPr>
          <a:xfrm>
            <a:off x="53695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4" name="Shape 124"/>
          <p:cNvSpPr/>
          <p:nvPr/>
        </p:nvSpPr>
        <p:spPr>
          <a:xfrm>
            <a:off x="53695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35" name="Shape 125"/>
          <p:cNvSpPr/>
          <p:nvPr/>
        </p:nvSpPr>
        <p:spPr>
          <a:xfrm>
            <a:off x="63474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6" name="Shape 126"/>
          <p:cNvSpPr/>
          <p:nvPr/>
        </p:nvSpPr>
        <p:spPr>
          <a:xfrm>
            <a:off x="63474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7" name="Shape 127"/>
          <p:cNvSpPr/>
          <p:nvPr/>
        </p:nvSpPr>
        <p:spPr>
          <a:xfrm>
            <a:off x="63474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38" name="Shape 128"/>
          <p:cNvSpPr/>
          <p:nvPr/>
        </p:nvSpPr>
        <p:spPr>
          <a:xfrm>
            <a:off x="729107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9" name="Shape 129"/>
          <p:cNvSpPr/>
          <p:nvPr/>
        </p:nvSpPr>
        <p:spPr>
          <a:xfrm>
            <a:off x="729107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0" name="Shape 130"/>
          <p:cNvSpPr/>
          <p:nvPr/>
        </p:nvSpPr>
        <p:spPr>
          <a:xfrm>
            <a:off x="729107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1" name="Shape 131"/>
          <p:cNvSpPr/>
          <p:nvPr/>
        </p:nvSpPr>
        <p:spPr>
          <a:xfrm>
            <a:off x="98018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42" name="Shape 132"/>
          <p:cNvSpPr/>
          <p:nvPr/>
        </p:nvSpPr>
        <p:spPr>
          <a:xfrm>
            <a:off x="98018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3" name="Shape 133"/>
          <p:cNvSpPr/>
          <p:nvPr/>
        </p:nvSpPr>
        <p:spPr>
          <a:xfrm>
            <a:off x="98018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4" name="Shape 134"/>
          <p:cNvSpPr/>
          <p:nvPr/>
        </p:nvSpPr>
        <p:spPr>
          <a:xfrm>
            <a:off x="107797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45" name="Shape 135"/>
          <p:cNvSpPr/>
          <p:nvPr/>
        </p:nvSpPr>
        <p:spPr>
          <a:xfrm>
            <a:off x="107797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6" name="Shape 136"/>
          <p:cNvSpPr/>
          <p:nvPr/>
        </p:nvSpPr>
        <p:spPr>
          <a:xfrm>
            <a:off x="107797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7" name="Shape 137"/>
          <p:cNvSpPr/>
          <p:nvPr/>
        </p:nvSpPr>
        <p:spPr>
          <a:xfrm>
            <a:off x="1917700" y="2738120"/>
            <a:ext cx="9516110" cy="770890"/>
          </a:xfrm>
          <a:prstGeom prst="rect">
            <a:avLst/>
          </a:prstGeom>
          <a:solidFill>
            <a:srgbClr val="DDEBF7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148" name="Text 138"/>
          <p:cNvSpPr/>
          <p:nvPr/>
        </p:nvSpPr>
        <p:spPr>
          <a:xfrm>
            <a:off x="2512060" y="2748686"/>
            <a:ext cx="838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600" dirty="0"/>
          </a:p>
        </p:txBody>
      </p:sp>
      <p:sp>
        <p:nvSpPr>
          <p:cNvPr id="149" name="Shape 139"/>
          <p:cNvSpPr/>
          <p:nvPr/>
        </p:nvSpPr>
        <p:spPr>
          <a:xfrm>
            <a:off x="19958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50" name="Shape 140"/>
          <p:cNvSpPr/>
          <p:nvPr/>
        </p:nvSpPr>
        <p:spPr>
          <a:xfrm>
            <a:off x="23266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1" name="Shape 141"/>
          <p:cNvSpPr/>
          <p:nvPr/>
        </p:nvSpPr>
        <p:spPr>
          <a:xfrm>
            <a:off x="23266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2" name="Shape 142"/>
          <p:cNvSpPr/>
          <p:nvPr/>
        </p:nvSpPr>
        <p:spPr>
          <a:xfrm>
            <a:off x="23266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3" name="Shape 143"/>
          <p:cNvSpPr/>
          <p:nvPr/>
        </p:nvSpPr>
        <p:spPr>
          <a:xfrm>
            <a:off x="23266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4" name="Shape 144"/>
          <p:cNvSpPr/>
          <p:nvPr/>
        </p:nvSpPr>
        <p:spPr>
          <a:xfrm>
            <a:off x="23266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5" name="Shape 145"/>
          <p:cNvSpPr/>
          <p:nvPr/>
        </p:nvSpPr>
        <p:spPr>
          <a:xfrm>
            <a:off x="23266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6" name="Shape 146"/>
          <p:cNvSpPr/>
          <p:nvPr/>
        </p:nvSpPr>
        <p:spPr>
          <a:xfrm>
            <a:off x="23266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7" name="Shape 147"/>
          <p:cNvSpPr/>
          <p:nvPr/>
        </p:nvSpPr>
        <p:spPr>
          <a:xfrm>
            <a:off x="23266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8" name="Shape 148"/>
          <p:cNvSpPr/>
          <p:nvPr/>
        </p:nvSpPr>
        <p:spPr>
          <a:xfrm>
            <a:off x="24320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9" name="Shape 149"/>
          <p:cNvSpPr/>
          <p:nvPr/>
        </p:nvSpPr>
        <p:spPr>
          <a:xfrm>
            <a:off x="24320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0" name="Shape 150"/>
          <p:cNvSpPr/>
          <p:nvPr/>
        </p:nvSpPr>
        <p:spPr>
          <a:xfrm>
            <a:off x="24320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1" name="Shape 151"/>
          <p:cNvSpPr/>
          <p:nvPr/>
        </p:nvSpPr>
        <p:spPr>
          <a:xfrm>
            <a:off x="24320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2" name="Shape 152"/>
          <p:cNvSpPr/>
          <p:nvPr/>
        </p:nvSpPr>
        <p:spPr>
          <a:xfrm>
            <a:off x="24320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3" name="Shape 153"/>
          <p:cNvSpPr/>
          <p:nvPr/>
        </p:nvSpPr>
        <p:spPr>
          <a:xfrm>
            <a:off x="24320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4" name="Shape 154"/>
          <p:cNvSpPr/>
          <p:nvPr/>
        </p:nvSpPr>
        <p:spPr>
          <a:xfrm>
            <a:off x="24320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5" name="Shape 155"/>
          <p:cNvSpPr/>
          <p:nvPr/>
        </p:nvSpPr>
        <p:spPr>
          <a:xfrm>
            <a:off x="24320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6" name="Shape 156"/>
          <p:cNvSpPr/>
          <p:nvPr/>
        </p:nvSpPr>
        <p:spPr>
          <a:xfrm>
            <a:off x="25374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7" name="Shape 157"/>
          <p:cNvSpPr/>
          <p:nvPr/>
        </p:nvSpPr>
        <p:spPr>
          <a:xfrm>
            <a:off x="25374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8" name="Shape 158"/>
          <p:cNvSpPr/>
          <p:nvPr/>
        </p:nvSpPr>
        <p:spPr>
          <a:xfrm>
            <a:off x="25374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9" name="Shape 159"/>
          <p:cNvSpPr/>
          <p:nvPr/>
        </p:nvSpPr>
        <p:spPr>
          <a:xfrm>
            <a:off x="25374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0" name="Shape 160"/>
          <p:cNvSpPr/>
          <p:nvPr/>
        </p:nvSpPr>
        <p:spPr>
          <a:xfrm>
            <a:off x="25374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1" name="Shape 161"/>
          <p:cNvSpPr/>
          <p:nvPr/>
        </p:nvSpPr>
        <p:spPr>
          <a:xfrm>
            <a:off x="25374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2" name="Shape 162"/>
          <p:cNvSpPr/>
          <p:nvPr/>
        </p:nvSpPr>
        <p:spPr>
          <a:xfrm>
            <a:off x="25374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3" name="Shape 163"/>
          <p:cNvSpPr/>
          <p:nvPr/>
        </p:nvSpPr>
        <p:spPr>
          <a:xfrm>
            <a:off x="25374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4" name="Shape 164"/>
          <p:cNvSpPr/>
          <p:nvPr/>
        </p:nvSpPr>
        <p:spPr>
          <a:xfrm>
            <a:off x="26428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5" name="Shape 165"/>
          <p:cNvSpPr/>
          <p:nvPr/>
        </p:nvSpPr>
        <p:spPr>
          <a:xfrm>
            <a:off x="26428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6" name="Shape 166"/>
          <p:cNvSpPr/>
          <p:nvPr/>
        </p:nvSpPr>
        <p:spPr>
          <a:xfrm>
            <a:off x="26428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7" name="Shape 167"/>
          <p:cNvSpPr/>
          <p:nvPr/>
        </p:nvSpPr>
        <p:spPr>
          <a:xfrm>
            <a:off x="26428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8" name="Shape 168"/>
          <p:cNvSpPr/>
          <p:nvPr/>
        </p:nvSpPr>
        <p:spPr>
          <a:xfrm>
            <a:off x="26428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9" name="Shape 169"/>
          <p:cNvSpPr/>
          <p:nvPr/>
        </p:nvSpPr>
        <p:spPr>
          <a:xfrm>
            <a:off x="26428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0" name="Shape 170"/>
          <p:cNvSpPr/>
          <p:nvPr/>
        </p:nvSpPr>
        <p:spPr>
          <a:xfrm>
            <a:off x="26428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1" name="Shape 171"/>
          <p:cNvSpPr/>
          <p:nvPr/>
        </p:nvSpPr>
        <p:spPr>
          <a:xfrm>
            <a:off x="26428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2" name="Shape 172"/>
          <p:cNvSpPr/>
          <p:nvPr/>
        </p:nvSpPr>
        <p:spPr>
          <a:xfrm>
            <a:off x="22936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3" name="Shape 173"/>
          <p:cNvSpPr/>
          <p:nvPr/>
        </p:nvSpPr>
        <p:spPr>
          <a:xfrm>
            <a:off x="23990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4" name="Shape 174"/>
          <p:cNvSpPr/>
          <p:nvPr/>
        </p:nvSpPr>
        <p:spPr>
          <a:xfrm>
            <a:off x="25044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5" name="Shape 175"/>
          <p:cNvSpPr/>
          <p:nvPr/>
        </p:nvSpPr>
        <p:spPr>
          <a:xfrm>
            <a:off x="26098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6" name="Shape 176"/>
          <p:cNvSpPr/>
          <p:nvPr/>
        </p:nvSpPr>
        <p:spPr>
          <a:xfrm>
            <a:off x="2060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87" name="Shape 177"/>
          <p:cNvSpPr/>
          <p:nvPr/>
        </p:nvSpPr>
        <p:spPr>
          <a:xfrm>
            <a:off x="21659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88" name="Shape 178"/>
          <p:cNvSpPr/>
          <p:nvPr/>
        </p:nvSpPr>
        <p:spPr>
          <a:xfrm>
            <a:off x="2272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89" name="Shape 179"/>
          <p:cNvSpPr/>
          <p:nvPr/>
        </p:nvSpPr>
        <p:spPr>
          <a:xfrm>
            <a:off x="23780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0" name="Shape 180"/>
          <p:cNvSpPr/>
          <p:nvPr/>
        </p:nvSpPr>
        <p:spPr>
          <a:xfrm>
            <a:off x="24834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1" name="Shape 181"/>
          <p:cNvSpPr/>
          <p:nvPr/>
        </p:nvSpPr>
        <p:spPr>
          <a:xfrm>
            <a:off x="25888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2" name="Shape 182"/>
          <p:cNvSpPr/>
          <p:nvPr/>
        </p:nvSpPr>
        <p:spPr>
          <a:xfrm>
            <a:off x="2695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3" name="Shape 183"/>
          <p:cNvSpPr/>
          <p:nvPr/>
        </p:nvSpPr>
        <p:spPr>
          <a:xfrm>
            <a:off x="28009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4" name="Text 184"/>
          <p:cNvSpPr/>
          <p:nvPr/>
        </p:nvSpPr>
        <p:spPr>
          <a:xfrm>
            <a:off x="25380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95" name="Shape 185"/>
          <p:cNvSpPr/>
          <p:nvPr/>
        </p:nvSpPr>
        <p:spPr>
          <a:xfrm>
            <a:off x="303466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96" name="Shape 186"/>
          <p:cNvSpPr/>
          <p:nvPr/>
        </p:nvSpPr>
        <p:spPr>
          <a:xfrm>
            <a:off x="33655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7" name="Shape 187"/>
          <p:cNvSpPr/>
          <p:nvPr/>
        </p:nvSpPr>
        <p:spPr>
          <a:xfrm>
            <a:off x="33655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8" name="Shape 188"/>
          <p:cNvSpPr/>
          <p:nvPr/>
        </p:nvSpPr>
        <p:spPr>
          <a:xfrm>
            <a:off x="33655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9" name="Shape 189"/>
          <p:cNvSpPr/>
          <p:nvPr/>
        </p:nvSpPr>
        <p:spPr>
          <a:xfrm>
            <a:off x="33655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0" name="Shape 190"/>
          <p:cNvSpPr/>
          <p:nvPr/>
        </p:nvSpPr>
        <p:spPr>
          <a:xfrm>
            <a:off x="33655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1" name="Shape 191"/>
          <p:cNvSpPr/>
          <p:nvPr/>
        </p:nvSpPr>
        <p:spPr>
          <a:xfrm>
            <a:off x="33655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2" name="Shape 192"/>
          <p:cNvSpPr/>
          <p:nvPr/>
        </p:nvSpPr>
        <p:spPr>
          <a:xfrm>
            <a:off x="33655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3" name="Shape 193"/>
          <p:cNvSpPr/>
          <p:nvPr/>
        </p:nvSpPr>
        <p:spPr>
          <a:xfrm>
            <a:off x="33655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4" name="Shape 194"/>
          <p:cNvSpPr/>
          <p:nvPr/>
        </p:nvSpPr>
        <p:spPr>
          <a:xfrm>
            <a:off x="34709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5" name="Shape 195"/>
          <p:cNvSpPr/>
          <p:nvPr/>
        </p:nvSpPr>
        <p:spPr>
          <a:xfrm>
            <a:off x="34709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6" name="Shape 196"/>
          <p:cNvSpPr/>
          <p:nvPr/>
        </p:nvSpPr>
        <p:spPr>
          <a:xfrm>
            <a:off x="34709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7" name="Shape 197"/>
          <p:cNvSpPr/>
          <p:nvPr/>
        </p:nvSpPr>
        <p:spPr>
          <a:xfrm>
            <a:off x="34709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8" name="Shape 198"/>
          <p:cNvSpPr/>
          <p:nvPr/>
        </p:nvSpPr>
        <p:spPr>
          <a:xfrm>
            <a:off x="34709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9" name="Shape 199"/>
          <p:cNvSpPr/>
          <p:nvPr/>
        </p:nvSpPr>
        <p:spPr>
          <a:xfrm>
            <a:off x="34709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0" name="Shape 200"/>
          <p:cNvSpPr/>
          <p:nvPr/>
        </p:nvSpPr>
        <p:spPr>
          <a:xfrm>
            <a:off x="34709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1" name="Shape 201"/>
          <p:cNvSpPr/>
          <p:nvPr/>
        </p:nvSpPr>
        <p:spPr>
          <a:xfrm>
            <a:off x="34709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2" name="Shape 202"/>
          <p:cNvSpPr/>
          <p:nvPr/>
        </p:nvSpPr>
        <p:spPr>
          <a:xfrm>
            <a:off x="35763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3" name="Shape 203"/>
          <p:cNvSpPr/>
          <p:nvPr/>
        </p:nvSpPr>
        <p:spPr>
          <a:xfrm>
            <a:off x="35763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4" name="Shape 204"/>
          <p:cNvSpPr/>
          <p:nvPr/>
        </p:nvSpPr>
        <p:spPr>
          <a:xfrm>
            <a:off x="35763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5" name="Shape 205"/>
          <p:cNvSpPr/>
          <p:nvPr/>
        </p:nvSpPr>
        <p:spPr>
          <a:xfrm>
            <a:off x="35763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6" name="Shape 206"/>
          <p:cNvSpPr/>
          <p:nvPr/>
        </p:nvSpPr>
        <p:spPr>
          <a:xfrm>
            <a:off x="3576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7" name="Shape 207"/>
          <p:cNvSpPr/>
          <p:nvPr/>
        </p:nvSpPr>
        <p:spPr>
          <a:xfrm>
            <a:off x="3576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8" name="Shape 208"/>
          <p:cNvSpPr/>
          <p:nvPr/>
        </p:nvSpPr>
        <p:spPr>
          <a:xfrm>
            <a:off x="35763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9" name="Shape 209"/>
          <p:cNvSpPr/>
          <p:nvPr/>
        </p:nvSpPr>
        <p:spPr>
          <a:xfrm>
            <a:off x="35763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0" name="Shape 210"/>
          <p:cNvSpPr/>
          <p:nvPr/>
        </p:nvSpPr>
        <p:spPr>
          <a:xfrm>
            <a:off x="36817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1" name="Shape 211"/>
          <p:cNvSpPr/>
          <p:nvPr/>
        </p:nvSpPr>
        <p:spPr>
          <a:xfrm>
            <a:off x="36817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2" name="Shape 212"/>
          <p:cNvSpPr/>
          <p:nvPr/>
        </p:nvSpPr>
        <p:spPr>
          <a:xfrm>
            <a:off x="36817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3" name="Shape 213"/>
          <p:cNvSpPr/>
          <p:nvPr/>
        </p:nvSpPr>
        <p:spPr>
          <a:xfrm>
            <a:off x="36817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4" name="Shape 214"/>
          <p:cNvSpPr/>
          <p:nvPr/>
        </p:nvSpPr>
        <p:spPr>
          <a:xfrm>
            <a:off x="3681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5" name="Shape 215"/>
          <p:cNvSpPr/>
          <p:nvPr/>
        </p:nvSpPr>
        <p:spPr>
          <a:xfrm>
            <a:off x="3681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6" name="Shape 216"/>
          <p:cNvSpPr/>
          <p:nvPr/>
        </p:nvSpPr>
        <p:spPr>
          <a:xfrm>
            <a:off x="36817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7" name="Shape 217"/>
          <p:cNvSpPr/>
          <p:nvPr/>
        </p:nvSpPr>
        <p:spPr>
          <a:xfrm>
            <a:off x="36817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8" name="Shape 218"/>
          <p:cNvSpPr/>
          <p:nvPr/>
        </p:nvSpPr>
        <p:spPr>
          <a:xfrm>
            <a:off x="33324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29" name="Shape 219"/>
          <p:cNvSpPr/>
          <p:nvPr/>
        </p:nvSpPr>
        <p:spPr>
          <a:xfrm>
            <a:off x="34378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0" name="Shape 220"/>
          <p:cNvSpPr/>
          <p:nvPr/>
        </p:nvSpPr>
        <p:spPr>
          <a:xfrm>
            <a:off x="35433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1" name="Shape 221"/>
          <p:cNvSpPr/>
          <p:nvPr/>
        </p:nvSpPr>
        <p:spPr>
          <a:xfrm>
            <a:off x="36487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2" name="Shape 222"/>
          <p:cNvSpPr/>
          <p:nvPr/>
        </p:nvSpPr>
        <p:spPr>
          <a:xfrm>
            <a:off x="3099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3" name="Shape 223"/>
          <p:cNvSpPr/>
          <p:nvPr/>
        </p:nvSpPr>
        <p:spPr>
          <a:xfrm>
            <a:off x="3204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4" name="Shape 224"/>
          <p:cNvSpPr/>
          <p:nvPr/>
        </p:nvSpPr>
        <p:spPr>
          <a:xfrm>
            <a:off x="33115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5" name="Shape 225"/>
          <p:cNvSpPr/>
          <p:nvPr/>
        </p:nvSpPr>
        <p:spPr>
          <a:xfrm>
            <a:off x="3416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6" name="Shape 226"/>
          <p:cNvSpPr/>
          <p:nvPr/>
        </p:nvSpPr>
        <p:spPr>
          <a:xfrm>
            <a:off x="3522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7" name="Shape 227"/>
          <p:cNvSpPr/>
          <p:nvPr/>
        </p:nvSpPr>
        <p:spPr>
          <a:xfrm>
            <a:off x="36277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8" name="Shape 228"/>
          <p:cNvSpPr/>
          <p:nvPr/>
        </p:nvSpPr>
        <p:spPr>
          <a:xfrm>
            <a:off x="3734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9" name="Shape 229"/>
          <p:cNvSpPr/>
          <p:nvPr/>
        </p:nvSpPr>
        <p:spPr>
          <a:xfrm>
            <a:off x="3839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0" name="Text 230"/>
          <p:cNvSpPr/>
          <p:nvPr/>
        </p:nvSpPr>
        <p:spPr>
          <a:xfrm>
            <a:off x="357695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41" name="Shape 231"/>
          <p:cNvSpPr/>
          <p:nvPr/>
        </p:nvSpPr>
        <p:spPr>
          <a:xfrm>
            <a:off x="406717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2" name="Shape 232"/>
          <p:cNvSpPr/>
          <p:nvPr/>
        </p:nvSpPr>
        <p:spPr>
          <a:xfrm>
            <a:off x="43980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3" name="Shape 233"/>
          <p:cNvSpPr/>
          <p:nvPr/>
        </p:nvSpPr>
        <p:spPr>
          <a:xfrm>
            <a:off x="439801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4" name="Shape 234"/>
          <p:cNvSpPr/>
          <p:nvPr/>
        </p:nvSpPr>
        <p:spPr>
          <a:xfrm>
            <a:off x="43980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5" name="Shape 235"/>
          <p:cNvSpPr/>
          <p:nvPr/>
        </p:nvSpPr>
        <p:spPr>
          <a:xfrm>
            <a:off x="43980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6" name="Shape 236"/>
          <p:cNvSpPr/>
          <p:nvPr/>
        </p:nvSpPr>
        <p:spPr>
          <a:xfrm>
            <a:off x="43980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7" name="Shape 237"/>
          <p:cNvSpPr/>
          <p:nvPr/>
        </p:nvSpPr>
        <p:spPr>
          <a:xfrm>
            <a:off x="439801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8" name="Shape 238"/>
          <p:cNvSpPr/>
          <p:nvPr/>
        </p:nvSpPr>
        <p:spPr>
          <a:xfrm>
            <a:off x="43980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9" name="Shape 239"/>
          <p:cNvSpPr/>
          <p:nvPr/>
        </p:nvSpPr>
        <p:spPr>
          <a:xfrm>
            <a:off x="439801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0" name="Shape 240"/>
          <p:cNvSpPr/>
          <p:nvPr/>
        </p:nvSpPr>
        <p:spPr>
          <a:xfrm>
            <a:off x="45034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1" name="Shape 241"/>
          <p:cNvSpPr/>
          <p:nvPr/>
        </p:nvSpPr>
        <p:spPr>
          <a:xfrm>
            <a:off x="45034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2" name="Shape 242"/>
          <p:cNvSpPr/>
          <p:nvPr/>
        </p:nvSpPr>
        <p:spPr>
          <a:xfrm>
            <a:off x="45034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3" name="Shape 243"/>
          <p:cNvSpPr/>
          <p:nvPr/>
        </p:nvSpPr>
        <p:spPr>
          <a:xfrm>
            <a:off x="45034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4" name="Shape 244"/>
          <p:cNvSpPr/>
          <p:nvPr/>
        </p:nvSpPr>
        <p:spPr>
          <a:xfrm>
            <a:off x="45034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5" name="Shape 245"/>
          <p:cNvSpPr/>
          <p:nvPr/>
        </p:nvSpPr>
        <p:spPr>
          <a:xfrm>
            <a:off x="45034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6" name="Shape 246"/>
          <p:cNvSpPr/>
          <p:nvPr/>
        </p:nvSpPr>
        <p:spPr>
          <a:xfrm>
            <a:off x="45034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7" name="Shape 247"/>
          <p:cNvSpPr/>
          <p:nvPr/>
        </p:nvSpPr>
        <p:spPr>
          <a:xfrm>
            <a:off x="45034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8" name="Shape 248"/>
          <p:cNvSpPr/>
          <p:nvPr/>
        </p:nvSpPr>
        <p:spPr>
          <a:xfrm>
            <a:off x="46088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9" name="Shape 249"/>
          <p:cNvSpPr/>
          <p:nvPr/>
        </p:nvSpPr>
        <p:spPr>
          <a:xfrm>
            <a:off x="46088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0" name="Shape 250"/>
          <p:cNvSpPr/>
          <p:nvPr/>
        </p:nvSpPr>
        <p:spPr>
          <a:xfrm>
            <a:off x="46088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1" name="Shape 251"/>
          <p:cNvSpPr/>
          <p:nvPr/>
        </p:nvSpPr>
        <p:spPr>
          <a:xfrm>
            <a:off x="46088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2" name="Shape 252"/>
          <p:cNvSpPr/>
          <p:nvPr/>
        </p:nvSpPr>
        <p:spPr>
          <a:xfrm>
            <a:off x="46088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3" name="Shape 253"/>
          <p:cNvSpPr/>
          <p:nvPr/>
        </p:nvSpPr>
        <p:spPr>
          <a:xfrm>
            <a:off x="46088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4" name="Shape 254"/>
          <p:cNvSpPr/>
          <p:nvPr/>
        </p:nvSpPr>
        <p:spPr>
          <a:xfrm>
            <a:off x="46088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5" name="Shape 255"/>
          <p:cNvSpPr/>
          <p:nvPr/>
        </p:nvSpPr>
        <p:spPr>
          <a:xfrm>
            <a:off x="46088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6" name="Shape 256"/>
          <p:cNvSpPr/>
          <p:nvPr/>
        </p:nvSpPr>
        <p:spPr>
          <a:xfrm>
            <a:off x="471424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7" name="Shape 257"/>
          <p:cNvSpPr/>
          <p:nvPr/>
        </p:nvSpPr>
        <p:spPr>
          <a:xfrm>
            <a:off x="47142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8" name="Shape 258"/>
          <p:cNvSpPr/>
          <p:nvPr/>
        </p:nvSpPr>
        <p:spPr>
          <a:xfrm>
            <a:off x="471424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9" name="Shape 259"/>
          <p:cNvSpPr/>
          <p:nvPr/>
        </p:nvSpPr>
        <p:spPr>
          <a:xfrm>
            <a:off x="47142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0" name="Shape 260"/>
          <p:cNvSpPr/>
          <p:nvPr/>
        </p:nvSpPr>
        <p:spPr>
          <a:xfrm>
            <a:off x="47142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1" name="Shape 261"/>
          <p:cNvSpPr/>
          <p:nvPr/>
        </p:nvSpPr>
        <p:spPr>
          <a:xfrm>
            <a:off x="47142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2" name="Shape 262"/>
          <p:cNvSpPr/>
          <p:nvPr/>
        </p:nvSpPr>
        <p:spPr>
          <a:xfrm>
            <a:off x="471424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3" name="Shape 263"/>
          <p:cNvSpPr/>
          <p:nvPr/>
        </p:nvSpPr>
        <p:spPr>
          <a:xfrm>
            <a:off x="47142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4" name="Shape 264"/>
          <p:cNvSpPr/>
          <p:nvPr/>
        </p:nvSpPr>
        <p:spPr>
          <a:xfrm>
            <a:off x="43649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75" name="Shape 265"/>
          <p:cNvSpPr/>
          <p:nvPr/>
        </p:nvSpPr>
        <p:spPr>
          <a:xfrm>
            <a:off x="44704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76" name="Shape 266"/>
          <p:cNvSpPr/>
          <p:nvPr/>
        </p:nvSpPr>
        <p:spPr>
          <a:xfrm>
            <a:off x="45758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77" name="Shape 267"/>
          <p:cNvSpPr/>
          <p:nvPr/>
        </p:nvSpPr>
        <p:spPr>
          <a:xfrm>
            <a:off x="46812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78" name="Shape 268"/>
          <p:cNvSpPr/>
          <p:nvPr/>
        </p:nvSpPr>
        <p:spPr>
          <a:xfrm>
            <a:off x="41319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79" name="Shape 269"/>
          <p:cNvSpPr/>
          <p:nvPr/>
        </p:nvSpPr>
        <p:spPr>
          <a:xfrm>
            <a:off x="42373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0" name="Shape 270"/>
          <p:cNvSpPr/>
          <p:nvPr/>
        </p:nvSpPr>
        <p:spPr>
          <a:xfrm>
            <a:off x="43440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1" name="Shape 271"/>
          <p:cNvSpPr/>
          <p:nvPr/>
        </p:nvSpPr>
        <p:spPr>
          <a:xfrm>
            <a:off x="44494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2" name="Shape 272"/>
          <p:cNvSpPr/>
          <p:nvPr/>
        </p:nvSpPr>
        <p:spPr>
          <a:xfrm>
            <a:off x="45548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3" name="Shape 273"/>
          <p:cNvSpPr/>
          <p:nvPr/>
        </p:nvSpPr>
        <p:spPr>
          <a:xfrm>
            <a:off x="46602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4" name="Shape 274"/>
          <p:cNvSpPr/>
          <p:nvPr/>
        </p:nvSpPr>
        <p:spPr>
          <a:xfrm>
            <a:off x="47669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5" name="Shape 275"/>
          <p:cNvSpPr/>
          <p:nvPr/>
        </p:nvSpPr>
        <p:spPr>
          <a:xfrm>
            <a:off x="48723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6" name="Text 276"/>
          <p:cNvSpPr/>
          <p:nvPr/>
        </p:nvSpPr>
        <p:spPr>
          <a:xfrm>
            <a:off x="460946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87" name="Shape 277"/>
          <p:cNvSpPr/>
          <p:nvPr/>
        </p:nvSpPr>
        <p:spPr>
          <a:xfrm>
            <a:off x="512254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88" name="Shape 278"/>
          <p:cNvSpPr/>
          <p:nvPr/>
        </p:nvSpPr>
        <p:spPr>
          <a:xfrm>
            <a:off x="545338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9" name="Shape 279"/>
          <p:cNvSpPr/>
          <p:nvPr/>
        </p:nvSpPr>
        <p:spPr>
          <a:xfrm>
            <a:off x="545338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0" name="Shape 280"/>
          <p:cNvSpPr/>
          <p:nvPr/>
        </p:nvSpPr>
        <p:spPr>
          <a:xfrm>
            <a:off x="545338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1" name="Shape 281"/>
          <p:cNvSpPr/>
          <p:nvPr/>
        </p:nvSpPr>
        <p:spPr>
          <a:xfrm>
            <a:off x="545338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2" name="Shape 282"/>
          <p:cNvSpPr/>
          <p:nvPr/>
        </p:nvSpPr>
        <p:spPr>
          <a:xfrm>
            <a:off x="545338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3" name="Shape 283"/>
          <p:cNvSpPr/>
          <p:nvPr/>
        </p:nvSpPr>
        <p:spPr>
          <a:xfrm>
            <a:off x="545338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4" name="Shape 284"/>
          <p:cNvSpPr/>
          <p:nvPr/>
        </p:nvSpPr>
        <p:spPr>
          <a:xfrm>
            <a:off x="545338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5" name="Shape 285"/>
          <p:cNvSpPr/>
          <p:nvPr/>
        </p:nvSpPr>
        <p:spPr>
          <a:xfrm>
            <a:off x="545338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6" name="Shape 286"/>
          <p:cNvSpPr/>
          <p:nvPr/>
        </p:nvSpPr>
        <p:spPr>
          <a:xfrm>
            <a:off x="555879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7" name="Shape 287"/>
          <p:cNvSpPr/>
          <p:nvPr/>
        </p:nvSpPr>
        <p:spPr>
          <a:xfrm>
            <a:off x="555879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8" name="Shape 288"/>
          <p:cNvSpPr/>
          <p:nvPr/>
        </p:nvSpPr>
        <p:spPr>
          <a:xfrm>
            <a:off x="555879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9" name="Shape 289"/>
          <p:cNvSpPr/>
          <p:nvPr/>
        </p:nvSpPr>
        <p:spPr>
          <a:xfrm>
            <a:off x="555879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0" name="Shape 290"/>
          <p:cNvSpPr/>
          <p:nvPr/>
        </p:nvSpPr>
        <p:spPr>
          <a:xfrm>
            <a:off x="555879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1" name="Shape 291"/>
          <p:cNvSpPr/>
          <p:nvPr/>
        </p:nvSpPr>
        <p:spPr>
          <a:xfrm>
            <a:off x="555879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2" name="Shape 292"/>
          <p:cNvSpPr/>
          <p:nvPr/>
        </p:nvSpPr>
        <p:spPr>
          <a:xfrm>
            <a:off x="555879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3" name="Shape 293"/>
          <p:cNvSpPr/>
          <p:nvPr/>
        </p:nvSpPr>
        <p:spPr>
          <a:xfrm>
            <a:off x="555879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4" name="Shape 294"/>
          <p:cNvSpPr/>
          <p:nvPr/>
        </p:nvSpPr>
        <p:spPr>
          <a:xfrm>
            <a:off x="566420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5" name="Shape 295"/>
          <p:cNvSpPr/>
          <p:nvPr/>
        </p:nvSpPr>
        <p:spPr>
          <a:xfrm>
            <a:off x="566420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6" name="Shape 296"/>
          <p:cNvSpPr/>
          <p:nvPr/>
        </p:nvSpPr>
        <p:spPr>
          <a:xfrm>
            <a:off x="566420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7" name="Shape 297"/>
          <p:cNvSpPr/>
          <p:nvPr/>
        </p:nvSpPr>
        <p:spPr>
          <a:xfrm>
            <a:off x="566420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8" name="Shape 298"/>
          <p:cNvSpPr/>
          <p:nvPr/>
        </p:nvSpPr>
        <p:spPr>
          <a:xfrm>
            <a:off x="56642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9" name="Shape 299"/>
          <p:cNvSpPr/>
          <p:nvPr/>
        </p:nvSpPr>
        <p:spPr>
          <a:xfrm>
            <a:off x="56642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0" name="Shape 300"/>
          <p:cNvSpPr/>
          <p:nvPr/>
        </p:nvSpPr>
        <p:spPr>
          <a:xfrm>
            <a:off x="566420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1" name="Shape 301"/>
          <p:cNvSpPr/>
          <p:nvPr/>
        </p:nvSpPr>
        <p:spPr>
          <a:xfrm>
            <a:off x="566420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2" name="Shape 302"/>
          <p:cNvSpPr/>
          <p:nvPr/>
        </p:nvSpPr>
        <p:spPr>
          <a:xfrm>
            <a:off x="576961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3" name="Shape 303"/>
          <p:cNvSpPr/>
          <p:nvPr/>
        </p:nvSpPr>
        <p:spPr>
          <a:xfrm>
            <a:off x="576961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4" name="Shape 304"/>
          <p:cNvSpPr/>
          <p:nvPr/>
        </p:nvSpPr>
        <p:spPr>
          <a:xfrm>
            <a:off x="576961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5" name="Shape 305"/>
          <p:cNvSpPr/>
          <p:nvPr/>
        </p:nvSpPr>
        <p:spPr>
          <a:xfrm>
            <a:off x="576961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6" name="Shape 306"/>
          <p:cNvSpPr/>
          <p:nvPr/>
        </p:nvSpPr>
        <p:spPr>
          <a:xfrm>
            <a:off x="57696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7" name="Shape 307"/>
          <p:cNvSpPr/>
          <p:nvPr/>
        </p:nvSpPr>
        <p:spPr>
          <a:xfrm>
            <a:off x="57696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8" name="Shape 308"/>
          <p:cNvSpPr/>
          <p:nvPr/>
        </p:nvSpPr>
        <p:spPr>
          <a:xfrm>
            <a:off x="576961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9" name="Shape 309"/>
          <p:cNvSpPr/>
          <p:nvPr/>
        </p:nvSpPr>
        <p:spPr>
          <a:xfrm>
            <a:off x="576961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0" name="Shape 310"/>
          <p:cNvSpPr/>
          <p:nvPr/>
        </p:nvSpPr>
        <p:spPr>
          <a:xfrm>
            <a:off x="542036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1" name="Shape 311"/>
          <p:cNvSpPr/>
          <p:nvPr/>
        </p:nvSpPr>
        <p:spPr>
          <a:xfrm>
            <a:off x="552577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2" name="Shape 312"/>
          <p:cNvSpPr/>
          <p:nvPr/>
        </p:nvSpPr>
        <p:spPr>
          <a:xfrm>
            <a:off x="56311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3" name="Shape 313"/>
          <p:cNvSpPr/>
          <p:nvPr/>
        </p:nvSpPr>
        <p:spPr>
          <a:xfrm>
            <a:off x="57365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4" name="Shape 314"/>
          <p:cNvSpPr/>
          <p:nvPr/>
        </p:nvSpPr>
        <p:spPr>
          <a:xfrm>
            <a:off x="51873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5" name="Shape 315"/>
          <p:cNvSpPr/>
          <p:nvPr/>
        </p:nvSpPr>
        <p:spPr>
          <a:xfrm>
            <a:off x="52927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6" name="Shape 316"/>
          <p:cNvSpPr/>
          <p:nvPr/>
        </p:nvSpPr>
        <p:spPr>
          <a:xfrm>
            <a:off x="539940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7" name="Shape 317"/>
          <p:cNvSpPr/>
          <p:nvPr/>
        </p:nvSpPr>
        <p:spPr>
          <a:xfrm>
            <a:off x="55048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8" name="Shape 318"/>
          <p:cNvSpPr/>
          <p:nvPr/>
        </p:nvSpPr>
        <p:spPr>
          <a:xfrm>
            <a:off x="56102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9" name="Shape 319"/>
          <p:cNvSpPr/>
          <p:nvPr/>
        </p:nvSpPr>
        <p:spPr>
          <a:xfrm>
            <a:off x="57156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0" name="Shape 320"/>
          <p:cNvSpPr/>
          <p:nvPr/>
        </p:nvSpPr>
        <p:spPr>
          <a:xfrm>
            <a:off x="58223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1" name="Shape 321"/>
          <p:cNvSpPr/>
          <p:nvPr/>
        </p:nvSpPr>
        <p:spPr>
          <a:xfrm>
            <a:off x="59277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2" name="Text 322"/>
          <p:cNvSpPr/>
          <p:nvPr/>
        </p:nvSpPr>
        <p:spPr>
          <a:xfrm>
            <a:off x="566483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3" name="Shape 323"/>
          <p:cNvSpPr/>
          <p:nvPr/>
        </p:nvSpPr>
        <p:spPr>
          <a:xfrm>
            <a:off x="614616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4" name="Shape 324"/>
          <p:cNvSpPr/>
          <p:nvPr/>
        </p:nvSpPr>
        <p:spPr>
          <a:xfrm>
            <a:off x="64770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5" name="Shape 325"/>
          <p:cNvSpPr/>
          <p:nvPr/>
        </p:nvSpPr>
        <p:spPr>
          <a:xfrm>
            <a:off x="64770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6" name="Shape 326"/>
          <p:cNvSpPr/>
          <p:nvPr/>
        </p:nvSpPr>
        <p:spPr>
          <a:xfrm>
            <a:off x="64770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7" name="Shape 327"/>
          <p:cNvSpPr/>
          <p:nvPr/>
        </p:nvSpPr>
        <p:spPr>
          <a:xfrm>
            <a:off x="64770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8" name="Shape 328"/>
          <p:cNvSpPr/>
          <p:nvPr/>
        </p:nvSpPr>
        <p:spPr>
          <a:xfrm>
            <a:off x="64770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9" name="Shape 329"/>
          <p:cNvSpPr/>
          <p:nvPr/>
        </p:nvSpPr>
        <p:spPr>
          <a:xfrm>
            <a:off x="64770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0" name="Shape 330"/>
          <p:cNvSpPr/>
          <p:nvPr/>
        </p:nvSpPr>
        <p:spPr>
          <a:xfrm>
            <a:off x="64770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1" name="Shape 331"/>
          <p:cNvSpPr/>
          <p:nvPr/>
        </p:nvSpPr>
        <p:spPr>
          <a:xfrm>
            <a:off x="64770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2" name="Shape 332"/>
          <p:cNvSpPr/>
          <p:nvPr/>
        </p:nvSpPr>
        <p:spPr>
          <a:xfrm>
            <a:off x="65824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3" name="Shape 333"/>
          <p:cNvSpPr/>
          <p:nvPr/>
        </p:nvSpPr>
        <p:spPr>
          <a:xfrm>
            <a:off x="65824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4" name="Shape 334"/>
          <p:cNvSpPr/>
          <p:nvPr/>
        </p:nvSpPr>
        <p:spPr>
          <a:xfrm>
            <a:off x="65824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5" name="Shape 335"/>
          <p:cNvSpPr/>
          <p:nvPr/>
        </p:nvSpPr>
        <p:spPr>
          <a:xfrm>
            <a:off x="65824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6" name="Shape 336"/>
          <p:cNvSpPr/>
          <p:nvPr/>
        </p:nvSpPr>
        <p:spPr>
          <a:xfrm>
            <a:off x="65824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7" name="Shape 337"/>
          <p:cNvSpPr/>
          <p:nvPr/>
        </p:nvSpPr>
        <p:spPr>
          <a:xfrm>
            <a:off x="65824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8" name="Shape 338"/>
          <p:cNvSpPr/>
          <p:nvPr/>
        </p:nvSpPr>
        <p:spPr>
          <a:xfrm>
            <a:off x="65824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9" name="Shape 339"/>
          <p:cNvSpPr/>
          <p:nvPr/>
        </p:nvSpPr>
        <p:spPr>
          <a:xfrm>
            <a:off x="65824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0" name="Shape 340"/>
          <p:cNvSpPr/>
          <p:nvPr/>
        </p:nvSpPr>
        <p:spPr>
          <a:xfrm>
            <a:off x="66878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1" name="Shape 341"/>
          <p:cNvSpPr/>
          <p:nvPr/>
        </p:nvSpPr>
        <p:spPr>
          <a:xfrm>
            <a:off x="66878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2" name="Shape 342"/>
          <p:cNvSpPr/>
          <p:nvPr/>
        </p:nvSpPr>
        <p:spPr>
          <a:xfrm>
            <a:off x="66878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3" name="Shape 343"/>
          <p:cNvSpPr/>
          <p:nvPr/>
        </p:nvSpPr>
        <p:spPr>
          <a:xfrm>
            <a:off x="66878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4" name="Shape 344"/>
          <p:cNvSpPr/>
          <p:nvPr/>
        </p:nvSpPr>
        <p:spPr>
          <a:xfrm>
            <a:off x="66878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5" name="Shape 345"/>
          <p:cNvSpPr/>
          <p:nvPr/>
        </p:nvSpPr>
        <p:spPr>
          <a:xfrm>
            <a:off x="66878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6" name="Shape 346"/>
          <p:cNvSpPr/>
          <p:nvPr/>
        </p:nvSpPr>
        <p:spPr>
          <a:xfrm>
            <a:off x="66878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7" name="Shape 347"/>
          <p:cNvSpPr/>
          <p:nvPr/>
        </p:nvSpPr>
        <p:spPr>
          <a:xfrm>
            <a:off x="66878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8" name="Shape 348"/>
          <p:cNvSpPr/>
          <p:nvPr/>
        </p:nvSpPr>
        <p:spPr>
          <a:xfrm>
            <a:off x="67932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9" name="Shape 349"/>
          <p:cNvSpPr/>
          <p:nvPr/>
        </p:nvSpPr>
        <p:spPr>
          <a:xfrm>
            <a:off x="67932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0" name="Shape 350"/>
          <p:cNvSpPr/>
          <p:nvPr/>
        </p:nvSpPr>
        <p:spPr>
          <a:xfrm>
            <a:off x="67932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1" name="Shape 351"/>
          <p:cNvSpPr/>
          <p:nvPr/>
        </p:nvSpPr>
        <p:spPr>
          <a:xfrm>
            <a:off x="67932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2" name="Shape 352"/>
          <p:cNvSpPr/>
          <p:nvPr/>
        </p:nvSpPr>
        <p:spPr>
          <a:xfrm>
            <a:off x="67932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3" name="Shape 353"/>
          <p:cNvSpPr/>
          <p:nvPr/>
        </p:nvSpPr>
        <p:spPr>
          <a:xfrm>
            <a:off x="67932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4" name="Shape 354"/>
          <p:cNvSpPr/>
          <p:nvPr/>
        </p:nvSpPr>
        <p:spPr>
          <a:xfrm>
            <a:off x="67932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5" name="Shape 355"/>
          <p:cNvSpPr/>
          <p:nvPr/>
        </p:nvSpPr>
        <p:spPr>
          <a:xfrm>
            <a:off x="67932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6" name="Shape 356"/>
          <p:cNvSpPr/>
          <p:nvPr/>
        </p:nvSpPr>
        <p:spPr>
          <a:xfrm>
            <a:off x="64439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67" name="Shape 357"/>
          <p:cNvSpPr/>
          <p:nvPr/>
        </p:nvSpPr>
        <p:spPr>
          <a:xfrm>
            <a:off x="65493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68" name="Shape 358"/>
          <p:cNvSpPr/>
          <p:nvPr/>
        </p:nvSpPr>
        <p:spPr>
          <a:xfrm>
            <a:off x="66548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69" name="Shape 359"/>
          <p:cNvSpPr/>
          <p:nvPr/>
        </p:nvSpPr>
        <p:spPr>
          <a:xfrm>
            <a:off x="67602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0" name="Shape 360"/>
          <p:cNvSpPr/>
          <p:nvPr/>
        </p:nvSpPr>
        <p:spPr>
          <a:xfrm>
            <a:off x="6210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1" name="Shape 361"/>
          <p:cNvSpPr/>
          <p:nvPr/>
        </p:nvSpPr>
        <p:spPr>
          <a:xfrm>
            <a:off x="6316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2" name="Shape 362"/>
          <p:cNvSpPr/>
          <p:nvPr/>
        </p:nvSpPr>
        <p:spPr>
          <a:xfrm>
            <a:off x="64230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3" name="Shape 363"/>
          <p:cNvSpPr/>
          <p:nvPr/>
        </p:nvSpPr>
        <p:spPr>
          <a:xfrm>
            <a:off x="6528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4" name="Shape 364"/>
          <p:cNvSpPr/>
          <p:nvPr/>
        </p:nvSpPr>
        <p:spPr>
          <a:xfrm>
            <a:off x="6633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5" name="Shape 365"/>
          <p:cNvSpPr/>
          <p:nvPr/>
        </p:nvSpPr>
        <p:spPr>
          <a:xfrm>
            <a:off x="6739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6" name="Shape 366"/>
          <p:cNvSpPr/>
          <p:nvPr/>
        </p:nvSpPr>
        <p:spPr>
          <a:xfrm>
            <a:off x="6845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7" name="Shape 367"/>
          <p:cNvSpPr/>
          <p:nvPr/>
        </p:nvSpPr>
        <p:spPr>
          <a:xfrm>
            <a:off x="6951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8" name="Text 368"/>
          <p:cNvSpPr/>
          <p:nvPr/>
        </p:nvSpPr>
        <p:spPr>
          <a:xfrm>
            <a:off x="668845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79" name="Shape 369"/>
          <p:cNvSpPr/>
          <p:nvPr/>
        </p:nvSpPr>
        <p:spPr>
          <a:xfrm>
            <a:off x="718248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80" name="Shape 370"/>
          <p:cNvSpPr/>
          <p:nvPr/>
        </p:nvSpPr>
        <p:spPr>
          <a:xfrm>
            <a:off x="75133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1" name="Shape 371"/>
          <p:cNvSpPr/>
          <p:nvPr/>
        </p:nvSpPr>
        <p:spPr>
          <a:xfrm>
            <a:off x="751332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2" name="Shape 372"/>
          <p:cNvSpPr/>
          <p:nvPr/>
        </p:nvSpPr>
        <p:spPr>
          <a:xfrm>
            <a:off x="7513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3" name="Shape 373"/>
          <p:cNvSpPr/>
          <p:nvPr/>
        </p:nvSpPr>
        <p:spPr>
          <a:xfrm>
            <a:off x="7513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4" name="Shape 374"/>
          <p:cNvSpPr/>
          <p:nvPr/>
        </p:nvSpPr>
        <p:spPr>
          <a:xfrm>
            <a:off x="75133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5" name="Shape 375"/>
          <p:cNvSpPr/>
          <p:nvPr/>
        </p:nvSpPr>
        <p:spPr>
          <a:xfrm>
            <a:off x="751332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6" name="Shape 376"/>
          <p:cNvSpPr/>
          <p:nvPr/>
        </p:nvSpPr>
        <p:spPr>
          <a:xfrm>
            <a:off x="75133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7" name="Shape 377"/>
          <p:cNvSpPr/>
          <p:nvPr/>
        </p:nvSpPr>
        <p:spPr>
          <a:xfrm>
            <a:off x="751332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8" name="Shape 378"/>
          <p:cNvSpPr/>
          <p:nvPr/>
        </p:nvSpPr>
        <p:spPr>
          <a:xfrm>
            <a:off x="76187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9" name="Shape 379"/>
          <p:cNvSpPr/>
          <p:nvPr/>
        </p:nvSpPr>
        <p:spPr>
          <a:xfrm>
            <a:off x="761873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0" name="Shape 380"/>
          <p:cNvSpPr/>
          <p:nvPr/>
        </p:nvSpPr>
        <p:spPr>
          <a:xfrm>
            <a:off x="7618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1" name="Shape 381"/>
          <p:cNvSpPr/>
          <p:nvPr/>
        </p:nvSpPr>
        <p:spPr>
          <a:xfrm>
            <a:off x="7618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2" name="Shape 382"/>
          <p:cNvSpPr/>
          <p:nvPr/>
        </p:nvSpPr>
        <p:spPr>
          <a:xfrm>
            <a:off x="76187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3" name="Shape 383"/>
          <p:cNvSpPr/>
          <p:nvPr/>
        </p:nvSpPr>
        <p:spPr>
          <a:xfrm>
            <a:off x="761873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4" name="Shape 384"/>
          <p:cNvSpPr/>
          <p:nvPr/>
        </p:nvSpPr>
        <p:spPr>
          <a:xfrm>
            <a:off x="76187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5" name="Shape 385"/>
          <p:cNvSpPr/>
          <p:nvPr/>
        </p:nvSpPr>
        <p:spPr>
          <a:xfrm>
            <a:off x="761873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6" name="Shape 386"/>
          <p:cNvSpPr/>
          <p:nvPr/>
        </p:nvSpPr>
        <p:spPr>
          <a:xfrm>
            <a:off x="77241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7" name="Shape 387"/>
          <p:cNvSpPr/>
          <p:nvPr/>
        </p:nvSpPr>
        <p:spPr>
          <a:xfrm>
            <a:off x="772414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8" name="Shape 388"/>
          <p:cNvSpPr/>
          <p:nvPr/>
        </p:nvSpPr>
        <p:spPr>
          <a:xfrm>
            <a:off x="77241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9" name="Shape 389"/>
          <p:cNvSpPr/>
          <p:nvPr/>
        </p:nvSpPr>
        <p:spPr>
          <a:xfrm>
            <a:off x="77241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0" name="Shape 390"/>
          <p:cNvSpPr/>
          <p:nvPr/>
        </p:nvSpPr>
        <p:spPr>
          <a:xfrm>
            <a:off x="77241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1" name="Shape 391"/>
          <p:cNvSpPr/>
          <p:nvPr/>
        </p:nvSpPr>
        <p:spPr>
          <a:xfrm>
            <a:off x="77241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2" name="Shape 392"/>
          <p:cNvSpPr/>
          <p:nvPr/>
        </p:nvSpPr>
        <p:spPr>
          <a:xfrm>
            <a:off x="77241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3" name="Shape 393"/>
          <p:cNvSpPr/>
          <p:nvPr/>
        </p:nvSpPr>
        <p:spPr>
          <a:xfrm>
            <a:off x="772414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4" name="Shape 394"/>
          <p:cNvSpPr/>
          <p:nvPr/>
        </p:nvSpPr>
        <p:spPr>
          <a:xfrm>
            <a:off x="782955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5" name="Shape 395"/>
          <p:cNvSpPr/>
          <p:nvPr/>
        </p:nvSpPr>
        <p:spPr>
          <a:xfrm>
            <a:off x="782955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6" name="Shape 396"/>
          <p:cNvSpPr/>
          <p:nvPr/>
        </p:nvSpPr>
        <p:spPr>
          <a:xfrm>
            <a:off x="782955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7" name="Shape 397"/>
          <p:cNvSpPr/>
          <p:nvPr/>
        </p:nvSpPr>
        <p:spPr>
          <a:xfrm>
            <a:off x="782955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8" name="Shape 398"/>
          <p:cNvSpPr/>
          <p:nvPr/>
        </p:nvSpPr>
        <p:spPr>
          <a:xfrm>
            <a:off x="78295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9" name="Shape 399"/>
          <p:cNvSpPr/>
          <p:nvPr/>
        </p:nvSpPr>
        <p:spPr>
          <a:xfrm>
            <a:off x="78295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0" name="Shape 400"/>
          <p:cNvSpPr/>
          <p:nvPr/>
        </p:nvSpPr>
        <p:spPr>
          <a:xfrm>
            <a:off x="782955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1" name="Shape 401"/>
          <p:cNvSpPr/>
          <p:nvPr/>
        </p:nvSpPr>
        <p:spPr>
          <a:xfrm>
            <a:off x="782955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2" name="Shape 402"/>
          <p:cNvSpPr/>
          <p:nvPr/>
        </p:nvSpPr>
        <p:spPr>
          <a:xfrm>
            <a:off x="74803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13" name="Shape 403"/>
          <p:cNvSpPr/>
          <p:nvPr/>
        </p:nvSpPr>
        <p:spPr>
          <a:xfrm>
            <a:off x="75857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14" name="Shape 404"/>
          <p:cNvSpPr/>
          <p:nvPr/>
        </p:nvSpPr>
        <p:spPr>
          <a:xfrm>
            <a:off x="76911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15" name="Shape 405"/>
          <p:cNvSpPr/>
          <p:nvPr/>
        </p:nvSpPr>
        <p:spPr>
          <a:xfrm>
            <a:off x="77965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16" name="Shape 406"/>
          <p:cNvSpPr/>
          <p:nvPr/>
        </p:nvSpPr>
        <p:spPr>
          <a:xfrm>
            <a:off x="7247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17" name="Shape 407"/>
          <p:cNvSpPr/>
          <p:nvPr/>
        </p:nvSpPr>
        <p:spPr>
          <a:xfrm>
            <a:off x="7352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18" name="Shape 408"/>
          <p:cNvSpPr/>
          <p:nvPr/>
        </p:nvSpPr>
        <p:spPr>
          <a:xfrm>
            <a:off x="7459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19" name="Shape 409"/>
          <p:cNvSpPr/>
          <p:nvPr/>
        </p:nvSpPr>
        <p:spPr>
          <a:xfrm>
            <a:off x="75647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0" name="Shape 410"/>
          <p:cNvSpPr/>
          <p:nvPr/>
        </p:nvSpPr>
        <p:spPr>
          <a:xfrm>
            <a:off x="76701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1" name="Shape 411"/>
          <p:cNvSpPr/>
          <p:nvPr/>
        </p:nvSpPr>
        <p:spPr>
          <a:xfrm>
            <a:off x="7775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2" name="Shape 412"/>
          <p:cNvSpPr/>
          <p:nvPr/>
        </p:nvSpPr>
        <p:spPr>
          <a:xfrm>
            <a:off x="7882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3" name="Shape 413"/>
          <p:cNvSpPr/>
          <p:nvPr/>
        </p:nvSpPr>
        <p:spPr>
          <a:xfrm>
            <a:off x="7987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4" name="Text 414"/>
          <p:cNvSpPr/>
          <p:nvPr/>
        </p:nvSpPr>
        <p:spPr>
          <a:xfrm>
            <a:off x="772477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25" name="Shape 415"/>
          <p:cNvSpPr/>
          <p:nvPr/>
        </p:nvSpPr>
        <p:spPr>
          <a:xfrm>
            <a:off x="93110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26" name="Shape 416"/>
          <p:cNvSpPr/>
          <p:nvPr/>
        </p:nvSpPr>
        <p:spPr>
          <a:xfrm>
            <a:off x="96418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7" name="Shape 417"/>
          <p:cNvSpPr/>
          <p:nvPr/>
        </p:nvSpPr>
        <p:spPr>
          <a:xfrm>
            <a:off x="96418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8" name="Shape 418"/>
          <p:cNvSpPr/>
          <p:nvPr/>
        </p:nvSpPr>
        <p:spPr>
          <a:xfrm>
            <a:off x="96418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9" name="Shape 419"/>
          <p:cNvSpPr/>
          <p:nvPr/>
        </p:nvSpPr>
        <p:spPr>
          <a:xfrm>
            <a:off x="96418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0" name="Shape 420"/>
          <p:cNvSpPr/>
          <p:nvPr/>
        </p:nvSpPr>
        <p:spPr>
          <a:xfrm>
            <a:off x="96418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1" name="Shape 421"/>
          <p:cNvSpPr/>
          <p:nvPr/>
        </p:nvSpPr>
        <p:spPr>
          <a:xfrm>
            <a:off x="96418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2" name="Shape 422"/>
          <p:cNvSpPr/>
          <p:nvPr/>
        </p:nvSpPr>
        <p:spPr>
          <a:xfrm>
            <a:off x="96418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3" name="Shape 423"/>
          <p:cNvSpPr/>
          <p:nvPr/>
        </p:nvSpPr>
        <p:spPr>
          <a:xfrm>
            <a:off x="96418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4" name="Shape 424"/>
          <p:cNvSpPr/>
          <p:nvPr/>
        </p:nvSpPr>
        <p:spPr>
          <a:xfrm>
            <a:off x="97472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5" name="Shape 425"/>
          <p:cNvSpPr/>
          <p:nvPr/>
        </p:nvSpPr>
        <p:spPr>
          <a:xfrm>
            <a:off x="97472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6" name="Shape 426"/>
          <p:cNvSpPr/>
          <p:nvPr/>
        </p:nvSpPr>
        <p:spPr>
          <a:xfrm>
            <a:off x="97472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7" name="Shape 427"/>
          <p:cNvSpPr/>
          <p:nvPr/>
        </p:nvSpPr>
        <p:spPr>
          <a:xfrm>
            <a:off x="97472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8" name="Shape 428"/>
          <p:cNvSpPr/>
          <p:nvPr/>
        </p:nvSpPr>
        <p:spPr>
          <a:xfrm>
            <a:off x="97472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9" name="Shape 429"/>
          <p:cNvSpPr/>
          <p:nvPr/>
        </p:nvSpPr>
        <p:spPr>
          <a:xfrm>
            <a:off x="97472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0" name="Shape 430"/>
          <p:cNvSpPr/>
          <p:nvPr/>
        </p:nvSpPr>
        <p:spPr>
          <a:xfrm>
            <a:off x="97472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1" name="Shape 431"/>
          <p:cNvSpPr/>
          <p:nvPr/>
        </p:nvSpPr>
        <p:spPr>
          <a:xfrm>
            <a:off x="97472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2" name="Shape 432"/>
          <p:cNvSpPr/>
          <p:nvPr/>
        </p:nvSpPr>
        <p:spPr>
          <a:xfrm>
            <a:off x="98526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3" name="Shape 433"/>
          <p:cNvSpPr/>
          <p:nvPr/>
        </p:nvSpPr>
        <p:spPr>
          <a:xfrm>
            <a:off x="98526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4" name="Shape 434"/>
          <p:cNvSpPr/>
          <p:nvPr/>
        </p:nvSpPr>
        <p:spPr>
          <a:xfrm>
            <a:off x="98526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5" name="Shape 435"/>
          <p:cNvSpPr/>
          <p:nvPr/>
        </p:nvSpPr>
        <p:spPr>
          <a:xfrm>
            <a:off x="98526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6" name="Shape 436"/>
          <p:cNvSpPr/>
          <p:nvPr/>
        </p:nvSpPr>
        <p:spPr>
          <a:xfrm>
            <a:off x="98526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7" name="Shape 437"/>
          <p:cNvSpPr/>
          <p:nvPr/>
        </p:nvSpPr>
        <p:spPr>
          <a:xfrm>
            <a:off x="98526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8" name="Shape 438"/>
          <p:cNvSpPr/>
          <p:nvPr/>
        </p:nvSpPr>
        <p:spPr>
          <a:xfrm>
            <a:off x="98526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9" name="Shape 439"/>
          <p:cNvSpPr/>
          <p:nvPr/>
        </p:nvSpPr>
        <p:spPr>
          <a:xfrm>
            <a:off x="98526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0" name="Shape 440"/>
          <p:cNvSpPr/>
          <p:nvPr/>
        </p:nvSpPr>
        <p:spPr>
          <a:xfrm>
            <a:off x="99580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1" name="Shape 441"/>
          <p:cNvSpPr/>
          <p:nvPr/>
        </p:nvSpPr>
        <p:spPr>
          <a:xfrm>
            <a:off x="99580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2" name="Shape 442"/>
          <p:cNvSpPr/>
          <p:nvPr/>
        </p:nvSpPr>
        <p:spPr>
          <a:xfrm>
            <a:off x="99580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3" name="Shape 443"/>
          <p:cNvSpPr/>
          <p:nvPr/>
        </p:nvSpPr>
        <p:spPr>
          <a:xfrm>
            <a:off x="99580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4" name="Shape 444"/>
          <p:cNvSpPr/>
          <p:nvPr/>
        </p:nvSpPr>
        <p:spPr>
          <a:xfrm>
            <a:off x="99580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5" name="Shape 445"/>
          <p:cNvSpPr/>
          <p:nvPr/>
        </p:nvSpPr>
        <p:spPr>
          <a:xfrm>
            <a:off x="99580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6" name="Shape 446"/>
          <p:cNvSpPr/>
          <p:nvPr/>
        </p:nvSpPr>
        <p:spPr>
          <a:xfrm>
            <a:off x="99580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7" name="Shape 447"/>
          <p:cNvSpPr/>
          <p:nvPr/>
        </p:nvSpPr>
        <p:spPr>
          <a:xfrm>
            <a:off x="99580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8" name="Shape 448"/>
          <p:cNvSpPr/>
          <p:nvPr/>
        </p:nvSpPr>
        <p:spPr>
          <a:xfrm>
            <a:off x="96088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59" name="Shape 449"/>
          <p:cNvSpPr/>
          <p:nvPr/>
        </p:nvSpPr>
        <p:spPr>
          <a:xfrm>
            <a:off x="97142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0" name="Shape 450"/>
          <p:cNvSpPr/>
          <p:nvPr/>
        </p:nvSpPr>
        <p:spPr>
          <a:xfrm>
            <a:off x="98196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1" name="Shape 451"/>
          <p:cNvSpPr/>
          <p:nvPr/>
        </p:nvSpPr>
        <p:spPr>
          <a:xfrm>
            <a:off x="99250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2" name="Shape 452"/>
          <p:cNvSpPr/>
          <p:nvPr/>
        </p:nvSpPr>
        <p:spPr>
          <a:xfrm>
            <a:off x="93757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3" name="Shape 453"/>
          <p:cNvSpPr/>
          <p:nvPr/>
        </p:nvSpPr>
        <p:spPr>
          <a:xfrm>
            <a:off x="94811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4" name="Shape 454"/>
          <p:cNvSpPr/>
          <p:nvPr/>
        </p:nvSpPr>
        <p:spPr>
          <a:xfrm>
            <a:off x="95878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5" name="Shape 455"/>
          <p:cNvSpPr/>
          <p:nvPr/>
        </p:nvSpPr>
        <p:spPr>
          <a:xfrm>
            <a:off x="96932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6" name="Shape 456"/>
          <p:cNvSpPr/>
          <p:nvPr/>
        </p:nvSpPr>
        <p:spPr>
          <a:xfrm>
            <a:off x="97986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7" name="Shape 457"/>
          <p:cNvSpPr/>
          <p:nvPr/>
        </p:nvSpPr>
        <p:spPr>
          <a:xfrm>
            <a:off x="99040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8" name="Shape 458"/>
          <p:cNvSpPr/>
          <p:nvPr/>
        </p:nvSpPr>
        <p:spPr>
          <a:xfrm>
            <a:off x="100107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9" name="Shape 459"/>
          <p:cNvSpPr/>
          <p:nvPr/>
        </p:nvSpPr>
        <p:spPr>
          <a:xfrm>
            <a:off x="101161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0" name="Text 460"/>
          <p:cNvSpPr/>
          <p:nvPr/>
        </p:nvSpPr>
        <p:spPr>
          <a:xfrm>
            <a:off x="98532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71" name="Shape 461"/>
          <p:cNvSpPr/>
          <p:nvPr/>
        </p:nvSpPr>
        <p:spPr>
          <a:xfrm>
            <a:off x="103397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72" name="Shape 462"/>
          <p:cNvSpPr/>
          <p:nvPr/>
        </p:nvSpPr>
        <p:spPr>
          <a:xfrm>
            <a:off x="106705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3" name="Shape 463"/>
          <p:cNvSpPr/>
          <p:nvPr/>
        </p:nvSpPr>
        <p:spPr>
          <a:xfrm>
            <a:off x="106705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4" name="Shape 464"/>
          <p:cNvSpPr/>
          <p:nvPr/>
        </p:nvSpPr>
        <p:spPr>
          <a:xfrm>
            <a:off x="106705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5" name="Shape 465"/>
          <p:cNvSpPr/>
          <p:nvPr/>
        </p:nvSpPr>
        <p:spPr>
          <a:xfrm>
            <a:off x="106705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6" name="Shape 466"/>
          <p:cNvSpPr/>
          <p:nvPr/>
        </p:nvSpPr>
        <p:spPr>
          <a:xfrm>
            <a:off x="106705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7" name="Shape 467"/>
          <p:cNvSpPr/>
          <p:nvPr/>
        </p:nvSpPr>
        <p:spPr>
          <a:xfrm>
            <a:off x="106705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8" name="Shape 468"/>
          <p:cNvSpPr/>
          <p:nvPr/>
        </p:nvSpPr>
        <p:spPr>
          <a:xfrm>
            <a:off x="106705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9" name="Shape 469"/>
          <p:cNvSpPr/>
          <p:nvPr/>
        </p:nvSpPr>
        <p:spPr>
          <a:xfrm>
            <a:off x="106705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0" name="Shape 470"/>
          <p:cNvSpPr/>
          <p:nvPr/>
        </p:nvSpPr>
        <p:spPr>
          <a:xfrm>
            <a:off x="107759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1" name="Shape 471"/>
          <p:cNvSpPr/>
          <p:nvPr/>
        </p:nvSpPr>
        <p:spPr>
          <a:xfrm>
            <a:off x="107759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2" name="Shape 472"/>
          <p:cNvSpPr/>
          <p:nvPr/>
        </p:nvSpPr>
        <p:spPr>
          <a:xfrm>
            <a:off x="107759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3" name="Shape 473"/>
          <p:cNvSpPr/>
          <p:nvPr/>
        </p:nvSpPr>
        <p:spPr>
          <a:xfrm>
            <a:off x="107759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4" name="Shape 474"/>
          <p:cNvSpPr/>
          <p:nvPr/>
        </p:nvSpPr>
        <p:spPr>
          <a:xfrm>
            <a:off x="107759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5" name="Shape 475"/>
          <p:cNvSpPr/>
          <p:nvPr/>
        </p:nvSpPr>
        <p:spPr>
          <a:xfrm>
            <a:off x="107759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6" name="Shape 476"/>
          <p:cNvSpPr/>
          <p:nvPr/>
        </p:nvSpPr>
        <p:spPr>
          <a:xfrm>
            <a:off x="107759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7" name="Shape 477"/>
          <p:cNvSpPr/>
          <p:nvPr/>
        </p:nvSpPr>
        <p:spPr>
          <a:xfrm>
            <a:off x="107759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8" name="Shape 478"/>
          <p:cNvSpPr/>
          <p:nvPr/>
        </p:nvSpPr>
        <p:spPr>
          <a:xfrm>
            <a:off x="108813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9" name="Shape 479"/>
          <p:cNvSpPr/>
          <p:nvPr/>
        </p:nvSpPr>
        <p:spPr>
          <a:xfrm>
            <a:off x="108813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0" name="Shape 480"/>
          <p:cNvSpPr/>
          <p:nvPr/>
        </p:nvSpPr>
        <p:spPr>
          <a:xfrm>
            <a:off x="108813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1" name="Shape 481"/>
          <p:cNvSpPr/>
          <p:nvPr/>
        </p:nvSpPr>
        <p:spPr>
          <a:xfrm>
            <a:off x="108813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2" name="Shape 482"/>
          <p:cNvSpPr/>
          <p:nvPr/>
        </p:nvSpPr>
        <p:spPr>
          <a:xfrm>
            <a:off x="108813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3" name="Shape 483"/>
          <p:cNvSpPr/>
          <p:nvPr/>
        </p:nvSpPr>
        <p:spPr>
          <a:xfrm>
            <a:off x="108813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4" name="Shape 484"/>
          <p:cNvSpPr/>
          <p:nvPr/>
        </p:nvSpPr>
        <p:spPr>
          <a:xfrm>
            <a:off x="108813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5" name="Shape 485"/>
          <p:cNvSpPr/>
          <p:nvPr/>
        </p:nvSpPr>
        <p:spPr>
          <a:xfrm>
            <a:off x="108813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6" name="Shape 486"/>
          <p:cNvSpPr/>
          <p:nvPr/>
        </p:nvSpPr>
        <p:spPr>
          <a:xfrm>
            <a:off x="109867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7" name="Shape 487"/>
          <p:cNvSpPr/>
          <p:nvPr/>
        </p:nvSpPr>
        <p:spPr>
          <a:xfrm>
            <a:off x="109867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8" name="Shape 488"/>
          <p:cNvSpPr/>
          <p:nvPr/>
        </p:nvSpPr>
        <p:spPr>
          <a:xfrm>
            <a:off x="109867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9" name="Shape 489"/>
          <p:cNvSpPr/>
          <p:nvPr/>
        </p:nvSpPr>
        <p:spPr>
          <a:xfrm>
            <a:off x="109867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0" name="Shape 490"/>
          <p:cNvSpPr/>
          <p:nvPr/>
        </p:nvSpPr>
        <p:spPr>
          <a:xfrm>
            <a:off x="109867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1" name="Shape 491"/>
          <p:cNvSpPr/>
          <p:nvPr/>
        </p:nvSpPr>
        <p:spPr>
          <a:xfrm>
            <a:off x="109867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2" name="Shape 492"/>
          <p:cNvSpPr/>
          <p:nvPr/>
        </p:nvSpPr>
        <p:spPr>
          <a:xfrm>
            <a:off x="109867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3" name="Shape 493"/>
          <p:cNvSpPr/>
          <p:nvPr/>
        </p:nvSpPr>
        <p:spPr>
          <a:xfrm>
            <a:off x="109867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4" name="Shape 494"/>
          <p:cNvSpPr/>
          <p:nvPr/>
        </p:nvSpPr>
        <p:spPr>
          <a:xfrm>
            <a:off x="106375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5" name="Shape 495"/>
          <p:cNvSpPr/>
          <p:nvPr/>
        </p:nvSpPr>
        <p:spPr>
          <a:xfrm>
            <a:off x="107429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6" name="Shape 496"/>
          <p:cNvSpPr/>
          <p:nvPr/>
        </p:nvSpPr>
        <p:spPr>
          <a:xfrm>
            <a:off x="108483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7" name="Shape 497"/>
          <p:cNvSpPr/>
          <p:nvPr/>
        </p:nvSpPr>
        <p:spPr>
          <a:xfrm>
            <a:off x="109537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8" name="Shape 498"/>
          <p:cNvSpPr/>
          <p:nvPr/>
        </p:nvSpPr>
        <p:spPr>
          <a:xfrm>
            <a:off x="104044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09" name="Shape 499"/>
          <p:cNvSpPr/>
          <p:nvPr/>
        </p:nvSpPr>
        <p:spPr>
          <a:xfrm>
            <a:off x="105098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0" name="Shape 500"/>
          <p:cNvSpPr/>
          <p:nvPr/>
        </p:nvSpPr>
        <p:spPr>
          <a:xfrm>
            <a:off x="106165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1" name="Shape 501"/>
          <p:cNvSpPr/>
          <p:nvPr/>
        </p:nvSpPr>
        <p:spPr>
          <a:xfrm>
            <a:off x="107219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2" name="Shape 502"/>
          <p:cNvSpPr/>
          <p:nvPr/>
        </p:nvSpPr>
        <p:spPr>
          <a:xfrm>
            <a:off x="108273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3" name="Shape 503"/>
          <p:cNvSpPr/>
          <p:nvPr/>
        </p:nvSpPr>
        <p:spPr>
          <a:xfrm>
            <a:off x="109327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4" name="Shape 504"/>
          <p:cNvSpPr/>
          <p:nvPr/>
        </p:nvSpPr>
        <p:spPr>
          <a:xfrm>
            <a:off x="110394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5" name="Shape 505"/>
          <p:cNvSpPr/>
          <p:nvPr/>
        </p:nvSpPr>
        <p:spPr>
          <a:xfrm>
            <a:off x="111448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6" name="Text 506"/>
          <p:cNvSpPr/>
          <p:nvPr/>
        </p:nvSpPr>
        <p:spPr>
          <a:xfrm>
            <a:off x="108819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pic>
        <p:nvPicPr>
          <p:cNvPr id="517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2524760"/>
            <a:ext cx="133350" cy="213360"/>
          </a:xfrm>
          <a:prstGeom prst="rect">
            <a:avLst/>
          </a:prstGeom>
        </p:spPr>
      </p:pic>
      <p:pic>
        <p:nvPicPr>
          <p:cNvPr id="518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3509010"/>
            <a:ext cx="133350" cy="171450"/>
          </a:xfrm>
          <a:prstGeom prst="rect">
            <a:avLst/>
          </a:prstGeom>
        </p:spPr>
      </p:pic>
      <p:pic>
        <p:nvPicPr>
          <p:cNvPr id="519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2524760"/>
            <a:ext cx="133350" cy="213360"/>
          </a:xfrm>
          <a:prstGeom prst="rect">
            <a:avLst/>
          </a:prstGeom>
        </p:spPr>
      </p:pic>
      <p:pic>
        <p:nvPicPr>
          <p:cNvPr id="520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3509010"/>
            <a:ext cx="133350" cy="171450"/>
          </a:xfrm>
          <a:prstGeom prst="rect">
            <a:avLst/>
          </a:prstGeom>
        </p:spPr>
      </p:pic>
      <p:pic>
        <p:nvPicPr>
          <p:cNvPr id="521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2524760"/>
            <a:ext cx="133350" cy="213360"/>
          </a:xfrm>
          <a:prstGeom prst="rect">
            <a:avLst/>
          </a:prstGeom>
        </p:spPr>
      </p:pic>
      <p:pic>
        <p:nvPicPr>
          <p:cNvPr id="522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3509010"/>
            <a:ext cx="133350" cy="171450"/>
          </a:xfrm>
          <a:prstGeom prst="rect">
            <a:avLst/>
          </a:prstGeom>
        </p:spPr>
      </p:pic>
      <p:pic>
        <p:nvPicPr>
          <p:cNvPr id="523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2524760"/>
            <a:ext cx="133350" cy="213360"/>
          </a:xfrm>
          <a:prstGeom prst="rect">
            <a:avLst/>
          </a:prstGeom>
        </p:spPr>
      </p:pic>
      <p:pic>
        <p:nvPicPr>
          <p:cNvPr id="524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3509010"/>
            <a:ext cx="133350" cy="171450"/>
          </a:xfrm>
          <a:prstGeom prst="rect">
            <a:avLst/>
          </a:prstGeom>
        </p:spPr>
      </p:pic>
      <p:pic>
        <p:nvPicPr>
          <p:cNvPr id="525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2524760"/>
            <a:ext cx="133350" cy="213360"/>
          </a:xfrm>
          <a:prstGeom prst="rect">
            <a:avLst/>
          </a:prstGeom>
        </p:spPr>
      </p:pic>
      <p:pic>
        <p:nvPicPr>
          <p:cNvPr id="526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3509010"/>
            <a:ext cx="133350" cy="171450"/>
          </a:xfrm>
          <a:prstGeom prst="rect">
            <a:avLst/>
          </a:prstGeom>
        </p:spPr>
      </p:pic>
      <p:pic>
        <p:nvPicPr>
          <p:cNvPr id="527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2524760"/>
            <a:ext cx="133350" cy="213360"/>
          </a:xfrm>
          <a:prstGeom prst="rect">
            <a:avLst/>
          </a:prstGeom>
        </p:spPr>
      </p:pic>
      <p:pic>
        <p:nvPicPr>
          <p:cNvPr id="528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3509010"/>
            <a:ext cx="133350" cy="171450"/>
          </a:xfrm>
          <a:prstGeom prst="rect">
            <a:avLst/>
          </a:prstGeom>
        </p:spPr>
      </p:pic>
      <p:pic>
        <p:nvPicPr>
          <p:cNvPr id="529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2524760"/>
            <a:ext cx="133350" cy="213360"/>
          </a:xfrm>
          <a:prstGeom prst="rect">
            <a:avLst/>
          </a:prstGeom>
        </p:spPr>
      </p:pic>
      <p:pic>
        <p:nvPicPr>
          <p:cNvPr id="530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3509010"/>
            <a:ext cx="133350" cy="171450"/>
          </a:xfrm>
          <a:prstGeom prst="rect">
            <a:avLst/>
          </a:prstGeom>
        </p:spPr>
      </p:pic>
      <p:pic>
        <p:nvPicPr>
          <p:cNvPr id="531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2524760"/>
            <a:ext cx="133350" cy="213360"/>
          </a:xfrm>
          <a:prstGeom prst="rect">
            <a:avLst/>
          </a:prstGeom>
        </p:spPr>
      </p:pic>
      <p:pic>
        <p:nvPicPr>
          <p:cNvPr id="532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3509010"/>
            <a:ext cx="133350" cy="171450"/>
          </a:xfrm>
          <a:prstGeom prst="rect">
            <a:avLst/>
          </a:prstGeom>
        </p:spPr>
      </p:pic>
      <p:sp>
        <p:nvSpPr>
          <p:cNvPr id="533" name="Shape 507"/>
          <p:cNvSpPr/>
          <p:nvPr/>
        </p:nvSpPr>
        <p:spPr>
          <a:xfrm>
            <a:off x="215773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4" name="Shape 508"/>
          <p:cNvSpPr/>
          <p:nvPr/>
        </p:nvSpPr>
        <p:spPr>
          <a:xfrm>
            <a:off x="231648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5" name="Shape 509"/>
          <p:cNvSpPr/>
          <p:nvPr/>
        </p:nvSpPr>
        <p:spPr>
          <a:xfrm>
            <a:off x="247523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6" name="Shape 510"/>
          <p:cNvSpPr/>
          <p:nvPr/>
        </p:nvSpPr>
        <p:spPr>
          <a:xfrm>
            <a:off x="263398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7" name="Text 511"/>
          <p:cNvSpPr/>
          <p:nvPr/>
        </p:nvSpPr>
        <p:spPr>
          <a:xfrm>
            <a:off x="231013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38" name="Shape 512"/>
          <p:cNvSpPr/>
          <p:nvPr/>
        </p:nvSpPr>
        <p:spPr>
          <a:xfrm>
            <a:off x="311531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9" name="Shape 513"/>
          <p:cNvSpPr/>
          <p:nvPr/>
        </p:nvSpPr>
        <p:spPr>
          <a:xfrm>
            <a:off x="327406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0" name="Shape 514"/>
          <p:cNvSpPr/>
          <p:nvPr/>
        </p:nvSpPr>
        <p:spPr>
          <a:xfrm>
            <a:off x="343281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1" name="Shape 515"/>
          <p:cNvSpPr/>
          <p:nvPr/>
        </p:nvSpPr>
        <p:spPr>
          <a:xfrm>
            <a:off x="359156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2" name="Text 516"/>
          <p:cNvSpPr/>
          <p:nvPr/>
        </p:nvSpPr>
        <p:spPr>
          <a:xfrm>
            <a:off x="326771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43" name="Shape 517"/>
          <p:cNvSpPr/>
          <p:nvPr/>
        </p:nvSpPr>
        <p:spPr>
          <a:xfrm>
            <a:off x="408051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4" name="Shape 518"/>
          <p:cNvSpPr/>
          <p:nvPr/>
        </p:nvSpPr>
        <p:spPr>
          <a:xfrm>
            <a:off x="423926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5" name="Shape 519"/>
          <p:cNvSpPr/>
          <p:nvPr/>
        </p:nvSpPr>
        <p:spPr>
          <a:xfrm>
            <a:off x="439801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6" name="Shape 520"/>
          <p:cNvSpPr/>
          <p:nvPr/>
        </p:nvSpPr>
        <p:spPr>
          <a:xfrm>
            <a:off x="455676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7" name="Text 521"/>
          <p:cNvSpPr/>
          <p:nvPr/>
        </p:nvSpPr>
        <p:spPr>
          <a:xfrm>
            <a:off x="423291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48" name="Shape 522"/>
          <p:cNvSpPr/>
          <p:nvPr/>
        </p:nvSpPr>
        <p:spPr>
          <a:xfrm>
            <a:off x="50520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9" name="Shape 523"/>
          <p:cNvSpPr/>
          <p:nvPr/>
        </p:nvSpPr>
        <p:spPr>
          <a:xfrm>
            <a:off x="52108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0" name="Shape 524"/>
          <p:cNvSpPr/>
          <p:nvPr/>
        </p:nvSpPr>
        <p:spPr>
          <a:xfrm>
            <a:off x="53695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1" name="Shape 525"/>
          <p:cNvSpPr/>
          <p:nvPr/>
        </p:nvSpPr>
        <p:spPr>
          <a:xfrm>
            <a:off x="55283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2" name="Text 526"/>
          <p:cNvSpPr/>
          <p:nvPr/>
        </p:nvSpPr>
        <p:spPr>
          <a:xfrm>
            <a:off x="52044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53" name="Shape 527"/>
          <p:cNvSpPr/>
          <p:nvPr/>
        </p:nvSpPr>
        <p:spPr>
          <a:xfrm>
            <a:off x="60299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4" name="Shape 528"/>
          <p:cNvSpPr/>
          <p:nvPr/>
        </p:nvSpPr>
        <p:spPr>
          <a:xfrm>
            <a:off x="61887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5" name="Shape 529"/>
          <p:cNvSpPr/>
          <p:nvPr/>
        </p:nvSpPr>
        <p:spPr>
          <a:xfrm>
            <a:off x="63474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6" name="Shape 530"/>
          <p:cNvSpPr/>
          <p:nvPr/>
        </p:nvSpPr>
        <p:spPr>
          <a:xfrm>
            <a:off x="65062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7" name="Text 531"/>
          <p:cNvSpPr/>
          <p:nvPr/>
        </p:nvSpPr>
        <p:spPr>
          <a:xfrm>
            <a:off x="61823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58" name="Shape 532"/>
          <p:cNvSpPr/>
          <p:nvPr/>
        </p:nvSpPr>
        <p:spPr>
          <a:xfrm>
            <a:off x="697357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9" name="Shape 533"/>
          <p:cNvSpPr/>
          <p:nvPr/>
        </p:nvSpPr>
        <p:spPr>
          <a:xfrm>
            <a:off x="713232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0" name="Shape 534"/>
          <p:cNvSpPr/>
          <p:nvPr/>
        </p:nvSpPr>
        <p:spPr>
          <a:xfrm>
            <a:off x="729107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1" name="Shape 535"/>
          <p:cNvSpPr/>
          <p:nvPr/>
        </p:nvSpPr>
        <p:spPr>
          <a:xfrm>
            <a:off x="744982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2" name="Text 536"/>
          <p:cNvSpPr/>
          <p:nvPr/>
        </p:nvSpPr>
        <p:spPr>
          <a:xfrm>
            <a:off x="712597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63" name="Shape 537"/>
          <p:cNvSpPr/>
          <p:nvPr/>
        </p:nvSpPr>
        <p:spPr>
          <a:xfrm>
            <a:off x="94843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4" name="Shape 538"/>
          <p:cNvSpPr/>
          <p:nvPr/>
        </p:nvSpPr>
        <p:spPr>
          <a:xfrm>
            <a:off x="96431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5" name="Shape 539"/>
          <p:cNvSpPr/>
          <p:nvPr/>
        </p:nvSpPr>
        <p:spPr>
          <a:xfrm>
            <a:off x="98018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6" name="Shape 540"/>
          <p:cNvSpPr/>
          <p:nvPr/>
        </p:nvSpPr>
        <p:spPr>
          <a:xfrm>
            <a:off x="99606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7" name="Text 541"/>
          <p:cNvSpPr/>
          <p:nvPr/>
        </p:nvSpPr>
        <p:spPr>
          <a:xfrm>
            <a:off x="96367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568" name="Shape 542"/>
          <p:cNvSpPr/>
          <p:nvPr/>
        </p:nvSpPr>
        <p:spPr>
          <a:xfrm>
            <a:off x="104622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9" name="Shape 543"/>
          <p:cNvSpPr/>
          <p:nvPr/>
        </p:nvSpPr>
        <p:spPr>
          <a:xfrm>
            <a:off x="106210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0" name="Shape 544"/>
          <p:cNvSpPr/>
          <p:nvPr/>
        </p:nvSpPr>
        <p:spPr>
          <a:xfrm>
            <a:off x="107797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1" name="Shape 545"/>
          <p:cNvSpPr/>
          <p:nvPr/>
        </p:nvSpPr>
        <p:spPr>
          <a:xfrm>
            <a:off x="109385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2" name="Text 546"/>
          <p:cNvSpPr/>
          <p:nvPr/>
        </p:nvSpPr>
        <p:spPr>
          <a:xfrm>
            <a:off x="106146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573" name="Shape 547"/>
          <p:cNvSpPr/>
          <p:nvPr/>
        </p:nvSpPr>
        <p:spPr>
          <a:xfrm>
            <a:off x="80098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4" name="Shape 548"/>
          <p:cNvSpPr/>
          <p:nvPr/>
        </p:nvSpPr>
        <p:spPr>
          <a:xfrm>
            <a:off x="825627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5" name="Shape 549"/>
          <p:cNvSpPr/>
          <p:nvPr/>
        </p:nvSpPr>
        <p:spPr>
          <a:xfrm>
            <a:off x="84924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6" name="Shape 550"/>
          <p:cNvSpPr/>
          <p:nvPr/>
        </p:nvSpPr>
        <p:spPr>
          <a:xfrm>
            <a:off x="872998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7" name="Shape 551"/>
          <p:cNvSpPr/>
          <p:nvPr/>
        </p:nvSpPr>
        <p:spPr>
          <a:xfrm>
            <a:off x="89369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8" name="Shape 552"/>
          <p:cNvSpPr/>
          <p:nvPr/>
        </p:nvSpPr>
        <p:spPr>
          <a:xfrm>
            <a:off x="1628140" y="4029075"/>
            <a:ext cx="9832340" cy="996950"/>
          </a:xfrm>
          <a:prstGeom prst="roundRect">
            <a:avLst>
              <a:gd name="adj" fmla="val 733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579" name="Shape 553"/>
          <p:cNvSpPr/>
          <p:nvPr/>
        </p:nvSpPr>
        <p:spPr>
          <a:xfrm>
            <a:off x="2077720" y="4173855"/>
            <a:ext cx="9080500" cy="35941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80" name="Text 554"/>
          <p:cNvSpPr/>
          <p:nvPr/>
        </p:nvSpPr>
        <p:spPr>
          <a:xfrm>
            <a:off x="2077720" y="4173855"/>
            <a:ext cx="9080500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pic>
        <p:nvPicPr>
          <p:cNvPr id="581" name="Image 2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14830" y="4698365"/>
            <a:ext cx="685800" cy="1892300"/>
          </a:xfrm>
          <a:prstGeom prst="rect">
            <a:avLst/>
          </a:prstGeom>
        </p:spPr>
      </p:pic>
      <p:pic>
        <p:nvPicPr>
          <p:cNvPr id="582" name="Image 2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72410" y="4698365"/>
            <a:ext cx="685800" cy="1892300"/>
          </a:xfrm>
          <a:prstGeom prst="rect">
            <a:avLst/>
          </a:prstGeom>
        </p:spPr>
      </p:pic>
      <p:pic>
        <p:nvPicPr>
          <p:cNvPr id="583" name="Image 2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37610" y="4698365"/>
            <a:ext cx="685800" cy="1892300"/>
          </a:xfrm>
          <a:prstGeom prst="rect">
            <a:avLst/>
          </a:prstGeom>
        </p:spPr>
      </p:pic>
      <p:pic>
        <p:nvPicPr>
          <p:cNvPr id="584" name="Image 2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09160" y="4698365"/>
            <a:ext cx="685800" cy="1892300"/>
          </a:xfrm>
          <a:prstGeom prst="rect">
            <a:avLst/>
          </a:prstGeom>
        </p:spPr>
      </p:pic>
      <p:pic>
        <p:nvPicPr>
          <p:cNvPr id="585" name="Image 28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87060" y="4698365"/>
            <a:ext cx="685800" cy="1892300"/>
          </a:xfrm>
          <a:prstGeom prst="rect">
            <a:avLst/>
          </a:prstGeom>
        </p:spPr>
      </p:pic>
      <p:pic>
        <p:nvPicPr>
          <p:cNvPr id="586" name="Image 29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30670" y="4698365"/>
            <a:ext cx="685800" cy="1892300"/>
          </a:xfrm>
          <a:prstGeom prst="rect">
            <a:avLst/>
          </a:prstGeom>
        </p:spPr>
      </p:pic>
      <p:pic>
        <p:nvPicPr>
          <p:cNvPr id="587" name="Image 3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41460" y="4698365"/>
            <a:ext cx="685800" cy="1892300"/>
          </a:xfrm>
          <a:prstGeom prst="rect">
            <a:avLst/>
          </a:prstGeom>
        </p:spPr>
      </p:pic>
      <p:pic>
        <p:nvPicPr>
          <p:cNvPr id="588" name="Image 3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19360" y="4698365"/>
            <a:ext cx="685800" cy="1892300"/>
          </a:xfrm>
          <a:prstGeom prst="rect">
            <a:avLst/>
          </a:prstGeom>
        </p:spPr>
      </p:pic>
      <p:sp>
        <p:nvSpPr>
          <p:cNvPr id="589" name="Shape 555"/>
          <p:cNvSpPr/>
          <p:nvPr/>
        </p:nvSpPr>
        <p:spPr>
          <a:xfrm>
            <a:off x="215773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0" name="Shape 556"/>
          <p:cNvSpPr/>
          <p:nvPr/>
        </p:nvSpPr>
        <p:spPr>
          <a:xfrm>
            <a:off x="231648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1" name="Shape 557"/>
          <p:cNvSpPr/>
          <p:nvPr/>
        </p:nvSpPr>
        <p:spPr>
          <a:xfrm>
            <a:off x="247523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2" name="Shape 558"/>
          <p:cNvSpPr/>
          <p:nvPr/>
        </p:nvSpPr>
        <p:spPr>
          <a:xfrm>
            <a:off x="263398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3" name="Text 559"/>
          <p:cNvSpPr/>
          <p:nvPr/>
        </p:nvSpPr>
        <p:spPr>
          <a:xfrm>
            <a:off x="231013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94" name="Shape 560"/>
          <p:cNvSpPr/>
          <p:nvPr/>
        </p:nvSpPr>
        <p:spPr>
          <a:xfrm>
            <a:off x="311531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5" name="Shape 561"/>
          <p:cNvSpPr/>
          <p:nvPr/>
        </p:nvSpPr>
        <p:spPr>
          <a:xfrm>
            <a:off x="327406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6" name="Shape 562"/>
          <p:cNvSpPr/>
          <p:nvPr/>
        </p:nvSpPr>
        <p:spPr>
          <a:xfrm>
            <a:off x="343281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7" name="Shape 563"/>
          <p:cNvSpPr/>
          <p:nvPr/>
        </p:nvSpPr>
        <p:spPr>
          <a:xfrm>
            <a:off x="359156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8" name="Text 564"/>
          <p:cNvSpPr/>
          <p:nvPr/>
        </p:nvSpPr>
        <p:spPr>
          <a:xfrm>
            <a:off x="326771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99" name="Shape 565"/>
          <p:cNvSpPr/>
          <p:nvPr/>
        </p:nvSpPr>
        <p:spPr>
          <a:xfrm>
            <a:off x="408051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0" name="Shape 566"/>
          <p:cNvSpPr/>
          <p:nvPr/>
        </p:nvSpPr>
        <p:spPr>
          <a:xfrm>
            <a:off x="423926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1" name="Shape 567"/>
          <p:cNvSpPr/>
          <p:nvPr/>
        </p:nvSpPr>
        <p:spPr>
          <a:xfrm>
            <a:off x="439801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2" name="Shape 568"/>
          <p:cNvSpPr/>
          <p:nvPr/>
        </p:nvSpPr>
        <p:spPr>
          <a:xfrm>
            <a:off x="455676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3" name="Text 569"/>
          <p:cNvSpPr/>
          <p:nvPr/>
        </p:nvSpPr>
        <p:spPr>
          <a:xfrm>
            <a:off x="423291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04" name="Shape 570"/>
          <p:cNvSpPr/>
          <p:nvPr/>
        </p:nvSpPr>
        <p:spPr>
          <a:xfrm>
            <a:off x="50520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5" name="Shape 571"/>
          <p:cNvSpPr/>
          <p:nvPr/>
        </p:nvSpPr>
        <p:spPr>
          <a:xfrm>
            <a:off x="52108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6" name="Shape 572"/>
          <p:cNvSpPr/>
          <p:nvPr/>
        </p:nvSpPr>
        <p:spPr>
          <a:xfrm>
            <a:off x="53695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7" name="Shape 573"/>
          <p:cNvSpPr/>
          <p:nvPr/>
        </p:nvSpPr>
        <p:spPr>
          <a:xfrm>
            <a:off x="55283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8" name="Text 574"/>
          <p:cNvSpPr/>
          <p:nvPr/>
        </p:nvSpPr>
        <p:spPr>
          <a:xfrm>
            <a:off x="52044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09" name="Shape 575"/>
          <p:cNvSpPr/>
          <p:nvPr/>
        </p:nvSpPr>
        <p:spPr>
          <a:xfrm>
            <a:off x="60299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0" name="Shape 576"/>
          <p:cNvSpPr/>
          <p:nvPr/>
        </p:nvSpPr>
        <p:spPr>
          <a:xfrm>
            <a:off x="61887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1" name="Shape 577"/>
          <p:cNvSpPr/>
          <p:nvPr/>
        </p:nvSpPr>
        <p:spPr>
          <a:xfrm>
            <a:off x="63474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2" name="Shape 578"/>
          <p:cNvSpPr/>
          <p:nvPr/>
        </p:nvSpPr>
        <p:spPr>
          <a:xfrm>
            <a:off x="65062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3" name="Text 579"/>
          <p:cNvSpPr/>
          <p:nvPr/>
        </p:nvSpPr>
        <p:spPr>
          <a:xfrm>
            <a:off x="61823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14" name="Shape 580"/>
          <p:cNvSpPr/>
          <p:nvPr/>
        </p:nvSpPr>
        <p:spPr>
          <a:xfrm>
            <a:off x="697357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5" name="Shape 581"/>
          <p:cNvSpPr/>
          <p:nvPr/>
        </p:nvSpPr>
        <p:spPr>
          <a:xfrm>
            <a:off x="713232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6" name="Shape 582"/>
          <p:cNvSpPr/>
          <p:nvPr/>
        </p:nvSpPr>
        <p:spPr>
          <a:xfrm>
            <a:off x="729107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7" name="Shape 583"/>
          <p:cNvSpPr/>
          <p:nvPr/>
        </p:nvSpPr>
        <p:spPr>
          <a:xfrm>
            <a:off x="744982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8" name="Text 584"/>
          <p:cNvSpPr/>
          <p:nvPr/>
        </p:nvSpPr>
        <p:spPr>
          <a:xfrm>
            <a:off x="712597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19" name="Shape 585"/>
          <p:cNvSpPr/>
          <p:nvPr/>
        </p:nvSpPr>
        <p:spPr>
          <a:xfrm>
            <a:off x="94843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0" name="Shape 586"/>
          <p:cNvSpPr/>
          <p:nvPr/>
        </p:nvSpPr>
        <p:spPr>
          <a:xfrm>
            <a:off x="96431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1" name="Shape 587"/>
          <p:cNvSpPr/>
          <p:nvPr/>
        </p:nvSpPr>
        <p:spPr>
          <a:xfrm>
            <a:off x="98018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2" name="Shape 588"/>
          <p:cNvSpPr/>
          <p:nvPr/>
        </p:nvSpPr>
        <p:spPr>
          <a:xfrm>
            <a:off x="99606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3" name="Text 589"/>
          <p:cNvSpPr/>
          <p:nvPr/>
        </p:nvSpPr>
        <p:spPr>
          <a:xfrm>
            <a:off x="96367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624" name="Shape 590"/>
          <p:cNvSpPr/>
          <p:nvPr/>
        </p:nvSpPr>
        <p:spPr>
          <a:xfrm>
            <a:off x="104622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5" name="Shape 591"/>
          <p:cNvSpPr/>
          <p:nvPr/>
        </p:nvSpPr>
        <p:spPr>
          <a:xfrm>
            <a:off x="106210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6" name="Shape 592"/>
          <p:cNvSpPr/>
          <p:nvPr/>
        </p:nvSpPr>
        <p:spPr>
          <a:xfrm>
            <a:off x="107797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7" name="Shape 593"/>
          <p:cNvSpPr/>
          <p:nvPr/>
        </p:nvSpPr>
        <p:spPr>
          <a:xfrm>
            <a:off x="109385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8" name="Text 594"/>
          <p:cNvSpPr/>
          <p:nvPr/>
        </p:nvSpPr>
        <p:spPr>
          <a:xfrm>
            <a:off x="106146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29" name="Shape 595"/>
          <p:cNvSpPr/>
          <p:nvPr/>
        </p:nvSpPr>
        <p:spPr>
          <a:xfrm>
            <a:off x="80098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0" name="Shape 596"/>
          <p:cNvSpPr/>
          <p:nvPr/>
        </p:nvSpPr>
        <p:spPr>
          <a:xfrm>
            <a:off x="825627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1" name="Shape 597"/>
          <p:cNvSpPr/>
          <p:nvPr/>
        </p:nvSpPr>
        <p:spPr>
          <a:xfrm>
            <a:off x="84924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2" name="Shape 598"/>
          <p:cNvSpPr/>
          <p:nvPr/>
        </p:nvSpPr>
        <p:spPr>
          <a:xfrm>
            <a:off x="872998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3" name="Shape 599"/>
          <p:cNvSpPr/>
          <p:nvPr/>
        </p:nvSpPr>
        <p:spPr>
          <a:xfrm>
            <a:off x="89369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4" name="Shape 600"/>
          <p:cNvSpPr/>
          <p:nvPr/>
        </p:nvSpPr>
        <p:spPr>
          <a:xfrm>
            <a:off x="237617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35" name="Text 601"/>
          <p:cNvSpPr/>
          <p:nvPr/>
        </p:nvSpPr>
        <p:spPr>
          <a:xfrm>
            <a:off x="237617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36" name="Shape 602"/>
          <p:cNvSpPr/>
          <p:nvPr/>
        </p:nvSpPr>
        <p:spPr>
          <a:xfrm>
            <a:off x="333375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37" name="Text 603"/>
          <p:cNvSpPr/>
          <p:nvPr/>
        </p:nvSpPr>
        <p:spPr>
          <a:xfrm>
            <a:off x="333375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38" name="Shape 604"/>
          <p:cNvSpPr/>
          <p:nvPr/>
        </p:nvSpPr>
        <p:spPr>
          <a:xfrm>
            <a:off x="429895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39" name="Text 605"/>
          <p:cNvSpPr/>
          <p:nvPr/>
        </p:nvSpPr>
        <p:spPr>
          <a:xfrm>
            <a:off x="429895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0" name="Shape 606"/>
          <p:cNvSpPr/>
          <p:nvPr/>
        </p:nvSpPr>
        <p:spPr>
          <a:xfrm>
            <a:off x="52705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1" name="Text 607"/>
          <p:cNvSpPr/>
          <p:nvPr/>
        </p:nvSpPr>
        <p:spPr>
          <a:xfrm>
            <a:off x="52705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2" name="Shape 608"/>
          <p:cNvSpPr/>
          <p:nvPr/>
        </p:nvSpPr>
        <p:spPr>
          <a:xfrm>
            <a:off x="62484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3" name="Text 609"/>
          <p:cNvSpPr/>
          <p:nvPr/>
        </p:nvSpPr>
        <p:spPr>
          <a:xfrm>
            <a:off x="62484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4" name="Shape 610"/>
          <p:cNvSpPr/>
          <p:nvPr/>
        </p:nvSpPr>
        <p:spPr>
          <a:xfrm>
            <a:off x="719201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5" name="Text 611"/>
          <p:cNvSpPr/>
          <p:nvPr/>
        </p:nvSpPr>
        <p:spPr>
          <a:xfrm>
            <a:off x="719201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6" name="Shape 612"/>
          <p:cNvSpPr/>
          <p:nvPr/>
        </p:nvSpPr>
        <p:spPr>
          <a:xfrm>
            <a:off x="97028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7" name="Text 613"/>
          <p:cNvSpPr/>
          <p:nvPr/>
        </p:nvSpPr>
        <p:spPr>
          <a:xfrm>
            <a:off x="97028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8" name="Shape 614"/>
          <p:cNvSpPr/>
          <p:nvPr/>
        </p:nvSpPr>
        <p:spPr>
          <a:xfrm>
            <a:off x="106807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9" name="Text 615"/>
          <p:cNvSpPr/>
          <p:nvPr/>
        </p:nvSpPr>
        <p:spPr>
          <a:xfrm>
            <a:off x="106807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50" name="Shape 616"/>
          <p:cNvSpPr/>
          <p:nvPr/>
        </p:nvSpPr>
        <p:spPr>
          <a:xfrm>
            <a:off x="247523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51" name="Shape 617"/>
          <p:cNvSpPr/>
          <p:nvPr/>
        </p:nvSpPr>
        <p:spPr>
          <a:xfrm>
            <a:off x="247523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52" name="Shape 618"/>
          <p:cNvSpPr/>
          <p:nvPr/>
        </p:nvSpPr>
        <p:spPr>
          <a:xfrm>
            <a:off x="247523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53" name="Shape 619"/>
          <p:cNvSpPr/>
          <p:nvPr/>
        </p:nvSpPr>
        <p:spPr>
          <a:xfrm>
            <a:off x="343281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54" name="Shape 620"/>
          <p:cNvSpPr/>
          <p:nvPr/>
        </p:nvSpPr>
        <p:spPr>
          <a:xfrm>
            <a:off x="343281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55" name="Shape 621"/>
          <p:cNvSpPr/>
          <p:nvPr/>
        </p:nvSpPr>
        <p:spPr>
          <a:xfrm>
            <a:off x="343281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56" name="Shape 622"/>
          <p:cNvSpPr/>
          <p:nvPr/>
        </p:nvSpPr>
        <p:spPr>
          <a:xfrm>
            <a:off x="439801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57" name="Shape 623"/>
          <p:cNvSpPr/>
          <p:nvPr/>
        </p:nvSpPr>
        <p:spPr>
          <a:xfrm>
            <a:off x="439801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58" name="Shape 624"/>
          <p:cNvSpPr/>
          <p:nvPr/>
        </p:nvSpPr>
        <p:spPr>
          <a:xfrm>
            <a:off x="439801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59" name="Shape 625"/>
          <p:cNvSpPr/>
          <p:nvPr/>
        </p:nvSpPr>
        <p:spPr>
          <a:xfrm>
            <a:off x="53695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0" name="Shape 626"/>
          <p:cNvSpPr/>
          <p:nvPr/>
        </p:nvSpPr>
        <p:spPr>
          <a:xfrm>
            <a:off x="53695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61" name="Shape 627"/>
          <p:cNvSpPr/>
          <p:nvPr/>
        </p:nvSpPr>
        <p:spPr>
          <a:xfrm>
            <a:off x="53695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62" name="Shape 628"/>
          <p:cNvSpPr/>
          <p:nvPr/>
        </p:nvSpPr>
        <p:spPr>
          <a:xfrm>
            <a:off x="63474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3" name="Shape 629"/>
          <p:cNvSpPr/>
          <p:nvPr/>
        </p:nvSpPr>
        <p:spPr>
          <a:xfrm>
            <a:off x="63474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64" name="Shape 630"/>
          <p:cNvSpPr/>
          <p:nvPr/>
        </p:nvSpPr>
        <p:spPr>
          <a:xfrm>
            <a:off x="63474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65" name="Shape 631"/>
          <p:cNvSpPr/>
          <p:nvPr/>
        </p:nvSpPr>
        <p:spPr>
          <a:xfrm>
            <a:off x="729107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6" name="Shape 632"/>
          <p:cNvSpPr/>
          <p:nvPr/>
        </p:nvSpPr>
        <p:spPr>
          <a:xfrm>
            <a:off x="729107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67" name="Shape 633"/>
          <p:cNvSpPr/>
          <p:nvPr/>
        </p:nvSpPr>
        <p:spPr>
          <a:xfrm>
            <a:off x="729107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68" name="Shape 634"/>
          <p:cNvSpPr/>
          <p:nvPr/>
        </p:nvSpPr>
        <p:spPr>
          <a:xfrm>
            <a:off x="98018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9" name="Shape 635"/>
          <p:cNvSpPr/>
          <p:nvPr/>
        </p:nvSpPr>
        <p:spPr>
          <a:xfrm>
            <a:off x="98018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70" name="Shape 636"/>
          <p:cNvSpPr/>
          <p:nvPr/>
        </p:nvSpPr>
        <p:spPr>
          <a:xfrm>
            <a:off x="98018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71" name="Shape 637"/>
          <p:cNvSpPr/>
          <p:nvPr/>
        </p:nvSpPr>
        <p:spPr>
          <a:xfrm>
            <a:off x="107797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72" name="Shape 638"/>
          <p:cNvSpPr/>
          <p:nvPr/>
        </p:nvSpPr>
        <p:spPr>
          <a:xfrm>
            <a:off x="107797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73" name="Shape 639"/>
          <p:cNvSpPr/>
          <p:nvPr/>
        </p:nvSpPr>
        <p:spPr>
          <a:xfrm>
            <a:off x="107797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74" name="Shape 640"/>
          <p:cNvSpPr/>
          <p:nvPr/>
        </p:nvSpPr>
        <p:spPr>
          <a:xfrm>
            <a:off x="1944370" y="5568950"/>
            <a:ext cx="948817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675" name="Text 641"/>
          <p:cNvSpPr/>
          <p:nvPr/>
        </p:nvSpPr>
        <p:spPr>
          <a:xfrm>
            <a:off x="1944370" y="5568950"/>
            <a:ext cx="948817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pic>
        <p:nvPicPr>
          <p:cNvPr id="676" name="Image 3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08555" y="5318125"/>
            <a:ext cx="133350" cy="254000"/>
          </a:xfrm>
          <a:prstGeom prst="rect">
            <a:avLst/>
          </a:prstGeom>
        </p:spPr>
      </p:pic>
      <p:pic>
        <p:nvPicPr>
          <p:cNvPr id="677" name="Image 3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408555" y="6214745"/>
            <a:ext cx="133350" cy="254000"/>
          </a:xfrm>
          <a:prstGeom prst="rect">
            <a:avLst/>
          </a:prstGeom>
        </p:spPr>
      </p:pic>
      <p:pic>
        <p:nvPicPr>
          <p:cNvPr id="678" name="Image 3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66135" y="5318125"/>
            <a:ext cx="133350" cy="254000"/>
          </a:xfrm>
          <a:prstGeom prst="rect">
            <a:avLst/>
          </a:prstGeom>
        </p:spPr>
      </p:pic>
      <p:pic>
        <p:nvPicPr>
          <p:cNvPr id="679" name="Image 3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66135" y="6214745"/>
            <a:ext cx="133350" cy="254000"/>
          </a:xfrm>
          <a:prstGeom prst="rect">
            <a:avLst/>
          </a:prstGeom>
        </p:spPr>
      </p:pic>
      <p:pic>
        <p:nvPicPr>
          <p:cNvPr id="680" name="Image 3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31335" y="5318125"/>
            <a:ext cx="133350" cy="254000"/>
          </a:xfrm>
          <a:prstGeom prst="rect">
            <a:avLst/>
          </a:prstGeom>
        </p:spPr>
      </p:pic>
      <p:pic>
        <p:nvPicPr>
          <p:cNvPr id="681" name="Image 3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331335" y="6214745"/>
            <a:ext cx="133350" cy="254000"/>
          </a:xfrm>
          <a:prstGeom prst="rect">
            <a:avLst/>
          </a:prstGeom>
        </p:spPr>
      </p:pic>
      <p:pic>
        <p:nvPicPr>
          <p:cNvPr id="682" name="Image 3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302885" y="5318125"/>
            <a:ext cx="133350" cy="254000"/>
          </a:xfrm>
          <a:prstGeom prst="rect">
            <a:avLst/>
          </a:prstGeom>
        </p:spPr>
      </p:pic>
      <p:pic>
        <p:nvPicPr>
          <p:cNvPr id="683" name="Image 3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302885" y="6214745"/>
            <a:ext cx="133350" cy="254000"/>
          </a:xfrm>
          <a:prstGeom prst="rect">
            <a:avLst/>
          </a:prstGeom>
        </p:spPr>
      </p:pic>
      <p:pic>
        <p:nvPicPr>
          <p:cNvPr id="684" name="Image 4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80785" y="5318125"/>
            <a:ext cx="133350" cy="254000"/>
          </a:xfrm>
          <a:prstGeom prst="rect">
            <a:avLst/>
          </a:prstGeom>
        </p:spPr>
      </p:pic>
      <p:pic>
        <p:nvPicPr>
          <p:cNvPr id="685" name="Image 4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80785" y="6214745"/>
            <a:ext cx="133350" cy="254000"/>
          </a:xfrm>
          <a:prstGeom prst="rect">
            <a:avLst/>
          </a:prstGeom>
        </p:spPr>
      </p:pic>
      <p:pic>
        <p:nvPicPr>
          <p:cNvPr id="686" name="Image 4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224395" y="5318125"/>
            <a:ext cx="133350" cy="254000"/>
          </a:xfrm>
          <a:prstGeom prst="rect">
            <a:avLst/>
          </a:prstGeom>
        </p:spPr>
      </p:pic>
      <p:pic>
        <p:nvPicPr>
          <p:cNvPr id="687" name="Image 4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224395" y="6214745"/>
            <a:ext cx="133350" cy="254000"/>
          </a:xfrm>
          <a:prstGeom prst="rect">
            <a:avLst/>
          </a:prstGeom>
        </p:spPr>
      </p:pic>
      <p:pic>
        <p:nvPicPr>
          <p:cNvPr id="688" name="Image 4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735185" y="5318125"/>
            <a:ext cx="133350" cy="254000"/>
          </a:xfrm>
          <a:prstGeom prst="rect">
            <a:avLst/>
          </a:prstGeom>
        </p:spPr>
      </p:pic>
      <p:pic>
        <p:nvPicPr>
          <p:cNvPr id="689" name="Image 4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735185" y="6214745"/>
            <a:ext cx="133350" cy="254000"/>
          </a:xfrm>
          <a:prstGeom prst="rect">
            <a:avLst/>
          </a:prstGeom>
        </p:spPr>
      </p:pic>
      <p:pic>
        <p:nvPicPr>
          <p:cNvPr id="690" name="Image 4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713085" y="5318125"/>
            <a:ext cx="133350" cy="254000"/>
          </a:xfrm>
          <a:prstGeom prst="rect">
            <a:avLst/>
          </a:prstGeom>
        </p:spPr>
      </p:pic>
      <p:pic>
        <p:nvPicPr>
          <p:cNvPr id="691" name="Image 4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713085" y="6214745"/>
            <a:ext cx="133350" cy="254000"/>
          </a:xfrm>
          <a:prstGeom prst="rect">
            <a:avLst/>
          </a:prstGeom>
        </p:spPr>
      </p:pic>
      <p:sp>
        <p:nvSpPr>
          <p:cNvPr id="692" name="Shape 642"/>
          <p:cNvSpPr/>
          <p:nvPr/>
        </p:nvSpPr>
        <p:spPr>
          <a:xfrm>
            <a:off x="215773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3" name="Shape 643"/>
          <p:cNvSpPr/>
          <p:nvPr/>
        </p:nvSpPr>
        <p:spPr>
          <a:xfrm>
            <a:off x="231648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4" name="Shape 644"/>
          <p:cNvSpPr/>
          <p:nvPr/>
        </p:nvSpPr>
        <p:spPr>
          <a:xfrm>
            <a:off x="247523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5" name="Shape 645"/>
          <p:cNvSpPr/>
          <p:nvPr/>
        </p:nvSpPr>
        <p:spPr>
          <a:xfrm>
            <a:off x="263398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6" name="Text 646"/>
          <p:cNvSpPr/>
          <p:nvPr/>
        </p:nvSpPr>
        <p:spPr>
          <a:xfrm>
            <a:off x="231013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97" name="Shape 647"/>
          <p:cNvSpPr/>
          <p:nvPr/>
        </p:nvSpPr>
        <p:spPr>
          <a:xfrm>
            <a:off x="311531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8" name="Shape 648"/>
          <p:cNvSpPr/>
          <p:nvPr/>
        </p:nvSpPr>
        <p:spPr>
          <a:xfrm>
            <a:off x="327406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9" name="Shape 649"/>
          <p:cNvSpPr/>
          <p:nvPr/>
        </p:nvSpPr>
        <p:spPr>
          <a:xfrm>
            <a:off x="343281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0" name="Shape 650"/>
          <p:cNvSpPr/>
          <p:nvPr/>
        </p:nvSpPr>
        <p:spPr>
          <a:xfrm>
            <a:off x="359156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1" name="Text 651"/>
          <p:cNvSpPr/>
          <p:nvPr/>
        </p:nvSpPr>
        <p:spPr>
          <a:xfrm>
            <a:off x="326771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02" name="Shape 652"/>
          <p:cNvSpPr/>
          <p:nvPr/>
        </p:nvSpPr>
        <p:spPr>
          <a:xfrm>
            <a:off x="408051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3" name="Shape 653"/>
          <p:cNvSpPr/>
          <p:nvPr/>
        </p:nvSpPr>
        <p:spPr>
          <a:xfrm>
            <a:off x="423926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4" name="Shape 654"/>
          <p:cNvSpPr/>
          <p:nvPr/>
        </p:nvSpPr>
        <p:spPr>
          <a:xfrm>
            <a:off x="439801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5" name="Shape 655"/>
          <p:cNvSpPr/>
          <p:nvPr/>
        </p:nvSpPr>
        <p:spPr>
          <a:xfrm>
            <a:off x="455676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6" name="Text 656"/>
          <p:cNvSpPr/>
          <p:nvPr/>
        </p:nvSpPr>
        <p:spPr>
          <a:xfrm>
            <a:off x="423291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07" name="Shape 657"/>
          <p:cNvSpPr/>
          <p:nvPr/>
        </p:nvSpPr>
        <p:spPr>
          <a:xfrm>
            <a:off x="50520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8" name="Shape 658"/>
          <p:cNvSpPr/>
          <p:nvPr/>
        </p:nvSpPr>
        <p:spPr>
          <a:xfrm>
            <a:off x="52108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9" name="Shape 659"/>
          <p:cNvSpPr/>
          <p:nvPr/>
        </p:nvSpPr>
        <p:spPr>
          <a:xfrm>
            <a:off x="53695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0" name="Shape 660"/>
          <p:cNvSpPr/>
          <p:nvPr/>
        </p:nvSpPr>
        <p:spPr>
          <a:xfrm>
            <a:off x="55283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1" name="Text 661"/>
          <p:cNvSpPr/>
          <p:nvPr/>
        </p:nvSpPr>
        <p:spPr>
          <a:xfrm>
            <a:off x="52044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12" name="Shape 662"/>
          <p:cNvSpPr/>
          <p:nvPr/>
        </p:nvSpPr>
        <p:spPr>
          <a:xfrm>
            <a:off x="60299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3" name="Shape 663"/>
          <p:cNvSpPr/>
          <p:nvPr/>
        </p:nvSpPr>
        <p:spPr>
          <a:xfrm>
            <a:off x="61887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4" name="Shape 664"/>
          <p:cNvSpPr/>
          <p:nvPr/>
        </p:nvSpPr>
        <p:spPr>
          <a:xfrm>
            <a:off x="63474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5" name="Shape 665"/>
          <p:cNvSpPr/>
          <p:nvPr/>
        </p:nvSpPr>
        <p:spPr>
          <a:xfrm>
            <a:off x="65062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6" name="Text 666"/>
          <p:cNvSpPr/>
          <p:nvPr/>
        </p:nvSpPr>
        <p:spPr>
          <a:xfrm>
            <a:off x="61823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717" name="Shape 667"/>
          <p:cNvSpPr/>
          <p:nvPr/>
        </p:nvSpPr>
        <p:spPr>
          <a:xfrm>
            <a:off x="697357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8" name="Shape 668"/>
          <p:cNvSpPr/>
          <p:nvPr/>
        </p:nvSpPr>
        <p:spPr>
          <a:xfrm>
            <a:off x="713232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9" name="Shape 669"/>
          <p:cNvSpPr/>
          <p:nvPr/>
        </p:nvSpPr>
        <p:spPr>
          <a:xfrm>
            <a:off x="729107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0" name="Shape 670"/>
          <p:cNvSpPr/>
          <p:nvPr/>
        </p:nvSpPr>
        <p:spPr>
          <a:xfrm>
            <a:off x="744982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1" name="Text 671"/>
          <p:cNvSpPr/>
          <p:nvPr/>
        </p:nvSpPr>
        <p:spPr>
          <a:xfrm>
            <a:off x="712597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22" name="Shape 672"/>
          <p:cNvSpPr/>
          <p:nvPr/>
        </p:nvSpPr>
        <p:spPr>
          <a:xfrm>
            <a:off x="94843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3" name="Shape 673"/>
          <p:cNvSpPr/>
          <p:nvPr/>
        </p:nvSpPr>
        <p:spPr>
          <a:xfrm>
            <a:off x="96431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4" name="Shape 674"/>
          <p:cNvSpPr/>
          <p:nvPr/>
        </p:nvSpPr>
        <p:spPr>
          <a:xfrm>
            <a:off x="98018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5" name="Shape 675"/>
          <p:cNvSpPr/>
          <p:nvPr/>
        </p:nvSpPr>
        <p:spPr>
          <a:xfrm>
            <a:off x="99606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6" name="Text 676"/>
          <p:cNvSpPr/>
          <p:nvPr/>
        </p:nvSpPr>
        <p:spPr>
          <a:xfrm>
            <a:off x="96367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727" name="Shape 677"/>
          <p:cNvSpPr/>
          <p:nvPr/>
        </p:nvSpPr>
        <p:spPr>
          <a:xfrm>
            <a:off x="104622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8" name="Shape 678"/>
          <p:cNvSpPr/>
          <p:nvPr/>
        </p:nvSpPr>
        <p:spPr>
          <a:xfrm>
            <a:off x="106210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9" name="Shape 679"/>
          <p:cNvSpPr/>
          <p:nvPr/>
        </p:nvSpPr>
        <p:spPr>
          <a:xfrm>
            <a:off x="107797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0" name="Shape 680"/>
          <p:cNvSpPr/>
          <p:nvPr/>
        </p:nvSpPr>
        <p:spPr>
          <a:xfrm>
            <a:off x="109385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1" name="Text 681"/>
          <p:cNvSpPr/>
          <p:nvPr/>
        </p:nvSpPr>
        <p:spPr>
          <a:xfrm>
            <a:off x="106146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732" name="Shape 682"/>
          <p:cNvSpPr/>
          <p:nvPr/>
        </p:nvSpPr>
        <p:spPr>
          <a:xfrm>
            <a:off x="80098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3" name="Shape 683"/>
          <p:cNvSpPr/>
          <p:nvPr/>
        </p:nvSpPr>
        <p:spPr>
          <a:xfrm>
            <a:off x="825627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4" name="Shape 684"/>
          <p:cNvSpPr/>
          <p:nvPr/>
        </p:nvSpPr>
        <p:spPr>
          <a:xfrm>
            <a:off x="84924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5" name="Shape 685"/>
          <p:cNvSpPr/>
          <p:nvPr/>
        </p:nvSpPr>
        <p:spPr>
          <a:xfrm>
            <a:off x="872998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6" name="Shape 686"/>
          <p:cNvSpPr/>
          <p:nvPr/>
        </p:nvSpPr>
        <p:spPr>
          <a:xfrm>
            <a:off x="89369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7" name="Text 687"/>
          <p:cNvSpPr/>
          <p:nvPr/>
        </p:nvSpPr>
        <p:spPr>
          <a:xfrm>
            <a:off x="431800" y="510253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738" name="Text 688"/>
          <p:cNvSpPr/>
          <p:nvPr/>
        </p:nvSpPr>
        <p:spPr>
          <a:xfrm>
            <a:off x="431800" y="531462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739" name="Text 689"/>
          <p:cNvSpPr/>
          <p:nvPr/>
        </p:nvSpPr>
        <p:spPr>
          <a:xfrm>
            <a:off x="431800" y="572737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740" name="Text 690"/>
          <p:cNvSpPr/>
          <p:nvPr/>
        </p:nvSpPr>
        <p:spPr>
          <a:xfrm>
            <a:off x="431800" y="594073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741" name="Text 691"/>
          <p:cNvSpPr/>
          <p:nvPr/>
        </p:nvSpPr>
        <p:spPr>
          <a:xfrm>
            <a:off x="431800" y="6259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742" name="Text 692"/>
          <p:cNvSpPr/>
          <p:nvPr/>
        </p:nvSpPr>
        <p:spPr>
          <a:xfrm>
            <a:off x="431800" y="645889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743" name="Text 693"/>
          <p:cNvSpPr/>
          <p:nvPr/>
        </p:nvSpPr>
        <p:spPr>
          <a:xfrm>
            <a:off x="431800" y="29225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744" name="Text 694"/>
          <p:cNvSpPr/>
          <p:nvPr/>
        </p:nvSpPr>
        <p:spPr>
          <a:xfrm>
            <a:off x="431800" y="313466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745" name="Shape 695"/>
          <p:cNvSpPr/>
          <p:nvPr/>
        </p:nvSpPr>
        <p:spPr>
          <a:xfrm>
            <a:off x="704850" y="690880"/>
            <a:ext cx="1320800" cy="651510"/>
          </a:xfrm>
          <a:prstGeom prst="rect">
            <a:avLst/>
          </a:prstGeom>
          <a:solidFill>
            <a:srgbClr val="FFCC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46" name="Text 696"/>
          <p:cNvSpPr/>
          <p:nvPr/>
        </p:nvSpPr>
        <p:spPr>
          <a:xfrm>
            <a:off x="704850" y="768756"/>
            <a:ext cx="132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747" name="Shape 697"/>
          <p:cNvSpPr/>
          <p:nvPr/>
        </p:nvSpPr>
        <p:spPr>
          <a:xfrm>
            <a:off x="3383280" y="6685915"/>
            <a:ext cx="3702050" cy="173990"/>
          </a:xfrm>
          <a:prstGeom prst="rect">
            <a:avLst/>
          </a:prstGeom>
          <a:solidFill>
            <a:srgbClr val="FFB6C1"/>
          </a:solidFill>
          <a:ln/>
        </p:spPr>
      </p:sp>
      <p:sp>
        <p:nvSpPr>
          <p:cNvPr id="748" name="Text 698"/>
          <p:cNvSpPr/>
          <p:nvPr/>
        </p:nvSpPr>
        <p:spPr>
          <a:xfrm>
            <a:off x="1424940" y="6690716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Word_Embedding + Positional_Information</a:t>
            </a:r>
            <a:endParaRPr lang="en-US" sz="1400" dirty="0"/>
          </a:p>
        </p:txBody>
      </p:sp>
      <p:sp>
        <p:nvSpPr>
          <p:cNvPr id="749" name="Shape 699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50" name="Text 700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62143" y="1049960"/>
            <a:ext cx="9763844" cy="5808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96237" y="637951"/>
            <a:ext cx="10668000" cy="345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7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Stacked Encoder Blocks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920690" y="1063251"/>
            <a:ext cx="9433538" cy="5728264"/>
          </a:xfrm>
          <a:prstGeom prst="rect">
            <a:avLst/>
          </a:prstGeom>
          <a:ln w="25400">
            <a:solidFill>
              <a:srgbClr val="0000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690" y="6772908"/>
            <a:ext cx="9433538" cy="0"/>
          </a:xfrm>
          <a:prstGeom prst="line">
            <a:avLst/>
          </a:prstGeom>
          <a:noFill/>
          <a:ln w="44450">
            <a:solidFill>
              <a:srgbClr val="0000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114" y="1687911"/>
            <a:ext cx="9393902" cy="3149881"/>
          </a:xfrm>
          <a:prstGeom prst="rect">
            <a:avLst/>
          </a:prstGeom>
          <a:solidFill>
            <a:srgbClr val="C9DFF0"/>
          </a:solidFill>
          <a:ln w="31750">
            <a:solidFill>
              <a:srgbClr val="0000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2812" y="1754364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1" name="Text 9"/>
          <p:cNvSpPr/>
          <p:nvPr/>
        </p:nvSpPr>
        <p:spPr>
          <a:xfrm>
            <a:off x="2052812" y="1754364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052812" y="3163171"/>
            <a:ext cx="9195718" cy="372138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3" name="Text 11"/>
          <p:cNvSpPr/>
          <p:nvPr/>
        </p:nvSpPr>
        <p:spPr>
          <a:xfrm>
            <a:off x="2052812" y="3163171"/>
            <a:ext cx="919571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052812" y="3774541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5" name="Text 13"/>
          <p:cNvSpPr/>
          <p:nvPr/>
        </p:nvSpPr>
        <p:spPr>
          <a:xfrm>
            <a:off x="2052812" y="3774541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1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052812" y="4385910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7" name="Text 15"/>
          <p:cNvSpPr/>
          <p:nvPr/>
        </p:nvSpPr>
        <p:spPr>
          <a:xfrm>
            <a:off x="2052812" y="4385910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402936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2936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67430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7430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852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52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962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962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0728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0728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38616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8616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75365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75365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3985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3985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9361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5" name="Shape 33"/>
          <p:cNvSpPr/>
          <p:nvPr/>
        </p:nvSpPr>
        <p:spPr>
          <a:xfrm>
            <a:off x="2429361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6" name="Shape 34"/>
          <p:cNvSpPr/>
          <p:nvPr/>
        </p:nvSpPr>
        <p:spPr>
          <a:xfrm>
            <a:off x="2429361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7" name="Shape 35"/>
          <p:cNvSpPr/>
          <p:nvPr/>
        </p:nvSpPr>
        <p:spPr>
          <a:xfrm>
            <a:off x="2429361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8" name="Shape 36"/>
          <p:cNvSpPr/>
          <p:nvPr/>
        </p:nvSpPr>
        <p:spPr>
          <a:xfrm>
            <a:off x="2429361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9" name="Shape 37"/>
          <p:cNvSpPr/>
          <p:nvPr/>
        </p:nvSpPr>
        <p:spPr>
          <a:xfrm>
            <a:off x="3393854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0" name="Shape 38"/>
          <p:cNvSpPr/>
          <p:nvPr/>
        </p:nvSpPr>
        <p:spPr>
          <a:xfrm>
            <a:off x="3393854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1" name="Shape 39"/>
          <p:cNvSpPr/>
          <p:nvPr/>
        </p:nvSpPr>
        <p:spPr>
          <a:xfrm>
            <a:off x="3393854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2" name="Shape 40"/>
          <p:cNvSpPr/>
          <p:nvPr/>
        </p:nvSpPr>
        <p:spPr>
          <a:xfrm>
            <a:off x="3393854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3" name="Shape 41"/>
          <p:cNvSpPr/>
          <p:nvPr/>
        </p:nvSpPr>
        <p:spPr>
          <a:xfrm>
            <a:off x="3393854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4" name="Shape 42"/>
          <p:cNvSpPr/>
          <p:nvPr/>
        </p:nvSpPr>
        <p:spPr>
          <a:xfrm>
            <a:off x="4364954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5" name="Shape 43"/>
          <p:cNvSpPr/>
          <p:nvPr/>
        </p:nvSpPr>
        <p:spPr>
          <a:xfrm>
            <a:off x="4364954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6" name="Shape 44"/>
          <p:cNvSpPr/>
          <p:nvPr/>
        </p:nvSpPr>
        <p:spPr>
          <a:xfrm>
            <a:off x="4364954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7" name="Shape 45"/>
          <p:cNvSpPr/>
          <p:nvPr/>
        </p:nvSpPr>
        <p:spPr>
          <a:xfrm>
            <a:off x="4364954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8" name="Shape 46"/>
          <p:cNvSpPr/>
          <p:nvPr/>
        </p:nvSpPr>
        <p:spPr>
          <a:xfrm>
            <a:off x="4364954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9" name="Shape 47"/>
          <p:cNvSpPr/>
          <p:nvPr/>
        </p:nvSpPr>
        <p:spPr>
          <a:xfrm>
            <a:off x="533605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0" name="Shape 48"/>
          <p:cNvSpPr/>
          <p:nvPr/>
        </p:nvSpPr>
        <p:spPr>
          <a:xfrm>
            <a:off x="533605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1" name="Shape 49"/>
          <p:cNvSpPr/>
          <p:nvPr/>
        </p:nvSpPr>
        <p:spPr>
          <a:xfrm>
            <a:off x="533605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2" name="Shape 50"/>
          <p:cNvSpPr/>
          <p:nvPr/>
        </p:nvSpPr>
        <p:spPr>
          <a:xfrm>
            <a:off x="533605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3" name="Shape 51"/>
          <p:cNvSpPr/>
          <p:nvPr/>
        </p:nvSpPr>
        <p:spPr>
          <a:xfrm>
            <a:off x="533605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715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715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6" name="Shape 54"/>
          <p:cNvSpPr/>
          <p:nvPr/>
        </p:nvSpPr>
        <p:spPr>
          <a:xfrm>
            <a:off x="630715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7" name="Shape 55"/>
          <p:cNvSpPr/>
          <p:nvPr/>
        </p:nvSpPr>
        <p:spPr>
          <a:xfrm>
            <a:off x="630715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8" name="Shape 56"/>
          <p:cNvSpPr/>
          <p:nvPr/>
        </p:nvSpPr>
        <p:spPr>
          <a:xfrm>
            <a:off x="630715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9" name="Shape 57"/>
          <p:cNvSpPr/>
          <p:nvPr/>
        </p:nvSpPr>
        <p:spPr>
          <a:xfrm>
            <a:off x="7265040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0" name="Shape 58"/>
          <p:cNvSpPr/>
          <p:nvPr/>
        </p:nvSpPr>
        <p:spPr>
          <a:xfrm>
            <a:off x="7265040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1" name="Shape 59"/>
          <p:cNvSpPr/>
          <p:nvPr/>
        </p:nvSpPr>
        <p:spPr>
          <a:xfrm>
            <a:off x="7265040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2" name="Shape 60"/>
          <p:cNvSpPr/>
          <p:nvPr/>
        </p:nvSpPr>
        <p:spPr>
          <a:xfrm>
            <a:off x="7265040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3" name="Shape 61"/>
          <p:cNvSpPr/>
          <p:nvPr/>
        </p:nvSpPr>
        <p:spPr>
          <a:xfrm>
            <a:off x="7265040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4" name="Shape 62"/>
          <p:cNvSpPr/>
          <p:nvPr/>
        </p:nvSpPr>
        <p:spPr>
          <a:xfrm>
            <a:off x="9801790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5" name="Shape 63"/>
          <p:cNvSpPr/>
          <p:nvPr/>
        </p:nvSpPr>
        <p:spPr>
          <a:xfrm>
            <a:off x="9801790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6" name="Shape 64"/>
          <p:cNvSpPr/>
          <p:nvPr/>
        </p:nvSpPr>
        <p:spPr>
          <a:xfrm>
            <a:off x="9801790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7" name="Shape 65"/>
          <p:cNvSpPr/>
          <p:nvPr/>
        </p:nvSpPr>
        <p:spPr>
          <a:xfrm>
            <a:off x="9801790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8" name="Shape 66"/>
          <p:cNvSpPr/>
          <p:nvPr/>
        </p:nvSpPr>
        <p:spPr>
          <a:xfrm>
            <a:off x="9801790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6628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" name="Shape 68"/>
          <p:cNvSpPr/>
          <p:nvPr/>
        </p:nvSpPr>
        <p:spPr>
          <a:xfrm>
            <a:off x="1076628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1" name="Shape 69"/>
          <p:cNvSpPr/>
          <p:nvPr/>
        </p:nvSpPr>
        <p:spPr>
          <a:xfrm>
            <a:off x="1076628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2" name="Shape 70"/>
          <p:cNvSpPr/>
          <p:nvPr/>
        </p:nvSpPr>
        <p:spPr>
          <a:xfrm>
            <a:off x="1076628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6628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4" name="Shape 72"/>
          <p:cNvSpPr/>
          <p:nvPr/>
        </p:nvSpPr>
        <p:spPr>
          <a:xfrm>
            <a:off x="2369906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34399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05499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7659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4769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05585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742335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70682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72630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83" name="Shape 81"/>
          <p:cNvSpPr/>
          <p:nvPr/>
        </p:nvSpPr>
        <p:spPr>
          <a:xfrm>
            <a:off x="2231177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84" name="Shape 82"/>
          <p:cNvSpPr/>
          <p:nvPr/>
        </p:nvSpPr>
        <p:spPr>
          <a:xfrm>
            <a:off x="2389724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85" name="Shape 83"/>
          <p:cNvSpPr/>
          <p:nvPr/>
        </p:nvSpPr>
        <p:spPr>
          <a:xfrm>
            <a:off x="2548271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86" name="Shape 84"/>
          <p:cNvSpPr/>
          <p:nvPr/>
        </p:nvSpPr>
        <p:spPr>
          <a:xfrm>
            <a:off x="2706818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2072630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66024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037124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90" name="Shape 88"/>
          <p:cNvSpPr/>
          <p:nvPr/>
        </p:nvSpPr>
        <p:spPr>
          <a:xfrm>
            <a:off x="3195671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91" name="Shape 89"/>
          <p:cNvSpPr/>
          <p:nvPr/>
        </p:nvSpPr>
        <p:spPr>
          <a:xfrm>
            <a:off x="3354217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92" name="Shape 90"/>
          <p:cNvSpPr/>
          <p:nvPr/>
        </p:nvSpPr>
        <p:spPr>
          <a:xfrm>
            <a:off x="3512764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93" name="Shape 91"/>
          <p:cNvSpPr/>
          <p:nvPr/>
        </p:nvSpPr>
        <p:spPr>
          <a:xfrm>
            <a:off x="3671311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3037124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30518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0822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97" name="Shape 95"/>
          <p:cNvSpPr/>
          <p:nvPr/>
        </p:nvSpPr>
        <p:spPr>
          <a:xfrm>
            <a:off x="416677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98" name="Shape 96"/>
          <p:cNvSpPr/>
          <p:nvPr/>
        </p:nvSpPr>
        <p:spPr>
          <a:xfrm>
            <a:off x="4325317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99" name="Shape 97"/>
          <p:cNvSpPr/>
          <p:nvPr/>
        </p:nvSpPr>
        <p:spPr>
          <a:xfrm>
            <a:off x="4483864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00" name="Shape 98"/>
          <p:cNvSpPr/>
          <p:nvPr/>
        </p:nvSpPr>
        <p:spPr>
          <a:xfrm>
            <a:off x="4642411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00822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0161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497932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13787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29641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45496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61351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97932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7271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5950422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108969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26751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42606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58461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950422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43816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6908310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066856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225403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383950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542497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908310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901703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9445059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9603606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762153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920700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79247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445059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38453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600" dirty="0"/>
          </a:p>
        </p:txBody>
      </p:sp>
      <p:sp>
        <p:nvSpPr>
          <p:cNvPr id="131" name="Shape 129"/>
          <p:cNvSpPr/>
          <p:nvPr/>
        </p:nvSpPr>
        <p:spPr>
          <a:xfrm>
            <a:off x="1040955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56810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72664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88519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104374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040955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40294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600" dirty="0"/>
          </a:p>
        </p:txBody>
      </p:sp>
      <p:sp>
        <p:nvSpPr>
          <p:cNvPr id="138" name="Shape 136"/>
          <p:cNvSpPr/>
          <p:nvPr/>
        </p:nvSpPr>
        <p:spPr>
          <a:xfrm>
            <a:off x="7995016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8206412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0" name="Shape 138"/>
          <p:cNvSpPr/>
          <p:nvPr/>
        </p:nvSpPr>
        <p:spPr>
          <a:xfrm>
            <a:off x="8470657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682053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893448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072630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231177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389724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548271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706818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2072630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066024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00" dirty="0"/>
          </a:p>
        </p:txBody>
      </p:sp>
      <p:sp>
        <p:nvSpPr>
          <p:cNvPr id="150" name="Shape 148"/>
          <p:cNvSpPr/>
          <p:nvPr/>
        </p:nvSpPr>
        <p:spPr>
          <a:xfrm>
            <a:off x="3037124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3195671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354217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512764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671311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037124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030518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400822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16677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325317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483864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642411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400822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00161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64" name="Shape 162"/>
          <p:cNvSpPr/>
          <p:nvPr/>
        </p:nvSpPr>
        <p:spPr>
          <a:xfrm>
            <a:off x="497932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13787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29641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67" name="Shape 165"/>
          <p:cNvSpPr/>
          <p:nvPr/>
        </p:nvSpPr>
        <p:spPr>
          <a:xfrm>
            <a:off x="545496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61351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497932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97271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1" name="Shape 169"/>
          <p:cNvSpPr/>
          <p:nvPr/>
        </p:nvSpPr>
        <p:spPr>
          <a:xfrm>
            <a:off x="5950422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6108969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26751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42606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75" name="Shape 173"/>
          <p:cNvSpPr/>
          <p:nvPr/>
        </p:nvSpPr>
        <p:spPr>
          <a:xfrm>
            <a:off x="658461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950422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943816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78" name="Shape 176"/>
          <p:cNvSpPr/>
          <p:nvPr/>
        </p:nvSpPr>
        <p:spPr>
          <a:xfrm>
            <a:off x="6908310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79" name="Shape 177"/>
          <p:cNvSpPr/>
          <p:nvPr/>
        </p:nvSpPr>
        <p:spPr>
          <a:xfrm>
            <a:off x="7066856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80" name="Shape 178"/>
          <p:cNvSpPr/>
          <p:nvPr/>
        </p:nvSpPr>
        <p:spPr>
          <a:xfrm>
            <a:off x="7225403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81" name="Shape 179"/>
          <p:cNvSpPr/>
          <p:nvPr/>
        </p:nvSpPr>
        <p:spPr>
          <a:xfrm>
            <a:off x="7383950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82" name="Shape 180"/>
          <p:cNvSpPr/>
          <p:nvPr/>
        </p:nvSpPr>
        <p:spPr>
          <a:xfrm>
            <a:off x="7542497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83" name="Shape 181"/>
          <p:cNvSpPr/>
          <p:nvPr/>
        </p:nvSpPr>
        <p:spPr>
          <a:xfrm>
            <a:off x="6908310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901703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85" name="Shape 183"/>
          <p:cNvSpPr/>
          <p:nvPr/>
        </p:nvSpPr>
        <p:spPr>
          <a:xfrm>
            <a:off x="9445059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86" name="Shape 184"/>
          <p:cNvSpPr/>
          <p:nvPr/>
        </p:nvSpPr>
        <p:spPr>
          <a:xfrm>
            <a:off x="9603606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762153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88" name="Shape 186"/>
          <p:cNvSpPr/>
          <p:nvPr/>
        </p:nvSpPr>
        <p:spPr>
          <a:xfrm>
            <a:off x="9920700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079247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90" name="Shape 188"/>
          <p:cNvSpPr/>
          <p:nvPr/>
        </p:nvSpPr>
        <p:spPr>
          <a:xfrm>
            <a:off x="9445059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438453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600" dirty="0"/>
          </a:p>
        </p:txBody>
      </p:sp>
      <p:sp>
        <p:nvSpPr>
          <p:cNvPr id="192" name="Shape 190"/>
          <p:cNvSpPr/>
          <p:nvPr/>
        </p:nvSpPr>
        <p:spPr>
          <a:xfrm>
            <a:off x="1040955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56810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72664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95" name="Shape 193"/>
          <p:cNvSpPr/>
          <p:nvPr/>
        </p:nvSpPr>
        <p:spPr>
          <a:xfrm>
            <a:off x="1088519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104374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040955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040294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600" dirty="0"/>
          </a:p>
        </p:txBody>
      </p:sp>
      <p:sp>
        <p:nvSpPr>
          <p:cNvPr id="199" name="Shape 197"/>
          <p:cNvSpPr/>
          <p:nvPr/>
        </p:nvSpPr>
        <p:spPr>
          <a:xfrm>
            <a:off x="7995016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8232836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847726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71508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891987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920690" y="4970698"/>
            <a:ext cx="9433538" cy="0"/>
          </a:xfrm>
          <a:prstGeom prst="line">
            <a:avLst/>
          </a:prstGeom>
          <a:noFill/>
          <a:ln w="31750">
            <a:solidFill>
              <a:srgbClr val="00008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10800000">
            <a:off x="2369906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06" name="Shape 204"/>
          <p:cNvSpPr/>
          <p:nvPr/>
        </p:nvSpPr>
        <p:spPr>
          <a:xfrm>
            <a:off x="2409542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07" name="Shape 205"/>
          <p:cNvSpPr/>
          <p:nvPr/>
        </p:nvSpPr>
        <p:spPr>
          <a:xfrm rot="10800000">
            <a:off x="3334399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08" name="Shape 206"/>
          <p:cNvSpPr/>
          <p:nvPr/>
        </p:nvSpPr>
        <p:spPr>
          <a:xfrm>
            <a:off x="3374036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09" name="Shape 207"/>
          <p:cNvSpPr/>
          <p:nvPr/>
        </p:nvSpPr>
        <p:spPr>
          <a:xfrm rot="10800000">
            <a:off x="4305499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0" name="Shape 208"/>
          <p:cNvSpPr/>
          <p:nvPr/>
        </p:nvSpPr>
        <p:spPr>
          <a:xfrm>
            <a:off x="434513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1" name="Shape 209"/>
          <p:cNvSpPr/>
          <p:nvPr/>
        </p:nvSpPr>
        <p:spPr>
          <a:xfrm rot="10800000">
            <a:off x="527659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2" name="Shape 210"/>
          <p:cNvSpPr/>
          <p:nvPr/>
        </p:nvSpPr>
        <p:spPr>
          <a:xfrm>
            <a:off x="531623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3" name="Shape 211"/>
          <p:cNvSpPr/>
          <p:nvPr/>
        </p:nvSpPr>
        <p:spPr>
          <a:xfrm rot="10800000">
            <a:off x="624769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4" name="Shape 212"/>
          <p:cNvSpPr/>
          <p:nvPr/>
        </p:nvSpPr>
        <p:spPr>
          <a:xfrm>
            <a:off x="6287334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5" name="Shape 213"/>
          <p:cNvSpPr/>
          <p:nvPr/>
        </p:nvSpPr>
        <p:spPr>
          <a:xfrm rot="10800000">
            <a:off x="7205585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6" name="Shape 214"/>
          <p:cNvSpPr/>
          <p:nvPr/>
        </p:nvSpPr>
        <p:spPr>
          <a:xfrm>
            <a:off x="7245222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7" name="Shape 215"/>
          <p:cNvSpPr/>
          <p:nvPr/>
        </p:nvSpPr>
        <p:spPr>
          <a:xfrm rot="10800000">
            <a:off x="9742335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781971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9" name="Shape 217"/>
          <p:cNvSpPr/>
          <p:nvPr/>
        </p:nvSpPr>
        <p:spPr>
          <a:xfrm rot="10800000">
            <a:off x="1070682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74646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21" name="Shape 219"/>
          <p:cNvSpPr/>
          <p:nvPr/>
        </p:nvSpPr>
        <p:spPr>
          <a:xfrm>
            <a:off x="2383118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347611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318711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28981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26091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218797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55547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72004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026387" y="5542195"/>
            <a:ext cx="9235355" cy="651241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052812" y="5568776"/>
            <a:ext cx="9182506" cy="305685"/>
          </a:xfrm>
          <a:prstGeom prst="rect">
            <a:avLst/>
          </a:prstGeom>
          <a:solidFill>
            <a:srgbClr val="FDE9D9"/>
          </a:solidFill>
          <a:ln/>
        </p:spPr>
      </p:sp>
      <p:sp>
        <p:nvSpPr>
          <p:cNvPr id="231" name="Shape 229"/>
          <p:cNvSpPr/>
          <p:nvPr/>
        </p:nvSpPr>
        <p:spPr>
          <a:xfrm>
            <a:off x="2052812" y="5874461"/>
            <a:ext cx="9182506" cy="292394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232" name="Text 230"/>
          <p:cNvSpPr/>
          <p:nvPr/>
        </p:nvSpPr>
        <p:spPr>
          <a:xfrm>
            <a:off x="2052812" y="5568776"/>
            <a:ext cx="9182506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</a:t>
            </a:r>
            <a:endParaRPr lang="en-US" sz="1300" dirty="0"/>
          </a:p>
        </p:txBody>
      </p:sp>
      <p:sp>
        <p:nvSpPr>
          <p:cNvPr id="233" name="Text 231"/>
          <p:cNvSpPr/>
          <p:nvPr/>
        </p:nvSpPr>
        <p:spPr>
          <a:xfrm>
            <a:off x="2052812" y="5874461"/>
            <a:ext cx="9182506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 Encoding / Embedding</a:t>
            </a:r>
            <a:endParaRPr lang="en-US" sz="1200" dirty="0"/>
          </a:p>
        </p:txBody>
      </p:sp>
      <p:sp>
        <p:nvSpPr>
          <p:cNvPr id="234" name="Shape 232"/>
          <p:cNvSpPr/>
          <p:nvPr/>
        </p:nvSpPr>
        <p:spPr>
          <a:xfrm>
            <a:off x="2383118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347611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318711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28981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26091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218797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755547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72004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072630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072630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600" dirty="0"/>
          </a:p>
        </p:txBody>
      </p:sp>
      <p:sp>
        <p:nvSpPr>
          <p:cNvPr id="244" name="Shape 242"/>
          <p:cNvSpPr/>
          <p:nvPr/>
        </p:nvSpPr>
        <p:spPr>
          <a:xfrm>
            <a:off x="3037124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3037124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600" dirty="0"/>
          </a:p>
        </p:txBody>
      </p:sp>
      <p:sp>
        <p:nvSpPr>
          <p:cNvPr id="246" name="Shape 244"/>
          <p:cNvSpPr/>
          <p:nvPr/>
        </p:nvSpPr>
        <p:spPr>
          <a:xfrm>
            <a:off x="400822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00822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600" dirty="0"/>
          </a:p>
        </p:txBody>
      </p:sp>
      <p:sp>
        <p:nvSpPr>
          <p:cNvPr id="248" name="Shape 246"/>
          <p:cNvSpPr/>
          <p:nvPr/>
        </p:nvSpPr>
        <p:spPr>
          <a:xfrm>
            <a:off x="497932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97932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600" dirty="0"/>
          </a:p>
        </p:txBody>
      </p:sp>
      <p:sp>
        <p:nvSpPr>
          <p:cNvPr id="250" name="Shape 248"/>
          <p:cNvSpPr/>
          <p:nvPr/>
        </p:nvSpPr>
        <p:spPr>
          <a:xfrm>
            <a:off x="5950422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950422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600" dirty="0"/>
          </a:p>
        </p:txBody>
      </p:sp>
      <p:sp>
        <p:nvSpPr>
          <p:cNvPr id="252" name="Shape 250"/>
          <p:cNvSpPr/>
          <p:nvPr/>
        </p:nvSpPr>
        <p:spPr>
          <a:xfrm>
            <a:off x="6908310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908310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600" dirty="0"/>
          </a:p>
        </p:txBody>
      </p:sp>
      <p:sp>
        <p:nvSpPr>
          <p:cNvPr id="254" name="Shape 252"/>
          <p:cNvSpPr/>
          <p:nvPr/>
        </p:nvSpPr>
        <p:spPr>
          <a:xfrm>
            <a:off x="9445059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9445059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N-2</a:t>
            </a:r>
            <a:endParaRPr lang="en-US" sz="1600" dirty="0"/>
          </a:p>
        </p:txBody>
      </p:sp>
      <p:sp>
        <p:nvSpPr>
          <p:cNvPr id="256" name="Shape 254"/>
          <p:cNvSpPr/>
          <p:nvPr/>
        </p:nvSpPr>
        <p:spPr>
          <a:xfrm>
            <a:off x="1040955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1040955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N-1</a:t>
            </a:r>
            <a:endParaRPr lang="en-US" sz="1600" dirty="0"/>
          </a:p>
        </p:txBody>
      </p:sp>
      <p:sp>
        <p:nvSpPr>
          <p:cNvPr id="258" name="Shape 256"/>
          <p:cNvSpPr/>
          <p:nvPr/>
        </p:nvSpPr>
        <p:spPr>
          <a:xfrm>
            <a:off x="802474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59" name="Shape 257"/>
          <p:cNvSpPr/>
          <p:nvPr/>
        </p:nvSpPr>
        <p:spPr>
          <a:xfrm>
            <a:off x="826256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0" name="Shape 258"/>
          <p:cNvSpPr/>
          <p:nvPr/>
        </p:nvSpPr>
        <p:spPr>
          <a:xfrm>
            <a:off x="850038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1" name="Shape 259"/>
          <p:cNvSpPr/>
          <p:nvPr/>
        </p:nvSpPr>
        <p:spPr>
          <a:xfrm>
            <a:off x="8738205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949600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3" name="Shape 261"/>
          <p:cNvSpPr/>
          <p:nvPr/>
        </p:nvSpPr>
        <p:spPr>
          <a:xfrm>
            <a:off x="612678" y="996798"/>
            <a:ext cx="1056979" cy="598079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612678" y="996798"/>
            <a:ext cx="1056979" cy="59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265" name="Shape 263"/>
          <p:cNvSpPr/>
          <p:nvPr/>
        </p:nvSpPr>
        <p:spPr>
          <a:xfrm>
            <a:off x="612678" y="5010570"/>
            <a:ext cx="1056979" cy="598079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612678" y="5010570"/>
            <a:ext cx="1056979" cy="59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267" name="Text 265"/>
          <p:cNvSpPr/>
          <p:nvPr/>
        </p:nvSpPr>
        <p:spPr>
          <a:xfrm>
            <a:off x="876923" y="2153083"/>
            <a:ext cx="647400" cy="219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850" b="1" i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2850" dirty="0"/>
          </a:p>
          <a:p>
            <a:pPr algn="ctr" indent="0" marL="0">
              <a:lnSpc>
                <a:spcPts val="2950"/>
              </a:lnSpc>
              <a:buNone/>
            </a:pPr>
            <a:r>
              <a:rPr lang="en-US" sz="2850" b="1" i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2850" dirty="0"/>
          </a:p>
        </p:txBody>
      </p:sp>
      <p:sp>
        <p:nvSpPr>
          <p:cNvPr id="268" name="Text 266"/>
          <p:cNvSpPr/>
          <p:nvPr/>
        </p:nvSpPr>
        <p:spPr>
          <a:xfrm>
            <a:off x="573041" y="5741555"/>
            <a:ext cx="1136253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&amp; Pos.</a:t>
            </a:r>
            <a:endParaRPr lang="en-US" sz="1350" dirty="0"/>
          </a:p>
        </p:txBody>
      </p:sp>
      <p:sp>
        <p:nvSpPr>
          <p:cNvPr id="269" name="Shape 267"/>
          <p:cNvSpPr/>
          <p:nvPr/>
        </p:nvSpPr>
        <p:spPr>
          <a:xfrm>
            <a:off x="612678" y="6406086"/>
            <a:ext cx="1056979" cy="385428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612678" y="6406086"/>
            <a:ext cx="1056979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Seq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7102" y="3417251"/>
            <a:ext cx="7112000" cy="927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Decoder</a:t>
            </a:r>
            <a:endParaRPr lang="en-US" sz="487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8680" y="648498"/>
            <a:ext cx="7927302" cy="531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30" dirty="0"/>
          </a:p>
        </p:txBody>
      </p:sp>
      <p:sp>
        <p:nvSpPr>
          <p:cNvPr id="6" name="Shape 4"/>
          <p:cNvSpPr/>
          <p:nvPr/>
        </p:nvSpPr>
        <p:spPr>
          <a:xfrm>
            <a:off x="1557345" y="1354817"/>
            <a:ext cx="4075954" cy="5323940"/>
          </a:xfrm>
          <a:prstGeom prst="rect">
            <a:avLst/>
          </a:prstGeom>
          <a:solidFill>
            <a:srgbClr val="FBECDB"/>
          </a:solidFill>
          <a:ln w="1270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8443" y="1368093"/>
            <a:ext cx="2008250" cy="5284110"/>
          </a:xfrm>
          <a:prstGeom prst="rect">
            <a:avLst/>
          </a:prstGeom>
          <a:solidFill>
            <a:srgbClr val="11FF74"/>
          </a:solidFill>
          <a:ln/>
        </p:spPr>
      </p:sp>
      <p:sp>
        <p:nvSpPr>
          <p:cNvPr id="8" name="Text 6"/>
          <p:cNvSpPr/>
          <p:nvPr/>
        </p:nvSpPr>
        <p:spPr>
          <a:xfrm>
            <a:off x="1689467" y="1447753"/>
            <a:ext cx="924852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91774" y="3226825"/>
            <a:ext cx="687033" cy="1991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3525958" y="3425975"/>
            <a:ext cx="66061" cy="69038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" name="Shape 9"/>
          <p:cNvSpPr/>
          <p:nvPr/>
        </p:nvSpPr>
        <p:spPr>
          <a:xfrm>
            <a:off x="2574682" y="3532189"/>
            <a:ext cx="832367" cy="132767"/>
          </a:xfrm>
          <a:prstGeom prst="rect">
            <a:avLst/>
          </a:prstGeom>
          <a:solidFill>
            <a:srgbClr val="6D99B4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682" y="3532189"/>
            <a:ext cx="832367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601106" y="3731338"/>
            <a:ext cx="792730" cy="305363"/>
          </a:xfrm>
          <a:prstGeom prst="rect">
            <a:avLst/>
          </a:prstGeom>
          <a:solidFill>
            <a:srgbClr val="888575"/>
          </a:solidFill>
          <a:ln w="6350">
            <a:solidFill>
              <a:srgbClr val="3E3A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1106" y="3731338"/>
            <a:ext cx="792730" cy="305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9348" y="3751253"/>
            <a:ext cx="251031" cy="252257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070" y="3861450"/>
            <a:ext cx="47960" cy="36511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544030" y="3817637"/>
            <a:ext cx="90107" cy="8032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894" y="4381895"/>
            <a:ext cx="819155" cy="132767"/>
          </a:xfrm>
          <a:prstGeom prst="rect">
            <a:avLst/>
          </a:prstGeom>
          <a:solidFill>
            <a:srgbClr val="6D99B4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894" y="4381895"/>
            <a:ext cx="819155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2601106" y="4541215"/>
            <a:ext cx="805942" cy="358470"/>
          </a:xfrm>
          <a:prstGeom prst="rect">
            <a:avLst/>
          </a:prstGeom>
          <a:solidFill>
            <a:srgbClr val="C87E57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1106" y="4541215"/>
            <a:ext cx="805942" cy="35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36863" y="3545465"/>
            <a:ext cx="52849" cy="1646306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3" name="Shape 21"/>
          <p:cNvSpPr/>
          <p:nvPr/>
        </p:nvSpPr>
        <p:spPr>
          <a:xfrm>
            <a:off x="2389712" y="3558742"/>
            <a:ext cx="158546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2389712" y="4169468"/>
            <a:ext cx="660608" cy="92937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5" name="Shape 23"/>
          <p:cNvSpPr/>
          <p:nvPr/>
        </p:nvSpPr>
        <p:spPr>
          <a:xfrm>
            <a:off x="2720016" y="4169468"/>
            <a:ext cx="330304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6" name="Shape 24"/>
          <p:cNvSpPr/>
          <p:nvPr/>
        </p:nvSpPr>
        <p:spPr>
          <a:xfrm>
            <a:off x="2389712" y="4421725"/>
            <a:ext cx="158546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6863" y="3545465"/>
            <a:ext cx="105697" cy="106213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8" name="Shape 26"/>
          <p:cNvSpPr/>
          <p:nvPr/>
        </p:nvSpPr>
        <p:spPr>
          <a:xfrm>
            <a:off x="2336863" y="4142915"/>
            <a:ext cx="105697" cy="11949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9" name="Shape 27"/>
          <p:cNvSpPr/>
          <p:nvPr/>
        </p:nvSpPr>
        <p:spPr>
          <a:xfrm>
            <a:off x="2336863" y="4408448"/>
            <a:ext cx="105697" cy="106213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30" name="Shape 28"/>
          <p:cNvSpPr/>
          <p:nvPr/>
        </p:nvSpPr>
        <p:spPr>
          <a:xfrm>
            <a:off x="2997471" y="3671593"/>
            <a:ext cx="0" cy="3983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7471" y="4063255"/>
            <a:ext cx="0" cy="6638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047" y="4056617"/>
            <a:ext cx="52849" cy="53107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7471" y="4275681"/>
            <a:ext cx="0" cy="6638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0075" y="5078919"/>
            <a:ext cx="660608" cy="112852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35" name="Shape 33"/>
          <p:cNvSpPr/>
          <p:nvPr/>
        </p:nvSpPr>
        <p:spPr>
          <a:xfrm>
            <a:off x="2825713" y="5078919"/>
            <a:ext cx="184970" cy="112852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36" name="Shape 34"/>
          <p:cNvSpPr/>
          <p:nvPr/>
        </p:nvSpPr>
        <p:spPr>
          <a:xfrm>
            <a:off x="3004077" y="5205048"/>
            <a:ext cx="0" cy="106213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90620" y="3598572"/>
            <a:ext cx="0" cy="1500262"/>
          </a:xfrm>
          <a:prstGeom prst="line">
            <a:avLst/>
          </a:prstGeom>
          <a:noFill/>
          <a:ln w="19050">
            <a:solidFill>
              <a:srgbClr val="C8A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54612" y="4695224"/>
            <a:ext cx="52320" cy="3983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506933" y="4647428"/>
            <a:ext cx="98299" cy="87626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2379" y="3293209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27911" y="3412168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2576743" y="3367558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60806" y="4242490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6338" y="4361449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475171" y="4316839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0684" y="5059004"/>
            <a:ext cx="132122" cy="13276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0684" y="5059004"/>
            <a:ext cx="13212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3142805" y="5059004"/>
            <a:ext cx="132122" cy="132767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42805" y="5059004"/>
            <a:ext cx="13212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255109" y="5052366"/>
            <a:ext cx="145334" cy="146043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55109" y="5052366"/>
            <a:ext cx="145334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1881043" y="4242490"/>
            <a:ext cx="277456" cy="27881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81043" y="4242490"/>
            <a:ext cx="277456" cy="27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788558" y="4056617"/>
            <a:ext cx="251031" cy="252257"/>
          </a:xfrm>
          <a:prstGeom prst="ellipse">
            <a:avLst/>
          </a:prstGeom>
          <a:solidFill>
            <a:srgbClr val="3C8A32"/>
          </a:solidFill>
          <a:ln w="6350">
            <a:solidFill>
              <a:srgbClr val="3C8A3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50814" y="4169628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897204" y="4127248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34800" y="5311261"/>
            <a:ext cx="660608" cy="34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350075" y="5218324"/>
            <a:ext cx="1070186" cy="39830"/>
          </a:xfrm>
          <a:prstGeom prst="rect">
            <a:avLst/>
          </a:prstGeom>
          <a:solidFill>
            <a:srgbClr val="563C21"/>
          </a:solidFill>
          <a:ln/>
        </p:spPr>
      </p:sp>
      <p:sp>
        <p:nvSpPr>
          <p:cNvPr id="59" name="Shape 57"/>
          <p:cNvSpPr/>
          <p:nvPr/>
        </p:nvSpPr>
        <p:spPr>
          <a:xfrm>
            <a:off x="2548258" y="5311261"/>
            <a:ext cx="938064" cy="836429"/>
          </a:xfrm>
          <a:prstGeom prst="rect">
            <a:avLst/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8258" y="5311261"/>
            <a:ext cx="938064" cy="83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A3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A3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587894" y="6240627"/>
            <a:ext cx="145334" cy="92937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07712" y="6333563"/>
            <a:ext cx="105697" cy="185873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59652" y="6333563"/>
            <a:ext cx="449214" cy="15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304639" y="1368093"/>
            <a:ext cx="2021462" cy="5297387"/>
          </a:xfrm>
          <a:prstGeom prst="rect">
            <a:avLst/>
          </a:prstGeom>
          <a:solidFill>
            <a:srgbClr val="F2A557"/>
          </a:solidFill>
          <a:ln/>
        </p:spPr>
      </p:sp>
      <p:sp>
        <p:nvSpPr>
          <p:cNvPr id="65" name="Shape 63"/>
          <p:cNvSpPr/>
          <p:nvPr/>
        </p:nvSpPr>
        <p:spPr>
          <a:xfrm>
            <a:off x="9365737" y="1368093"/>
            <a:ext cx="1968613" cy="5297387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66" name="Shape 64"/>
          <p:cNvSpPr/>
          <p:nvPr/>
        </p:nvSpPr>
        <p:spPr>
          <a:xfrm>
            <a:off x="9326101" y="1368093"/>
            <a:ext cx="39637" cy="5297387"/>
          </a:xfrm>
          <a:prstGeom prst="rect">
            <a:avLst/>
          </a:prstGeom>
          <a:solidFill>
            <a:srgbClr val="EADFB8"/>
          </a:solidFill>
          <a:ln/>
        </p:spPr>
      </p:sp>
      <p:sp>
        <p:nvSpPr>
          <p:cNvPr id="67" name="Shape 65"/>
          <p:cNvSpPr/>
          <p:nvPr/>
        </p:nvSpPr>
        <p:spPr>
          <a:xfrm>
            <a:off x="7271608" y="1354817"/>
            <a:ext cx="4075954" cy="5323940"/>
          </a:xfrm>
          <a:prstGeom prst="rect">
            <a:avLst/>
          </a:prstGeom>
          <a:ln w="12700">
            <a:solidFill>
              <a:srgbClr val="00A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03801" y="1461030"/>
            <a:ext cx="924852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9332707" y="1514137"/>
            <a:ext cx="237819" cy="132767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98768" y="1633626"/>
            <a:ext cx="105697" cy="185873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6041" y="1461030"/>
            <a:ext cx="581335" cy="172597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72" name="Text 70"/>
          <p:cNvSpPr/>
          <p:nvPr/>
        </p:nvSpPr>
        <p:spPr>
          <a:xfrm>
            <a:off x="9696041" y="1461030"/>
            <a:ext cx="581335" cy="17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9563920" y="1660180"/>
            <a:ext cx="792730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114706" y="1806223"/>
            <a:ext cx="1598673" cy="318640"/>
          </a:xfrm>
          <a:prstGeom prst="ellipse">
            <a:avLst/>
          </a:prstGeom>
          <a:ln w="12700">
            <a:solidFill>
              <a:srgbClr val="8B101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9511071" y="1899160"/>
            <a:ext cx="819155" cy="159320"/>
          </a:xfrm>
          <a:prstGeom prst="roundRect">
            <a:avLst>
              <a:gd name="adj" fmla="val 22958"/>
            </a:avLst>
          </a:prstGeom>
          <a:solidFill>
            <a:srgbClr val="A8ECBC"/>
          </a:solidFill>
          <a:ln w="9525">
            <a:solidFill>
              <a:srgbClr val="2365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11071" y="1899160"/>
            <a:ext cx="819155" cy="15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9009009" y="2111586"/>
            <a:ext cx="1770431" cy="331916"/>
          </a:xfrm>
          <a:prstGeom prst="ellipse">
            <a:avLst/>
          </a:prstGeom>
          <a:ln w="12700">
            <a:solidFill>
              <a:srgbClr val="8B1010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9563920" y="2204523"/>
            <a:ext cx="872003" cy="172597"/>
          </a:xfrm>
          <a:prstGeom prst="roundRect">
            <a:avLst>
              <a:gd name="adj" fmla="val 21192"/>
            </a:avLst>
          </a:prstGeom>
          <a:solidFill>
            <a:srgbClr val="B0E4CE"/>
          </a:solidFill>
          <a:ln w="9525">
            <a:solidFill>
              <a:srgbClr val="2365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63920" y="2204523"/>
            <a:ext cx="872003" cy="17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927254" y="1806223"/>
            <a:ext cx="0" cy="92937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927254" y="2058479"/>
            <a:ext cx="0" cy="14604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927254" y="2377119"/>
            <a:ext cx="0" cy="292086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85555" y="2496609"/>
            <a:ext cx="251031" cy="25225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47811" y="2609620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9494202" y="2567241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36832" y="4142915"/>
            <a:ext cx="237819" cy="23898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78450" y="4241162"/>
            <a:ext cx="56680" cy="43149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10435130" y="4189383"/>
            <a:ext cx="106490" cy="9492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713379" y="3837552"/>
            <a:ext cx="251031" cy="27881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713379" y="3837552"/>
            <a:ext cx="251031" cy="27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10904955" y="3724700"/>
            <a:ext cx="251031" cy="252257"/>
          </a:xfrm>
          <a:prstGeom prst="ellipse">
            <a:avLst/>
          </a:prstGeom>
          <a:solidFill>
            <a:srgbClr val="3C8A32"/>
          </a:solidFill>
          <a:ln w="6350">
            <a:solidFill>
              <a:srgbClr val="3C8A3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67211" y="3837711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11013601" y="3795332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50708" y="2669206"/>
            <a:ext cx="805942" cy="132767"/>
          </a:xfrm>
          <a:prstGeom prst="rect">
            <a:avLst/>
          </a:prstGeom>
          <a:solidFill>
            <a:srgbClr val="5C9CB7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708" y="2669206"/>
            <a:ext cx="80594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9563920" y="2828526"/>
            <a:ext cx="792730" cy="358470"/>
          </a:xfrm>
          <a:prstGeom prst="rect">
            <a:avLst/>
          </a:prstGeom>
          <a:solidFill>
            <a:srgbClr val="6E7E62"/>
          </a:solidFill>
          <a:ln w="6350">
            <a:solidFill>
              <a:srgbClr val="3E3A2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563920" y="2828526"/>
            <a:ext cx="792730" cy="35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9550708" y="3386145"/>
            <a:ext cx="805942" cy="132767"/>
          </a:xfrm>
          <a:prstGeom prst="rect">
            <a:avLst/>
          </a:prstGeom>
          <a:solidFill>
            <a:srgbClr val="5C9CB7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550708" y="3386145"/>
            <a:ext cx="80594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0" name="Shape 98"/>
          <p:cNvSpPr/>
          <p:nvPr/>
        </p:nvSpPr>
        <p:spPr>
          <a:xfrm>
            <a:off x="9471435" y="3518912"/>
            <a:ext cx="1109822" cy="570896"/>
          </a:xfrm>
          <a:prstGeom prst="ellipse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9563920" y="3598572"/>
            <a:ext cx="792730" cy="318640"/>
          </a:xfrm>
          <a:prstGeom prst="rect">
            <a:avLst/>
          </a:prstGeom>
          <a:solidFill>
            <a:srgbClr val="B28659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563920" y="3598572"/>
            <a:ext cx="792730" cy="3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10352026" y="3876054"/>
            <a:ext cx="56680" cy="4314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10408706" y="3824275"/>
            <a:ext cx="106490" cy="94928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563920" y="4222575"/>
            <a:ext cx="766306" cy="146043"/>
          </a:xfrm>
          <a:prstGeom prst="rect">
            <a:avLst/>
          </a:prstGeom>
          <a:solidFill>
            <a:srgbClr val="6E87E0"/>
          </a:solidFill>
          <a:ln w="6350">
            <a:solidFill>
              <a:srgbClr val="3A569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563920" y="4222575"/>
            <a:ext cx="766306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9960285" y="2801972"/>
            <a:ext cx="0" cy="7302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960285" y="3200272"/>
            <a:ext cx="0" cy="172597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960285" y="4103085"/>
            <a:ext cx="0" cy="10621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97859" y="4395171"/>
            <a:ext cx="1017337" cy="796600"/>
          </a:xfrm>
          <a:prstGeom prst="rect">
            <a:avLst/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497859" y="4395171"/>
            <a:ext cx="1017337" cy="79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9365737" y="4527938"/>
            <a:ext cx="290668" cy="265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9425192" y="3976957"/>
            <a:ext cx="132122" cy="13276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768708" y="3990233"/>
            <a:ext cx="105697" cy="10621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445010" y="4919599"/>
            <a:ext cx="145334" cy="14604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13134" y="4912961"/>
            <a:ext cx="158546" cy="15932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283983" y="3253379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349515" y="3372338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10398348" y="3327728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508590" y="2642652"/>
            <a:ext cx="132122" cy="2535842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039558" y="5092196"/>
            <a:ext cx="475638" cy="99575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013134" y="3253379"/>
            <a:ext cx="502062" cy="7966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3" name="Shape 121"/>
          <p:cNvSpPr/>
          <p:nvPr/>
        </p:nvSpPr>
        <p:spPr>
          <a:xfrm>
            <a:off x="9986709" y="4089808"/>
            <a:ext cx="528487" cy="7966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357487" y="1925713"/>
            <a:ext cx="107018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357487" y="1925713"/>
            <a:ext cx="1070186" cy="2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Only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8520158" y="1958905"/>
            <a:ext cx="488850" cy="17259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357487" y="2244353"/>
            <a:ext cx="1070186" cy="21242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357487" y="2244353"/>
            <a:ext cx="1070186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Only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520158" y="2277544"/>
            <a:ext cx="488850" cy="17259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57487" y="3797722"/>
            <a:ext cx="1070186" cy="5576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357487" y="3797722"/>
            <a:ext cx="1070186" cy="55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8546583" y="3943765"/>
            <a:ext cx="449214" cy="19915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357487" y="4554491"/>
            <a:ext cx="1070186" cy="21242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357487" y="4554491"/>
            <a:ext cx="1070186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Mask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8546583" y="4594321"/>
            <a:ext cx="436002" cy="13276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497859" y="5311261"/>
            <a:ext cx="924852" cy="836429"/>
          </a:xfrm>
          <a:prstGeom prst="rect">
            <a:avLst/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497859" y="5311261"/>
            <a:ext cx="924852" cy="83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4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4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9359131" y="5842327"/>
            <a:ext cx="59455" cy="99575"/>
          </a:xfrm>
          <a:prstGeom prst="line">
            <a:avLst/>
          </a:prstGeom>
          <a:noFill/>
          <a:ln w="25400">
            <a:solidFill>
              <a:srgbClr val="6E442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9418586" y="5689646"/>
            <a:ext cx="85879" cy="252257"/>
          </a:xfrm>
          <a:prstGeom prst="line">
            <a:avLst/>
          </a:prstGeom>
          <a:noFill/>
          <a:ln w="25400">
            <a:solidFill>
              <a:srgbClr val="6E4423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409499" y="5337814"/>
            <a:ext cx="713457" cy="3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9682829" y="6293734"/>
            <a:ext cx="594548" cy="1991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2" name="Text 140"/>
          <p:cNvSpPr/>
          <p:nvPr/>
        </p:nvSpPr>
        <p:spPr>
          <a:xfrm>
            <a:off x="9682829" y="6293734"/>
            <a:ext cx="594548" cy="19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9563920" y="6492883"/>
            <a:ext cx="951276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55348" y="956926"/>
            <a:ext cx="7293156" cy="2591674"/>
          </a:xfrm>
          <a:prstGeom prst="rect">
            <a:avLst/>
          </a:prstGeom>
          <a:solidFill>
            <a:srgbClr val="D6C6B4"/>
          </a:solidFill>
          <a:ln w="19050">
            <a:solidFill>
              <a:srgbClr val="A898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94985" y="1049960"/>
            <a:ext cx="126837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21906" y="1049960"/>
            <a:ext cx="1281587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8" name="Shape 6"/>
          <p:cNvSpPr/>
          <p:nvPr/>
        </p:nvSpPr>
        <p:spPr>
          <a:xfrm>
            <a:off x="6862040" y="1049960"/>
            <a:ext cx="1281587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9" name="Shape 7"/>
          <p:cNvSpPr/>
          <p:nvPr/>
        </p:nvSpPr>
        <p:spPr>
          <a:xfrm>
            <a:off x="8341811" y="1049960"/>
            <a:ext cx="126837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0" name="Shape 8"/>
          <p:cNvSpPr/>
          <p:nvPr/>
        </p:nvSpPr>
        <p:spPr>
          <a:xfrm>
            <a:off x="9808369" y="1049960"/>
            <a:ext cx="103055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1" name="Shape 9"/>
          <p:cNvSpPr/>
          <p:nvPr/>
        </p:nvSpPr>
        <p:spPr>
          <a:xfrm>
            <a:off x="3889287" y="3907447"/>
            <a:ext cx="7332792" cy="2950521"/>
          </a:xfrm>
          <a:prstGeom prst="rect">
            <a:avLst/>
          </a:prstGeom>
          <a:solidFill>
            <a:srgbClr val="F2DDF6"/>
          </a:solidFill>
          <a:ln w="15875">
            <a:solidFill>
              <a:srgbClr val="C24A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94985" y="4040353"/>
            <a:ext cx="126837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21906" y="4040353"/>
            <a:ext cx="1281587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62040" y="4040353"/>
            <a:ext cx="1281587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1811" y="4040353"/>
            <a:ext cx="126837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6" name="Shape 14"/>
          <p:cNvSpPr/>
          <p:nvPr/>
        </p:nvSpPr>
        <p:spPr>
          <a:xfrm>
            <a:off x="9808369" y="4040353"/>
            <a:ext cx="103055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7" name="Text 15"/>
          <p:cNvSpPr/>
          <p:nvPr/>
        </p:nvSpPr>
        <p:spPr>
          <a:xfrm>
            <a:off x="4219593" y="1116413"/>
            <a:ext cx="6553270" cy="3189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19593" y="1541714"/>
            <a:ext cx="6553270" cy="292394"/>
          </a:xfrm>
          <a:prstGeom prst="rect">
            <a:avLst/>
          </a:prstGeom>
          <a:solidFill>
            <a:srgbClr val="0A9A0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Activation]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19593" y="1940433"/>
            <a:ext cx="6553270" cy="292394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034621" y="2684708"/>
            <a:ext cx="7346005" cy="0"/>
          </a:xfrm>
          <a:prstGeom prst="line">
            <a:avLst/>
          </a:prstGeom>
          <a:noFill/>
          <a:ln w="57150">
            <a:solidFill>
              <a:srgbClr val="D98A8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1046" y="2963812"/>
            <a:ext cx="7319580" cy="0"/>
          </a:xfrm>
          <a:prstGeom prst="line">
            <a:avLst/>
          </a:prstGeom>
          <a:noFill/>
          <a:ln w="57150">
            <a:solidFill>
              <a:srgbClr val="9CCD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32805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6744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6744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4166744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6" name="Shape 24"/>
          <p:cNvSpPr/>
          <p:nvPr/>
        </p:nvSpPr>
        <p:spPr>
          <a:xfrm>
            <a:off x="4166744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6753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28" name="Shape 26"/>
          <p:cNvSpPr/>
          <p:nvPr/>
        </p:nvSpPr>
        <p:spPr>
          <a:xfrm>
            <a:off x="414031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29" name="Text 27"/>
          <p:cNvSpPr/>
          <p:nvPr/>
        </p:nvSpPr>
        <p:spPr>
          <a:xfrm>
            <a:off x="4166744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3665" y="2339152"/>
            <a:ext cx="93806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527604" y="2365733"/>
            <a:ext cx="1083404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27604" y="258635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3" name="Shape 31"/>
          <p:cNvSpPr/>
          <p:nvPr/>
        </p:nvSpPr>
        <p:spPr>
          <a:xfrm>
            <a:off x="5527604" y="278571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4" name="Shape 32"/>
          <p:cNvSpPr/>
          <p:nvPr/>
        </p:nvSpPr>
        <p:spPr>
          <a:xfrm>
            <a:off x="5527604" y="299836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5" name="Shape 33"/>
          <p:cNvSpPr/>
          <p:nvPr/>
        </p:nvSpPr>
        <p:spPr>
          <a:xfrm>
            <a:off x="6630826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36" name="Shape 34"/>
          <p:cNvSpPr/>
          <p:nvPr/>
        </p:nvSpPr>
        <p:spPr>
          <a:xfrm>
            <a:off x="5501180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37" name="Text 35"/>
          <p:cNvSpPr/>
          <p:nvPr/>
        </p:nvSpPr>
        <p:spPr>
          <a:xfrm>
            <a:off x="5527604" y="2365733"/>
            <a:ext cx="1083404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020587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9" name="Shape 37"/>
          <p:cNvSpPr/>
          <p:nvPr/>
        </p:nvSpPr>
        <p:spPr>
          <a:xfrm>
            <a:off x="6954526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54526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1" name="Shape 39"/>
          <p:cNvSpPr/>
          <p:nvPr/>
        </p:nvSpPr>
        <p:spPr>
          <a:xfrm>
            <a:off x="6954526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2" name="Shape 40"/>
          <p:cNvSpPr/>
          <p:nvPr/>
        </p:nvSpPr>
        <p:spPr>
          <a:xfrm>
            <a:off x="6954526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3" name="Shape 41"/>
          <p:cNvSpPr/>
          <p:nvPr/>
        </p:nvSpPr>
        <p:spPr>
          <a:xfrm>
            <a:off x="8044536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44" name="Shape 42"/>
          <p:cNvSpPr/>
          <p:nvPr/>
        </p:nvSpPr>
        <p:spPr>
          <a:xfrm>
            <a:off x="6928101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45" name="Text 43"/>
          <p:cNvSpPr/>
          <p:nvPr/>
        </p:nvSpPr>
        <p:spPr>
          <a:xfrm>
            <a:off x="6954526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39995" y="2339152"/>
            <a:ext cx="93806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47" name="Shape 45"/>
          <p:cNvSpPr/>
          <p:nvPr/>
        </p:nvSpPr>
        <p:spPr>
          <a:xfrm>
            <a:off x="8473933" y="2365733"/>
            <a:ext cx="1083404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73933" y="258635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9" name="Shape 47"/>
          <p:cNvSpPr/>
          <p:nvPr/>
        </p:nvSpPr>
        <p:spPr>
          <a:xfrm>
            <a:off x="8473933" y="278571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0" name="Shape 48"/>
          <p:cNvSpPr/>
          <p:nvPr/>
        </p:nvSpPr>
        <p:spPr>
          <a:xfrm>
            <a:off x="8473933" y="299836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1" name="Shape 49"/>
          <p:cNvSpPr/>
          <p:nvPr/>
        </p:nvSpPr>
        <p:spPr>
          <a:xfrm>
            <a:off x="9577155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52" name="Shape 50"/>
          <p:cNvSpPr/>
          <p:nvPr/>
        </p:nvSpPr>
        <p:spPr>
          <a:xfrm>
            <a:off x="844750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53" name="Text 51"/>
          <p:cNvSpPr/>
          <p:nvPr/>
        </p:nvSpPr>
        <p:spPr>
          <a:xfrm>
            <a:off x="8473933" y="2365733"/>
            <a:ext cx="1083404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900855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55" name="Shape 53"/>
          <p:cNvSpPr/>
          <p:nvPr/>
        </p:nvSpPr>
        <p:spPr>
          <a:xfrm>
            <a:off x="9834794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34794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7" name="Shape 55"/>
          <p:cNvSpPr/>
          <p:nvPr/>
        </p:nvSpPr>
        <p:spPr>
          <a:xfrm>
            <a:off x="9834794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8" name="Shape 56"/>
          <p:cNvSpPr/>
          <p:nvPr/>
        </p:nvSpPr>
        <p:spPr>
          <a:xfrm>
            <a:off x="9834794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9" name="Shape 57"/>
          <p:cNvSpPr/>
          <p:nvPr/>
        </p:nvSpPr>
        <p:spPr>
          <a:xfrm>
            <a:off x="10924804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60" name="Shape 58"/>
          <p:cNvSpPr/>
          <p:nvPr/>
        </p:nvSpPr>
        <p:spPr>
          <a:xfrm>
            <a:off x="980836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61" name="Text 59"/>
          <p:cNvSpPr/>
          <p:nvPr/>
        </p:nvSpPr>
        <p:spPr>
          <a:xfrm>
            <a:off x="9834794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836438" y="2392314"/>
            <a:ext cx="198184" cy="212650"/>
          </a:xfrm>
          <a:prstGeom prst="ellipse">
            <a:avLst/>
          </a:prstGeom>
          <a:solidFill>
            <a:srgbClr val="C050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849650" y="3070137"/>
            <a:ext cx="198184" cy="212650"/>
          </a:xfrm>
          <a:prstGeom prst="ellipse">
            <a:avLst/>
          </a:prstGeom>
          <a:solidFill>
            <a:srgbClr val="3E8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40568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5" name="Text 63"/>
          <p:cNvSpPr/>
          <p:nvPr/>
        </p:nvSpPr>
        <p:spPr>
          <a:xfrm>
            <a:off x="4754688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14641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7" name="Text 65"/>
          <p:cNvSpPr/>
          <p:nvPr/>
        </p:nvSpPr>
        <p:spPr>
          <a:xfrm>
            <a:off x="6128761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694411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9" name="Text 67"/>
          <p:cNvSpPr/>
          <p:nvPr/>
        </p:nvSpPr>
        <p:spPr>
          <a:xfrm>
            <a:off x="7608532" y="3302723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200607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71" name="Text 69"/>
          <p:cNvSpPr/>
          <p:nvPr/>
        </p:nvSpPr>
        <p:spPr>
          <a:xfrm>
            <a:off x="9114727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495406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73" name="Text 71"/>
          <p:cNvSpPr/>
          <p:nvPr/>
        </p:nvSpPr>
        <p:spPr>
          <a:xfrm>
            <a:off x="10409526" y="327614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219593" y="4146678"/>
            <a:ext cx="6553270" cy="292394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75" name="Shape 73"/>
          <p:cNvSpPr/>
          <p:nvPr/>
        </p:nvSpPr>
        <p:spPr>
          <a:xfrm>
            <a:off x="4206380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76" name="Shape 74"/>
          <p:cNvSpPr/>
          <p:nvPr/>
        </p:nvSpPr>
        <p:spPr>
          <a:xfrm>
            <a:off x="4100682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00682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78" name="Shape 76"/>
          <p:cNvSpPr/>
          <p:nvPr/>
        </p:nvSpPr>
        <p:spPr>
          <a:xfrm>
            <a:off x="4100682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79" name="Shape 77"/>
          <p:cNvSpPr/>
          <p:nvPr/>
        </p:nvSpPr>
        <p:spPr>
          <a:xfrm>
            <a:off x="4100682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3895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81" name="Text 79"/>
          <p:cNvSpPr/>
          <p:nvPr/>
        </p:nvSpPr>
        <p:spPr>
          <a:xfrm>
            <a:off x="4100682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633302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83" name="Shape 81"/>
          <p:cNvSpPr/>
          <p:nvPr/>
        </p:nvSpPr>
        <p:spPr>
          <a:xfrm>
            <a:off x="5527604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27604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5" name="Shape 83"/>
          <p:cNvSpPr/>
          <p:nvPr/>
        </p:nvSpPr>
        <p:spPr>
          <a:xfrm>
            <a:off x="5527604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6" name="Shape 84"/>
          <p:cNvSpPr/>
          <p:nvPr/>
        </p:nvSpPr>
        <p:spPr>
          <a:xfrm>
            <a:off x="5527604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7" name="Shape 85"/>
          <p:cNvSpPr/>
          <p:nvPr/>
        </p:nvSpPr>
        <p:spPr>
          <a:xfrm>
            <a:off x="5540816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88" name="Text 86"/>
          <p:cNvSpPr/>
          <p:nvPr/>
        </p:nvSpPr>
        <p:spPr>
          <a:xfrm>
            <a:off x="5527604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060224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90" name="Shape 88"/>
          <p:cNvSpPr/>
          <p:nvPr/>
        </p:nvSpPr>
        <p:spPr>
          <a:xfrm>
            <a:off x="6954526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54526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2" name="Shape 90"/>
          <p:cNvSpPr/>
          <p:nvPr/>
        </p:nvSpPr>
        <p:spPr>
          <a:xfrm>
            <a:off x="6954526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3" name="Shape 91"/>
          <p:cNvSpPr/>
          <p:nvPr/>
        </p:nvSpPr>
        <p:spPr>
          <a:xfrm>
            <a:off x="6954526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4" name="Shape 92"/>
          <p:cNvSpPr/>
          <p:nvPr/>
        </p:nvSpPr>
        <p:spPr>
          <a:xfrm>
            <a:off x="6967738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95" name="Text 93"/>
          <p:cNvSpPr/>
          <p:nvPr/>
        </p:nvSpPr>
        <p:spPr>
          <a:xfrm>
            <a:off x="6954526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8579631" y="4542739"/>
            <a:ext cx="898432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97" name="Shape 95"/>
          <p:cNvSpPr/>
          <p:nvPr/>
        </p:nvSpPr>
        <p:spPr>
          <a:xfrm>
            <a:off x="8473933" y="4578624"/>
            <a:ext cx="1083404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473933" y="4690265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9" name="Shape 97"/>
          <p:cNvSpPr/>
          <p:nvPr/>
        </p:nvSpPr>
        <p:spPr>
          <a:xfrm>
            <a:off x="8473933" y="4796590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0" name="Shape 98"/>
          <p:cNvSpPr/>
          <p:nvPr/>
        </p:nvSpPr>
        <p:spPr>
          <a:xfrm>
            <a:off x="8473933" y="495607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1" name="Shape 99"/>
          <p:cNvSpPr/>
          <p:nvPr/>
        </p:nvSpPr>
        <p:spPr>
          <a:xfrm>
            <a:off x="8487146" y="5095630"/>
            <a:ext cx="1096616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102" name="Text 100"/>
          <p:cNvSpPr/>
          <p:nvPr/>
        </p:nvSpPr>
        <p:spPr>
          <a:xfrm>
            <a:off x="8473933" y="4578624"/>
            <a:ext cx="1083404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9940492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834794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834794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834794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834794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848006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109" name="Text 107"/>
          <p:cNvSpPr/>
          <p:nvPr/>
        </p:nvSpPr>
        <p:spPr>
          <a:xfrm>
            <a:off x="9834794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4298866" y="6033949"/>
            <a:ext cx="6447572" cy="292394"/>
          </a:xfrm>
          <a:prstGeom prst="rect">
            <a:avLst/>
          </a:prstGeom>
          <a:solidFill>
            <a:srgbClr val="7A00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and Position Encoding</a:t>
            </a:r>
            <a:endParaRPr lang="en-US" sz="1550" dirty="0"/>
          </a:p>
        </p:txBody>
      </p:sp>
      <p:sp>
        <p:nvSpPr>
          <p:cNvPr id="111" name="Shape 109"/>
          <p:cNvSpPr/>
          <p:nvPr/>
        </p:nvSpPr>
        <p:spPr>
          <a:xfrm>
            <a:off x="4635778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4606711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970214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5941147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155186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6126119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304650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7275583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489622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7460555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674593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7645526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738178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8709111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923150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4083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108121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9079054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293092" y="5209929"/>
            <a:ext cx="0" cy="757566"/>
          </a:xfrm>
          <a:prstGeom prst="line">
            <a:avLst/>
          </a:prstGeom>
          <a:noFill/>
          <a:ln w="5080">
            <a:solidFill>
              <a:srgbClr val="F0C8A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9264025" y="5123540"/>
            <a:ext cx="59455" cy="73098"/>
          </a:xfrm>
          <a:prstGeom prst="triangle">
            <a:avLst/>
          </a:prstGeom>
          <a:solidFill>
            <a:srgbClr val="E0803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999947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9970880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184918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10155851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369890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10340823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554861" y="5209929"/>
            <a:ext cx="0" cy="757566"/>
          </a:xfrm>
          <a:prstGeom prst="line">
            <a:avLst/>
          </a:prstGeom>
          <a:noFill/>
          <a:ln w="5080">
            <a:solidFill>
              <a:srgbClr val="F0C8A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10525794" y="5123540"/>
            <a:ext cx="59455" cy="73098"/>
          </a:xfrm>
          <a:prstGeom prst="triangle">
            <a:avLst/>
          </a:prstGeom>
          <a:solidFill>
            <a:srgbClr val="E0803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739832" y="5209929"/>
            <a:ext cx="0" cy="757566"/>
          </a:xfrm>
          <a:prstGeom prst="line">
            <a:avLst/>
          </a:prstGeom>
          <a:noFill/>
          <a:ln w="5080">
            <a:solidFill>
              <a:srgbClr val="C8A8A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10710765" y="5123540"/>
            <a:ext cx="59455" cy="73098"/>
          </a:xfrm>
          <a:prstGeom prst="triangle">
            <a:avLst/>
          </a:prstGeom>
          <a:solidFill>
            <a:srgbClr val="902828"/>
          </a:solidFill>
          <a:ln/>
        </p:spPr>
      </p:sp>
      <p:sp>
        <p:nvSpPr>
          <p:cNvPr id="141" name="Text 139"/>
          <p:cNvSpPr/>
          <p:nvPr/>
        </p:nvSpPr>
        <p:spPr>
          <a:xfrm>
            <a:off x="4100682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5514392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250" dirty="0"/>
          </a:p>
        </p:txBody>
      </p:sp>
      <p:sp>
        <p:nvSpPr>
          <p:cNvPr id="143" name="Text 141"/>
          <p:cNvSpPr/>
          <p:nvPr/>
        </p:nvSpPr>
        <p:spPr>
          <a:xfrm>
            <a:off x="6954526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250" dirty="0"/>
          </a:p>
        </p:txBody>
      </p:sp>
      <p:sp>
        <p:nvSpPr>
          <p:cNvPr id="144" name="Text 142"/>
          <p:cNvSpPr/>
          <p:nvPr/>
        </p:nvSpPr>
        <p:spPr>
          <a:xfrm>
            <a:off x="8447509" y="6339633"/>
            <a:ext cx="1070191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250" dirty="0"/>
          </a:p>
        </p:txBody>
      </p:sp>
      <p:sp>
        <p:nvSpPr>
          <p:cNvPr id="145" name="Text 143"/>
          <p:cNvSpPr/>
          <p:nvPr/>
        </p:nvSpPr>
        <p:spPr>
          <a:xfrm>
            <a:off x="9887643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250" dirty="0"/>
          </a:p>
        </p:txBody>
      </p:sp>
      <p:sp>
        <p:nvSpPr>
          <p:cNvPr id="146" name="Shape 144"/>
          <p:cNvSpPr/>
          <p:nvPr/>
        </p:nvSpPr>
        <p:spPr>
          <a:xfrm>
            <a:off x="4259229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91352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523474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457413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5567241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699363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31486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65425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7047012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79134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11256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45195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>
            <a:off x="8539995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72117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04239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738178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9887643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019765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151888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85826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4246017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378139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1026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606878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739000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87112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060224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92346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324469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53207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685329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1745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900855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032978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165100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06954" y="3415693"/>
            <a:ext cx="3144513" cy="299039"/>
          </a:xfrm>
          <a:prstGeom prst="rect">
            <a:avLst/>
          </a:prstGeom>
          <a:ln w="9525">
            <a:solidFill>
              <a:srgbClr val="ACA39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78713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10835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42957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709267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841390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973512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713397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845520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977642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97623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2" name="Text 190"/>
          <p:cNvSpPr/>
          <p:nvPr/>
        </p:nvSpPr>
        <p:spPr>
          <a:xfrm>
            <a:off x="1828177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3" name="Text 191"/>
          <p:cNvSpPr/>
          <p:nvPr/>
        </p:nvSpPr>
        <p:spPr>
          <a:xfrm>
            <a:off x="2832308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4" name="Shape 192"/>
          <p:cNvSpPr/>
          <p:nvPr/>
        </p:nvSpPr>
        <p:spPr>
          <a:xfrm>
            <a:off x="4140319" y="5628584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140319" y="5834589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14031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29886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45741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615960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774507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93305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140319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933053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567241" y="5628584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567241" y="5834589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567241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72578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88433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04288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20142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35997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567241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359975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007375" y="5628584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007375" y="5834589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00737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16592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32446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48301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64156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80010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007375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800109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487146" y="5628584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487146" y="5834589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8714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64569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80423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96278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12133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279880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87146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279880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953704" y="5628584"/>
            <a:ext cx="845583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953704" y="5834589"/>
            <a:ext cx="845583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953704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112251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27079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42934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58789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74643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953704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746438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50472" y="3973900"/>
            <a:ext cx="2774570" cy="1594876"/>
          </a:xfrm>
          <a:prstGeom prst="rect">
            <a:avLst/>
          </a:prstGeom>
          <a:solidFill>
            <a:srgbClr val="1738C4"/>
          </a:solidFill>
          <a:ln/>
        </p:spPr>
      </p:sp>
      <p:sp>
        <p:nvSpPr>
          <p:cNvPr id="245" name="Shape 243"/>
          <p:cNvSpPr/>
          <p:nvPr/>
        </p:nvSpPr>
        <p:spPr>
          <a:xfrm>
            <a:off x="942957" y="3940674"/>
            <a:ext cx="258959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46" name="Text 244"/>
          <p:cNvSpPr/>
          <p:nvPr/>
        </p:nvSpPr>
        <p:spPr>
          <a:xfrm>
            <a:off x="771198" y="4053644"/>
            <a:ext cx="2774570" cy="1594876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1900" dirty="0"/>
          </a:p>
        </p:txBody>
      </p:sp>
      <p:sp>
        <p:nvSpPr>
          <p:cNvPr id="247" name="Text 245"/>
          <p:cNvSpPr/>
          <p:nvPr/>
        </p:nvSpPr>
        <p:spPr>
          <a:xfrm>
            <a:off x="70513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500" dirty="0"/>
          </a:p>
        </p:txBody>
      </p:sp>
      <p:sp>
        <p:nvSpPr>
          <p:cNvPr id="248" name="Text 246"/>
          <p:cNvSpPr/>
          <p:nvPr/>
        </p:nvSpPr>
        <p:spPr>
          <a:xfrm>
            <a:off x="170926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</a:t>
            </a:r>
            <a:endParaRPr lang="en-US" sz="1500" dirty="0"/>
          </a:p>
        </p:txBody>
      </p:sp>
      <p:sp>
        <p:nvSpPr>
          <p:cNvPr id="249" name="Text 247"/>
          <p:cNvSpPr/>
          <p:nvPr/>
        </p:nvSpPr>
        <p:spPr>
          <a:xfrm>
            <a:off x="271339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</a:t>
            </a:r>
            <a:endParaRPr lang="en-US" sz="1500" dirty="0"/>
          </a:p>
        </p:txBody>
      </p:sp>
      <p:sp>
        <p:nvSpPr>
          <p:cNvPr id="250" name="Text 248"/>
          <p:cNvSpPr/>
          <p:nvPr/>
        </p:nvSpPr>
        <p:spPr>
          <a:xfrm>
            <a:off x="599439" y="6445958"/>
            <a:ext cx="2391415" cy="345557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= Start Of Sentence</a:t>
            </a:r>
            <a:endParaRPr lang="en-US" sz="1250" dirty="0"/>
          </a:p>
        </p:txBody>
      </p:sp>
      <p:sp>
        <p:nvSpPr>
          <p:cNvPr id="251" name="Shape 249"/>
          <p:cNvSpPr/>
          <p:nvPr/>
        </p:nvSpPr>
        <p:spPr>
          <a:xfrm flipV="1">
            <a:off x="1009019" y="2711290"/>
            <a:ext cx="2880268" cy="770857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flipV="1">
            <a:off x="1999937" y="2870777"/>
            <a:ext cx="1915775" cy="611369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flipV="1">
            <a:off x="2990854" y="3056846"/>
            <a:ext cx="951281" cy="42530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99439" y="824019"/>
            <a:ext cx="3065239" cy="598079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</a:t>
            </a:r>
            <a:pPr algn="ctr" indent="0" marL="0">
              <a:lnSpc>
                <a:spcPts val="1800"/>
              </a:lnSpc>
              <a:buNone/>
            </a:pPr>
            <a:r>
              <a:rPr lang="en-US" sz="1450" b="1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Block</a:t>
            </a:r>
            <a:endParaRPr lang="en-US" sz="1450" dirty="0"/>
          </a:p>
        </p:txBody>
      </p:sp>
      <p:sp>
        <p:nvSpPr>
          <p:cNvPr id="255" name="Text 253"/>
          <p:cNvSpPr/>
          <p:nvPr/>
        </p:nvSpPr>
        <p:spPr>
          <a:xfrm>
            <a:off x="599439" y="1687911"/>
            <a:ext cx="3065239" cy="67782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Multi-head </a:t>
            </a:r>
            <a:pPr algn="ctr" indent="0" marL="0">
              <a:lnSpc>
                <a:spcPts val="1800"/>
              </a:lnSpc>
              <a:buNone/>
            </a:pPr>
            <a:r>
              <a:rPr lang="en-US" sz="1450" b="1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Block</a:t>
            </a:r>
            <a:endParaRPr lang="en-US" sz="1450" dirty="0"/>
          </a:p>
        </p:txBody>
      </p:sp>
      <p:sp>
        <p:nvSpPr>
          <p:cNvPr id="256" name="Shape 254"/>
          <p:cNvSpPr/>
          <p:nvPr/>
        </p:nvSpPr>
        <p:spPr>
          <a:xfrm>
            <a:off x="2435940" y="1475261"/>
            <a:ext cx="1440134" cy="212650"/>
          </a:xfrm>
          <a:prstGeom prst="line">
            <a:avLst/>
          </a:prstGeom>
          <a:noFill/>
          <a:ln w="571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57" name="Shape 255"/>
          <p:cNvSpPr/>
          <p:nvPr/>
        </p:nvSpPr>
        <p:spPr>
          <a:xfrm>
            <a:off x="2237757" y="2498640"/>
            <a:ext cx="1506195" cy="1475261"/>
          </a:xfrm>
          <a:prstGeom prst="line">
            <a:avLst/>
          </a:prstGeom>
          <a:noFill/>
          <a:ln w="76200">
            <a:solidFill>
              <a:srgbClr val="CC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5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62250" y="714781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Look Ahead Mask</a:t>
            </a:r>
            <a:endParaRPr lang="en-US" sz="2430" dirty="0"/>
          </a:p>
        </p:txBody>
      </p:sp>
      <p:sp>
        <p:nvSpPr>
          <p:cNvPr id="6" name="Text 4"/>
          <p:cNvSpPr/>
          <p:nvPr/>
        </p:nvSpPr>
        <p:spPr>
          <a:xfrm>
            <a:off x="2622550" y="106720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(Used in  Decoder </a:t>
            </a:r>
            <a:pPr algn="ctr" indent="0" marL="0">
              <a:buNone/>
            </a:pPr>
            <a:r>
              <a:rPr lang="en-US" sz="243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Block </a:t>
            </a:r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9441180" y="142570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61170" y="1664970"/>
            <a:ext cx="2077720" cy="95631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9" name="Equation OMML" descr="\sigma(x_j)=\frac{e^{x_j}}{\sum_i e^{x_i}}"/>
              <p:cNvSpPr txBox="1"/>
              <p:nvPr/>
            </p:nvSpPr>
            <p:spPr>
              <a:xfrm>
                <a:off x="9534401" y="1784861"/>
                <a:ext cx="1525521" cy="59131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7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σ(</m:t>
                      </m:r>
                      <m:sSub>
                        <m:sSubPr>
                          <m:ctrlP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07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f>
                        <m:fPr>
                          <m:ctrlP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j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 xml:space="preserve">x</m:t>
                                      </m:r>
                                    </m:e>
                                    <m:sub>
                                      <m: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 xml:space="preserve">i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" name="Image 0" descr="/home/ahmed/Projects/ai_llm_slides/videos/deep-learning/002_transformers_part2/recreated_pptx/build/assets/eq_053_softmax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534401" y="1784861"/>
                <a:ext cx="1525521" cy="591315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hape 7"/>
          <p:cNvSpPr/>
          <p:nvPr/>
        </p:nvSpPr>
        <p:spPr>
          <a:xfrm>
            <a:off x="4147820" y="1465580"/>
            <a:ext cx="4883150" cy="3997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52019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2" name="Text 9"/>
          <p:cNvSpPr/>
          <p:nvPr/>
        </p:nvSpPr>
        <p:spPr>
          <a:xfrm rot="2700000">
            <a:off x="52019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 rot="2700000">
            <a:off x="576199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4" name="Text 11"/>
          <p:cNvSpPr/>
          <p:nvPr/>
        </p:nvSpPr>
        <p:spPr>
          <a:xfrm rot="2700000">
            <a:off x="576199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 rot="2700000">
            <a:off x="635254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6" name="Text 13"/>
          <p:cNvSpPr/>
          <p:nvPr/>
        </p:nvSpPr>
        <p:spPr>
          <a:xfrm rot="2700000">
            <a:off x="635254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 rot="2700000">
            <a:off x="69926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8" name="Text 15"/>
          <p:cNvSpPr/>
          <p:nvPr/>
        </p:nvSpPr>
        <p:spPr>
          <a:xfrm rot="2700000">
            <a:off x="69926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 rot="2700000">
            <a:off x="75514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20" name="Text 17"/>
          <p:cNvSpPr/>
          <p:nvPr/>
        </p:nvSpPr>
        <p:spPr>
          <a:xfrm rot="2700000">
            <a:off x="75514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13250" y="275336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2" name="Text 19"/>
          <p:cNvSpPr/>
          <p:nvPr/>
        </p:nvSpPr>
        <p:spPr>
          <a:xfrm>
            <a:off x="4413250" y="275336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413250" y="327152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4" name="Text 21"/>
          <p:cNvSpPr/>
          <p:nvPr/>
        </p:nvSpPr>
        <p:spPr>
          <a:xfrm>
            <a:off x="4413250" y="327152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13250" y="376301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6" name="Text 23"/>
          <p:cNvSpPr/>
          <p:nvPr/>
        </p:nvSpPr>
        <p:spPr>
          <a:xfrm>
            <a:off x="4413250" y="376301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13250" y="430149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8" name="Text 25"/>
          <p:cNvSpPr/>
          <p:nvPr/>
        </p:nvSpPr>
        <p:spPr>
          <a:xfrm>
            <a:off x="4413250" y="430149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13250" y="4812665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30" name="Text 27"/>
          <p:cNvSpPr/>
          <p:nvPr/>
        </p:nvSpPr>
        <p:spPr>
          <a:xfrm>
            <a:off x="4413250" y="4812665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656580" y="2678430"/>
            <a:ext cx="3063240" cy="2604770"/>
          </a:xfrm>
          <a:prstGeom prst="roundRect">
            <a:avLst>
              <a:gd name="adj" fmla="val 2808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5656580" y="2678430"/>
            <a:ext cx="344170" cy="260477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33" name="Shape 30"/>
          <p:cNvSpPr/>
          <p:nvPr/>
        </p:nvSpPr>
        <p:spPr>
          <a:xfrm>
            <a:off x="6000750" y="2678430"/>
            <a:ext cx="2706370" cy="2604770"/>
          </a:xfrm>
          <a:prstGeom prst="rtTriangle">
            <a:avLst/>
          </a:prstGeom>
          <a:solidFill>
            <a:srgbClr val="DCF5DC"/>
          </a:solidFill>
          <a:ln/>
        </p:spPr>
      </p:sp>
      <p:sp>
        <p:nvSpPr>
          <p:cNvPr id="34" name="Shape 31"/>
          <p:cNvSpPr/>
          <p:nvPr/>
        </p:nvSpPr>
        <p:spPr>
          <a:xfrm flipH="1" flipV="1">
            <a:off x="6000750" y="2678430"/>
            <a:ext cx="2719070" cy="2604770"/>
          </a:xfrm>
          <a:prstGeom prst="rtTriangle">
            <a:avLst/>
          </a:prstGeom>
          <a:solidFill>
            <a:srgbClr val="C4ACA0"/>
          </a:solidFill>
          <a:ln/>
        </p:spPr>
      </p:sp>
      <p:sp>
        <p:nvSpPr>
          <p:cNvPr id="35" name="Shape 32"/>
          <p:cNvSpPr/>
          <p:nvPr/>
        </p:nvSpPr>
        <p:spPr>
          <a:xfrm>
            <a:off x="6000750" y="2678430"/>
            <a:ext cx="2706370" cy="260477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56580" y="2678430"/>
            <a:ext cx="3063240" cy="2604770"/>
          </a:xfrm>
          <a:prstGeom prst="roundRect">
            <a:avLst>
              <a:gd name="adj" fmla="val 2808"/>
            </a:avLst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30570" y="28524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34050" y="28257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42874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4779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04088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5993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765302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7207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26516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8421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830570" y="33731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34050" y="33464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42710" y="33731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46190" y="33464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04088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5993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765302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7207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826516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8421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583057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73405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644271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4619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705485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95833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7653020" y="38671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672070" y="38823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8265160" y="38671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284210" y="38823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83057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73405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644271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34619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705485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95833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766699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57047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8265160" y="43878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284210" y="44030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583057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73405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644271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34619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705485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95833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766699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57047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827913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18261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3738880" y="3882390"/>
            <a:ext cx="251460" cy="153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88" name="Shape 85"/>
          <p:cNvSpPr/>
          <p:nvPr/>
        </p:nvSpPr>
        <p:spPr>
          <a:xfrm rot="5400000">
            <a:off x="3958590" y="3874770"/>
            <a:ext cx="243840" cy="180340"/>
          </a:xfrm>
          <a:prstGeom prst="triangle">
            <a:avLst/>
          </a:prstGeom>
          <a:solidFill>
            <a:srgbClr val="0000CC"/>
          </a:solidFill>
          <a:ln/>
        </p:spPr>
      </p:sp>
      <p:sp>
        <p:nvSpPr>
          <p:cNvPr id="89" name="Shape 86"/>
          <p:cNvSpPr/>
          <p:nvPr/>
        </p:nvSpPr>
        <p:spPr>
          <a:xfrm>
            <a:off x="603250" y="5543550"/>
            <a:ext cx="10768330" cy="11988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CC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815340" y="56108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Values are </a:t>
            </a:r>
            <a:pPr algn="l" indent="0" marL="0">
              <a:buNone/>
            </a:pPr>
            <a:r>
              <a:rPr lang="en-US" sz="2000" b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</a:t>
            </a:r>
            <a:pPr algn="l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Masked (Scaled) Values</a:t>
            </a:r>
            <a:endParaRPr lang="en-US" sz="2000" dirty="0"/>
          </a:p>
        </p:txBody>
      </p:sp>
      <p:sp>
        <p:nvSpPr>
          <p:cNvPr id="91" name="Text 88"/>
          <p:cNvSpPr/>
          <p:nvPr/>
        </p:nvSpPr>
        <p:spPr>
          <a:xfrm>
            <a:off x="833120" y="617928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of “0” </a:t>
            </a:r>
            <a:pPr algn="l" indent="0" marL="0">
              <a:buNone/>
            </a:pPr>
            <a:r>
              <a:rPr lang="en-US" sz="167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change the original values, consequently 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effect on Softmax output</a:t>
            </a:r>
            <a:endParaRPr lang="en-US" sz="1670" dirty="0"/>
          </a:p>
        </p:txBody>
      </p:sp>
      <p:sp>
        <p:nvSpPr>
          <p:cNvPr id="92" name="Text 89"/>
          <p:cNvSpPr/>
          <p:nvPr/>
        </p:nvSpPr>
        <p:spPr>
          <a:xfrm>
            <a:off x="833120" y="645868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of “-inf” </a:t>
            </a:r>
            <a:pPr algn="l" indent="0" marL="0">
              <a:buNone/>
            </a:pPr>
            <a:r>
              <a:rPr lang="en-US" sz="167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“Zero” output of Softmax, 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zero attention scores for </a:t>
            </a:r>
            <a:pPr algn="l" indent="0" marL="0">
              <a:buNone/>
            </a:pPr>
            <a:r>
              <a:rPr lang="en-US" sz="167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Words.</a:t>
            </a:r>
            <a:endParaRPr lang="en-US" sz="167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35050" y="77851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for Decoder  (Adding Mask)</a:t>
            </a:r>
            <a:endParaRPr lang="en-US" sz="1960" dirty="0"/>
          </a:p>
        </p:txBody>
      </p:sp>
      <p:sp>
        <p:nvSpPr>
          <p:cNvPr id="6" name="Shape 4"/>
          <p:cNvSpPr/>
          <p:nvPr/>
        </p:nvSpPr>
        <p:spPr>
          <a:xfrm>
            <a:off x="9412002" y="850601"/>
            <a:ext cx="422792" cy="265813"/>
          </a:xfrm>
          <a:prstGeom prst="rect">
            <a:avLst/>
          </a:prstGeom>
          <a:solidFill>
            <a:srgbClr val="FAFAB0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2002" y="850601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72614" y="877182"/>
            <a:ext cx="277457" cy="225941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72614" y="877182"/>
            <a:ext cx="277457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02920" y="784148"/>
            <a:ext cx="422792" cy="212650"/>
          </a:xfrm>
          <a:prstGeom prst="rect">
            <a:avLst/>
          </a:prstGeom>
          <a:solidFill>
            <a:srgbClr val="FAFAB0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925" y="1395517"/>
            <a:ext cx="10279122" cy="5249801"/>
          </a:xfrm>
          <a:prstGeom prst="roundRect">
            <a:avLst>
              <a:gd name="adj" fmla="val 1451"/>
            </a:avLst>
          </a:prstGeom>
          <a:solidFill>
            <a:srgbClr val="F5CF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84411" y="2910649"/>
            <a:ext cx="990918" cy="2126502"/>
          </a:xfrm>
          <a:prstGeom prst="roundRect">
            <a:avLst>
              <a:gd name="adj" fmla="val 6408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03321" y="3070137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61868" y="305684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65749" y="307013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577145" y="307013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03321" y="3588472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8" name="Text 16"/>
          <p:cNvSpPr/>
          <p:nvPr/>
        </p:nvSpPr>
        <p:spPr>
          <a:xfrm>
            <a:off x="1061868" y="3575181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65749" y="3588472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0" name="Shape 18"/>
          <p:cNvSpPr/>
          <p:nvPr/>
        </p:nvSpPr>
        <p:spPr>
          <a:xfrm>
            <a:off x="1577145" y="3588472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903321" y="4120097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22" name="Text 20"/>
          <p:cNvSpPr/>
          <p:nvPr/>
        </p:nvSpPr>
        <p:spPr>
          <a:xfrm>
            <a:off x="1061868" y="410680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65749" y="412009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4" name="Shape 22"/>
          <p:cNvSpPr/>
          <p:nvPr/>
        </p:nvSpPr>
        <p:spPr>
          <a:xfrm>
            <a:off x="1577145" y="412009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3321" y="4678304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868" y="4665013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65749" y="4678304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7145" y="4678304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9" name="Shape 27"/>
          <p:cNvSpPr/>
          <p:nvPr/>
        </p:nvSpPr>
        <p:spPr>
          <a:xfrm>
            <a:off x="2065998" y="3030265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0" name="Text 28"/>
          <p:cNvSpPr/>
          <p:nvPr/>
        </p:nvSpPr>
        <p:spPr>
          <a:xfrm>
            <a:off x="2085816" y="3030265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65998" y="3548600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2" name="Text 30"/>
          <p:cNvSpPr/>
          <p:nvPr/>
        </p:nvSpPr>
        <p:spPr>
          <a:xfrm>
            <a:off x="2085816" y="3548600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65998" y="4066935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4" name="Text 32"/>
          <p:cNvSpPr/>
          <p:nvPr/>
        </p:nvSpPr>
        <p:spPr>
          <a:xfrm>
            <a:off x="2085816" y="4066935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65998" y="4625141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6" name="Text 34"/>
          <p:cNvSpPr/>
          <p:nvPr/>
        </p:nvSpPr>
        <p:spPr>
          <a:xfrm>
            <a:off x="2085816" y="4625141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34124" y="3083428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38" name="Shape 36"/>
          <p:cNvSpPr/>
          <p:nvPr/>
        </p:nvSpPr>
        <p:spPr>
          <a:xfrm>
            <a:off x="2713397" y="3083428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39" name="Text 37"/>
          <p:cNvSpPr/>
          <p:nvPr/>
        </p:nvSpPr>
        <p:spPr>
          <a:xfrm>
            <a:off x="3004067" y="305020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34124" y="3615053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1" name="Shape 39"/>
          <p:cNvSpPr/>
          <p:nvPr/>
        </p:nvSpPr>
        <p:spPr>
          <a:xfrm>
            <a:off x="2713397" y="3615053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2" name="Text 40"/>
          <p:cNvSpPr/>
          <p:nvPr/>
        </p:nvSpPr>
        <p:spPr>
          <a:xfrm>
            <a:off x="3004067" y="358182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34124" y="4133388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4" name="Shape 42"/>
          <p:cNvSpPr/>
          <p:nvPr/>
        </p:nvSpPr>
        <p:spPr>
          <a:xfrm>
            <a:off x="2713397" y="4133388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5" name="Text 43"/>
          <p:cNvSpPr/>
          <p:nvPr/>
        </p:nvSpPr>
        <p:spPr>
          <a:xfrm>
            <a:off x="3004067" y="410016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34124" y="4691594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7" name="Shape 45"/>
          <p:cNvSpPr/>
          <p:nvPr/>
        </p:nvSpPr>
        <p:spPr>
          <a:xfrm>
            <a:off x="2713397" y="4691594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8" name="Text 46"/>
          <p:cNvSpPr/>
          <p:nvPr/>
        </p:nvSpPr>
        <p:spPr>
          <a:xfrm>
            <a:off x="3004067" y="4658368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5099" y="2511930"/>
            <a:ext cx="1083404" cy="2604965"/>
          </a:xfrm>
          <a:prstGeom prst="rect">
            <a:avLst/>
          </a:prstGeom>
          <a:solidFill>
            <a:srgbClr val="D8C8B9"/>
          </a:solidFill>
          <a:ln/>
        </p:spPr>
      </p:sp>
      <p:sp>
        <p:nvSpPr>
          <p:cNvPr id="50" name="Text 48"/>
          <p:cNvSpPr/>
          <p:nvPr/>
        </p:nvSpPr>
        <p:spPr>
          <a:xfrm>
            <a:off x="3347585" y="2618255"/>
            <a:ext cx="819159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46925" y="3103363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2" name="Shape 50"/>
          <p:cNvSpPr/>
          <p:nvPr/>
        </p:nvSpPr>
        <p:spPr>
          <a:xfrm>
            <a:off x="3948742" y="3621698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3" name="Shape 51"/>
          <p:cNvSpPr/>
          <p:nvPr/>
        </p:nvSpPr>
        <p:spPr>
          <a:xfrm>
            <a:off x="3710921" y="4140033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4" name="Shape 52"/>
          <p:cNvSpPr/>
          <p:nvPr/>
        </p:nvSpPr>
        <p:spPr>
          <a:xfrm>
            <a:off x="3459889" y="4698240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5" name="Text 53"/>
          <p:cNvSpPr/>
          <p:nvPr/>
        </p:nvSpPr>
        <p:spPr>
          <a:xfrm>
            <a:off x="4378139" y="2538511"/>
            <a:ext cx="34351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79707" y="2113211"/>
            <a:ext cx="805947" cy="225941"/>
          </a:xfrm>
          <a:prstGeom prst="roundRect">
            <a:avLst>
              <a:gd name="adj" fmla="val 44967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9707" y="2113211"/>
            <a:ext cx="805947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27356" y="2538511"/>
            <a:ext cx="369943" cy="2565093"/>
          </a:xfrm>
          <a:prstGeom prst="rect">
            <a:avLst/>
          </a:prstGeom>
          <a:solidFill>
            <a:srgbClr val="F7D3D6"/>
          </a:solidFill>
          <a:ln/>
        </p:spPr>
      </p:sp>
      <p:sp>
        <p:nvSpPr>
          <p:cNvPr id="59" name="Text 57"/>
          <p:cNvSpPr/>
          <p:nvPr/>
        </p:nvSpPr>
        <p:spPr>
          <a:xfrm rot="5400000">
            <a:off x="3742327" y="3742347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2100" dirty="0"/>
          </a:p>
        </p:txBody>
      </p:sp>
      <p:pic>
        <p:nvPicPr>
          <p:cNvPr id="60" name="Image 0" descr="/home/ahmed/Projects/ai_llm_slides/videos/deep-learning/002_transformers_part2/recreated_pptx/build/assets/eq_Kcdotq_over_sqr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0825" y="2495550"/>
            <a:ext cx="327660" cy="419100"/>
          </a:xfrm>
          <a:prstGeom prst="rect">
            <a:avLst/>
          </a:prstGeom>
        </p:spPr>
      </p:pic>
      <p:sp>
        <p:nvSpPr>
          <p:cNvPr id="61" name="Shape 58"/>
          <p:cNvSpPr/>
          <p:nvPr/>
        </p:nvSpPr>
        <p:spPr>
          <a:xfrm>
            <a:off x="5778637" y="2538511"/>
            <a:ext cx="369943" cy="2578383"/>
          </a:xfrm>
          <a:prstGeom prst="rect">
            <a:avLst/>
          </a:prstGeom>
          <a:solidFill>
            <a:srgbClr val="B9E8C6"/>
          </a:solidFill>
          <a:ln w="12700">
            <a:solidFill>
              <a:srgbClr val="3E7A3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 rot="16200000">
            <a:off x="5455608" y="2657388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8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818273" y="3096718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818273" y="3096718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818273" y="3615053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18273" y="3615053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5818273" y="4106806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818273" y="4106806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5818273" y="4665013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818273" y="4665013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5461543" y="5183348"/>
            <a:ext cx="977706" cy="5847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69"/>
          <p:cNvSpPr/>
          <p:nvPr/>
        </p:nvSpPr>
        <p:spPr>
          <a:xfrm>
            <a:off x="5514392" y="5289673"/>
            <a:ext cx="87200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6518522" y="2525221"/>
            <a:ext cx="290669" cy="2604965"/>
          </a:xfrm>
          <a:prstGeom prst="rect">
            <a:avLst/>
          </a:prstGeom>
          <a:solidFill>
            <a:srgbClr val="F7DCF9"/>
          </a:solidFill>
          <a:ln w="9525">
            <a:solidFill>
              <a:srgbClr val="E3BE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 rot="16200000">
            <a:off x="5748432" y="3448772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6492098" y="3787831"/>
            <a:ext cx="211396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ς</a:t>
            </a:r>
            <a:endParaRPr lang="en-US" sz="2000" dirty="0"/>
          </a:p>
        </p:txBody>
      </p:sp>
      <p:sp>
        <p:nvSpPr>
          <p:cNvPr id="76" name="Shape 73"/>
          <p:cNvSpPr/>
          <p:nvPr/>
        </p:nvSpPr>
        <p:spPr>
          <a:xfrm>
            <a:off x="5990033" y="2086630"/>
            <a:ext cx="1056979" cy="265813"/>
          </a:xfrm>
          <a:prstGeom prst="roundRect">
            <a:avLst>
              <a:gd name="adj" fmla="val 43000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990033" y="2086630"/>
            <a:ext cx="105697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6769555" y="2977102"/>
            <a:ext cx="184971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6914889" y="2511930"/>
            <a:ext cx="1691167" cy="279103"/>
          </a:xfrm>
          <a:prstGeom prst="rect">
            <a:avLst/>
          </a:prstGeom>
          <a:solidFill>
            <a:srgbClr val="E1F3F8"/>
          </a:solidFill>
          <a:ln/>
        </p:spPr>
      </p:sp>
      <p:sp>
        <p:nvSpPr>
          <p:cNvPr id="80" name="Text 77"/>
          <p:cNvSpPr/>
          <p:nvPr/>
        </p:nvSpPr>
        <p:spPr>
          <a:xfrm>
            <a:off x="6914889" y="2511930"/>
            <a:ext cx="169116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800" dirty="0"/>
          </a:p>
        </p:txBody>
      </p:sp>
      <p:sp>
        <p:nvSpPr>
          <p:cNvPr id="81" name="Shape 78"/>
          <p:cNvSpPr/>
          <p:nvPr/>
        </p:nvSpPr>
        <p:spPr>
          <a:xfrm>
            <a:off x="7932232" y="2086630"/>
            <a:ext cx="1175889" cy="265813"/>
          </a:xfrm>
          <a:prstGeom prst="roundRect">
            <a:avLst>
              <a:gd name="adj" fmla="val 43000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932232" y="2086630"/>
            <a:ext cx="117588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 rot="1140000">
            <a:off x="7535864" y="1940433"/>
            <a:ext cx="211396" cy="558207"/>
          </a:xfrm>
          <a:prstGeom prst="upArrow">
            <a:avLst/>
          </a:prstGeom>
          <a:solidFill>
            <a:srgbClr val="00B050"/>
          </a:solidFill>
          <a:ln/>
        </p:spPr>
      </p:sp>
      <p:sp>
        <p:nvSpPr>
          <p:cNvPr id="84" name="Shape 81"/>
          <p:cNvSpPr/>
          <p:nvPr/>
        </p:nvSpPr>
        <p:spPr>
          <a:xfrm>
            <a:off x="7284832" y="1515132"/>
            <a:ext cx="766310" cy="332266"/>
          </a:xfrm>
          <a:prstGeom prst="roundRect">
            <a:avLst>
              <a:gd name="adj" fmla="val 15289"/>
            </a:avLst>
          </a:prstGeom>
          <a:solidFill>
            <a:srgbClr val="A4C6A2"/>
          </a:solidFill>
          <a:ln w="12700">
            <a:solidFill>
              <a:srgbClr val="3C8C3C"/>
            </a:solidFill>
            <a:prstDash val="dash"/>
          </a:ln>
        </p:spPr>
      </p:sp>
      <p:sp>
        <p:nvSpPr>
          <p:cNvPr id="85" name="Shape 82"/>
          <p:cNvSpPr/>
          <p:nvPr/>
        </p:nvSpPr>
        <p:spPr>
          <a:xfrm>
            <a:off x="7456591" y="1674620"/>
            <a:ext cx="85880" cy="159488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86" name="Text 83"/>
          <p:cNvSpPr/>
          <p:nvPr/>
        </p:nvSpPr>
        <p:spPr>
          <a:xfrm>
            <a:off x="7555683" y="1654684"/>
            <a:ext cx="132122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770101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88" name="Shape 85"/>
          <p:cNvSpPr/>
          <p:nvPr/>
        </p:nvSpPr>
        <p:spPr>
          <a:xfrm>
            <a:off x="778689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89" name="Shape 86"/>
          <p:cNvSpPr/>
          <p:nvPr/>
        </p:nvSpPr>
        <p:spPr>
          <a:xfrm>
            <a:off x="787277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90" name="Shape 87"/>
          <p:cNvSpPr/>
          <p:nvPr/>
        </p:nvSpPr>
        <p:spPr>
          <a:xfrm>
            <a:off x="7020587" y="3056846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7020587" y="3056846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7416954" y="3548600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416954" y="3548600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7813321" y="4040353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813321" y="4040353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8209689" y="4532107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209689" y="4532107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8" name="Text 95"/>
          <p:cNvSpPr/>
          <p:nvPr/>
        </p:nvSpPr>
        <p:spPr>
          <a:xfrm>
            <a:off x="8421084" y="3050201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8685329" y="3076782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0" name="Shape 97"/>
          <p:cNvSpPr/>
          <p:nvPr/>
        </p:nvSpPr>
        <p:spPr>
          <a:xfrm>
            <a:off x="8817452" y="3076782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1" name="Text 98"/>
          <p:cNvSpPr/>
          <p:nvPr/>
        </p:nvSpPr>
        <p:spPr>
          <a:xfrm>
            <a:off x="8421084" y="3581826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8685329" y="3608408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3" name="Shape 100"/>
          <p:cNvSpPr/>
          <p:nvPr/>
        </p:nvSpPr>
        <p:spPr>
          <a:xfrm>
            <a:off x="8817452" y="3608408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4" name="Text 101"/>
          <p:cNvSpPr/>
          <p:nvPr/>
        </p:nvSpPr>
        <p:spPr>
          <a:xfrm>
            <a:off x="8421084" y="4100161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8685329" y="4126742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8817452" y="4126742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7" name="Text 104"/>
          <p:cNvSpPr/>
          <p:nvPr/>
        </p:nvSpPr>
        <p:spPr>
          <a:xfrm>
            <a:off x="8421084" y="4658368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8685329" y="4684949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8817452" y="4684949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10" name="Shape 107"/>
          <p:cNvSpPr/>
          <p:nvPr/>
        </p:nvSpPr>
        <p:spPr>
          <a:xfrm>
            <a:off x="9081696" y="3003684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9114727" y="3003684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9081696" y="3535309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9114727" y="3535309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4" name="Shape 111"/>
          <p:cNvSpPr/>
          <p:nvPr/>
        </p:nvSpPr>
        <p:spPr>
          <a:xfrm>
            <a:off x="9081696" y="4053644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114727" y="4053644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6" name="Shape 113"/>
          <p:cNvSpPr/>
          <p:nvPr/>
        </p:nvSpPr>
        <p:spPr>
          <a:xfrm>
            <a:off x="9081696" y="4611851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9114727" y="4611851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8" name="Shape 115"/>
          <p:cNvSpPr/>
          <p:nvPr/>
        </p:nvSpPr>
        <p:spPr>
          <a:xfrm>
            <a:off x="9689459" y="2923940"/>
            <a:ext cx="990918" cy="2113211"/>
          </a:xfrm>
          <a:prstGeom prst="roundRect">
            <a:avLst>
              <a:gd name="adj" fmla="val 6408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19" name="Shape 116"/>
          <p:cNvSpPr/>
          <p:nvPr/>
        </p:nvSpPr>
        <p:spPr>
          <a:xfrm>
            <a:off x="9781945" y="3070137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0" name="Text 117"/>
          <p:cNvSpPr/>
          <p:nvPr/>
        </p:nvSpPr>
        <p:spPr>
          <a:xfrm>
            <a:off x="9940492" y="305684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10257586" y="307013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0468981" y="307013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3" name="Shape 120"/>
          <p:cNvSpPr/>
          <p:nvPr/>
        </p:nvSpPr>
        <p:spPr>
          <a:xfrm>
            <a:off x="9781945" y="35884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4" name="Text 121"/>
          <p:cNvSpPr/>
          <p:nvPr/>
        </p:nvSpPr>
        <p:spPr>
          <a:xfrm>
            <a:off x="9940492" y="3575181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10257586" y="3588472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6" name="Shape 123"/>
          <p:cNvSpPr/>
          <p:nvPr/>
        </p:nvSpPr>
        <p:spPr>
          <a:xfrm>
            <a:off x="10468981" y="3588472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7" name="Shape 124"/>
          <p:cNvSpPr/>
          <p:nvPr/>
        </p:nvSpPr>
        <p:spPr>
          <a:xfrm>
            <a:off x="9781945" y="4120097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8" name="Text 125"/>
          <p:cNvSpPr/>
          <p:nvPr/>
        </p:nvSpPr>
        <p:spPr>
          <a:xfrm>
            <a:off x="9940492" y="410680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257586" y="412009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468981" y="412009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1" name="Shape 128"/>
          <p:cNvSpPr/>
          <p:nvPr/>
        </p:nvSpPr>
        <p:spPr>
          <a:xfrm>
            <a:off x="9781945" y="4678304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32" name="Text 129"/>
          <p:cNvSpPr/>
          <p:nvPr/>
        </p:nvSpPr>
        <p:spPr>
          <a:xfrm>
            <a:off x="9940492" y="4665013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3" name="Shape 130"/>
          <p:cNvSpPr/>
          <p:nvPr/>
        </p:nvSpPr>
        <p:spPr>
          <a:xfrm>
            <a:off x="10257586" y="4678304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4" name="Shape 131"/>
          <p:cNvSpPr/>
          <p:nvPr/>
        </p:nvSpPr>
        <p:spPr>
          <a:xfrm>
            <a:off x="10468981" y="4678304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5" name="Shape 132"/>
          <p:cNvSpPr/>
          <p:nvPr/>
        </p:nvSpPr>
        <p:spPr>
          <a:xfrm>
            <a:off x="2303818" y="6073821"/>
            <a:ext cx="3924035" cy="505044"/>
          </a:xfrm>
          <a:prstGeom prst="roundRect">
            <a:avLst>
              <a:gd name="adj" fmla="val 12573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36" name="Shape 133"/>
          <p:cNvSpPr/>
          <p:nvPr/>
        </p:nvSpPr>
        <p:spPr>
          <a:xfrm>
            <a:off x="2462365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37" name="Shape 134"/>
          <p:cNvSpPr/>
          <p:nvPr/>
        </p:nvSpPr>
        <p:spPr>
          <a:xfrm>
            <a:off x="2601093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8" name="Shape 135"/>
          <p:cNvSpPr/>
          <p:nvPr/>
        </p:nvSpPr>
        <p:spPr>
          <a:xfrm>
            <a:off x="2733216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9" name="Text 136"/>
          <p:cNvSpPr/>
          <p:nvPr/>
        </p:nvSpPr>
        <p:spPr>
          <a:xfrm>
            <a:off x="2739822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3413646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1" name="Shape 138"/>
          <p:cNvSpPr/>
          <p:nvPr/>
        </p:nvSpPr>
        <p:spPr>
          <a:xfrm>
            <a:off x="3605224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2" name="Shape 139"/>
          <p:cNvSpPr/>
          <p:nvPr/>
        </p:nvSpPr>
        <p:spPr>
          <a:xfrm>
            <a:off x="3796801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3" name="Shape 140"/>
          <p:cNvSpPr/>
          <p:nvPr/>
        </p:nvSpPr>
        <p:spPr>
          <a:xfrm>
            <a:off x="3988378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4" name="Text 141"/>
          <p:cNvSpPr/>
          <p:nvPr/>
        </p:nvSpPr>
        <p:spPr>
          <a:xfrm>
            <a:off x="3558981" y="6193436"/>
            <a:ext cx="317094" cy="2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38503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46" name="Shape 143"/>
          <p:cNvSpPr/>
          <p:nvPr/>
        </p:nvSpPr>
        <p:spPr>
          <a:xfrm>
            <a:off x="4477231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47" name="Shape 144"/>
          <p:cNvSpPr/>
          <p:nvPr/>
        </p:nvSpPr>
        <p:spPr>
          <a:xfrm>
            <a:off x="4609354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48" name="Text 145"/>
          <p:cNvSpPr/>
          <p:nvPr/>
        </p:nvSpPr>
        <p:spPr>
          <a:xfrm>
            <a:off x="4615960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5302996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50" name="Shape 147"/>
          <p:cNvSpPr/>
          <p:nvPr/>
        </p:nvSpPr>
        <p:spPr>
          <a:xfrm>
            <a:off x="5441725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1" name="Shape 148"/>
          <p:cNvSpPr/>
          <p:nvPr/>
        </p:nvSpPr>
        <p:spPr>
          <a:xfrm>
            <a:off x="5573847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2" name="Text 149"/>
          <p:cNvSpPr/>
          <p:nvPr/>
        </p:nvSpPr>
        <p:spPr>
          <a:xfrm>
            <a:off x="5580453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3440071" y="6532348"/>
            <a:ext cx="198184" cy="192714"/>
          </a:xfrm>
          <a:prstGeom prst="upArrow">
            <a:avLst/>
          </a:prstGeom>
          <a:solidFill>
            <a:srgbClr val="C00000"/>
          </a:solidFill>
          <a:ln/>
        </p:spPr>
      </p:sp>
      <p:sp>
        <p:nvSpPr>
          <p:cNvPr id="154" name="Shape 151"/>
          <p:cNvSpPr/>
          <p:nvPr/>
        </p:nvSpPr>
        <p:spPr>
          <a:xfrm>
            <a:off x="3426858" y="5528905"/>
            <a:ext cx="515277" cy="425300"/>
          </a:xfrm>
          <a:prstGeom prst="rect">
            <a:avLst/>
          </a:prstGeom>
          <a:solidFill>
            <a:srgbClr val="F2BCD8"/>
          </a:solidFill>
          <a:ln/>
        </p:spPr>
      </p:sp>
      <p:sp>
        <p:nvSpPr>
          <p:cNvPr id="155" name="Text 152"/>
          <p:cNvSpPr/>
          <p:nvPr/>
        </p:nvSpPr>
        <p:spPr>
          <a:xfrm>
            <a:off x="3426858" y="5528905"/>
            <a:ext cx="515277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85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50" dirty="0"/>
          </a:p>
        </p:txBody>
      </p:sp>
      <p:sp>
        <p:nvSpPr>
          <p:cNvPr id="156" name="Text 153"/>
          <p:cNvSpPr/>
          <p:nvPr/>
        </p:nvSpPr>
        <p:spPr>
          <a:xfrm>
            <a:off x="3532556" y="5276382"/>
            <a:ext cx="211396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57" name="Shape 154"/>
          <p:cNvSpPr/>
          <p:nvPr/>
        </p:nvSpPr>
        <p:spPr>
          <a:xfrm>
            <a:off x="3757164" y="5302964"/>
            <a:ext cx="105698" cy="159488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58" name="Shape 155"/>
          <p:cNvSpPr/>
          <p:nvPr/>
        </p:nvSpPr>
        <p:spPr>
          <a:xfrm>
            <a:off x="3876074" y="5302964"/>
            <a:ext cx="211396" cy="159488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9" name="Shape 156"/>
          <p:cNvSpPr/>
          <p:nvPr/>
        </p:nvSpPr>
        <p:spPr>
          <a:xfrm>
            <a:off x="9332729" y="5954205"/>
            <a:ext cx="2140383" cy="850601"/>
          </a:xfrm>
          <a:prstGeom prst="roundRect">
            <a:avLst>
              <a:gd name="adj" fmla="val 7465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60" name="Text 157"/>
          <p:cNvSpPr/>
          <p:nvPr/>
        </p:nvSpPr>
        <p:spPr>
          <a:xfrm>
            <a:off x="9557337" y="6007367"/>
            <a:ext cx="502065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61" name="Shape 158"/>
          <p:cNvSpPr/>
          <p:nvPr/>
        </p:nvSpPr>
        <p:spPr>
          <a:xfrm>
            <a:off x="9583761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2" name="Shape 159"/>
          <p:cNvSpPr/>
          <p:nvPr/>
        </p:nvSpPr>
        <p:spPr>
          <a:xfrm>
            <a:off x="9696065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3" name="Shape 160"/>
          <p:cNvSpPr/>
          <p:nvPr/>
        </p:nvSpPr>
        <p:spPr>
          <a:xfrm>
            <a:off x="9808369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4" name="Shape 161"/>
          <p:cNvSpPr/>
          <p:nvPr/>
        </p:nvSpPr>
        <p:spPr>
          <a:xfrm>
            <a:off x="9920674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5" name="Shape 162"/>
          <p:cNvSpPr/>
          <p:nvPr/>
        </p:nvSpPr>
        <p:spPr>
          <a:xfrm>
            <a:off x="10112251" y="6047239"/>
            <a:ext cx="369943" cy="372138"/>
          </a:xfrm>
          <a:prstGeom prst="rect">
            <a:avLst/>
          </a:prstGeom>
          <a:solidFill>
            <a:srgbClr val="F6F0BE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10112251" y="6047239"/>
            <a:ext cx="369943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100" dirty="0"/>
          </a:p>
        </p:txBody>
      </p:sp>
      <p:sp>
        <p:nvSpPr>
          <p:cNvPr id="167" name="Text 164"/>
          <p:cNvSpPr/>
          <p:nvPr/>
        </p:nvSpPr>
        <p:spPr>
          <a:xfrm>
            <a:off x="10112251" y="6439313"/>
            <a:ext cx="396367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587892" y="6140274"/>
            <a:ext cx="21139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169" name="Shape 166"/>
          <p:cNvSpPr/>
          <p:nvPr/>
        </p:nvSpPr>
        <p:spPr>
          <a:xfrm>
            <a:off x="10891773" y="6193436"/>
            <a:ext cx="105698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70" name="Shape 167"/>
          <p:cNvSpPr/>
          <p:nvPr/>
        </p:nvSpPr>
        <p:spPr>
          <a:xfrm>
            <a:off x="11010683" y="6193436"/>
            <a:ext cx="105698" cy="146197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1" name="Shape 168"/>
          <p:cNvSpPr/>
          <p:nvPr/>
        </p:nvSpPr>
        <p:spPr>
          <a:xfrm>
            <a:off x="11129593" y="6193436"/>
            <a:ext cx="105698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72" name="Shape 169"/>
          <p:cNvSpPr/>
          <p:nvPr/>
        </p:nvSpPr>
        <p:spPr>
          <a:xfrm>
            <a:off x="11248503" y="6193436"/>
            <a:ext cx="105698" cy="146197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3" name="Text 170"/>
          <p:cNvSpPr/>
          <p:nvPr/>
        </p:nvSpPr>
        <p:spPr>
          <a:xfrm>
            <a:off x="10852136" y="6366215"/>
            <a:ext cx="502065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9953704" y="6598801"/>
            <a:ext cx="113625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800" dirty="0"/>
          </a:p>
        </p:txBody>
      </p:sp>
      <p:sp>
        <p:nvSpPr>
          <p:cNvPr id="175" name="Shape 172"/>
          <p:cNvSpPr/>
          <p:nvPr/>
        </p:nvSpPr>
        <p:spPr>
          <a:xfrm>
            <a:off x="1801753" y="3156526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 rot="5400000">
            <a:off x="1920663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7" name="Shape 174"/>
          <p:cNvSpPr/>
          <p:nvPr/>
        </p:nvSpPr>
        <p:spPr>
          <a:xfrm>
            <a:off x="1801753" y="3681506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 rot="5400000">
            <a:off x="1920663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9" name="Shape 176"/>
          <p:cNvSpPr/>
          <p:nvPr/>
        </p:nvSpPr>
        <p:spPr>
          <a:xfrm>
            <a:off x="1801753" y="4199841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 rot="5400000">
            <a:off x="1920663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1" name="Shape 178"/>
          <p:cNvSpPr/>
          <p:nvPr/>
        </p:nvSpPr>
        <p:spPr>
          <a:xfrm>
            <a:off x="1801753" y="4758048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 rot="5400000">
            <a:off x="1920663" y="469824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3" name="Shape 180"/>
          <p:cNvSpPr/>
          <p:nvPr/>
        </p:nvSpPr>
        <p:spPr>
          <a:xfrm>
            <a:off x="3268311" y="3163171"/>
            <a:ext cx="76631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 rot="5400000">
            <a:off x="4047834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5" name="Shape 182"/>
          <p:cNvSpPr/>
          <p:nvPr/>
        </p:nvSpPr>
        <p:spPr>
          <a:xfrm>
            <a:off x="3268311" y="3681506"/>
            <a:ext cx="568126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 rot="5400000">
            <a:off x="3849650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7" name="Shape 184"/>
          <p:cNvSpPr/>
          <p:nvPr/>
        </p:nvSpPr>
        <p:spPr>
          <a:xfrm>
            <a:off x="3268311" y="4199841"/>
            <a:ext cx="330306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 rot="5400000">
            <a:off x="3611830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9" name="Shape 186"/>
          <p:cNvSpPr/>
          <p:nvPr/>
        </p:nvSpPr>
        <p:spPr>
          <a:xfrm>
            <a:off x="3268311" y="4758048"/>
            <a:ext cx="79273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 rot="5400000">
            <a:off x="3360797" y="469824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1" name="Shape 188"/>
          <p:cNvSpPr/>
          <p:nvPr/>
        </p:nvSpPr>
        <p:spPr>
          <a:xfrm flipH="1">
            <a:off x="3928923" y="3216334"/>
            <a:ext cx="198184" cy="41201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 flipH="1">
            <a:off x="3691103" y="3734669"/>
            <a:ext cx="237820" cy="41201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 flipH="1">
            <a:off x="3440071" y="4253003"/>
            <a:ext cx="251033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 rot="5400000">
            <a:off x="4695233" y="312994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5" name="Shape 192"/>
          <p:cNvSpPr/>
          <p:nvPr/>
        </p:nvSpPr>
        <p:spPr>
          <a:xfrm>
            <a:off x="5210510" y="315652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 rot="5400000">
            <a:off x="5639908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7" name="Shape 194"/>
          <p:cNvSpPr/>
          <p:nvPr/>
        </p:nvSpPr>
        <p:spPr>
          <a:xfrm>
            <a:off x="5210510" y="368150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 rot="5400000">
            <a:off x="5639908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9" name="Shape 196"/>
          <p:cNvSpPr/>
          <p:nvPr/>
        </p:nvSpPr>
        <p:spPr>
          <a:xfrm>
            <a:off x="5210510" y="420648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 rot="5400000">
            <a:off x="5639908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1" name="Shape 198"/>
          <p:cNvSpPr/>
          <p:nvPr/>
        </p:nvSpPr>
        <p:spPr>
          <a:xfrm>
            <a:off x="5210510" y="4744757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 rot="5400000">
            <a:off x="5639908" y="4684949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3" name="Shape 200"/>
          <p:cNvSpPr/>
          <p:nvPr/>
        </p:nvSpPr>
        <p:spPr>
          <a:xfrm>
            <a:off x="6227853" y="3156526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 rot="5400000">
            <a:off x="6366581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5" name="Shape 202"/>
          <p:cNvSpPr/>
          <p:nvPr/>
        </p:nvSpPr>
        <p:spPr>
          <a:xfrm>
            <a:off x="6227853" y="3688151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 rot="5400000">
            <a:off x="6366581" y="362834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7" name="Shape 204"/>
          <p:cNvSpPr/>
          <p:nvPr/>
        </p:nvSpPr>
        <p:spPr>
          <a:xfrm>
            <a:off x="6227853" y="4206486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 rot="5400000">
            <a:off x="636658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9" name="Shape 206"/>
          <p:cNvSpPr/>
          <p:nvPr/>
        </p:nvSpPr>
        <p:spPr>
          <a:xfrm>
            <a:off x="6227853" y="4764693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 rot="5400000">
            <a:off x="6366581" y="470488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1" name="Shape 208"/>
          <p:cNvSpPr/>
          <p:nvPr/>
        </p:nvSpPr>
        <p:spPr>
          <a:xfrm rot="5400000">
            <a:off x="6908283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2" name="Shape 209"/>
          <p:cNvSpPr/>
          <p:nvPr/>
        </p:nvSpPr>
        <p:spPr>
          <a:xfrm rot="5400000">
            <a:off x="7304650" y="3595117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3" name="Shape 210"/>
          <p:cNvSpPr/>
          <p:nvPr/>
        </p:nvSpPr>
        <p:spPr>
          <a:xfrm rot="5400000">
            <a:off x="7701017" y="4086871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4" name="Shape 211"/>
          <p:cNvSpPr/>
          <p:nvPr/>
        </p:nvSpPr>
        <p:spPr>
          <a:xfrm rot="5400000">
            <a:off x="8097385" y="457862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5" name="Shape 212"/>
          <p:cNvSpPr/>
          <p:nvPr/>
        </p:nvSpPr>
        <p:spPr>
          <a:xfrm>
            <a:off x="7053618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6" name="Shape 213"/>
          <p:cNvSpPr/>
          <p:nvPr/>
        </p:nvSpPr>
        <p:spPr>
          <a:xfrm>
            <a:off x="7449985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7" name="Shape 214"/>
          <p:cNvSpPr/>
          <p:nvPr/>
        </p:nvSpPr>
        <p:spPr>
          <a:xfrm>
            <a:off x="7846352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8" name="Shape 215"/>
          <p:cNvSpPr/>
          <p:nvPr/>
        </p:nvSpPr>
        <p:spPr>
          <a:xfrm>
            <a:off x="8242719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9" name="Shape 216"/>
          <p:cNvSpPr/>
          <p:nvPr/>
        </p:nvSpPr>
        <p:spPr>
          <a:xfrm rot="16200000">
            <a:off x="7271620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0" name="Shape 217"/>
          <p:cNvSpPr/>
          <p:nvPr/>
        </p:nvSpPr>
        <p:spPr>
          <a:xfrm rot="16200000">
            <a:off x="7667987" y="3595117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1" name="Shape 218"/>
          <p:cNvSpPr/>
          <p:nvPr/>
        </p:nvSpPr>
        <p:spPr>
          <a:xfrm rot="16200000">
            <a:off x="8064354" y="4086871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2" name="Shape 219"/>
          <p:cNvSpPr/>
          <p:nvPr/>
        </p:nvSpPr>
        <p:spPr>
          <a:xfrm rot="16200000">
            <a:off x="8460721" y="457862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3" name="Shape 220"/>
          <p:cNvSpPr/>
          <p:nvPr/>
        </p:nvSpPr>
        <p:spPr>
          <a:xfrm rot="16200000">
            <a:off x="9550731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4" name="Shape 221"/>
          <p:cNvSpPr/>
          <p:nvPr/>
        </p:nvSpPr>
        <p:spPr>
          <a:xfrm rot="16200000">
            <a:off x="9550731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5" name="Shape 222"/>
          <p:cNvSpPr/>
          <p:nvPr/>
        </p:nvSpPr>
        <p:spPr>
          <a:xfrm rot="16200000">
            <a:off x="955073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6" name="Shape 223"/>
          <p:cNvSpPr/>
          <p:nvPr/>
        </p:nvSpPr>
        <p:spPr>
          <a:xfrm rot="16200000">
            <a:off x="9550731" y="470488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7" name="Shape 224"/>
          <p:cNvSpPr/>
          <p:nvPr/>
        </p:nvSpPr>
        <p:spPr>
          <a:xfrm>
            <a:off x="3757164" y="5901042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8" name="Shape 225"/>
          <p:cNvSpPr/>
          <p:nvPr/>
        </p:nvSpPr>
        <p:spPr>
          <a:xfrm>
            <a:off x="3803407" y="6027303"/>
            <a:ext cx="0" cy="46517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3757164" y="535612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30" name="Shape 227"/>
          <p:cNvSpPr/>
          <p:nvPr/>
        </p:nvSpPr>
        <p:spPr>
          <a:xfrm>
            <a:off x="3757164" y="5163412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pic>
        <p:nvPicPr>
          <p:cNvPr id="231" name="Image 1" descr="/home/ahmed/Projects/ai_llm_slides/videos/deep-learning/002_transformers_part2/recreated_pptx/build/assets/conn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82" y="5063744"/>
            <a:ext cx="905256" cy="1293876"/>
          </a:xfrm>
          <a:prstGeom prst="rect">
            <a:avLst/>
          </a:prstGeom>
        </p:spPr>
      </p:pic>
      <p:pic>
        <p:nvPicPr>
          <p:cNvPr id="232" name="Image 2" descr="/home/ahmed/Projects/ai_llm_slides/videos/deep-learning/002_transformers_part2/recreated_pptx/build/assets/conn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826" y="5063744"/>
            <a:ext cx="3701796" cy="129997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41830" y="66548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 Attention Mechanism  </a:t>
            </a:r>
            <a:pPr algn="ctr" indent="0" marL="0">
              <a:buNone/>
            </a:pPr>
            <a:r>
              <a:rPr lang="en-US" sz="19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Decoder)</a:t>
            </a:r>
            <a:endParaRPr lang="en-US" sz="1970" dirty="0"/>
          </a:p>
        </p:txBody>
      </p:sp>
      <p:sp>
        <p:nvSpPr>
          <p:cNvPr id="6" name="Text 4"/>
          <p:cNvSpPr/>
          <p:nvPr/>
        </p:nvSpPr>
        <p:spPr>
          <a:xfrm>
            <a:off x="1941830" y="97663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90" dirty="0"/>
          </a:p>
        </p:txBody>
      </p:sp>
      <p:sp>
        <p:nvSpPr>
          <p:cNvPr id="7" name="Shape 5"/>
          <p:cNvSpPr/>
          <p:nvPr/>
        </p:nvSpPr>
        <p:spPr>
          <a:xfrm>
            <a:off x="863684" y="1382226"/>
            <a:ext cx="10503730" cy="5289673"/>
          </a:xfrm>
          <a:prstGeom prst="roundRect">
            <a:avLst>
              <a:gd name="adj" fmla="val 1921"/>
            </a:avLst>
          </a:prstGeom>
          <a:solidFill>
            <a:srgbClr val="F7E2CD"/>
          </a:solidFill>
          <a:ln/>
        </p:spPr>
      </p:sp>
      <p:sp>
        <p:nvSpPr>
          <p:cNvPr id="8" name="Shape 6"/>
          <p:cNvSpPr/>
          <p:nvPr/>
        </p:nvSpPr>
        <p:spPr>
          <a:xfrm>
            <a:off x="573015" y="2405605"/>
            <a:ext cx="396367" cy="345557"/>
          </a:xfrm>
          <a:prstGeom prst="leftArrow">
            <a:avLst/>
          </a:prstGeom>
          <a:solidFill>
            <a:srgbClr val="C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195655" y="2405605"/>
            <a:ext cx="396367" cy="345557"/>
          </a:xfrm>
          <a:prstGeom prst="rightArrow">
            <a:avLst/>
          </a:prstGeom>
          <a:solidFill>
            <a:srgbClr val="C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382" y="2339152"/>
            <a:ext cx="1387285" cy="51833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69382" y="2339152"/>
            <a:ext cx="66061" cy="6645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69382" y="2339152"/>
            <a:ext cx="132122" cy="13290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9382" y="2339152"/>
            <a:ext cx="198184" cy="19936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69382" y="2339152"/>
            <a:ext cx="264245" cy="26581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69382" y="2339152"/>
            <a:ext cx="330306" cy="33226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69382" y="2339152"/>
            <a:ext cx="396367" cy="39871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69382" y="2339152"/>
            <a:ext cx="462428" cy="46517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82594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4865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11471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8077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24683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31290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37896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445023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511084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57714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64320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70926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77532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84139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907451" y="2405605"/>
            <a:ext cx="449216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973512" y="2472058"/>
            <a:ext cx="383155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039573" y="2538511"/>
            <a:ext cx="317094" cy="31897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105634" y="2604965"/>
            <a:ext cx="251033" cy="25252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171696" y="2671418"/>
            <a:ext cx="184971" cy="18606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237757" y="2737871"/>
            <a:ext cx="11891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303818" y="2804324"/>
            <a:ext cx="52849" cy="5316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8655" y="2405605"/>
            <a:ext cx="1228738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Encoder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834794" y="2339152"/>
            <a:ext cx="1387285" cy="51833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9834794" y="2339152"/>
            <a:ext cx="66061" cy="6645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834794" y="2339152"/>
            <a:ext cx="132122" cy="13290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834794" y="2339152"/>
            <a:ext cx="198184" cy="19936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834794" y="2339152"/>
            <a:ext cx="264245" cy="26581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834794" y="2339152"/>
            <a:ext cx="330306" cy="33226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834794" y="2339152"/>
            <a:ext cx="396367" cy="39871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834794" y="2339152"/>
            <a:ext cx="462428" cy="46517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84800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91406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98012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04619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011225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0178312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244373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031043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037649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044255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050861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57467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1064074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706802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10772863" y="2405605"/>
            <a:ext cx="449216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0838924" y="2472058"/>
            <a:ext cx="383155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10904985" y="2538511"/>
            <a:ext cx="317094" cy="31897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10971046" y="2604965"/>
            <a:ext cx="251033" cy="25252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37108" y="2671418"/>
            <a:ext cx="184971" cy="18606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1103169" y="2737871"/>
            <a:ext cx="11891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1169230" y="2804324"/>
            <a:ext cx="52849" cy="5316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914067" y="2405605"/>
            <a:ext cx="1228738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Encoder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114717" y="2884068"/>
            <a:ext cx="1017342" cy="2179664"/>
          </a:xfrm>
          <a:prstGeom prst="roundRect">
            <a:avLst>
              <a:gd name="adj" fmla="val 6242"/>
            </a:avLst>
          </a:prstGeom>
          <a:solidFill>
            <a:srgbClr val="FFFF00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1134535" y="307013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02330" y="307013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70126" y="307013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37921" y="307013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05717" y="307013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973512" y="307013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84659" y="303026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134535" y="3588472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02330" y="3588472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470126" y="3588472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37921" y="3588472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05717" y="3588472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73512" y="3588472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484659" y="3548600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134535" y="412009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302330" y="412009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470126" y="412009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37921" y="412009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05717" y="412009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73512" y="412009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84659" y="408022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134535" y="4678304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302330" y="4678304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470126" y="4678304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637921" y="4678304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805717" y="4678304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973512" y="4678304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484659" y="4638432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383091" y="3016974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402910" y="3016974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383091" y="3535309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02910" y="3535309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383091" y="4040353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402910" y="4040353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383091" y="4598560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402910" y="4598560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924793" y="2963812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38005" y="2977102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40400" y="2977102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42795" y="2977102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45190" y="2977102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347585" y="2957166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2924793" y="3482147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938005" y="3495437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40400" y="3495437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42795" y="3495437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245190" y="3495437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347585" y="3475501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924793" y="4013772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938005" y="4027063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040400" y="4027063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142795" y="4027063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245190" y="4027063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47585" y="4007127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2924793" y="4585269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938005" y="4598560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040400" y="4598560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142795" y="4598560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245190" y="4598560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347585" y="4571979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3572193" y="2472058"/>
            <a:ext cx="1585469" cy="2684708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132" name="Text 130"/>
          <p:cNvSpPr/>
          <p:nvPr/>
        </p:nvSpPr>
        <p:spPr>
          <a:xfrm>
            <a:off x="3664679" y="2538511"/>
            <a:ext cx="845583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4721658" y="2525221"/>
            <a:ext cx="34351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4464019" y="3070137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503656" y="3110009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265835" y="3588472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7" name="Shape 135"/>
          <p:cNvSpPr/>
          <p:nvPr/>
        </p:nvSpPr>
        <p:spPr>
          <a:xfrm>
            <a:off x="4305472" y="3628344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38" name="Shape 136"/>
          <p:cNvSpPr/>
          <p:nvPr/>
        </p:nvSpPr>
        <p:spPr>
          <a:xfrm>
            <a:off x="4028015" y="4113452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4067652" y="4153324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783589" y="4684949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823225" y="4724821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572193" y="3156526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5400000">
            <a:off x="4364927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3572193" y="3674861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5400000">
            <a:off x="4166744" y="361505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572193" y="4199841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5400000">
            <a:off x="3928923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572193" y="4771338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5400000">
            <a:off x="3684497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305472" y="378118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074258" y="430616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2" name="Shape 150"/>
          <p:cNvSpPr/>
          <p:nvPr/>
        </p:nvSpPr>
        <p:spPr>
          <a:xfrm flipH="1">
            <a:off x="4391352" y="3229625"/>
            <a:ext cx="118910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H="1">
            <a:off x="4153531" y="3747959"/>
            <a:ext cx="171759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H="1">
            <a:off x="3915711" y="4266294"/>
            <a:ext cx="171759" cy="43859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823225" y="2073339"/>
            <a:ext cx="792734" cy="265813"/>
          </a:xfrm>
          <a:prstGeom prst="roundRect">
            <a:avLst>
              <a:gd name="adj" fmla="val 38222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823225" y="2073339"/>
            <a:ext cx="792734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5184086" y="2472058"/>
            <a:ext cx="462428" cy="2697999"/>
          </a:xfrm>
          <a:prstGeom prst="rect">
            <a:avLst/>
          </a:prstGeom>
          <a:solidFill>
            <a:srgbClr val="FDD7D6"/>
          </a:solidFill>
          <a:ln/>
        </p:spPr>
      </p:sp>
      <p:sp>
        <p:nvSpPr>
          <p:cNvPr id="158" name="Text 156"/>
          <p:cNvSpPr/>
          <p:nvPr/>
        </p:nvSpPr>
        <p:spPr>
          <a:xfrm rot="5400000">
            <a:off x="4145300" y="3662603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2000" dirty="0"/>
          </a:p>
        </p:txBody>
      </p:sp>
      <p:pic>
        <p:nvPicPr>
          <p:cNvPr id="159" name="Image 0" descr="/home/ahmed/Projects/ai_llm_slides/videos/deep-learning/002_transformers_part2/recreated_pptx/build/assets/eq_Kcdotq_over_sqr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7837" y="2468513"/>
            <a:ext cx="327660" cy="419100"/>
          </a:xfrm>
          <a:prstGeom prst="rect">
            <a:avLst/>
          </a:prstGeom>
        </p:spPr>
      </p:pic>
      <p:sp>
        <p:nvSpPr>
          <p:cNvPr id="160" name="Shape 157"/>
          <p:cNvSpPr/>
          <p:nvPr/>
        </p:nvSpPr>
        <p:spPr>
          <a:xfrm>
            <a:off x="6188216" y="2511930"/>
            <a:ext cx="369943" cy="2618255"/>
          </a:xfrm>
          <a:prstGeom prst="rect">
            <a:avLst/>
          </a:prstGeom>
          <a:solidFill>
            <a:srgbClr val="F8DEFB"/>
          </a:solidFill>
          <a:ln w="9525">
            <a:solidFill>
              <a:srgbClr val="E3BEE8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 rot="16200000">
            <a:off x="5484187" y="3448772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850" dirty="0"/>
          </a:p>
        </p:txBody>
      </p:sp>
      <p:sp>
        <p:nvSpPr>
          <p:cNvPr id="162" name="Text 159"/>
          <p:cNvSpPr/>
          <p:nvPr/>
        </p:nvSpPr>
        <p:spPr>
          <a:xfrm>
            <a:off x="6267490" y="3754605"/>
            <a:ext cx="211396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ς</a:t>
            </a:r>
            <a:endParaRPr lang="en-US" sz="3000" dirty="0"/>
          </a:p>
        </p:txBody>
      </p:sp>
      <p:sp>
        <p:nvSpPr>
          <p:cNvPr id="163" name="Shape 160"/>
          <p:cNvSpPr/>
          <p:nvPr/>
        </p:nvSpPr>
        <p:spPr>
          <a:xfrm>
            <a:off x="5818273" y="2073339"/>
            <a:ext cx="1056979" cy="265813"/>
          </a:xfrm>
          <a:prstGeom prst="roundRect">
            <a:avLst>
              <a:gd name="adj" fmla="val 43000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5818273" y="2073339"/>
            <a:ext cx="105697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165" name="Shape 162"/>
          <p:cNvSpPr/>
          <p:nvPr/>
        </p:nvSpPr>
        <p:spPr>
          <a:xfrm>
            <a:off x="6928101" y="2511930"/>
            <a:ext cx="1691167" cy="265813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166" name="Text 163"/>
          <p:cNvSpPr/>
          <p:nvPr/>
        </p:nvSpPr>
        <p:spPr>
          <a:xfrm>
            <a:off x="6928101" y="2511930"/>
            <a:ext cx="1691167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800" dirty="0"/>
          </a:p>
        </p:txBody>
      </p:sp>
      <p:sp>
        <p:nvSpPr>
          <p:cNvPr id="167" name="Shape 164"/>
          <p:cNvSpPr/>
          <p:nvPr/>
        </p:nvSpPr>
        <p:spPr>
          <a:xfrm>
            <a:off x="7945444" y="2073339"/>
            <a:ext cx="1162677" cy="279103"/>
          </a:xfrm>
          <a:prstGeom prst="roundRect">
            <a:avLst>
              <a:gd name="adj" fmla="val 40953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7945444" y="2073339"/>
            <a:ext cx="116267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 rot="780000">
            <a:off x="7364105" y="1900561"/>
            <a:ext cx="290669" cy="279103"/>
          </a:xfrm>
          <a:prstGeom prst="upArrow">
            <a:avLst/>
          </a:prstGeom>
          <a:solidFill>
            <a:srgbClr val="00B050"/>
          </a:solidFill>
          <a:ln/>
        </p:spPr>
      </p:sp>
      <p:sp>
        <p:nvSpPr>
          <p:cNvPr id="170" name="Shape 167"/>
          <p:cNvSpPr/>
          <p:nvPr/>
        </p:nvSpPr>
        <p:spPr>
          <a:xfrm>
            <a:off x="7311256" y="1594876"/>
            <a:ext cx="911644" cy="292394"/>
          </a:xfrm>
          <a:prstGeom prst="rect">
            <a:avLst/>
          </a:prstGeom>
          <a:solidFill>
            <a:srgbClr val="A0D696"/>
          </a:solidFill>
          <a:ln/>
        </p:spPr>
      </p:sp>
      <p:sp>
        <p:nvSpPr>
          <p:cNvPr id="171" name="Shape 168"/>
          <p:cNvSpPr/>
          <p:nvPr/>
        </p:nvSpPr>
        <p:spPr>
          <a:xfrm>
            <a:off x="7390530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483016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7575501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7654775" y="1594876"/>
            <a:ext cx="237820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175" name="Shape 172"/>
          <p:cNvSpPr/>
          <p:nvPr/>
        </p:nvSpPr>
        <p:spPr>
          <a:xfrm>
            <a:off x="7919019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7998293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8077566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8156840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7013981" y="3043556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7013981" y="3043556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1" name="Shape 178"/>
          <p:cNvSpPr/>
          <p:nvPr/>
        </p:nvSpPr>
        <p:spPr>
          <a:xfrm>
            <a:off x="7403742" y="3575181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7403742" y="3575181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3" name="Shape 180"/>
          <p:cNvSpPr/>
          <p:nvPr/>
        </p:nvSpPr>
        <p:spPr>
          <a:xfrm>
            <a:off x="7793503" y="4100161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7793503" y="4100161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5" name="Shape 182"/>
          <p:cNvSpPr/>
          <p:nvPr/>
        </p:nvSpPr>
        <p:spPr>
          <a:xfrm>
            <a:off x="8176658" y="4665013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8176658" y="4665013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7" name="Text 184"/>
          <p:cNvSpPr/>
          <p:nvPr/>
        </p:nvSpPr>
        <p:spPr>
          <a:xfrm>
            <a:off x="8473933" y="293723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88" name="Text 185"/>
          <p:cNvSpPr/>
          <p:nvPr/>
        </p:nvSpPr>
        <p:spPr>
          <a:xfrm>
            <a:off x="8473933" y="346885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89" name="Text 186"/>
          <p:cNvSpPr/>
          <p:nvPr/>
        </p:nvSpPr>
        <p:spPr>
          <a:xfrm>
            <a:off x="8473933" y="399383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90" name="Text 187"/>
          <p:cNvSpPr/>
          <p:nvPr/>
        </p:nvSpPr>
        <p:spPr>
          <a:xfrm>
            <a:off x="8473933" y="4558688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91" name="Shape 188"/>
          <p:cNvSpPr/>
          <p:nvPr/>
        </p:nvSpPr>
        <p:spPr>
          <a:xfrm>
            <a:off x="9359153" y="3016974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9378972" y="3016974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9359153" y="3548600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9378972" y="3548600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5" name="Shape 192"/>
          <p:cNvSpPr/>
          <p:nvPr/>
        </p:nvSpPr>
        <p:spPr>
          <a:xfrm>
            <a:off x="9359153" y="4066935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9378972" y="4066935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7" name="Shape 194"/>
          <p:cNvSpPr/>
          <p:nvPr/>
        </p:nvSpPr>
        <p:spPr>
          <a:xfrm>
            <a:off x="9359153" y="4625141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9378972" y="4625141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10072614" y="2884068"/>
            <a:ext cx="1030555" cy="2179664"/>
          </a:xfrm>
          <a:prstGeom prst="roundRect">
            <a:avLst>
              <a:gd name="adj" fmla="val 6162"/>
            </a:avLst>
          </a:prstGeom>
          <a:solidFill>
            <a:srgbClr val="FFFF00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200" name="Shape 197"/>
          <p:cNvSpPr/>
          <p:nvPr/>
        </p:nvSpPr>
        <p:spPr>
          <a:xfrm>
            <a:off x="10092433" y="307013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10260228" y="307013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10428023" y="307013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10595819" y="307013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0763614" y="307013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0931410" y="307013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10442557" y="303026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7" name="Shape 204"/>
          <p:cNvSpPr/>
          <p:nvPr/>
        </p:nvSpPr>
        <p:spPr>
          <a:xfrm>
            <a:off x="10092433" y="3588472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10260228" y="3588472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10428023" y="3588472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10595819" y="3588472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10763614" y="3588472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10931410" y="3588472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10442557" y="3548600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4" name="Shape 211"/>
          <p:cNvSpPr/>
          <p:nvPr/>
        </p:nvSpPr>
        <p:spPr>
          <a:xfrm>
            <a:off x="10092433" y="412009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10260228" y="412009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10428023" y="412009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595819" y="412009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0763614" y="412009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0931410" y="412009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0" name="Text 217"/>
          <p:cNvSpPr/>
          <p:nvPr/>
        </p:nvSpPr>
        <p:spPr>
          <a:xfrm>
            <a:off x="10442557" y="408022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1" name="Shape 218"/>
          <p:cNvSpPr/>
          <p:nvPr/>
        </p:nvSpPr>
        <p:spPr>
          <a:xfrm>
            <a:off x="10092433" y="4678304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0260228" y="4678304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0428023" y="4678304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0595819" y="4678304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10763614" y="4678304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0931410" y="4678304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10442557" y="4638432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8" name="Shape 225"/>
          <p:cNvSpPr/>
          <p:nvPr/>
        </p:nvSpPr>
        <p:spPr>
          <a:xfrm>
            <a:off x="2158483" y="314988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 rot="5400000">
            <a:off x="2257575" y="309007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0" name="Shape 227"/>
          <p:cNvSpPr/>
          <p:nvPr/>
        </p:nvSpPr>
        <p:spPr>
          <a:xfrm>
            <a:off x="2158483" y="367486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 rot="5400000">
            <a:off x="2257575" y="361505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2" name="Shape 229"/>
          <p:cNvSpPr/>
          <p:nvPr/>
        </p:nvSpPr>
        <p:spPr>
          <a:xfrm>
            <a:off x="2158483" y="419984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 rot="5400000">
            <a:off x="2257575" y="414003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4" name="Shape 231"/>
          <p:cNvSpPr/>
          <p:nvPr/>
        </p:nvSpPr>
        <p:spPr>
          <a:xfrm>
            <a:off x="2158483" y="4764693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 rot="5400000">
            <a:off x="2257575" y="4704885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6" name="Shape 233"/>
          <p:cNvSpPr/>
          <p:nvPr/>
        </p:nvSpPr>
        <p:spPr>
          <a:xfrm>
            <a:off x="2786065" y="3156526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2786065" y="3674861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2786065" y="4199841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2786065" y="4764693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 rot="16200000">
            <a:off x="9788551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1" name="Shape 238"/>
          <p:cNvSpPr/>
          <p:nvPr/>
        </p:nvSpPr>
        <p:spPr>
          <a:xfrm rot="16200000">
            <a:off x="9788551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2" name="Shape 239"/>
          <p:cNvSpPr/>
          <p:nvPr/>
        </p:nvSpPr>
        <p:spPr>
          <a:xfrm rot="16200000">
            <a:off x="978855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3" name="Shape 240"/>
          <p:cNvSpPr/>
          <p:nvPr/>
        </p:nvSpPr>
        <p:spPr>
          <a:xfrm rot="16200000">
            <a:off x="9788551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4" name="Shape 241"/>
          <p:cNvSpPr/>
          <p:nvPr/>
        </p:nvSpPr>
        <p:spPr>
          <a:xfrm rot="5400000">
            <a:off x="6908283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5" name="Shape 242"/>
          <p:cNvSpPr/>
          <p:nvPr/>
        </p:nvSpPr>
        <p:spPr>
          <a:xfrm rot="5400000">
            <a:off x="7298044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6" name="Shape 243"/>
          <p:cNvSpPr/>
          <p:nvPr/>
        </p:nvSpPr>
        <p:spPr>
          <a:xfrm rot="5400000">
            <a:off x="7687805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7" name="Shape 244"/>
          <p:cNvSpPr/>
          <p:nvPr/>
        </p:nvSpPr>
        <p:spPr>
          <a:xfrm rot="5400000">
            <a:off x="8070960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8" name="Shape 245"/>
          <p:cNvSpPr/>
          <p:nvPr/>
        </p:nvSpPr>
        <p:spPr>
          <a:xfrm rot="16200000">
            <a:off x="7258407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9" name="Shape 246"/>
          <p:cNvSpPr/>
          <p:nvPr/>
        </p:nvSpPr>
        <p:spPr>
          <a:xfrm rot="16200000">
            <a:off x="7648168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0" name="Shape 247"/>
          <p:cNvSpPr/>
          <p:nvPr/>
        </p:nvSpPr>
        <p:spPr>
          <a:xfrm rot="16200000">
            <a:off x="8037930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1" name="Shape 248"/>
          <p:cNvSpPr/>
          <p:nvPr/>
        </p:nvSpPr>
        <p:spPr>
          <a:xfrm rot="16200000">
            <a:off x="8421084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2" name="Shape 249"/>
          <p:cNvSpPr/>
          <p:nvPr/>
        </p:nvSpPr>
        <p:spPr>
          <a:xfrm>
            <a:off x="7066830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3" name="Shape 250"/>
          <p:cNvSpPr/>
          <p:nvPr/>
        </p:nvSpPr>
        <p:spPr>
          <a:xfrm>
            <a:off x="7113073" y="2910649"/>
            <a:ext cx="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7463197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5" name="Shape 252"/>
          <p:cNvSpPr/>
          <p:nvPr/>
        </p:nvSpPr>
        <p:spPr>
          <a:xfrm>
            <a:off x="7509440" y="2910649"/>
            <a:ext cx="0" cy="65124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7846352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7" name="Shape 254"/>
          <p:cNvSpPr/>
          <p:nvPr/>
        </p:nvSpPr>
        <p:spPr>
          <a:xfrm>
            <a:off x="7892595" y="2910649"/>
            <a:ext cx="0" cy="117622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229507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9" name="Shape 256"/>
          <p:cNvSpPr/>
          <p:nvPr/>
        </p:nvSpPr>
        <p:spPr>
          <a:xfrm>
            <a:off x="8275750" y="2910649"/>
            <a:ext cx="0" cy="174107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 flipV="1">
            <a:off x="3928923" y="5023860"/>
            <a:ext cx="0" cy="465172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3882681" y="488430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62" name="Text 259"/>
          <p:cNvSpPr/>
          <p:nvPr/>
        </p:nvSpPr>
        <p:spPr>
          <a:xfrm>
            <a:off x="3889287" y="5183348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63" name="Shape 260"/>
          <p:cNvSpPr/>
          <p:nvPr/>
        </p:nvSpPr>
        <p:spPr>
          <a:xfrm>
            <a:off x="4087470" y="5236511"/>
            <a:ext cx="72667" cy="146197"/>
          </a:xfrm>
          <a:prstGeom prst="rect">
            <a:avLst/>
          </a:prstGeom>
          <a:solidFill>
            <a:srgbClr val="FDFD96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4166744" y="5236511"/>
            <a:ext cx="72667" cy="146197"/>
          </a:xfrm>
          <a:prstGeom prst="rect">
            <a:avLst/>
          </a:prstGeom>
          <a:solidFill>
            <a:srgbClr val="F2F7D8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4246017" y="5236511"/>
            <a:ext cx="72667" cy="14619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4325291" y="5236511"/>
            <a:ext cx="72667" cy="146197"/>
          </a:xfrm>
          <a:prstGeom prst="rect">
            <a:avLst/>
          </a:prstGeom>
          <a:solidFill>
            <a:srgbClr val="E4E7F6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3862862" y="5528905"/>
            <a:ext cx="449216" cy="398719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3862862" y="5528905"/>
            <a:ext cx="4492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850" b="1" baseline="3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50" dirty="0"/>
          </a:p>
        </p:txBody>
      </p:sp>
      <p:sp>
        <p:nvSpPr>
          <p:cNvPr id="269" name="Shape 266"/>
          <p:cNvSpPr/>
          <p:nvPr/>
        </p:nvSpPr>
        <p:spPr>
          <a:xfrm>
            <a:off x="2594487" y="5861170"/>
            <a:ext cx="4095794" cy="744276"/>
          </a:xfrm>
          <a:prstGeom prst="roundRect">
            <a:avLst>
              <a:gd name="adj" fmla="val 37540"/>
            </a:avLst>
          </a:prstGeom>
          <a:solidFill>
            <a:srgbClr val="F5C5FF"/>
          </a:solidFill>
          <a:ln w="12700">
            <a:solidFill>
              <a:srgbClr val="2E7D32"/>
            </a:solidFill>
            <a:prstDash val="dash"/>
          </a:ln>
        </p:spPr>
      </p:sp>
      <p:sp>
        <p:nvSpPr>
          <p:cNvPr id="270" name="Shape 267"/>
          <p:cNvSpPr/>
          <p:nvPr/>
        </p:nvSpPr>
        <p:spPr>
          <a:xfrm>
            <a:off x="2620912" y="6100402"/>
            <a:ext cx="151941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2772852" y="6100402"/>
            <a:ext cx="151941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2924793" y="6100402"/>
            <a:ext cx="151941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3076734" y="6100402"/>
            <a:ext cx="151941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3228675" y="6100402"/>
            <a:ext cx="151941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3380615" y="6100402"/>
            <a:ext cx="151941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3532556" y="6100402"/>
            <a:ext cx="151941" cy="318975"/>
          </a:xfrm>
          <a:prstGeom prst="rect">
            <a:avLst/>
          </a:prstGeom>
          <a:solidFill>
            <a:srgbClr val="F2D8F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7" name="Text 274"/>
          <p:cNvSpPr/>
          <p:nvPr/>
        </p:nvSpPr>
        <p:spPr>
          <a:xfrm>
            <a:off x="3122977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78" name="Shape 275"/>
          <p:cNvSpPr/>
          <p:nvPr/>
        </p:nvSpPr>
        <p:spPr>
          <a:xfrm>
            <a:off x="3691103" y="6166855"/>
            <a:ext cx="911644" cy="318975"/>
          </a:xfrm>
          <a:prstGeom prst="rect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279" name="Shape 276"/>
          <p:cNvSpPr/>
          <p:nvPr/>
        </p:nvSpPr>
        <p:spPr>
          <a:xfrm>
            <a:off x="3717528" y="6180146"/>
            <a:ext cx="178365" cy="292394"/>
          </a:xfrm>
          <a:prstGeom prst="rect">
            <a:avLst/>
          </a:prstGeom>
          <a:solidFill>
            <a:srgbClr val="E8A5C8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3915711" y="6180146"/>
            <a:ext cx="132122" cy="292394"/>
          </a:xfrm>
          <a:prstGeom prst="rect">
            <a:avLst/>
          </a:prstGeom>
          <a:solidFill>
            <a:srgbClr val="E2ABD2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4120501" y="6180146"/>
            <a:ext cx="125516" cy="292394"/>
          </a:xfrm>
          <a:prstGeom prst="rect">
            <a:avLst/>
          </a:prstGeom>
          <a:solidFill>
            <a:srgbClr val="F57DBD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4265835" y="6180146"/>
            <a:ext cx="125516" cy="292394"/>
          </a:xfrm>
          <a:prstGeom prst="rect">
            <a:avLst/>
          </a:prstGeom>
          <a:solidFill>
            <a:srgbClr val="DD90D6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4404564" y="6180146"/>
            <a:ext cx="191577" cy="292394"/>
          </a:xfrm>
          <a:prstGeom prst="rect">
            <a:avLst/>
          </a:prstGeom>
          <a:solidFill>
            <a:srgbClr val="E491E4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4" name="Text 281"/>
          <p:cNvSpPr/>
          <p:nvPr/>
        </p:nvSpPr>
        <p:spPr>
          <a:xfrm>
            <a:off x="4047834" y="6193436"/>
            <a:ext cx="264245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85" name="Shape 282"/>
          <p:cNvSpPr/>
          <p:nvPr/>
        </p:nvSpPr>
        <p:spPr>
          <a:xfrm>
            <a:off x="4668809" y="6100402"/>
            <a:ext cx="155904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4824713" y="6100402"/>
            <a:ext cx="155904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4980618" y="6100402"/>
            <a:ext cx="155904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5136522" y="6100402"/>
            <a:ext cx="155904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5292426" y="6100402"/>
            <a:ext cx="155904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5448331" y="6100402"/>
            <a:ext cx="155904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1" name="Text 288"/>
          <p:cNvSpPr/>
          <p:nvPr/>
        </p:nvSpPr>
        <p:spPr>
          <a:xfrm>
            <a:off x="4985902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92" name="Shape 289"/>
          <p:cNvSpPr/>
          <p:nvPr/>
        </p:nvSpPr>
        <p:spPr>
          <a:xfrm>
            <a:off x="5633302" y="6100402"/>
            <a:ext cx="158547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5791849" y="6100402"/>
            <a:ext cx="158547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5950396" y="6100402"/>
            <a:ext cx="158547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6108943" y="6100402"/>
            <a:ext cx="158547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6267490" y="6100402"/>
            <a:ext cx="158547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6426036" y="6100402"/>
            <a:ext cx="158547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5950396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299" name="Shape 296"/>
          <p:cNvSpPr/>
          <p:nvPr/>
        </p:nvSpPr>
        <p:spPr>
          <a:xfrm flipH="1">
            <a:off x="3704315" y="6505766"/>
            <a:ext cx="303881" cy="159488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300" name="Shape 297"/>
          <p:cNvSpPr/>
          <p:nvPr/>
        </p:nvSpPr>
        <p:spPr>
          <a:xfrm>
            <a:off x="6835616" y="6060530"/>
            <a:ext cx="1638318" cy="505044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 w="9525">
            <a:solidFill>
              <a:srgbClr val="E8A0D8"/>
            </a:solidFill>
            <a:prstDash val="solid"/>
          </a:ln>
        </p:spPr>
      </p:sp>
      <p:sp>
        <p:nvSpPr>
          <p:cNvPr id="301" name="Text 298"/>
          <p:cNvSpPr/>
          <p:nvPr/>
        </p:nvSpPr>
        <p:spPr>
          <a:xfrm>
            <a:off x="6835616" y="6126983"/>
            <a:ext cx="163831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Decoder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Layer</a:t>
            </a:r>
            <a:endParaRPr lang="en-US" sz="950" dirty="0"/>
          </a:p>
        </p:txBody>
      </p:sp>
      <p:sp>
        <p:nvSpPr>
          <p:cNvPr id="302" name="Shape 299"/>
          <p:cNvSpPr/>
          <p:nvPr/>
        </p:nvSpPr>
        <p:spPr>
          <a:xfrm>
            <a:off x="8434297" y="6087111"/>
            <a:ext cx="581338" cy="451882"/>
          </a:xfrm>
          <a:prstGeom prst="leftArrow">
            <a:avLst/>
          </a:prstGeom>
          <a:solidFill>
            <a:srgbClr val="FFFFFF"/>
          </a:solidFill>
          <a:ln w="9525">
            <a:solidFill>
              <a:srgbClr val="C8C4E8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478064" y="5648520"/>
            <a:ext cx="2153595" cy="1063251"/>
          </a:xfrm>
          <a:prstGeom prst="roundRect">
            <a:avLst>
              <a:gd name="adj" fmla="val 5972"/>
            </a:avLst>
          </a:prstGeom>
          <a:solidFill>
            <a:srgbClr val="E6FEE8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304" name="Shape 301"/>
          <p:cNvSpPr/>
          <p:nvPr/>
        </p:nvSpPr>
        <p:spPr>
          <a:xfrm>
            <a:off x="9689459" y="5887752"/>
            <a:ext cx="73989" cy="172778"/>
          </a:xfrm>
          <a:prstGeom prst="rect">
            <a:avLst/>
          </a:prstGeom>
          <a:solidFill>
            <a:srgbClr val="FDFD96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9772696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9855934" y="5887752"/>
            <a:ext cx="73989" cy="172778"/>
          </a:xfrm>
          <a:prstGeom prst="rect">
            <a:avLst/>
          </a:prstGeom>
          <a:solidFill>
            <a:srgbClr val="FFF8F4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9939171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022408" y="5887752"/>
            <a:ext cx="73989" cy="172778"/>
          </a:xfrm>
          <a:prstGeom prst="rect">
            <a:avLst/>
          </a:prstGeom>
          <a:solidFill>
            <a:srgbClr val="DCD8F2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105645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891773" y="5887752"/>
            <a:ext cx="73989" cy="172778"/>
          </a:xfrm>
          <a:prstGeom prst="rect">
            <a:avLst/>
          </a:prstGeom>
          <a:solidFill>
            <a:srgbClr val="FDFD96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975010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1058247" y="5887752"/>
            <a:ext cx="73989" cy="172778"/>
          </a:xfrm>
          <a:prstGeom prst="rect">
            <a:avLst/>
          </a:prstGeom>
          <a:solidFill>
            <a:srgbClr val="FFF8F4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1141484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1224721" y="5887752"/>
            <a:ext cx="73989" cy="172778"/>
          </a:xfrm>
          <a:prstGeom prst="rect">
            <a:avLst/>
          </a:prstGeom>
          <a:solidFill>
            <a:srgbClr val="DCD8F2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1307959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6" name="Text 313"/>
          <p:cNvSpPr/>
          <p:nvPr/>
        </p:nvSpPr>
        <p:spPr>
          <a:xfrm>
            <a:off x="9689459" y="6087111"/>
            <a:ext cx="502065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317" name="Shape 314"/>
          <p:cNvSpPr/>
          <p:nvPr/>
        </p:nvSpPr>
        <p:spPr>
          <a:xfrm>
            <a:off x="10217949" y="5927624"/>
            <a:ext cx="462428" cy="385428"/>
          </a:xfrm>
          <a:prstGeom prst="rect">
            <a:avLst/>
          </a:prstGeom>
          <a:solidFill>
            <a:srgbClr val="FDFFCE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18" name="Text 315"/>
          <p:cNvSpPr/>
          <p:nvPr/>
        </p:nvSpPr>
        <p:spPr>
          <a:xfrm>
            <a:off x="10217949" y="5927624"/>
            <a:ext cx="462428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100" dirty="0"/>
          </a:p>
        </p:txBody>
      </p:sp>
      <p:sp>
        <p:nvSpPr>
          <p:cNvPr id="319" name="Text 316"/>
          <p:cNvSpPr/>
          <p:nvPr/>
        </p:nvSpPr>
        <p:spPr>
          <a:xfrm>
            <a:off x="10733226" y="6087111"/>
            <a:ext cx="171759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300" dirty="0"/>
          </a:p>
        </p:txBody>
      </p:sp>
      <p:sp>
        <p:nvSpPr>
          <p:cNvPr id="320" name="Text 317"/>
          <p:cNvSpPr/>
          <p:nvPr/>
        </p:nvSpPr>
        <p:spPr>
          <a:xfrm>
            <a:off x="10270798" y="6352924"/>
            <a:ext cx="502065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800" dirty="0"/>
          </a:p>
        </p:txBody>
      </p:sp>
      <p:sp>
        <p:nvSpPr>
          <p:cNvPr id="321" name="Text 318"/>
          <p:cNvSpPr/>
          <p:nvPr/>
        </p:nvSpPr>
        <p:spPr>
          <a:xfrm>
            <a:off x="11142806" y="6100402"/>
            <a:ext cx="343518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322" name="Text 319"/>
          <p:cNvSpPr/>
          <p:nvPr/>
        </p:nvSpPr>
        <p:spPr>
          <a:xfrm>
            <a:off x="9874431" y="6419377"/>
            <a:ext cx="1321224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940560" y="4006850"/>
            <a:ext cx="8812530" cy="1717040"/>
          </a:xfrm>
          <a:prstGeom prst="rect">
            <a:avLst/>
          </a:prstGeom>
          <a:solidFill>
            <a:srgbClr val="E2FFE3"/>
          </a:solidFill>
          <a:ln w="19050">
            <a:solidFill>
              <a:srgbClr val="00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2432050" y="4464050"/>
            <a:ext cx="26200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2953385" y="4464050"/>
            <a:ext cx="20986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3474720" y="4464050"/>
            <a:ext cx="157734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3996055" y="4464050"/>
            <a:ext cx="10560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4517390" y="4464050"/>
            <a:ext cx="5346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5038725" y="4464050"/>
            <a:ext cx="133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052060" y="4464050"/>
            <a:ext cx="5080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052060" y="4464050"/>
            <a:ext cx="10293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5052060" y="4464050"/>
            <a:ext cx="15506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052060" y="4464050"/>
            <a:ext cx="20720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052060" y="4464050"/>
            <a:ext cx="259334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5052060" y="4464050"/>
            <a:ext cx="31146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052060" y="4464050"/>
            <a:ext cx="36360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052060" y="4464050"/>
            <a:ext cx="415734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5052060" y="4464050"/>
            <a:ext cx="46786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052060" y="4464050"/>
            <a:ext cx="52000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2432050" y="4464050"/>
            <a:ext cx="32473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2953385" y="4464050"/>
            <a:ext cx="27260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3474720" y="4464050"/>
            <a:ext cx="22047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3996055" y="4464050"/>
            <a:ext cx="16833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4517390" y="4464050"/>
            <a:ext cx="11620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5038725" y="4464050"/>
            <a:ext cx="6407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5560060" y="4464050"/>
            <a:ext cx="1193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679440" y="4464050"/>
            <a:ext cx="4019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679440" y="4464050"/>
            <a:ext cx="9232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679440" y="4464050"/>
            <a:ext cx="14446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679440" y="4464050"/>
            <a:ext cx="19659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679440" y="4464050"/>
            <a:ext cx="24872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679440" y="4464050"/>
            <a:ext cx="30086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679440" y="4464050"/>
            <a:ext cx="35299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679440" y="4464050"/>
            <a:ext cx="40513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679440" y="4464050"/>
            <a:ext cx="45726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2432050" y="4464050"/>
            <a:ext cx="38557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2953385" y="4464050"/>
            <a:ext cx="33343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3474720" y="4464050"/>
            <a:ext cx="28130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3996055" y="4464050"/>
            <a:ext cx="22917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4517390" y="4464050"/>
            <a:ext cx="17703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5038725" y="4464050"/>
            <a:ext cx="124904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5560060" y="4464050"/>
            <a:ext cx="7277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6081395" y="4464050"/>
            <a:ext cx="2063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287770" y="4464050"/>
            <a:ext cx="3149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287770" y="4464050"/>
            <a:ext cx="8362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287770" y="4464050"/>
            <a:ext cx="13576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287770" y="4464050"/>
            <a:ext cx="18789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287770" y="4464050"/>
            <a:ext cx="24003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287770" y="4464050"/>
            <a:ext cx="29216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6287770" y="4464050"/>
            <a:ext cx="34429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287770" y="4464050"/>
            <a:ext cx="39643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2432050" y="4464050"/>
            <a:ext cx="44831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2953385" y="4464050"/>
            <a:ext cx="39617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3474720" y="4464050"/>
            <a:ext cx="34404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3996055" y="4464050"/>
            <a:ext cx="29190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4517390" y="4464050"/>
            <a:ext cx="23977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5038725" y="4464050"/>
            <a:ext cx="18764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5560060" y="4464050"/>
            <a:ext cx="13550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6081395" y="4464050"/>
            <a:ext cx="8337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6602730" y="4464050"/>
            <a:ext cx="3124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6915150" y="4464050"/>
            <a:ext cx="2089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915150" y="4464050"/>
            <a:ext cx="7302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6915150" y="4464050"/>
            <a:ext cx="12515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6915150" y="4464050"/>
            <a:ext cx="17729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6915150" y="4464050"/>
            <a:ext cx="22942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6915150" y="4464050"/>
            <a:ext cx="28155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6915150" y="4464050"/>
            <a:ext cx="33369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3520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5653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7787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9920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2054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187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6321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8454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0588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2721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4855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6988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9122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1255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3389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05522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3616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6354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7187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9925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34210" y="2992120"/>
            <a:ext cx="8826500" cy="516890"/>
          </a:xfrm>
          <a:prstGeom prst="rect">
            <a:avLst/>
          </a:prstGeom>
          <a:solidFill>
            <a:srgbClr val="B00000"/>
          </a:solidFill>
          <a:ln/>
        </p:spPr>
      </p:sp>
      <p:sp>
        <p:nvSpPr>
          <p:cNvPr id="91" name="Text 89"/>
          <p:cNvSpPr/>
          <p:nvPr/>
        </p:nvSpPr>
        <p:spPr>
          <a:xfrm>
            <a:off x="1934210" y="2992120"/>
            <a:ext cx="8826500" cy="5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2400" dirty="0"/>
          </a:p>
        </p:txBody>
      </p:sp>
      <p:sp>
        <p:nvSpPr>
          <p:cNvPr id="92" name="Shape 90"/>
          <p:cNvSpPr/>
          <p:nvPr/>
        </p:nvSpPr>
        <p:spPr>
          <a:xfrm>
            <a:off x="243205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37680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95338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9814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7472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1947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9605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94081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1739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46214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3872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8348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56006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0481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8139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02615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60273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54748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12406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6882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64540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9015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16673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11149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68807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63282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0940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15416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73074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67549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25207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19683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43205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5" name="Shape 123"/>
          <p:cNvSpPr/>
          <p:nvPr/>
        </p:nvSpPr>
        <p:spPr>
          <a:xfrm>
            <a:off x="295338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6" name="Shape 124"/>
          <p:cNvSpPr/>
          <p:nvPr/>
        </p:nvSpPr>
        <p:spPr>
          <a:xfrm>
            <a:off x="347472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7" name="Shape 125"/>
          <p:cNvSpPr/>
          <p:nvPr/>
        </p:nvSpPr>
        <p:spPr>
          <a:xfrm>
            <a:off x="399605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8" name="Shape 126"/>
          <p:cNvSpPr/>
          <p:nvPr/>
        </p:nvSpPr>
        <p:spPr>
          <a:xfrm>
            <a:off x="451739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9" name="Shape 127"/>
          <p:cNvSpPr/>
          <p:nvPr/>
        </p:nvSpPr>
        <p:spPr>
          <a:xfrm>
            <a:off x="503872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0" name="Shape 128"/>
          <p:cNvSpPr/>
          <p:nvPr/>
        </p:nvSpPr>
        <p:spPr>
          <a:xfrm>
            <a:off x="556006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1" name="Shape 129"/>
          <p:cNvSpPr/>
          <p:nvPr/>
        </p:nvSpPr>
        <p:spPr>
          <a:xfrm>
            <a:off x="608139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2" name="Shape 130"/>
          <p:cNvSpPr/>
          <p:nvPr/>
        </p:nvSpPr>
        <p:spPr>
          <a:xfrm>
            <a:off x="660273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3" name="Shape 131"/>
          <p:cNvSpPr/>
          <p:nvPr/>
        </p:nvSpPr>
        <p:spPr>
          <a:xfrm>
            <a:off x="712406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4" name="Shape 132"/>
          <p:cNvSpPr/>
          <p:nvPr/>
        </p:nvSpPr>
        <p:spPr>
          <a:xfrm>
            <a:off x="764540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5" name="Shape 133"/>
          <p:cNvSpPr/>
          <p:nvPr/>
        </p:nvSpPr>
        <p:spPr>
          <a:xfrm>
            <a:off x="816673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6" name="Shape 134"/>
          <p:cNvSpPr/>
          <p:nvPr/>
        </p:nvSpPr>
        <p:spPr>
          <a:xfrm>
            <a:off x="868807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7" name="Shape 135"/>
          <p:cNvSpPr/>
          <p:nvPr/>
        </p:nvSpPr>
        <p:spPr>
          <a:xfrm>
            <a:off x="920940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8" name="Shape 136"/>
          <p:cNvSpPr/>
          <p:nvPr/>
        </p:nvSpPr>
        <p:spPr>
          <a:xfrm>
            <a:off x="973074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9" name="Shape 137"/>
          <p:cNvSpPr/>
          <p:nvPr/>
        </p:nvSpPr>
        <p:spPr>
          <a:xfrm>
            <a:off x="1025207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40" name="Shape 138"/>
          <p:cNvSpPr/>
          <p:nvPr/>
        </p:nvSpPr>
        <p:spPr>
          <a:xfrm>
            <a:off x="505206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0126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67944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62864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8777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23697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91515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86435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934210" y="6135370"/>
            <a:ext cx="8826500" cy="502920"/>
          </a:xfrm>
          <a:prstGeom prst="rect">
            <a:avLst/>
          </a:prstGeom>
          <a:solidFill>
            <a:srgbClr val="1010B0"/>
          </a:solidFill>
          <a:ln/>
        </p:spPr>
      </p:sp>
      <p:sp>
        <p:nvSpPr>
          <p:cNvPr id="149" name="Text 147"/>
          <p:cNvSpPr/>
          <p:nvPr/>
        </p:nvSpPr>
        <p:spPr>
          <a:xfrm>
            <a:off x="1934210" y="6135370"/>
            <a:ext cx="8826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Decoder Block</a:t>
            </a:r>
            <a:endParaRPr lang="en-US" sz="2450" dirty="0"/>
          </a:p>
        </p:txBody>
      </p:sp>
      <p:sp>
        <p:nvSpPr>
          <p:cNvPr id="150" name="Shape 148"/>
          <p:cNvSpPr/>
          <p:nvPr/>
        </p:nvSpPr>
        <p:spPr>
          <a:xfrm>
            <a:off x="224028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6161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8295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80428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32562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84695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36829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8962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1096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93229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45363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7496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49630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01763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53897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6030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pic>
        <p:nvPicPr>
          <p:cNvPr id="166" name="Image 0" descr="/home/ahmed/Projects/ai_llm_slides/videos/deep-learning/002_transformers_part2/recreated_pptx/build/assets/slide056_b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6480" y="1606550"/>
            <a:ext cx="8092440" cy="211836"/>
          </a:xfrm>
          <a:prstGeom prst="rect">
            <a:avLst/>
          </a:prstGeom>
        </p:spPr>
      </p:pic>
      <p:sp>
        <p:nvSpPr>
          <p:cNvPr id="167" name="Text 164"/>
          <p:cNvSpPr/>
          <p:nvPr/>
        </p:nvSpPr>
        <p:spPr>
          <a:xfrm>
            <a:off x="3291840" y="77724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Final Output</a:t>
            </a:r>
            <a:endParaRPr lang="en-US" sz="3100" dirty="0"/>
          </a:p>
        </p:txBody>
      </p:sp>
      <p:sp>
        <p:nvSpPr>
          <p:cNvPr id="168" name="Text 165"/>
          <p:cNvSpPr/>
          <p:nvPr/>
        </p:nvSpPr>
        <p:spPr>
          <a:xfrm>
            <a:off x="4354830" y="126619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each word in Vocab</a:t>
            </a:r>
            <a:endParaRPr lang="en-US" sz="1550" dirty="0"/>
          </a:p>
        </p:txBody>
      </p:sp>
      <p:sp>
        <p:nvSpPr>
          <p:cNvPr id="169" name="Text 166"/>
          <p:cNvSpPr/>
          <p:nvPr/>
        </p:nvSpPr>
        <p:spPr>
          <a:xfrm>
            <a:off x="7948930" y="523367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Projection</a:t>
            </a:r>
            <a:endParaRPr lang="en-US" sz="2000" dirty="0"/>
          </a:p>
        </p:txBody>
      </p:sp>
      <p:sp>
        <p:nvSpPr>
          <p:cNvPr id="170" name="Text 167"/>
          <p:cNvSpPr/>
          <p:nvPr/>
        </p:nvSpPr>
        <p:spPr>
          <a:xfrm>
            <a:off x="782320" y="184023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 Size</a:t>
            </a:r>
            <a:endParaRPr lang="en-US" sz="1600" dirty="0"/>
          </a:p>
        </p:txBody>
      </p:sp>
      <p:sp>
        <p:nvSpPr>
          <p:cNvPr id="171" name="Text 168"/>
          <p:cNvSpPr/>
          <p:nvPr/>
        </p:nvSpPr>
        <p:spPr>
          <a:xfrm>
            <a:off x="782320" y="4279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 Size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1663" y="2889568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536702" y="3593910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Classifier</a:t>
            </a:r>
            <a:endParaRPr lang="en-US" sz="4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110" y="5116830"/>
            <a:ext cx="10900410" cy="1686560"/>
          </a:xfrm>
          <a:prstGeom prst="roundRect">
            <a:avLst>
              <a:gd name="adj" fmla="val 3253"/>
            </a:avLst>
          </a:prstGeom>
          <a:solidFill>
            <a:srgbClr val="F5DCF6"/>
          </a:solidFill>
          <a:ln/>
        </p:spPr>
      </p:sp>
      <p:sp>
        <p:nvSpPr>
          <p:cNvPr id="6" name="Shape 4"/>
          <p:cNvSpPr/>
          <p:nvPr/>
        </p:nvSpPr>
        <p:spPr>
          <a:xfrm>
            <a:off x="1959610" y="5447030"/>
            <a:ext cx="9494520" cy="424180"/>
          </a:xfrm>
          <a:prstGeom prst="roundRect">
            <a:avLst>
              <a:gd name="adj" fmla="val 10778"/>
            </a:avLst>
          </a:prstGeom>
          <a:solidFill>
            <a:srgbClr val="F0FEE4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59610" y="6244590"/>
            <a:ext cx="9494520" cy="477520"/>
          </a:xfrm>
          <a:prstGeom prst="roundRect">
            <a:avLst>
              <a:gd name="adj" fmla="val 9574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59610" y="3003550"/>
            <a:ext cx="9533890" cy="438150"/>
          </a:xfrm>
          <a:prstGeom prst="roundRect">
            <a:avLst>
              <a:gd name="adj" fmla="val 10435"/>
            </a:avLst>
          </a:prstGeom>
          <a:solidFill>
            <a:srgbClr val="D6EAF8"/>
          </a:solidFill>
          <a:ln w="12700">
            <a:solidFill>
              <a:srgbClr val="2E64F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21107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702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298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893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89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8068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4024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9980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5936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53154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9110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5066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1022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6978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4196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0152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6108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92064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48020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5238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1194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7150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63106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19062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6628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223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7819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414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10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4532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0127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5723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1318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6914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3592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69187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4783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0378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5974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1107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182112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53154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24196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95238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6628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54532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53592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2546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8" name="Shape 56"/>
          <p:cNvSpPr/>
          <p:nvPr/>
        </p:nvSpPr>
        <p:spPr>
          <a:xfrm>
            <a:off x="836168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9" name="Shape 57"/>
          <p:cNvSpPr/>
          <p:nvPr/>
        </p:nvSpPr>
        <p:spPr>
          <a:xfrm>
            <a:off x="860044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0" name="Shape 58"/>
          <p:cNvSpPr/>
          <p:nvPr/>
        </p:nvSpPr>
        <p:spPr>
          <a:xfrm>
            <a:off x="883793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1" name="Shape 59"/>
          <p:cNvSpPr/>
          <p:nvPr/>
        </p:nvSpPr>
        <p:spPr>
          <a:xfrm>
            <a:off x="904240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2" name="Shape 60"/>
          <p:cNvSpPr/>
          <p:nvPr/>
        </p:nvSpPr>
        <p:spPr>
          <a:xfrm>
            <a:off x="221107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6702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2298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7893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3489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82112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38068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94024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49980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05936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53154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09110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65066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21022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76978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4196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80152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36108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92064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48020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95238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51194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07150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63106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19062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6628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2223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37819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3414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69010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54532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70127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1318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16914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53592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9187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84783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0378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5974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1107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3182112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153154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124196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6095238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06628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954532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1053592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812546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36168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60044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3793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04240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21107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86385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82112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34892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53154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05934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24196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76976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95238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48018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0662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7190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5173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1701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5079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607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17297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3144012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4115054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5086096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6057138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70281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950" dirty="0"/>
          </a:p>
        </p:txBody>
      </p:sp>
      <p:sp>
        <p:nvSpPr>
          <p:cNvPr id="137" name="Text 135"/>
          <p:cNvSpPr/>
          <p:nvPr/>
        </p:nvSpPr>
        <p:spPr>
          <a:xfrm>
            <a:off x="94792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104698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812546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836168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60044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83793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04240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6208395" y="5915025"/>
            <a:ext cx="290830" cy="29083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45" name="Text 143"/>
          <p:cNvSpPr/>
          <p:nvPr/>
        </p:nvSpPr>
        <p:spPr>
          <a:xfrm>
            <a:off x="6208395" y="5915025"/>
            <a:ext cx="290830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1656080" y="3667760"/>
            <a:ext cx="9685020" cy="1262380"/>
          </a:xfrm>
          <a:prstGeom prst="rect">
            <a:avLst/>
          </a:prstGeom>
          <a:solidFill>
            <a:srgbClr val="CD5C5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868170" y="370840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48" name="Text 146"/>
          <p:cNvSpPr/>
          <p:nvPr/>
        </p:nvSpPr>
        <p:spPr>
          <a:xfrm>
            <a:off x="5426710" y="370840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1868170" y="398780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50" name="Text 148"/>
          <p:cNvSpPr/>
          <p:nvPr/>
        </p:nvSpPr>
        <p:spPr>
          <a:xfrm>
            <a:off x="5426710" y="398780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1868170" y="467868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52" name="Text 150"/>
          <p:cNvSpPr/>
          <p:nvPr/>
        </p:nvSpPr>
        <p:spPr>
          <a:xfrm>
            <a:off x="5426710" y="467868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311594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11594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11594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388175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388175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388175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75932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75932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75932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791146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791146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791146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87031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87031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87031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976185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76185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76185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71" name="Text 169"/>
          <p:cNvSpPr/>
          <p:nvPr/>
        </p:nvSpPr>
        <p:spPr>
          <a:xfrm>
            <a:off x="4464050" y="4274864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2050" dirty="0"/>
          </a:p>
        </p:txBody>
      </p:sp>
      <p:sp>
        <p:nvSpPr>
          <p:cNvPr id="172" name="Shape 170"/>
          <p:cNvSpPr/>
          <p:nvPr/>
        </p:nvSpPr>
        <p:spPr>
          <a:xfrm>
            <a:off x="2028190" y="2446020"/>
            <a:ext cx="94386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028190" y="2446020"/>
            <a:ext cx="9438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Pooling</a:t>
            </a:r>
            <a:endParaRPr lang="en-US" sz="1700" dirty="0"/>
          </a:p>
        </p:txBody>
      </p:sp>
      <p:sp>
        <p:nvSpPr>
          <p:cNvPr id="174" name="Shape 172"/>
          <p:cNvSpPr/>
          <p:nvPr/>
        </p:nvSpPr>
        <p:spPr>
          <a:xfrm>
            <a:off x="488188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04190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20192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36194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52196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68198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84200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0202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16204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32206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48208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64210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0212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6214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2216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28218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44220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0222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76224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92226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4902200" y="1657350"/>
            <a:ext cx="6667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5181600" y="1657350"/>
            <a:ext cx="3873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5461000" y="1657350"/>
            <a:ext cx="1079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568950" y="1657350"/>
            <a:ext cx="1714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568950" y="1657350"/>
            <a:ext cx="4508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568950" y="1657350"/>
            <a:ext cx="7302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5740400" y="1657350"/>
            <a:ext cx="7874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6019800" y="1657350"/>
            <a:ext cx="5080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6299200" y="1657350"/>
            <a:ext cx="2286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527800" y="1657350"/>
            <a:ext cx="508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527800" y="1657350"/>
            <a:ext cx="3302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527800" y="1657350"/>
            <a:ext cx="6096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V="1">
            <a:off x="6578600" y="1657350"/>
            <a:ext cx="9055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flipV="1">
            <a:off x="6858000" y="1657350"/>
            <a:ext cx="6261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flipV="1">
            <a:off x="7137400" y="1657350"/>
            <a:ext cx="3467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7416800" y="1657350"/>
            <a:ext cx="673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84110" y="1657350"/>
            <a:ext cx="21209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84110" y="1657350"/>
            <a:ext cx="49149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078990" y="1209040"/>
            <a:ext cx="9091930" cy="265430"/>
          </a:xfrm>
          <a:prstGeom prst="rect">
            <a:avLst/>
          </a:prstGeom>
          <a:solidFill>
            <a:srgbClr val="F5CBA7"/>
          </a:solidFill>
          <a:ln/>
        </p:spPr>
      </p:sp>
      <p:sp>
        <p:nvSpPr>
          <p:cNvPr id="213" name="Text 211"/>
          <p:cNvSpPr/>
          <p:nvPr/>
        </p:nvSpPr>
        <p:spPr>
          <a:xfrm>
            <a:off x="2139950" y="12319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Layer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532955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32955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16" name="Text 214"/>
          <p:cNvSpPr/>
          <p:nvPr/>
        </p:nvSpPr>
        <p:spPr>
          <a:xfrm>
            <a:off x="534035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>
            <a:off x="541655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18" name="Shape 216"/>
          <p:cNvSpPr/>
          <p:nvPr/>
        </p:nvSpPr>
        <p:spPr>
          <a:xfrm>
            <a:off x="556895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19" name="Shape 217"/>
          <p:cNvSpPr/>
          <p:nvPr/>
        </p:nvSpPr>
        <p:spPr>
          <a:xfrm>
            <a:off x="628840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628840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21" name="Text 219"/>
          <p:cNvSpPr/>
          <p:nvPr/>
        </p:nvSpPr>
        <p:spPr>
          <a:xfrm>
            <a:off x="629920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22" name="Text 220"/>
          <p:cNvSpPr/>
          <p:nvPr/>
        </p:nvSpPr>
        <p:spPr>
          <a:xfrm>
            <a:off x="637540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23" name="Shape 221"/>
          <p:cNvSpPr/>
          <p:nvPr/>
        </p:nvSpPr>
        <p:spPr>
          <a:xfrm>
            <a:off x="652780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24" name="Shape 222"/>
          <p:cNvSpPr/>
          <p:nvPr/>
        </p:nvSpPr>
        <p:spPr>
          <a:xfrm>
            <a:off x="724471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724471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26" name="Text 224"/>
          <p:cNvSpPr/>
          <p:nvPr/>
        </p:nvSpPr>
        <p:spPr>
          <a:xfrm>
            <a:off x="725551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27" name="Text 225"/>
          <p:cNvSpPr/>
          <p:nvPr/>
        </p:nvSpPr>
        <p:spPr>
          <a:xfrm>
            <a:off x="733171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28" name="Shape 226"/>
          <p:cNvSpPr/>
          <p:nvPr/>
        </p:nvSpPr>
        <p:spPr>
          <a:xfrm>
            <a:off x="748411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29" name="Text 227"/>
          <p:cNvSpPr/>
          <p:nvPr/>
        </p:nvSpPr>
        <p:spPr>
          <a:xfrm>
            <a:off x="537845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230" name="Text 228"/>
          <p:cNvSpPr/>
          <p:nvPr/>
        </p:nvSpPr>
        <p:spPr>
          <a:xfrm>
            <a:off x="633730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231" name="Text 229"/>
          <p:cNvSpPr/>
          <p:nvPr/>
        </p:nvSpPr>
        <p:spPr>
          <a:xfrm>
            <a:off x="729361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32" name="Text 230"/>
          <p:cNvSpPr/>
          <p:nvPr/>
        </p:nvSpPr>
        <p:spPr>
          <a:xfrm>
            <a:off x="3967480" y="698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Classes</a:t>
            </a:r>
            <a:endParaRPr lang="en-US" sz="1300" dirty="0"/>
          </a:p>
        </p:txBody>
      </p:sp>
      <p:sp>
        <p:nvSpPr>
          <p:cNvPr id="233" name="Shape 231"/>
          <p:cNvSpPr/>
          <p:nvPr/>
        </p:nvSpPr>
        <p:spPr>
          <a:xfrm>
            <a:off x="6390640" y="4917440"/>
            <a:ext cx="198120" cy="31750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390640" y="3441700"/>
            <a:ext cx="198120" cy="24003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390640" y="2711450"/>
            <a:ext cx="198120" cy="27940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390640" y="2193290"/>
            <a:ext cx="198120" cy="25273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890270" y="1827714"/>
            <a:ext cx="254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vector representing</a:t>
            </a:r>
            <a:endParaRPr lang="en-US" sz="13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whole sequence</a:t>
            </a:r>
            <a:endParaRPr lang="en-US" sz="1350" dirty="0"/>
          </a:p>
        </p:txBody>
      </p:sp>
      <p:sp>
        <p:nvSpPr>
          <p:cNvPr id="238" name="Text 236"/>
          <p:cNvSpPr/>
          <p:nvPr/>
        </p:nvSpPr>
        <p:spPr>
          <a:xfrm>
            <a:off x="824230" y="3008351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  <a:p>
            <a:pPr algn="l" indent="0" marL="0">
              <a:lnSpc>
                <a:spcPts val="146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400" dirty="0"/>
          </a:p>
        </p:txBody>
      </p:sp>
      <p:sp>
        <p:nvSpPr>
          <p:cNvPr id="239" name="Text 237"/>
          <p:cNvSpPr/>
          <p:nvPr/>
        </p:nvSpPr>
        <p:spPr>
          <a:xfrm>
            <a:off x="626110" y="5094961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Sequence</a:t>
            </a:r>
            <a:endParaRPr lang="en-US" sz="1400" dirty="0"/>
          </a:p>
        </p:txBody>
      </p:sp>
      <p:sp>
        <p:nvSpPr>
          <p:cNvPr id="240" name="Text 238"/>
          <p:cNvSpPr/>
          <p:nvPr/>
        </p:nvSpPr>
        <p:spPr>
          <a:xfrm>
            <a:off x="840740" y="5404498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300" dirty="0"/>
          </a:p>
        </p:txBody>
      </p:sp>
      <p:sp>
        <p:nvSpPr>
          <p:cNvPr id="241" name="Text 239"/>
          <p:cNvSpPr/>
          <p:nvPr/>
        </p:nvSpPr>
        <p:spPr>
          <a:xfrm>
            <a:off x="838200" y="6122048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0420" y="1554480"/>
            <a:ext cx="10539730" cy="4851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620" y="761055"/>
            <a:ext cx="508000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1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Next  (as of 2020)</a:t>
            </a:r>
            <a:endParaRPr lang="en-US" sz="3110" dirty="0"/>
          </a:p>
        </p:txBody>
      </p:sp>
      <p:sp>
        <p:nvSpPr>
          <p:cNvPr id="7" name="Text 5"/>
          <p:cNvSpPr/>
          <p:nvPr/>
        </p:nvSpPr>
        <p:spPr>
          <a:xfrm>
            <a:off x="923290" y="1871055"/>
            <a:ext cx="889000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GPT-1</a:t>
            </a:r>
            <a:pPr algn="l" indent="0" marL="0">
              <a:buNone/>
            </a:pPr>
            <a:r>
              <a:rPr lang="en-US" sz="199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buNone/>
            </a:pPr>
            <a:r>
              <a:rPr lang="en-US" sz="199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</a:t>
            </a:r>
            <a:pPr algn="l" indent="0" marL="0">
              <a:buNone/>
            </a:pPr>
            <a:r>
              <a:rPr lang="en-US" sz="199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(Generative Pre-trained Transformers)</a:t>
            </a:r>
            <a:endParaRPr lang="en-US" sz="1995" dirty="0"/>
          </a:p>
        </p:txBody>
      </p:sp>
      <p:sp>
        <p:nvSpPr>
          <p:cNvPr id="8" name="Text 6"/>
          <p:cNvSpPr/>
          <p:nvPr/>
        </p:nvSpPr>
        <p:spPr>
          <a:xfrm>
            <a:off x="937260" y="2721697"/>
            <a:ext cx="8890000" cy="404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3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pPr algn="l" indent="0" marL="0">
              <a:buNone/>
            </a:pPr>
            <a:r>
              <a:rPr lang="en-US" sz="1993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(Bidirectional Encoder Representations from Transformers)</a:t>
            </a:r>
            <a:endParaRPr lang="en-US" sz="1993" dirty="0"/>
          </a:p>
        </p:txBody>
      </p:sp>
      <p:sp>
        <p:nvSpPr>
          <p:cNvPr id="9" name="Text 7"/>
          <p:cNvSpPr/>
          <p:nvPr/>
        </p:nvSpPr>
        <p:spPr>
          <a:xfrm>
            <a:off x="923290" y="3584304"/>
            <a:ext cx="889000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4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</a:t>
            </a:r>
            <a:pPr algn="l" indent="0" marL="0">
              <a:buNone/>
            </a:pPr>
            <a:r>
              <a:rPr lang="en-US" sz="2004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(Robustly Optimized BERT Approach)</a:t>
            </a:r>
            <a:endParaRPr lang="en-US" sz="2004" dirty="0"/>
          </a:p>
        </p:txBody>
      </p:sp>
      <p:sp>
        <p:nvSpPr>
          <p:cNvPr id="10" name="Text 8"/>
          <p:cNvSpPr/>
          <p:nvPr/>
        </p:nvSpPr>
        <p:spPr>
          <a:xfrm>
            <a:off x="956310" y="4369640"/>
            <a:ext cx="990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9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Transformer-XL:</a:t>
            </a:r>
            <a:pPr algn="l" indent="0" marL="0">
              <a:buNone/>
            </a:pPr>
            <a:r>
              <a:rPr lang="en-US" sz="1989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Attentive Language ModelsBeyond a Fixed-Length Context</a:t>
            </a:r>
            <a:endParaRPr lang="en-US" sz="1989" dirty="0"/>
          </a:p>
        </p:txBody>
      </p:sp>
      <p:sp>
        <p:nvSpPr>
          <p:cNvPr id="11" name="Text 9"/>
          <p:cNvSpPr/>
          <p:nvPr/>
        </p:nvSpPr>
        <p:spPr>
          <a:xfrm>
            <a:off x="923290" y="5193377"/>
            <a:ext cx="8890000" cy="40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6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pPr algn="l" indent="0" marL="0">
              <a:buNone/>
            </a:pPr>
            <a:r>
              <a:rPr lang="en-US" sz="1996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(Text-to-Text Transfer Transformer)</a:t>
            </a:r>
            <a:endParaRPr lang="en-US" sz="1996" dirty="0"/>
          </a:p>
        </p:txBody>
      </p:sp>
      <p:sp>
        <p:nvSpPr>
          <p:cNvPr id="12" name="Text 10"/>
          <p:cNvSpPr/>
          <p:nvPr/>
        </p:nvSpPr>
        <p:spPr>
          <a:xfrm>
            <a:off x="923290" y="5761248"/>
            <a:ext cx="8890000" cy="410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1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</a:t>
            </a:r>
            <a:pPr algn="l" indent="0" marL="0">
              <a:buNone/>
            </a:pPr>
            <a:r>
              <a:rPr lang="en-US" sz="2021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(175 Billion Parameter, Beta Release June 2020)</a:t>
            </a:r>
            <a:endParaRPr lang="en-US" sz="2021" dirty="0"/>
          </a:p>
        </p:txBody>
      </p:sp>
      <p:sp>
        <p:nvSpPr>
          <p:cNvPr id="13" name="Text 11"/>
          <p:cNvSpPr/>
          <p:nvPr/>
        </p:nvSpPr>
        <p:spPr>
          <a:xfrm>
            <a:off x="1438910" y="2194243"/>
            <a:ext cx="88900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6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et al., OpenAI. June 2018 and February 2019.</a:t>
            </a:r>
            <a:endParaRPr lang="en-US" sz="1746" dirty="0"/>
          </a:p>
        </p:txBody>
      </p:sp>
      <p:sp>
        <p:nvSpPr>
          <p:cNvPr id="14" name="Text 12"/>
          <p:cNvSpPr/>
          <p:nvPr/>
        </p:nvSpPr>
        <p:spPr>
          <a:xfrm>
            <a:off x="1438910" y="3045389"/>
            <a:ext cx="8890000" cy="35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2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Devlin et al., Google AI Language. May 2019.</a:t>
            </a:r>
            <a:endParaRPr lang="en-US" sz="1742" dirty="0"/>
          </a:p>
        </p:txBody>
      </p:sp>
      <p:sp>
        <p:nvSpPr>
          <p:cNvPr id="15" name="Text 13"/>
          <p:cNvSpPr/>
          <p:nvPr/>
        </p:nvSpPr>
        <p:spPr>
          <a:xfrm>
            <a:off x="1438910" y="3882575"/>
            <a:ext cx="8890000" cy="354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3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Facebook AI. June 2019.</a:t>
            </a:r>
            <a:endParaRPr lang="en-US" sz="1743" dirty="0"/>
          </a:p>
        </p:txBody>
      </p:sp>
      <p:sp>
        <p:nvSpPr>
          <p:cNvPr id="16" name="Text 14"/>
          <p:cNvSpPr/>
          <p:nvPr/>
        </p:nvSpPr>
        <p:spPr>
          <a:xfrm>
            <a:off x="1438910" y="4663952"/>
            <a:ext cx="8890000" cy="36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77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Dai et al. Carnegie Mellon University and Google Brain</a:t>
            </a:r>
            <a:endParaRPr lang="en-US" sz="177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2026-10-11T18:50:11Z</dcterms:created>
  <dcterms:modified xsi:type="dcterms:W3CDTF">2026-10-11T18:50:11Z</dcterms:modified>
</cp:coreProperties>
</file>