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4560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35080" y="246316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6725" y="16148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7850" y="130429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68975" y="16148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9784368" y="2279015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740775" y="1235422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7315200" y="85344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5889625" y="1235422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5 words</a:t>
            </a:r>
            <a:endParaRPr lang="en-US" sz="2430" dirty="0"/>
          </a:p>
        </p:txBody>
      </p:sp>
      <p:sp>
        <p:nvSpPr>
          <p:cNvPr id="88" name="Text 8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89" name="Text 8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2026-10-12T00:29:08Z</dcterms:created>
  <dcterms:modified xsi:type="dcterms:W3CDTF">2026-10-12T00:29:08Z</dcterms:modified>
</cp:coreProperties>
</file>