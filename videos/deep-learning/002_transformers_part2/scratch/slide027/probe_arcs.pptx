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3657600" cy="3657600"/>
          </a:xfrm>
          <a:prstGeom prst="arc">
            <a:avLst>
              <a:gd name="adj1" fmla="val 21000000"/>
              <a:gd name="adj2" fmla="val 21600000"/>
            </a:avLst>
          </a:prstGeom>
          <a:ln w="25400">
            <a:solidFill>
              <a:srgbClr val="FF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1371600"/>
            <a:ext cx="3657600" cy="3657600"/>
          </a:xfrm>
          <a:prstGeom prst="arc">
            <a:avLst>
              <a:gd name="adj1" fmla="val 19800000"/>
              <a:gd name="adj2" fmla="val 21000000"/>
            </a:avLst>
          </a:prstGeom>
          <a:ln w="25400">
            <a:solidFill>
              <a:srgbClr val="00A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371600"/>
            <a:ext cx="3657600" cy="3657600"/>
          </a:xfrm>
          <a:prstGeom prst="arc">
            <a:avLst>
              <a:gd name="adj1" fmla="val 16200000"/>
              <a:gd name="adj2" fmla="val 19800000"/>
            </a:avLst>
          </a:prstGeom>
          <a:ln w="25400">
            <a:solidFill>
              <a:srgbClr val="000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371600"/>
            <a:ext cx="3657600" cy="3657600"/>
          </a:xfrm>
          <a:prstGeom prst="arc">
            <a:avLst>
              <a:gd name="adj1" fmla="val 18000000"/>
              <a:gd name="adj2" fmla="val 21600000"/>
            </a:avLst>
          </a:prstGeom>
          <a:ln w="25400">
            <a:solidFill>
              <a:srgbClr val="FF0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78624" y="3163824"/>
            <a:ext cx="73152" cy="73152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33611" y="2249424"/>
            <a:ext cx="73152" cy="73152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4224" y="1580037"/>
            <a:ext cx="73152" cy="73152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914400"/>
            <a:ext cx="274320" cy="329184"/>
          </a:xfrm>
          <a:prstGeom prst="triangle">
            <a:avLst/>
          </a:prstGeom>
          <a:solidFill>
            <a:srgbClr val="E06010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8686800" y="914400"/>
            <a:ext cx="274320" cy="329184"/>
          </a:xfrm>
          <a:prstGeom prst="triangle">
            <a:avLst/>
          </a:prstGeom>
          <a:solidFill>
            <a:srgbClr val="E0601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2026-10-11T22:46:48Z</dcterms:created>
  <dcterms:modified xsi:type="dcterms:W3CDTF">2026-10-11T22:46:48Z</dcterms:modified>
</cp:coreProperties>
</file>