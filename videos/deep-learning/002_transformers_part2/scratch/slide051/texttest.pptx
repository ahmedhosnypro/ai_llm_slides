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832104" cy="132588"/>
          </a:xfrm>
          <a:prstGeom prst="rect">
            <a:avLst/>
          </a:prstGeom>
          <a:solidFill>
            <a:srgbClr val="6D99B4"/>
          </a:solidFill>
          <a:ln w="6350">
            <a:solidFill>
              <a:srgbClr val="6D99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832104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4" name="Shape 2"/>
          <p:cNvSpPr/>
          <p:nvPr/>
        </p:nvSpPr>
        <p:spPr>
          <a:xfrm>
            <a:off x="2286000" y="457200"/>
            <a:ext cx="832104" cy="132588"/>
          </a:xfrm>
          <a:prstGeom prst="rect">
            <a:avLst/>
          </a:prstGeom>
          <a:solidFill>
            <a:srgbClr val="6D99B4"/>
          </a:solidFill>
          <a:ln w="6350">
            <a:solidFill>
              <a:srgbClr val="6D99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0" y="457200"/>
            <a:ext cx="832104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0" y="457200"/>
            <a:ext cx="832104" cy="132588"/>
          </a:xfrm>
          <a:prstGeom prst="rect">
            <a:avLst/>
          </a:prstGeom>
          <a:solidFill>
            <a:srgbClr val="6D99B4"/>
          </a:solidFill>
          <a:ln w="6350">
            <a:solidFill>
              <a:srgbClr val="6D99B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0" y="457200"/>
            <a:ext cx="832104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" y="457200"/>
            <a:ext cx="832104" cy="132588"/>
          </a:xfrm>
          <a:prstGeom prst="rect">
            <a:avLst/>
          </a:prstGeom>
          <a:solidFill>
            <a:srgbClr val="5C9CB7"/>
          </a:solidFill>
          <a:ln w="6350">
            <a:solidFill>
              <a:srgbClr val="5C9CB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57200"/>
            <a:ext cx="832104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0" name="Shape 8"/>
          <p:cNvSpPr/>
          <p:nvPr/>
        </p:nvSpPr>
        <p:spPr>
          <a:xfrm>
            <a:off x="2286000" y="457200"/>
            <a:ext cx="832104" cy="132588"/>
          </a:xfrm>
          <a:prstGeom prst="rect">
            <a:avLst/>
          </a:prstGeom>
          <a:solidFill>
            <a:srgbClr val="5C9CB7"/>
          </a:solidFill>
          <a:ln w="6350">
            <a:solidFill>
              <a:srgbClr val="5C9CB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457200"/>
            <a:ext cx="832104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B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  <p:sp>
        <p:nvSpPr>
          <p:cNvPr id="12" name="Shape 10"/>
          <p:cNvSpPr/>
          <p:nvPr/>
        </p:nvSpPr>
        <p:spPr>
          <a:xfrm>
            <a:off x="4114800" y="457200"/>
            <a:ext cx="832104" cy="132588"/>
          </a:xfrm>
          <a:prstGeom prst="rect">
            <a:avLst/>
          </a:prstGeom>
          <a:solidFill>
            <a:srgbClr val="6E87E0"/>
          </a:solidFill>
          <a:ln w="6350">
            <a:solidFill>
              <a:srgbClr val="6E87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0" y="457200"/>
            <a:ext cx="832104" cy="132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2E3E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&amp; Norm</a:t>
            </a:r>
            <a:endParaRPr lang="en-US" sz="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2026-10-12T02:07:27Z</dcterms:created>
  <dcterms:modified xsi:type="dcterms:W3CDTF">2026-10-12T02:07:27Z</dcterms:modified>
</cp:coreProperties>
</file>