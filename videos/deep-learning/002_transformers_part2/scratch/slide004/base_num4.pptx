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51000" y="615950"/>
            <a:ext cx="8890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50" b="1" dirty="0">
                <a:solidFill>
                  <a:srgbClr val="A00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– Decoder Transformer</a:t>
            </a:r>
            <a:endParaRPr lang="en-US" sz="3550" dirty="0"/>
          </a:p>
        </p:txBody>
      </p:sp>
      <p:sp>
        <p:nvSpPr>
          <p:cNvPr id="6" name="Shape 4"/>
          <p:cNvSpPr/>
          <p:nvPr/>
        </p:nvSpPr>
        <p:spPr>
          <a:xfrm>
            <a:off x="1187450" y="1346200"/>
            <a:ext cx="4038600" cy="528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7" name="Image 0" descr="/home/ahmed/Projects/ai_llm_slides/videos/deep-learning/001_transformers_part1/recreated_pptx/build/assets/slide014_fig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1460500"/>
            <a:ext cx="3517900" cy="51689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277100" y="1333500"/>
            <a:ext cx="4076700" cy="53213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50"/>
            </a:solidFill>
            <a:prstDash val="solid"/>
          </a:ln>
        </p:spPr>
      </p:sp>
      <p:pic>
        <p:nvPicPr>
          <p:cNvPr id="9" name="Image 1" descr="/home/ahmed/Projects/ai_llm_slides/videos/deep-learning/001_transformers_part1/recreated_pptx/build/assets/slide015_fig1_col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2500" y="1358900"/>
            <a:ext cx="4038600" cy="5283200"/>
          </a:xfrm>
          <a:prstGeom prst="rect">
            <a:avLst/>
          </a:prstGeom>
        </p:spPr>
      </p:pic>
      <p:pic>
        <p:nvPicPr>
          <p:cNvPr id="10" name="Image 2" descr="/home/ahmed/Projects/ai_llm_slides/videos/deep-learning/001_transformers_part1/recreated_pptx/build/assets/slide015_blockarr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600" y="3746500"/>
            <a:ext cx="863600" cy="304800"/>
          </a:xfrm>
          <a:prstGeom prst="rect">
            <a:avLst/>
          </a:prstGeom>
        </p:spPr>
      </p:pic>
      <p:pic>
        <p:nvPicPr>
          <p:cNvPr id="11" name="Image 3" descr="/home/ahmed/Projects/ai_llm_slides/videos/deep-learning/001_transformers_part1/recreated_pptx/build/assets/slide015_up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6184900"/>
            <a:ext cx="165100" cy="342900"/>
          </a:xfrm>
          <a:prstGeom prst="rect">
            <a:avLst/>
          </a:prstGeom>
        </p:spPr>
      </p:pic>
      <p:pic>
        <p:nvPicPr>
          <p:cNvPr id="12" name="Image 4" descr="/home/ahmed/Projects/ai_llm_slides/videos/deep-learning/001_transformers_part1/recreated_pptx/build/assets/slide015_up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000" y="1473200"/>
            <a:ext cx="139700" cy="3175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404100" y="1422400"/>
            <a:ext cx="1397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9766300" y="1409700"/>
            <a:ext cx="1485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i="1" dirty="0">
                <a:solidFill>
                  <a:srgbClr val="00A6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2026-10-12T00:44:56Z</dcterms:created>
  <dcterms:modified xsi:type="dcterms:W3CDTF">2026-10-12T00:44:56Z</dcterms:modified>
</cp:coreProperties>
</file>