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9.png"/><Relationship Id="rId13" Type="http://schemas.openxmlformats.org/officeDocument/2006/relationships/image" Target="../media/image-1-9.png"/><Relationship Id="rId14" Type="http://schemas.openxmlformats.org/officeDocument/2006/relationships/image" Target="../media/image-1-9.png"/><Relationship Id="rId15" Type="http://schemas.openxmlformats.org/officeDocument/2006/relationships/image" Target="../media/image-1-9.png"/><Relationship Id="rId16" Type="http://schemas.openxmlformats.org/officeDocument/2006/relationships/image" Target="../media/image-1-9.png"/><Relationship Id="rId17" Type="http://schemas.openxmlformats.org/officeDocument/2006/relationships/image" Target="../media/image-1-9.png"/><Relationship Id="rId18" Type="http://schemas.openxmlformats.org/officeDocument/2006/relationships/image" Target="../media/image-1-9.png"/><Relationship Id="rId19" Type="http://schemas.openxmlformats.org/officeDocument/2006/relationships/image" Target="../media/image-1-9.png"/><Relationship Id="rId20" Type="http://schemas.openxmlformats.org/officeDocument/2006/relationships/image" Target="../media/image-1-9.png"/><Relationship Id="rId21" Type="http://schemas.openxmlformats.org/officeDocument/2006/relationships/image" Target="../media/image-1-9.png"/><Relationship Id="rId22" Type="http://schemas.openxmlformats.org/officeDocument/2006/relationships/image" Target="../media/image-1-9.png"/><Relationship Id="rId23" Type="http://schemas.openxmlformats.org/officeDocument/2006/relationships/image" Target="../media/image-1-9.png"/><Relationship Id="rId24" Type="http://schemas.openxmlformats.org/officeDocument/2006/relationships/image" Target="../media/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07540" y="84549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and Normalization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1009650" y="1461770"/>
            <a:ext cx="10133330" cy="167386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6810" y="151124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Residual Connection: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137410" y="177667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   [First Transformer Block]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51380" y="201670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Previous Transformer Block      [Stacked Transformer Blocks]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6810" y="254756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“LAYER” Normalization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1380" y="280029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Vectors of Input Sequence   [With Same Input Vectors Dimension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2140" y="3308350"/>
            <a:ext cx="10939780" cy="348361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560" y="3774440"/>
            <a:ext cx="10675620" cy="1023620"/>
          </a:xfrm>
          <a:prstGeom prst="roundRect">
            <a:avLst>
              <a:gd name="adj" fmla="val 7146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14" name="Shape 12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(NOT Batch Normalization)</a:t>
            </a:r>
            <a:endParaRPr lang="en-US" sz="1600" dirty="0"/>
          </a:p>
        </p:txBody>
      </p:sp>
      <p:pic>
        <p:nvPicPr>
          <p:cNvPr id="16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457700"/>
            <a:ext cx="685800" cy="18923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457700"/>
            <a:ext cx="685800" cy="18923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457700"/>
            <a:ext cx="685800" cy="1892300"/>
          </a:xfrm>
          <a:prstGeom prst="rect">
            <a:avLst/>
          </a:prstGeom>
        </p:spPr>
      </p:pic>
      <p:pic>
        <p:nvPicPr>
          <p:cNvPr id="19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457700"/>
            <a:ext cx="685800" cy="1892300"/>
          </a:xfrm>
          <a:prstGeom prst="rect">
            <a:avLst/>
          </a:prstGeom>
        </p:spPr>
      </p:pic>
      <p:pic>
        <p:nvPicPr>
          <p:cNvPr id="20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457700"/>
            <a:ext cx="685800" cy="1892300"/>
          </a:xfrm>
          <a:prstGeom prst="rect">
            <a:avLst/>
          </a:prstGeom>
        </p:spPr>
      </p:pic>
      <p:pic>
        <p:nvPicPr>
          <p:cNvPr id="21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457700"/>
            <a:ext cx="685800" cy="1892300"/>
          </a:xfrm>
          <a:prstGeom prst="rect">
            <a:avLst/>
          </a:prstGeom>
        </p:spPr>
      </p:pic>
      <p:pic>
        <p:nvPicPr>
          <p:cNvPr id="22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457700"/>
            <a:ext cx="685800" cy="1892300"/>
          </a:xfrm>
          <a:prstGeom prst="rect">
            <a:avLst/>
          </a:prstGeom>
        </p:spPr>
      </p:pic>
      <p:pic>
        <p:nvPicPr>
          <p:cNvPr id="23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457700"/>
            <a:ext cx="685800" cy="18923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5" name="Text 15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sp>
        <p:nvSpPr>
          <p:cNvPr id="26" name="Shape 16"/>
          <p:cNvSpPr/>
          <p:nvPr/>
        </p:nvSpPr>
        <p:spPr>
          <a:xfrm>
            <a:off x="215773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231648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247523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263398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231013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31153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32740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34328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35915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32677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40805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2392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3980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45567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2329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50520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2108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3695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5283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2044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60299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1887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74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5062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1823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1"/>
          <p:cNvSpPr/>
          <p:nvPr/>
        </p:nvSpPr>
        <p:spPr>
          <a:xfrm>
            <a:off x="697357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13232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29107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744982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712597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6" name="Shape 46"/>
          <p:cNvSpPr/>
          <p:nvPr/>
        </p:nvSpPr>
        <p:spPr>
          <a:xfrm>
            <a:off x="94843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96431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98018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99606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96367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1" name="Shape 51"/>
          <p:cNvSpPr/>
          <p:nvPr/>
        </p:nvSpPr>
        <p:spPr>
          <a:xfrm>
            <a:off x="104622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06210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07797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09385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106146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6" name="Shape 56"/>
          <p:cNvSpPr/>
          <p:nvPr/>
        </p:nvSpPr>
        <p:spPr>
          <a:xfrm>
            <a:off x="80098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7" name="Shape 57"/>
          <p:cNvSpPr/>
          <p:nvPr/>
        </p:nvSpPr>
        <p:spPr>
          <a:xfrm>
            <a:off x="825627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8" name="Shape 58"/>
          <p:cNvSpPr/>
          <p:nvPr/>
        </p:nvSpPr>
        <p:spPr>
          <a:xfrm>
            <a:off x="84924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9" name="Shape 59"/>
          <p:cNvSpPr/>
          <p:nvPr/>
        </p:nvSpPr>
        <p:spPr>
          <a:xfrm>
            <a:off x="872998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0" name="Shape 60"/>
          <p:cNvSpPr/>
          <p:nvPr/>
        </p:nvSpPr>
        <p:spPr>
          <a:xfrm>
            <a:off x="89369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1" name="Shape 61"/>
          <p:cNvSpPr/>
          <p:nvPr/>
        </p:nvSpPr>
        <p:spPr>
          <a:xfrm>
            <a:off x="215773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231648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247523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263398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231013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6" name="Shape 66"/>
          <p:cNvSpPr/>
          <p:nvPr/>
        </p:nvSpPr>
        <p:spPr>
          <a:xfrm>
            <a:off x="31153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32740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34328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35915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32677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1" name="Shape 71"/>
          <p:cNvSpPr/>
          <p:nvPr/>
        </p:nvSpPr>
        <p:spPr>
          <a:xfrm>
            <a:off x="40805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42392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3980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45567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5" name="Text 75"/>
          <p:cNvSpPr/>
          <p:nvPr/>
        </p:nvSpPr>
        <p:spPr>
          <a:xfrm>
            <a:off x="42329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6" name="Shape 76"/>
          <p:cNvSpPr/>
          <p:nvPr/>
        </p:nvSpPr>
        <p:spPr>
          <a:xfrm>
            <a:off x="50520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52108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53695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55283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52044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1"/>
          <p:cNvSpPr/>
          <p:nvPr/>
        </p:nvSpPr>
        <p:spPr>
          <a:xfrm>
            <a:off x="60299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Shape 82"/>
          <p:cNvSpPr/>
          <p:nvPr/>
        </p:nvSpPr>
        <p:spPr>
          <a:xfrm>
            <a:off x="61887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83"/>
          <p:cNvSpPr/>
          <p:nvPr/>
        </p:nvSpPr>
        <p:spPr>
          <a:xfrm>
            <a:off x="63474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65062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Text 85"/>
          <p:cNvSpPr/>
          <p:nvPr/>
        </p:nvSpPr>
        <p:spPr>
          <a:xfrm>
            <a:off x="61823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Shape 86"/>
          <p:cNvSpPr/>
          <p:nvPr/>
        </p:nvSpPr>
        <p:spPr>
          <a:xfrm>
            <a:off x="697357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7" name="Shape 87"/>
          <p:cNvSpPr/>
          <p:nvPr/>
        </p:nvSpPr>
        <p:spPr>
          <a:xfrm>
            <a:off x="713232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8" name="Shape 88"/>
          <p:cNvSpPr/>
          <p:nvPr/>
        </p:nvSpPr>
        <p:spPr>
          <a:xfrm>
            <a:off x="729107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9" name="Shape 89"/>
          <p:cNvSpPr/>
          <p:nvPr/>
        </p:nvSpPr>
        <p:spPr>
          <a:xfrm>
            <a:off x="744982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0" name="Text 90"/>
          <p:cNvSpPr/>
          <p:nvPr/>
        </p:nvSpPr>
        <p:spPr>
          <a:xfrm>
            <a:off x="712597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01" name="Shape 91"/>
          <p:cNvSpPr/>
          <p:nvPr/>
        </p:nvSpPr>
        <p:spPr>
          <a:xfrm>
            <a:off x="94843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2" name="Shape 92"/>
          <p:cNvSpPr/>
          <p:nvPr/>
        </p:nvSpPr>
        <p:spPr>
          <a:xfrm>
            <a:off x="96431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3" name="Shape 93"/>
          <p:cNvSpPr/>
          <p:nvPr/>
        </p:nvSpPr>
        <p:spPr>
          <a:xfrm>
            <a:off x="98018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4" name="Shape 94"/>
          <p:cNvSpPr/>
          <p:nvPr/>
        </p:nvSpPr>
        <p:spPr>
          <a:xfrm>
            <a:off x="99606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5" name="Text 95"/>
          <p:cNvSpPr/>
          <p:nvPr/>
        </p:nvSpPr>
        <p:spPr>
          <a:xfrm>
            <a:off x="96367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06" name="Shape 96"/>
          <p:cNvSpPr/>
          <p:nvPr/>
        </p:nvSpPr>
        <p:spPr>
          <a:xfrm>
            <a:off x="104622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7" name="Shape 97"/>
          <p:cNvSpPr/>
          <p:nvPr/>
        </p:nvSpPr>
        <p:spPr>
          <a:xfrm>
            <a:off x="106210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8" name="Shape 98"/>
          <p:cNvSpPr/>
          <p:nvPr/>
        </p:nvSpPr>
        <p:spPr>
          <a:xfrm>
            <a:off x="107797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9" name="Shape 99"/>
          <p:cNvSpPr/>
          <p:nvPr/>
        </p:nvSpPr>
        <p:spPr>
          <a:xfrm>
            <a:off x="109385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106146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11" name="Shape 101"/>
          <p:cNvSpPr/>
          <p:nvPr/>
        </p:nvSpPr>
        <p:spPr>
          <a:xfrm>
            <a:off x="80098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2" name="Shape 102"/>
          <p:cNvSpPr/>
          <p:nvPr/>
        </p:nvSpPr>
        <p:spPr>
          <a:xfrm>
            <a:off x="825627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3" name="Shape 103"/>
          <p:cNvSpPr/>
          <p:nvPr/>
        </p:nvSpPr>
        <p:spPr>
          <a:xfrm>
            <a:off x="84924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4" name="Shape 104"/>
          <p:cNvSpPr/>
          <p:nvPr/>
        </p:nvSpPr>
        <p:spPr>
          <a:xfrm>
            <a:off x="872998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5" name="Shape 105"/>
          <p:cNvSpPr/>
          <p:nvPr/>
        </p:nvSpPr>
        <p:spPr>
          <a:xfrm>
            <a:off x="89369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6" name="Shape 106"/>
          <p:cNvSpPr/>
          <p:nvPr/>
        </p:nvSpPr>
        <p:spPr>
          <a:xfrm>
            <a:off x="215773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7" name="Shape 107"/>
          <p:cNvSpPr/>
          <p:nvPr/>
        </p:nvSpPr>
        <p:spPr>
          <a:xfrm>
            <a:off x="231648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8" name="Shape 108"/>
          <p:cNvSpPr/>
          <p:nvPr/>
        </p:nvSpPr>
        <p:spPr>
          <a:xfrm>
            <a:off x="247523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9" name="Shape 109"/>
          <p:cNvSpPr/>
          <p:nvPr/>
        </p:nvSpPr>
        <p:spPr>
          <a:xfrm>
            <a:off x="263398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231013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1" name="Shape 111"/>
          <p:cNvSpPr/>
          <p:nvPr/>
        </p:nvSpPr>
        <p:spPr>
          <a:xfrm>
            <a:off x="31153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2" name="Shape 112"/>
          <p:cNvSpPr/>
          <p:nvPr/>
        </p:nvSpPr>
        <p:spPr>
          <a:xfrm>
            <a:off x="32740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3" name="Shape 113"/>
          <p:cNvSpPr/>
          <p:nvPr/>
        </p:nvSpPr>
        <p:spPr>
          <a:xfrm>
            <a:off x="34328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4" name="Shape 114"/>
          <p:cNvSpPr/>
          <p:nvPr/>
        </p:nvSpPr>
        <p:spPr>
          <a:xfrm>
            <a:off x="35915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5" name="Text 115"/>
          <p:cNvSpPr/>
          <p:nvPr/>
        </p:nvSpPr>
        <p:spPr>
          <a:xfrm>
            <a:off x="32677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6" name="Shape 116"/>
          <p:cNvSpPr/>
          <p:nvPr/>
        </p:nvSpPr>
        <p:spPr>
          <a:xfrm>
            <a:off x="40805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7" name="Shape 117"/>
          <p:cNvSpPr/>
          <p:nvPr/>
        </p:nvSpPr>
        <p:spPr>
          <a:xfrm>
            <a:off x="42392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8" name="Shape 118"/>
          <p:cNvSpPr/>
          <p:nvPr/>
        </p:nvSpPr>
        <p:spPr>
          <a:xfrm>
            <a:off x="43980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9" name="Shape 119"/>
          <p:cNvSpPr/>
          <p:nvPr/>
        </p:nvSpPr>
        <p:spPr>
          <a:xfrm>
            <a:off x="45567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0" name="Text 120"/>
          <p:cNvSpPr/>
          <p:nvPr/>
        </p:nvSpPr>
        <p:spPr>
          <a:xfrm>
            <a:off x="42329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1" name="Shape 121"/>
          <p:cNvSpPr/>
          <p:nvPr/>
        </p:nvSpPr>
        <p:spPr>
          <a:xfrm>
            <a:off x="50520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2" name="Shape 122"/>
          <p:cNvSpPr/>
          <p:nvPr/>
        </p:nvSpPr>
        <p:spPr>
          <a:xfrm>
            <a:off x="52108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53695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4" name="Shape 124"/>
          <p:cNvSpPr/>
          <p:nvPr/>
        </p:nvSpPr>
        <p:spPr>
          <a:xfrm>
            <a:off x="55283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5" name="Text 125"/>
          <p:cNvSpPr/>
          <p:nvPr/>
        </p:nvSpPr>
        <p:spPr>
          <a:xfrm>
            <a:off x="52044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6" name="Shape 126"/>
          <p:cNvSpPr/>
          <p:nvPr/>
        </p:nvSpPr>
        <p:spPr>
          <a:xfrm>
            <a:off x="60299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7" name="Shape 127"/>
          <p:cNvSpPr/>
          <p:nvPr/>
        </p:nvSpPr>
        <p:spPr>
          <a:xfrm>
            <a:off x="61887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8" name="Shape 128"/>
          <p:cNvSpPr/>
          <p:nvPr/>
        </p:nvSpPr>
        <p:spPr>
          <a:xfrm>
            <a:off x="63474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9" name="Shape 129"/>
          <p:cNvSpPr/>
          <p:nvPr/>
        </p:nvSpPr>
        <p:spPr>
          <a:xfrm>
            <a:off x="65062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0" name="Text 130"/>
          <p:cNvSpPr/>
          <p:nvPr/>
        </p:nvSpPr>
        <p:spPr>
          <a:xfrm>
            <a:off x="61823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41" name="Shape 131"/>
          <p:cNvSpPr/>
          <p:nvPr/>
        </p:nvSpPr>
        <p:spPr>
          <a:xfrm>
            <a:off x="697357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2" name="Shape 132"/>
          <p:cNvSpPr/>
          <p:nvPr/>
        </p:nvSpPr>
        <p:spPr>
          <a:xfrm>
            <a:off x="713232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3" name="Shape 133"/>
          <p:cNvSpPr/>
          <p:nvPr/>
        </p:nvSpPr>
        <p:spPr>
          <a:xfrm>
            <a:off x="729107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4" name="Shape 134"/>
          <p:cNvSpPr/>
          <p:nvPr/>
        </p:nvSpPr>
        <p:spPr>
          <a:xfrm>
            <a:off x="744982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5" name="Text 135"/>
          <p:cNvSpPr/>
          <p:nvPr/>
        </p:nvSpPr>
        <p:spPr>
          <a:xfrm>
            <a:off x="712597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46" name="Shape 136"/>
          <p:cNvSpPr/>
          <p:nvPr/>
        </p:nvSpPr>
        <p:spPr>
          <a:xfrm>
            <a:off x="94843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7" name="Shape 137"/>
          <p:cNvSpPr/>
          <p:nvPr/>
        </p:nvSpPr>
        <p:spPr>
          <a:xfrm>
            <a:off x="96431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8" name="Shape 138"/>
          <p:cNvSpPr/>
          <p:nvPr/>
        </p:nvSpPr>
        <p:spPr>
          <a:xfrm>
            <a:off x="98018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9" name="Shape 139"/>
          <p:cNvSpPr/>
          <p:nvPr/>
        </p:nvSpPr>
        <p:spPr>
          <a:xfrm>
            <a:off x="99606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0" name="Text 140"/>
          <p:cNvSpPr/>
          <p:nvPr/>
        </p:nvSpPr>
        <p:spPr>
          <a:xfrm>
            <a:off x="96367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51" name="Shape 141"/>
          <p:cNvSpPr/>
          <p:nvPr/>
        </p:nvSpPr>
        <p:spPr>
          <a:xfrm>
            <a:off x="104622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2" name="Shape 142"/>
          <p:cNvSpPr/>
          <p:nvPr/>
        </p:nvSpPr>
        <p:spPr>
          <a:xfrm>
            <a:off x="106210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3" name="Shape 143"/>
          <p:cNvSpPr/>
          <p:nvPr/>
        </p:nvSpPr>
        <p:spPr>
          <a:xfrm>
            <a:off x="107797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4" name="Shape 144"/>
          <p:cNvSpPr/>
          <p:nvPr/>
        </p:nvSpPr>
        <p:spPr>
          <a:xfrm>
            <a:off x="109385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5" name="Text 145"/>
          <p:cNvSpPr/>
          <p:nvPr/>
        </p:nvSpPr>
        <p:spPr>
          <a:xfrm>
            <a:off x="106146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56" name="Shape 146"/>
          <p:cNvSpPr/>
          <p:nvPr/>
        </p:nvSpPr>
        <p:spPr>
          <a:xfrm>
            <a:off x="80098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7" name="Shape 147"/>
          <p:cNvSpPr/>
          <p:nvPr/>
        </p:nvSpPr>
        <p:spPr>
          <a:xfrm>
            <a:off x="825627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8" name="Shape 148"/>
          <p:cNvSpPr/>
          <p:nvPr/>
        </p:nvSpPr>
        <p:spPr>
          <a:xfrm>
            <a:off x="84924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9" name="Shape 149"/>
          <p:cNvSpPr/>
          <p:nvPr/>
        </p:nvSpPr>
        <p:spPr>
          <a:xfrm>
            <a:off x="872998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0" name="Shape 150"/>
          <p:cNvSpPr/>
          <p:nvPr/>
        </p:nvSpPr>
        <p:spPr>
          <a:xfrm>
            <a:off x="89369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1" name="Shape 151"/>
          <p:cNvSpPr/>
          <p:nvPr/>
        </p:nvSpPr>
        <p:spPr>
          <a:xfrm>
            <a:off x="237617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2" name="Text 152"/>
          <p:cNvSpPr/>
          <p:nvPr/>
        </p:nvSpPr>
        <p:spPr>
          <a:xfrm>
            <a:off x="237617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3" name="Shape 153"/>
          <p:cNvSpPr/>
          <p:nvPr/>
        </p:nvSpPr>
        <p:spPr>
          <a:xfrm>
            <a:off x="33337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4" name="Text 154"/>
          <p:cNvSpPr/>
          <p:nvPr/>
        </p:nvSpPr>
        <p:spPr>
          <a:xfrm>
            <a:off x="33337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5" name="Shape 155"/>
          <p:cNvSpPr/>
          <p:nvPr/>
        </p:nvSpPr>
        <p:spPr>
          <a:xfrm>
            <a:off x="42989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6" name="Text 156"/>
          <p:cNvSpPr/>
          <p:nvPr/>
        </p:nvSpPr>
        <p:spPr>
          <a:xfrm>
            <a:off x="42989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7" name="Shape 157"/>
          <p:cNvSpPr/>
          <p:nvPr/>
        </p:nvSpPr>
        <p:spPr>
          <a:xfrm>
            <a:off x="52705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8" name="Text 158"/>
          <p:cNvSpPr/>
          <p:nvPr/>
        </p:nvSpPr>
        <p:spPr>
          <a:xfrm>
            <a:off x="52705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9" name="Shape 159"/>
          <p:cNvSpPr/>
          <p:nvPr/>
        </p:nvSpPr>
        <p:spPr>
          <a:xfrm>
            <a:off x="62484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0" name="Text 160"/>
          <p:cNvSpPr/>
          <p:nvPr/>
        </p:nvSpPr>
        <p:spPr>
          <a:xfrm>
            <a:off x="62484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1" name="Shape 161"/>
          <p:cNvSpPr/>
          <p:nvPr/>
        </p:nvSpPr>
        <p:spPr>
          <a:xfrm>
            <a:off x="719201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2" name="Text 162"/>
          <p:cNvSpPr/>
          <p:nvPr/>
        </p:nvSpPr>
        <p:spPr>
          <a:xfrm>
            <a:off x="719201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3" name="Shape 163"/>
          <p:cNvSpPr/>
          <p:nvPr/>
        </p:nvSpPr>
        <p:spPr>
          <a:xfrm>
            <a:off x="97028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4" name="Text 164"/>
          <p:cNvSpPr/>
          <p:nvPr/>
        </p:nvSpPr>
        <p:spPr>
          <a:xfrm>
            <a:off x="97028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5" name="Shape 165"/>
          <p:cNvSpPr/>
          <p:nvPr/>
        </p:nvSpPr>
        <p:spPr>
          <a:xfrm>
            <a:off x="106807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6" name="Text 166"/>
          <p:cNvSpPr/>
          <p:nvPr/>
        </p:nvSpPr>
        <p:spPr>
          <a:xfrm>
            <a:off x="106807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7" name="Shape 167"/>
          <p:cNvSpPr/>
          <p:nvPr/>
        </p:nvSpPr>
        <p:spPr>
          <a:xfrm>
            <a:off x="247523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8" name="Shape 168"/>
          <p:cNvSpPr/>
          <p:nvPr/>
        </p:nvSpPr>
        <p:spPr>
          <a:xfrm>
            <a:off x="247523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79" name="Shape 169"/>
          <p:cNvSpPr/>
          <p:nvPr/>
        </p:nvSpPr>
        <p:spPr>
          <a:xfrm>
            <a:off x="247523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0" name="Shape 170"/>
          <p:cNvSpPr/>
          <p:nvPr/>
        </p:nvSpPr>
        <p:spPr>
          <a:xfrm>
            <a:off x="34328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1" name="Shape 171"/>
          <p:cNvSpPr/>
          <p:nvPr/>
        </p:nvSpPr>
        <p:spPr>
          <a:xfrm>
            <a:off x="34328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2" name="Shape 172"/>
          <p:cNvSpPr/>
          <p:nvPr/>
        </p:nvSpPr>
        <p:spPr>
          <a:xfrm>
            <a:off x="34328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3" name="Shape 173"/>
          <p:cNvSpPr/>
          <p:nvPr/>
        </p:nvSpPr>
        <p:spPr>
          <a:xfrm>
            <a:off x="43980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4" name="Shape 174"/>
          <p:cNvSpPr/>
          <p:nvPr/>
        </p:nvSpPr>
        <p:spPr>
          <a:xfrm>
            <a:off x="43980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5" name="Shape 175"/>
          <p:cNvSpPr/>
          <p:nvPr/>
        </p:nvSpPr>
        <p:spPr>
          <a:xfrm>
            <a:off x="43980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6" name="Shape 176"/>
          <p:cNvSpPr/>
          <p:nvPr/>
        </p:nvSpPr>
        <p:spPr>
          <a:xfrm>
            <a:off x="53695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7" name="Shape 177"/>
          <p:cNvSpPr/>
          <p:nvPr/>
        </p:nvSpPr>
        <p:spPr>
          <a:xfrm>
            <a:off x="53695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8" name="Shape 178"/>
          <p:cNvSpPr/>
          <p:nvPr/>
        </p:nvSpPr>
        <p:spPr>
          <a:xfrm>
            <a:off x="53695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9" name="Shape 179"/>
          <p:cNvSpPr/>
          <p:nvPr/>
        </p:nvSpPr>
        <p:spPr>
          <a:xfrm>
            <a:off x="63474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0" name="Shape 180"/>
          <p:cNvSpPr/>
          <p:nvPr/>
        </p:nvSpPr>
        <p:spPr>
          <a:xfrm>
            <a:off x="63474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1" name="Shape 181"/>
          <p:cNvSpPr/>
          <p:nvPr/>
        </p:nvSpPr>
        <p:spPr>
          <a:xfrm>
            <a:off x="63474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2" name="Shape 182"/>
          <p:cNvSpPr/>
          <p:nvPr/>
        </p:nvSpPr>
        <p:spPr>
          <a:xfrm>
            <a:off x="729107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3" name="Shape 183"/>
          <p:cNvSpPr/>
          <p:nvPr/>
        </p:nvSpPr>
        <p:spPr>
          <a:xfrm>
            <a:off x="729107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4" name="Shape 184"/>
          <p:cNvSpPr/>
          <p:nvPr/>
        </p:nvSpPr>
        <p:spPr>
          <a:xfrm>
            <a:off x="729107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5" name="Shape 185"/>
          <p:cNvSpPr/>
          <p:nvPr/>
        </p:nvSpPr>
        <p:spPr>
          <a:xfrm>
            <a:off x="98018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6" name="Shape 186"/>
          <p:cNvSpPr/>
          <p:nvPr/>
        </p:nvSpPr>
        <p:spPr>
          <a:xfrm>
            <a:off x="98018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7" name="Shape 187"/>
          <p:cNvSpPr/>
          <p:nvPr/>
        </p:nvSpPr>
        <p:spPr>
          <a:xfrm>
            <a:off x="98018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8" name="Shape 188"/>
          <p:cNvSpPr/>
          <p:nvPr/>
        </p:nvSpPr>
        <p:spPr>
          <a:xfrm>
            <a:off x="107797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9" name="Shape 189"/>
          <p:cNvSpPr/>
          <p:nvPr/>
        </p:nvSpPr>
        <p:spPr>
          <a:xfrm>
            <a:off x="107797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200" name="Shape 190"/>
          <p:cNvSpPr/>
          <p:nvPr/>
        </p:nvSpPr>
        <p:spPr>
          <a:xfrm>
            <a:off x="107797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pic>
        <p:nvPicPr>
          <p:cNvPr id="201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076190"/>
            <a:ext cx="133350" cy="254000"/>
          </a:xfrm>
          <a:prstGeom prst="rect">
            <a:avLst/>
          </a:prstGeom>
        </p:spPr>
      </p:pic>
      <p:pic>
        <p:nvPicPr>
          <p:cNvPr id="202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5980430"/>
            <a:ext cx="133350" cy="254000"/>
          </a:xfrm>
          <a:prstGeom prst="rect">
            <a:avLst/>
          </a:prstGeom>
        </p:spPr>
      </p:pic>
      <p:pic>
        <p:nvPicPr>
          <p:cNvPr id="203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076190"/>
            <a:ext cx="133350" cy="254000"/>
          </a:xfrm>
          <a:prstGeom prst="rect">
            <a:avLst/>
          </a:prstGeom>
        </p:spPr>
      </p:pic>
      <p:pic>
        <p:nvPicPr>
          <p:cNvPr id="204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5980430"/>
            <a:ext cx="133350" cy="254000"/>
          </a:xfrm>
          <a:prstGeom prst="rect">
            <a:avLst/>
          </a:prstGeom>
        </p:spPr>
      </p:pic>
      <p:pic>
        <p:nvPicPr>
          <p:cNvPr id="205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076190"/>
            <a:ext cx="133350" cy="254000"/>
          </a:xfrm>
          <a:prstGeom prst="rect">
            <a:avLst/>
          </a:prstGeom>
        </p:spPr>
      </p:pic>
      <p:pic>
        <p:nvPicPr>
          <p:cNvPr id="206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5980430"/>
            <a:ext cx="133350" cy="254000"/>
          </a:xfrm>
          <a:prstGeom prst="rect">
            <a:avLst/>
          </a:prstGeom>
        </p:spPr>
      </p:pic>
      <p:pic>
        <p:nvPicPr>
          <p:cNvPr id="207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076190"/>
            <a:ext cx="133350" cy="254000"/>
          </a:xfrm>
          <a:prstGeom prst="rect">
            <a:avLst/>
          </a:prstGeom>
        </p:spPr>
      </p:pic>
      <p:pic>
        <p:nvPicPr>
          <p:cNvPr id="208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5980430"/>
            <a:ext cx="133350" cy="254000"/>
          </a:xfrm>
          <a:prstGeom prst="rect">
            <a:avLst/>
          </a:prstGeom>
        </p:spPr>
      </p:pic>
      <p:pic>
        <p:nvPicPr>
          <p:cNvPr id="209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076190"/>
            <a:ext cx="133350" cy="254000"/>
          </a:xfrm>
          <a:prstGeom prst="rect">
            <a:avLst/>
          </a:prstGeom>
        </p:spPr>
      </p:pic>
      <p:pic>
        <p:nvPicPr>
          <p:cNvPr id="210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5980430"/>
            <a:ext cx="133350" cy="254000"/>
          </a:xfrm>
          <a:prstGeom prst="rect">
            <a:avLst/>
          </a:prstGeom>
        </p:spPr>
      </p:pic>
      <p:pic>
        <p:nvPicPr>
          <p:cNvPr id="211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076190"/>
            <a:ext cx="133350" cy="254000"/>
          </a:xfrm>
          <a:prstGeom prst="rect">
            <a:avLst/>
          </a:prstGeom>
        </p:spPr>
      </p:pic>
      <p:pic>
        <p:nvPicPr>
          <p:cNvPr id="212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5980430"/>
            <a:ext cx="133350" cy="254000"/>
          </a:xfrm>
          <a:prstGeom prst="rect">
            <a:avLst/>
          </a:prstGeom>
        </p:spPr>
      </p:pic>
      <p:pic>
        <p:nvPicPr>
          <p:cNvPr id="213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076190"/>
            <a:ext cx="133350" cy="254000"/>
          </a:xfrm>
          <a:prstGeom prst="rect">
            <a:avLst/>
          </a:prstGeom>
        </p:spPr>
      </p:pic>
      <p:pic>
        <p:nvPicPr>
          <p:cNvPr id="214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5980430"/>
            <a:ext cx="133350" cy="254000"/>
          </a:xfrm>
          <a:prstGeom prst="rect">
            <a:avLst/>
          </a:prstGeom>
        </p:spPr>
      </p:pic>
      <p:pic>
        <p:nvPicPr>
          <p:cNvPr id="215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076190"/>
            <a:ext cx="133350" cy="254000"/>
          </a:xfrm>
          <a:prstGeom prst="rect">
            <a:avLst/>
          </a:prstGeom>
        </p:spPr>
      </p:pic>
      <p:pic>
        <p:nvPicPr>
          <p:cNvPr id="216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5980430"/>
            <a:ext cx="133350" cy="254000"/>
          </a:xfrm>
          <a:prstGeom prst="rect">
            <a:avLst/>
          </a:prstGeom>
        </p:spPr>
      </p:pic>
      <p:sp>
        <p:nvSpPr>
          <p:cNvPr id="217" name="Text 191"/>
          <p:cNvSpPr/>
          <p:nvPr/>
        </p:nvSpPr>
        <p:spPr>
          <a:xfrm>
            <a:off x="508000" y="4863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218" name="Text 192"/>
          <p:cNvSpPr/>
          <p:nvPr/>
        </p:nvSpPr>
        <p:spPr>
          <a:xfrm>
            <a:off x="508000" y="50752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19" name="Text 193"/>
          <p:cNvSpPr/>
          <p:nvPr/>
        </p:nvSpPr>
        <p:spPr>
          <a:xfrm>
            <a:off x="508000" y="55006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220" name="Text 194"/>
          <p:cNvSpPr/>
          <p:nvPr/>
        </p:nvSpPr>
        <p:spPr>
          <a:xfrm>
            <a:off x="508000" y="570006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221" name="Text 195"/>
          <p:cNvSpPr/>
          <p:nvPr/>
        </p:nvSpPr>
        <p:spPr>
          <a:xfrm>
            <a:off x="508000" y="6006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222" name="Text 196"/>
          <p:cNvSpPr/>
          <p:nvPr/>
        </p:nvSpPr>
        <p:spPr>
          <a:xfrm>
            <a:off x="508000" y="62055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23" name="Shape 197"/>
          <p:cNvSpPr/>
          <p:nvPr/>
        </p:nvSpPr>
        <p:spPr>
          <a:xfrm>
            <a:off x="3347720" y="6565900"/>
            <a:ext cx="3738880" cy="17272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24" name="Text 198"/>
          <p:cNvSpPr/>
          <p:nvPr/>
        </p:nvSpPr>
        <p:spPr>
          <a:xfrm>
            <a:off x="1400175" y="654403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2026-10-12T00:43:27Z</dcterms:created>
  <dcterms:modified xsi:type="dcterms:W3CDTF">2026-10-12T00:43:27Z</dcterms:modified>
</cp:coreProperties>
</file>