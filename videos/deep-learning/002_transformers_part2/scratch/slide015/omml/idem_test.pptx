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390900" y="1320800"/>
            <a:ext cx="6946900" cy="3352800"/>
          </a:xfrm>
          <a:prstGeom prst="roundRect">
            <a:avLst>
              <a:gd name="adj" fmla="val 4091"/>
            </a:avLst>
          </a:prstGeom>
          <a:solidFill>
            <a:srgbClr val="F7E2CD"/>
          </a:solidFill>
          <a:ln/>
        </p:spPr>
      </p:sp>
      <p:sp>
        <p:nvSpPr>
          <p:cNvPr id="6" name="Shape 4"/>
          <p:cNvSpPr/>
          <p:nvPr/>
        </p:nvSpPr>
        <p:spPr>
          <a:xfrm>
            <a:off x="2832100" y="1549400"/>
            <a:ext cx="6997700" cy="3340100"/>
          </a:xfrm>
          <a:prstGeom prst="roundRect">
            <a:avLst>
              <a:gd name="adj" fmla="val 4106"/>
            </a:avLst>
          </a:prstGeom>
          <a:solidFill>
            <a:srgbClr val="D4FFE5"/>
          </a:solidFill>
          <a:ln/>
        </p:spPr>
      </p:sp>
      <p:sp>
        <p:nvSpPr>
          <p:cNvPr id="7" name="Shape 5"/>
          <p:cNvSpPr/>
          <p:nvPr/>
        </p:nvSpPr>
        <p:spPr>
          <a:xfrm>
            <a:off x="2298700" y="1816100"/>
            <a:ext cx="6934200" cy="3263900"/>
          </a:xfrm>
          <a:prstGeom prst="roundRect">
            <a:avLst>
              <a:gd name="adj" fmla="val 4202"/>
            </a:avLst>
          </a:prstGeom>
          <a:solidFill>
            <a:srgbClr val="F8FF9A"/>
          </a:solidFill>
          <a:ln/>
        </p:spPr>
      </p:sp>
      <p:sp>
        <p:nvSpPr>
          <p:cNvPr id="8" name="Shape 6"/>
          <p:cNvSpPr/>
          <p:nvPr/>
        </p:nvSpPr>
        <p:spPr>
          <a:xfrm>
            <a:off x="1778000" y="2070100"/>
            <a:ext cx="6921500" cy="3263900"/>
          </a:xfrm>
          <a:prstGeom prst="roundRect">
            <a:avLst>
              <a:gd name="adj" fmla="val 4202"/>
            </a:avLst>
          </a:prstGeom>
          <a:solidFill>
            <a:srgbClr val="C5C1F4"/>
          </a:solidFill>
          <a:ln/>
        </p:spPr>
      </p:sp>
      <p:sp>
        <p:nvSpPr>
          <p:cNvPr id="9" name="Shape 7"/>
          <p:cNvSpPr/>
          <p:nvPr/>
        </p:nvSpPr>
        <p:spPr>
          <a:xfrm>
            <a:off x="1155700" y="2362200"/>
            <a:ext cx="6959600" cy="3213100"/>
          </a:xfrm>
          <a:prstGeom prst="roundRect">
            <a:avLst>
              <a:gd name="adj" fmla="val 4269"/>
            </a:avLst>
          </a:prstGeom>
          <a:solidFill>
            <a:srgbClr val="EF8C96"/>
          </a:solidFill>
          <a:ln/>
        </p:spPr>
      </p:sp>
      <p:sp>
        <p:nvSpPr>
          <p:cNvPr id="10" name="Shape 8"/>
          <p:cNvSpPr/>
          <p:nvPr/>
        </p:nvSpPr>
        <p:spPr>
          <a:xfrm>
            <a:off x="1193800" y="3124200"/>
            <a:ext cx="889000" cy="1397000"/>
          </a:xfrm>
          <a:prstGeom prst="ellipse">
            <a:avLst/>
          </a:prstGeom>
          <a:solidFill>
            <a:srgbClr val="E8843C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2870200"/>
            <a:ext cx="838200" cy="1562100"/>
          </a:xfrm>
          <a:prstGeom prst="ellipse">
            <a:avLst/>
          </a:prstGeom>
          <a:solidFill>
            <a:srgbClr val="EABC78"/>
          </a:solidFill>
          <a:ln w="12700">
            <a:solidFill>
              <a:srgbClr val="C8843C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908300" y="2667000"/>
            <a:ext cx="749300" cy="1816100"/>
          </a:xfrm>
          <a:prstGeom prst="roundRect">
            <a:avLst>
              <a:gd name="adj" fmla="val 3661"/>
            </a:avLst>
          </a:prstGeom>
          <a:solidFill>
            <a:srgbClr val="D8C0B4"/>
          </a:solidFill>
          <a:ln w="9525">
            <a:solidFill>
              <a:srgbClr val="7A6A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08300" y="2692400"/>
            <a:ext cx="749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2895600" y="3149600"/>
            <a:ext cx="5588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71800" y="3492500"/>
            <a:ext cx="355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95600" y="3835400"/>
            <a:ext cx="2667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781300" y="4191000"/>
            <a:ext cx="228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324100" y="2921000"/>
            <a:ext cx="647700" cy="1447800"/>
          </a:xfrm>
          <a:prstGeom prst="ellipse">
            <a:avLst/>
          </a:prstGeom>
          <a:solidFill>
            <a:srgbClr val="4FE07C">
              <a:alpha val="75000"/>
            </a:srgbClr>
          </a:solidFill>
          <a:ln w="9525">
            <a:solidFill>
              <a:srgbClr val="2E7D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51100" y="3352800"/>
            <a:ext cx="228600" cy="133350"/>
          </a:xfrm>
          <a:prstGeom prst="rect">
            <a:avLst/>
          </a:prstGeom>
          <a:solidFill>
            <a:srgbClr val="7DF2A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27300" y="3352800"/>
            <a:ext cx="76200" cy="133350"/>
          </a:xfrm>
          <a:prstGeom prst="rect">
            <a:avLst/>
          </a:prstGeom>
          <a:solidFill>
            <a:srgbClr val="E2FFE8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17800" y="3352800"/>
            <a:ext cx="203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2451100" y="3708400"/>
            <a:ext cx="228600" cy="133350"/>
          </a:xfrm>
          <a:prstGeom prst="rect">
            <a:avLst/>
          </a:prstGeom>
          <a:solidFill>
            <a:srgbClr val="7DF2A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7300" y="3708400"/>
            <a:ext cx="76200" cy="133350"/>
          </a:xfrm>
          <a:prstGeom prst="rect">
            <a:avLst/>
          </a:prstGeom>
          <a:solidFill>
            <a:srgbClr val="E2FFE8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17800" y="3708400"/>
            <a:ext cx="203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451100" y="4064000"/>
            <a:ext cx="228600" cy="133350"/>
          </a:xfrm>
          <a:prstGeom prst="rect">
            <a:avLst/>
          </a:prstGeom>
          <a:solidFill>
            <a:srgbClr val="7DF2A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7300" y="4064000"/>
            <a:ext cx="76200" cy="133350"/>
          </a:xfrm>
          <a:prstGeom prst="rect">
            <a:avLst/>
          </a:prstGeom>
          <a:solidFill>
            <a:srgbClr val="E2FFE8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17800" y="4064000"/>
            <a:ext cx="203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2451100" y="4368800"/>
            <a:ext cx="228600" cy="133350"/>
          </a:xfrm>
          <a:prstGeom prst="rect">
            <a:avLst/>
          </a:prstGeom>
          <a:solidFill>
            <a:srgbClr val="7DF2A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7300" y="4368800"/>
            <a:ext cx="76200" cy="133350"/>
          </a:xfrm>
          <a:prstGeom prst="rect">
            <a:avLst/>
          </a:prstGeom>
          <a:solidFill>
            <a:srgbClr val="E2FFE8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17800" y="4368800"/>
            <a:ext cx="203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1193800" y="30797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10640" y="30797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27480" y="30797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44320" y="30797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61160" y="30797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82700" y="3079750"/>
            <a:ext cx="228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1866900" y="3149600"/>
            <a:ext cx="1778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057400" y="3067050"/>
            <a:ext cx="279400" cy="165100"/>
          </a:xfrm>
          <a:prstGeom prst="rect">
            <a:avLst/>
          </a:prstGeom>
          <a:solidFill>
            <a:srgbClr val="E6B66C"/>
          </a:solidFill>
          <a:ln w="12700">
            <a:solidFill>
              <a:srgbClr val="2E7D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57400" y="3067050"/>
            <a:ext cx="279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1193800" y="34480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10640" y="34480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7480" y="34480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44320" y="34480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61160" y="34480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82700" y="3448050"/>
            <a:ext cx="228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46" name="Shape 44"/>
          <p:cNvSpPr/>
          <p:nvPr/>
        </p:nvSpPr>
        <p:spPr>
          <a:xfrm>
            <a:off x="1866900" y="3517900"/>
            <a:ext cx="1778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057400" y="3435350"/>
            <a:ext cx="279400" cy="165100"/>
          </a:xfrm>
          <a:prstGeom prst="rect">
            <a:avLst/>
          </a:prstGeom>
          <a:solidFill>
            <a:srgbClr val="E6B66C"/>
          </a:solidFill>
          <a:ln w="12700">
            <a:solidFill>
              <a:srgbClr val="2E7D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57400" y="3435350"/>
            <a:ext cx="279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1193800" y="38036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10640" y="38036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427480" y="38036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44320" y="38036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61160" y="38036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82700" y="3803650"/>
            <a:ext cx="228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55" name="Shape 53"/>
          <p:cNvSpPr/>
          <p:nvPr/>
        </p:nvSpPr>
        <p:spPr>
          <a:xfrm>
            <a:off x="1866900" y="3873500"/>
            <a:ext cx="1778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2057400" y="3790950"/>
            <a:ext cx="279400" cy="165100"/>
          </a:xfrm>
          <a:prstGeom prst="rect">
            <a:avLst/>
          </a:prstGeom>
          <a:solidFill>
            <a:srgbClr val="E6B66C"/>
          </a:solidFill>
          <a:ln w="12700">
            <a:solidFill>
              <a:srgbClr val="2E7D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57400" y="3790950"/>
            <a:ext cx="279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1193800" y="41719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10640" y="41719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27480" y="41719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544320" y="41719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661160" y="41719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282700" y="4171950"/>
            <a:ext cx="228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64" name="Shape 62"/>
          <p:cNvSpPr/>
          <p:nvPr/>
        </p:nvSpPr>
        <p:spPr>
          <a:xfrm>
            <a:off x="1866900" y="4241800"/>
            <a:ext cx="1778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2057400" y="4159250"/>
            <a:ext cx="279400" cy="165100"/>
          </a:xfrm>
          <a:prstGeom prst="rect">
            <a:avLst/>
          </a:prstGeom>
          <a:solidFill>
            <a:srgbClr val="E6B66C"/>
          </a:solidFill>
          <a:ln w="12700">
            <a:solidFill>
              <a:srgbClr val="2E7D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057400" y="4159250"/>
            <a:ext cx="279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3486150" y="30607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517900" y="30924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46450" y="33782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78200" y="34099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71" name="Shape 69"/>
          <p:cNvSpPr/>
          <p:nvPr/>
        </p:nvSpPr>
        <p:spPr>
          <a:xfrm>
            <a:off x="3155950" y="37846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2" name="Shape 70"/>
          <p:cNvSpPr/>
          <p:nvPr/>
        </p:nvSpPr>
        <p:spPr>
          <a:xfrm>
            <a:off x="3187700" y="38163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73" name="Shape 71"/>
          <p:cNvSpPr/>
          <p:nvPr/>
        </p:nvSpPr>
        <p:spPr>
          <a:xfrm>
            <a:off x="3022600" y="41529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4" name="Shape 72"/>
          <p:cNvSpPr/>
          <p:nvPr/>
        </p:nvSpPr>
        <p:spPr>
          <a:xfrm>
            <a:off x="3054350" y="41846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75" name="Shape 73"/>
          <p:cNvSpPr/>
          <p:nvPr/>
        </p:nvSpPr>
        <p:spPr>
          <a:xfrm flipH="1">
            <a:off x="3302000" y="3136900"/>
            <a:ext cx="260350" cy="13208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H="1">
            <a:off x="3302000" y="3454400"/>
            <a:ext cx="120650" cy="10033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232150" y="3860800"/>
            <a:ext cx="69850" cy="5969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098800" y="4229100"/>
            <a:ext cx="203200" cy="2286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638550" y="3136900"/>
            <a:ext cx="3365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3632200" y="34544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3632200" y="38608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3632200" y="42291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3" name="Text 81"/>
          <p:cNvSpPr/>
          <p:nvPr/>
        </p:nvSpPr>
        <p:spPr>
          <a:xfrm>
            <a:off x="3708400" y="2679700"/>
            <a:ext cx="35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00" dirty="0"/>
          </a:p>
        </p:txBody>
      </p:sp>
      <mc:AlternateContent>
        <mc:Choice xmlns:a14="http://schemas.microsoft.com/office/drawing/2010/main" Requires="a14">
          <p:sp>
            <p:nvSpPr>
              <p:cNvPr id="84" name="Equation OMML" descr="K\cdot q"/>
              <p:cNvSpPr txBox="1"/>
              <p:nvPr/>
            </p:nvSpPr>
            <p:spPr>
              <a:xfrm>
                <a:off x="4385310" y="2698750"/>
                <a:ext cx="195072" cy="1066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700">
                          <a:solidFill>
                            <a:srgbClr val="8B1A10"/>
                          </a:solidFill>
                          <a:latin typeface="Cambria Math" panose="02040503050406030204" pitchFamily="18" charset="0"/>
                        </a:rPr>
                        <m:t xml:space="preserve">K⋅q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4" name="Image 0" descr="/home/ahmed/Projects/ai_llm_slides/videos/deep-learning/002_transformers_part2/recreated_pptx/build/assets/eq015_kq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385310" y="2698750"/>
                <a:ext cx="195072" cy="106680"/>
              </a:xfrm>
              <a:prstGeom prst="rect">
                <a:avLst/>
              </a:prstGeom>
            </p:spPr>
          </p:pic>
        </mc:Fallback>
      </mc:AlternateContent>
      <p:sp>
        <p:nvSpPr>
          <p:cNvPr id="85" name="Shape 82"/>
          <p:cNvSpPr/>
          <p:nvPr/>
        </p:nvSpPr>
        <p:spPr>
          <a:xfrm>
            <a:off x="4381500" y="2800350"/>
            <a:ext cx="228600" cy="50800"/>
          </a:xfrm>
          <a:prstGeom prst="rect">
            <a:avLst/>
          </a:prstGeom>
          <a:solidFill>
            <a:srgbClr val="D86472"/>
          </a:solidFill>
          <a:ln/>
        </p:spPr>
      </p:sp>
      <mc:AlternateContent>
        <mc:Choice xmlns:a14="http://schemas.microsoft.com/office/drawing/2010/main" Requires="a14">
          <p:sp>
            <p:nvSpPr>
              <p:cNvPr id="86" name="Equation OMML" descr="\sqrt{d}"/>
              <p:cNvSpPr txBox="1"/>
              <p:nvPr/>
            </p:nvSpPr>
            <p:spPr>
              <a:xfrm>
                <a:off x="4400550" y="2851150"/>
                <a:ext cx="168910" cy="1402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 smtClean="0" sz="800">
                              <a:solidFill>
                                <a:srgbClr val="8B1A1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 smtClean="0" sz="800">
                              <a:solidFill>
                                <a:srgbClr val="8B1A10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6" name="Image 1" descr="/home/ahmed/Projects/ai_llm_slides/videos/deep-learning/002_transformers_part2/recreated_pptx/build/assets/eq015_sqrtd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400550" y="2851150"/>
                <a:ext cx="168910" cy="140208"/>
              </a:xfrm>
              <a:prstGeom prst="rect">
                <a:avLst/>
              </a:prstGeom>
            </p:spPr>
          </p:pic>
        </mc:Fallback>
      </mc:AlternateContent>
      <p:sp>
        <p:nvSpPr>
          <p:cNvPr id="87" name="Shape 83"/>
          <p:cNvSpPr/>
          <p:nvPr/>
        </p:nvSpPr>
        <p:spPr>
          <a:xfrm>
            <a:off x="3987800" y="2705100"/>
            <a:ext cx="254000" cy="1778000"/>
          </a:xfrm>
          <a:prstGeom prst="roundRect">
            <a:avLst>
              <a:gd name="adj" fmla="val 32400"/>
            </a:avLst>
          </a:prstGeom>
          <a:solidFill>
            <a:srgbClr val="F6C6CC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88" name="Image 2" descr="/home/ahmed/Projects/ai_llm_slides/videos/deep-learning/002_transformers_part2/recreated_pptx/build/assets/eq015_scaling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962" y="3056636"/>
            <a:ext cx="188976" cy="1062228"/>
          </a:xfrm>
          <a:prstGeom prst="rect">
            <a:avLst/>
          </a:prstGeom>
        </p:spPr>
      </p:pic>
      <p:sp>
        <p:nvSpPr>
          <p:cNvPr id="89" name="Shape 84"/>
          <p:cNvSpPr/>
          <p:nvPr/>
        </p:nvSpPr>
        <p:spPr>
          <a:xfrm>
            <a:off x="4673600" y="2692400"/>
            <a:ext cx="241300" cy="1790700"/>
          </a:xfrm>
          <a:prstGeom prst="roundRect">
            <a:avLst>
              <a:gd name="adj" fmla="val 34105"/>
            </a:avLst>
          </a:prstGeom>
          <a:solidFill>
            <a:srgbClr val="FAD2FA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90" name="Image 3" descr="/home/ahmed/Projects/ai_llm_slides/videos/deep-learning/002_transformers_part2/recreated_pptx/build/assets/eq015_softmax_r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036" y="3234690"/>
            <a:ext cx="109728" cy="693420"/>
          </a:xfrm>
          <a:prstGeom prst="rect">
            <a:avLst/>
          </a:prstGeom>
        </p:spPr>
      </p:pic>
      <p:sp>
        <p:nvSpPr>
          <p:cNvPr id="91" name="Shape 85"/>
          <p:cNvSpPr/>
          <p:nvPr/>
        </p:nvSpPr>
        <p:spPr>
          <a:xfrm>
            <a:off x="4267200" y="31496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2" name="Shape 86"/>
          <p:cNvSpPr/>
          <p:nvPr/>
        </p:nvSpPr>
        <p:spPr>
          <a:xfrm>
            <a:off x="4267200" y="35179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3" name="Shape 87"/>
          <p:cNvSpPr/>
          <p:nvPr/>
        </p:nvSpPr>
        <p:spPr>
          <a:xfrm>
            <a:off x="4267200" y="38735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4" name="Shape 88"/>
          <p:cNvSpPr/>
          <p:nvPr/>
        </p:nvSpPr>
        <p:spPr>
          <a:xfrm>
            <a:off x="4267200" y="42418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5" name="Shape 89"/>
          <p:cNvSpPr/>
          <p:nvPr/>
        </p:nvSpPr>
        <p:spPr>
          <a:xfrm>
            <a:off x="4927600" y="2794000"/>
            <a:ext cx="228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6" name="Shape 90"/>
          <p:cNvSpPr/>
          <p:nvPr/>
        </p:nvSpPr>
        <p:spPr>
          <a:xfrm>
            <a:off x="4927600" y="3149600"/>
            <a:ext cx="2413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7" name="Shape 91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solidFill>
            <a:srgbClr val="DCF3F3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98" name="Text 92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99" name="Shape 93"/>
          <p:cNvSpPr/>
          <p:nvPr/>
        </p:nvSpPr>
        <p:spPr>
          <a:xfrm>
            <a:off x="531177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0" name="Shape 94"/>
          <p:cNvSpPr/>
          <p:nvPr/>
        </p:nvSpPr>
        <p:spPr>
          <a:xfrm>
            <a:off x="528447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1" name="Shape 95"/>
          <p:cNvSpPr/>
          <p:nvPr/>
        </p:nvSpPr>
        <p:spPr>
          <a:xfrm>
            <a:off x="558863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2" name="Shape 96"/>
          <p:cNvSpPr/>
          <p:nvPr/>
        </p:nvSpPr>
        <p:spPr>
          <a:xfrm>
            <a:off x="556133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3" name="Shape 97"/>
          <p:cNvSpPr/>
          <p:nvPr/>
        </p:nvSpPr>
        <p:spPr>
          <a:xfrm>
            <a:off x="586295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4" name="Shape 98"/>
          <p:cNvSpPr/>
          <p:nvPr/>
        </p:nvSpPr>
        <p:spPr>
          <a:xfrm>
            <a:off x="583565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5" name="Shape 99"/>
          <p:cNvSpPr/>
          <p:nvPr/>
        </p:nvSpPr>
        <p:spPr>
          <a:xfrm>
            <a:off x="613981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6" name="Shape 100"/>
          <p:cNvSpPr/>
          <p:nvPr/>
        </p:nvSpPr>
        <p:spPr>
          <a:xfrm>
            <a:off x="611251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7" name="Shape 101"/>
          <p:cNvSpPr/>
          <p:nvPr/>
        </p:nvSpPr>
        <p:spPr>
          <a:xfrm>
            <a:off x="5246370" y="309245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08" name="Text 102"/>
          <p:cNvSpPr/>
          <p:nvPr/>
        </p:nvSpPr>
        <p:spPr>
          <a:xfrm>
            <a:off x="5246370" y="309245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09" name="Text 103"/>
          <p:cNvSpPr/>
          <p:nvPr/>
        </p:nvSpPr>
        <p:spPr>
          <a:xfrm>
            <a:off x="6311900" y="30099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10" name="Shape 104"/>
          <p:cNvSpPr/>
          <p:nvPr/>
        </p:nvSpPr>
        <p:spPr>
          <a:xfrm>
            <a:off x="65151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1" name="Shape 105"/>
          <p:cNvSpPr/>
          <p:nvPr/>
        </p:nvSpPr>
        <p:spPr>
          <a:xfrm>
            <a:off x="65722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2" name="Shape 106"/>
          <p:cNvSpPr/>
          <p:nvPr/>
        </p:nvSpPr>
        <p:spPr>
          <a:xfrm>
            <a:off x="66294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3" name="Shape 107"/>
          <p:cNvSpPr/>
          <p:nvPr/>
        </p:nvSpPr>
        <p:spPr>
          <a:xfrm>
            <a:off x="66865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4" name="Shape 108"/>
          <p:cNvSpPr/>
          <p:nvPr/>
        </p:nvSpPr>
        <p:spPr>
          <a:xfrm>
            <a:off x="5510530" y="343789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15" name="Text 109"/>
          <p:cNvSpPr/>
          <p:nvPr/>
        </p:nvSpPr>
        <p:spPr>
          <a:xfrm>
            <a:off x="5510530" y="343789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16" name="Text 110"/>
          <p:cNvSpPr/>
          <p:nvPr/>
        </p:nvSpPr>
        <p:spPr>
          <a:xfrm>
            <a:off x="6311900" y="335534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17" name="Shape 111"/>
          <p:cNvSpPr/>
          <p:nvPr/>
        </p:nvSpPr>
        <p:spPr>
          <a:xfrm>
            <a:off x="65151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8" name="Shape 112"/>
          <p:cNvSpPr/>
          <p:nvPr/>
        </p:nvSpPr>
        <p:spPr>
          <a:xfrm>
            <a:off x="65722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9" name="Shape 113"/>
          <p:cNvSpPr/>
          <p:nvPr/>
        </p:nvSpPr>
        <p:spPr>
          <a:xfrm>
            <a:off x="66294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0" name="Shape 114"/>
          <p:cNvSpPr/>
          <p:nvPr/>
        </p:nvSpPr>
        <p:spPr>
          <a:xfrm>
            <a:off x="66865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1" name="Shape 115"/>
          <p:cNvSpPr/>
          <p:nvPr/>
        </p:nvSpPr>
        <p:spPr>
          <a:xfrm>
            <a:off x="5763260" y="378968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22" name="Text 116"/>
          <p:cNvSpPr/>
          <p:nvPr/>
        </p:nvSpPr>
        <p:spPr>
          <a:xfrm>
            <a:off x="5763260" y="378968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3" name="Text 117"/>
          <p:cNvSpPr/>
          <p:nvPr/>
        </p:nvSpPr>
        <p:spPr>
          <a:xfrm>
            <a:off x="6311900" y="370713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24" name="Shape 118"/>
          <p:cNvSpPr/>
          <p:nvPr/>
        </p:nvSpPr>
        <p:spPr>
          <a:xfrm>
            <a:off x="65151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5" name="Shape 119"/>
          <p:cNvSpPr/>
          <p:nvPr/>
        </p:nvSpPr>
        <p:spPr>
          <a:xfrm>
            <a:off x="65722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6" name="Shape 120"/>
          <p:cNvSpPr/>
          <p:nvPr/>
        </p:nvSpPr>
        <p:spPr>
          <a:xfrm>
            <a:off x="66294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7" name="Shape 121"/>
          <p:cNvSpPr/>
          <p:nvPr/>
        </p:nvSpPr>
        <p:spPr>
          <a:xfrm>
            <a:off x="66865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8" name="Shape 122"/>
          <p:cNvSpPr/>
          <p:nvPr/>
        </p:nvSpPr>
        <p:spPr>
          <a:xfrm>
            <a:off x="6035040" y="418211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29" name="Text 123"/>
          <p:cNvSpPr/>
          <p:nvPr/>
        </p:nvSpPr>
        <p:spPr>
          <a:xfrm>
            <a:off x="6035040" y="418211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30" name="Text 124"/>
          <p:cNvSpPr/>
          <p:nvPr/>
        </p:nvSpPr>
        <p:spPr>
          <a:xfrm>
            <a:off x="6311900" y="409956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31" name="Shape 125"/>
          <p:cNvSpPr/>
          <p:nvPr/>
        </p:nvSpPr>
        <p:spPr>
          <a:xfrm>
            <a:off x="65151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2" name="Shape 126"/>
          <p:cNvSpPr/>
          <p:nvPr/>
        </p:nvSpPr>
        <p:spPr>
          <a:xfrm>
            <a:off x="65722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3" name="Shape 127"/>
          <p:cNvSpPr/>
          <p:nvPr/>
        </p:nvSpPr>
        <p:spPr>
          <a:xfrm>
            <a:off x="66294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4" name="Shape 128"/>
          <p:cNvSpPr/>
          <p:nvPr/>
        </p:nvSpPr>
        <p:spPr>
          <a:xfrm>
            <a:off x="66865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5" name="Shape 129"/>
          <p:cNvSpPr/>
          <p:nvPr/>
        </p:nvSpPr>
        <p:spPr>
          <a:xfrm>
            <a:off x="6832600" y="3060700"/>
            <a:ext cx="254000" cy="190500"/>
          </a:xfrm>
          <a:prstGeom prst="rect">
            <a:avLst/>
          </a:prstGeom>
          <a:solidFill>
            <a:srgbClr val="C9EFE6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36" name="Text 130"/>
          <p:cNvSpPr/>
          <p:nvPr/>
        </p:nvSpPr>
        <p:spPr>
          <a:xfrm>
            <a:off x="6832600" y="3060700"/>
            <a:ext cx="25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37" name="Shape 131"/>
          <p:cNvSpPr/>
          <p:nvPr/>
        </p:nvSpPr>
        <p:spPr>
          <a:xfrm>
            <a:off x="7099300" y="3149600"/>
            <a:ext cx="152400" cy="127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38" name="Shape 132"/>
          <p:cNvSpPr/>
          <p:nvPr/>
        </p:nvSpPr>
        <p:spPr>
          <a:xfrm>
            <a:off x="6832600" y="3403600"/>
            <a:ext cx="254000" cy="190500"/>
          </a:xfrm>
          <a:prstGeom prst="rect">
            <a:avLst/>
          </a:prstGeom>
          <a:solidFill>
            <a:srgbClr val="C9EFE6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39" name="Text 133"/>
          <p:cNvSpPr/>
          <p:nvPr/>
        </p:nvSpPr>
        <p:spPr>
          <a:xfrm>
            <a:off x="6832600" y="3403600"/>
            <a:ext cx="25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40" name="Shape 134"/>
          <p:cNvSpPr/>
          <p:nvPr/>
        </p:nvSpPr>
        <p:spPr>
          <a:xfrm>
            <a:off x="7099300" y="3492500"/>
            <a:ext cx="152400" cy="127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1" name="Shape 135"/>
          <p:cNvSpPr/>
          <p:nvPr/>
        </p:nvSpPr>
        <p:spPr>
          <a:xfrm>
            <a:off x="6832600" y="3746500"/>
            <a:ext cx="254000" cy="190500"/>
          </a:xfrm>
          <a:prstGeom prst="rect">
            <a:avLst/>
          </a:prstGeom>
          <a:solidFill>
            <a:srgbClr val="C9EFE6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42" name="Text 136"/>
          <p:cNvSpPr/>
          <p:nvPr/>
        </p:nvSpPr>
        <p:spPr>
          <a:xfrm>
            <a:off x="6832600" y="3746500"/>
            <a:ext cx="25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43" name="Shape 137"/>
          <p:cNvSpPr/>
          <p:nvPr/>
        </p:nvSpPr>
        <p:spPr>
          <a:xfrm>
            <a:off x="7099300" y="3835400"/>
            <a:ext cx="152400" cy="127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4" name="Shape 138"/>
          <p:cNvSpPr/>
          <p:nvPr/>
        </p:nvSpPr>
        <p:spPr>
          <a:xfrm>
            <a:off x="6832600" y="4127500"/>
            <a:ext cx="254000" cy="190500"/>
          </a:xfrm>
          <a:prstGeom prst="rect">
            <a:avLst/>
          </a:prstGeom>
          <a:solidFill>
            <a:srgbClr val="C9EFE6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45" name="Text 139"/>
          <p:cNvSpPr/>
          <p:nvPr/>
        </p:nvSpPr>
        <p:spPr>
          <a:xfrm>
            <a:off x="6832600" y="4127500"/>
            <a:ext cx="25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46" name="Shape 140"/>
          <p:cNvSpPr/>
          <p:nvPr/>
        </p:nvSpPr>
        <p:spPr>
          <a:xfrm>
            <a:off x="7099300" y="4216400"/>
            <a:ext cx="152400" cy="127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7" name="Shape 141"/>
          <p:cNvSpPr/>
          <p:nvPr/>
        </p:nvSpPr>
        <p:spPr>
          <a:xfrm>
            <a:off x="7302500" y="2959100"/>
            <a:ext cx="736600" cy="1549400"/>
          </a:xfrm>
          <a:prstGeom prst="roundRect">
            <a:avLst>
              <a:gd name="adj" fmla="val 6207"/>
            </a:avLst>
          </a:prstGeom>
          <a:solidFill>
            <a:srgbClr val="DFEAD2"/>
          </a:solidFill>
          <a:ln w="9525">
            <a:solidFill>
              <a:srgbClr val="A0A385"/>
            </a:solidFill>
            <a:prstDash val="dash"/>
          </a:ln>
        </p:spPr>
      </p:sp>
      <p:sp>
        <p:nvSpPr>
          <p:cNvPr id="148" name="Shape 142"/>
          <p:cNvSpPr/>
          <p:nvPr/>
        </p:nvSpPr>
        <p:spPr>
          <a:xfrm>
            <a:off x="7366000" y="30734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49" name="Shape 143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0" name="Shape 144"/>
          <p:cNvSpPr/>
          <p:nvPr/>
        </p:nvSpPr>
        <p:spPr>
          <a:xfrm>
            <a:off x="7670800" y="30734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1" name="Shape 145"/>
          <p:cNvSpPr/>
          <p:nvPr/>
        </p:nvSpPr>
        <p:spPr>
          <a:xfrm>
            <a:off x="7823200" y="30734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2" name="Shape 146"/>
          <p:cNvSpPr/>
          <p:nvPr/>
        </p:nvSpPr>
        <p:spPr>
          <a:xfrm>
            <a:off x="7366000" y="34036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3" name="Shape 147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4" name="Shape 148"/>
          <p:cNvSpPr/>
          <p:nvPr/>
        </p:nvSpPr>
        <p:spPr>
          <a:xfrm>
            <a:off x="7670800" y="34036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5" name="Shape 149"/>
          <p:cNvSpPr/>
          <p:nvPr/>
        </p:nvSpPr>
        <p:spPr>
          <a:xfrm>
            <a:off x="7823200" y="34036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6" name="Shape 150"/>
          <p:cNvSpPr/>
          <p:nvPr/>
        </p:nvSpPr>
        <p:spPr>
          <a:xfrm>
            <a:off x="7366000" y="37338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7" name="Shape 151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8" name="Shape 152"/>
          <p:cNvSpPr/>
          <p:nvPr/>
        </p:nvSpPr>
        <p:spPr>
          <a:xfrm>
            <a:off x="7670800" y="37338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9" name="Shape 153"/>
          <p:cNvSpPr/>
          <p:nvPr/>
        </p:nvSpPr>
        <p:spPr>
          <a:xfrm>
            <a:off x="7823200" y="37338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0" name="Shape 154"/>
          <p:cNvSpPr/>
          <p:nvPr/>
        </p:nvSpPr>
        <p:spPr>
          <a:xfrm>
            <a:off x="7366000" y="40894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1" name="Shape 155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2" name="Shape 156"/>
          <p:cNvSpPr/>
          <p:nvPr/>
        </p:nvSpPr>
        <p:spPr>
          <a:xfrm>
            <a:off x="7670800" y="40894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3" name="Shape 157"/>
          <p:cNvSpPr/>
          <p:nvPr/>
        </p:nvSpPr>
        <p:spPr>
          <a:xfrm>
            <a:off x="7823200" y="40894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4" name="Shape 158"/>
          <p:cNvSpPr/>
          <p:nvPr/>
        </p:nvSpPr>
        <p:spPr>
          <a:xfrm>
            <a:off x="7662863" y="44577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65" name="Shape 159"/>
          <p:cNvSpPr/>
          <p:nvPr/>
        </p:nvSpPr>
        <p:spPr>
          <a:xfrm>
            <a:off x="7637780" y="4394200"/>
            <a:ext cx="6604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66" name="Shape 160"/>
          <p:cNvSpPr/>
          <p:nvPr/>
        </p:nvSpPr>
        <p:spPr>
          <a:xfrm>
            <a:off x="8115300" y="2705100"/>
            <a:ext cx="444500" cy="1663700"/>
          </a:xfrm>
          <a:prstGeom prst="roundRect">
            <a:avLst>
              <a:gd name="adj" fmla="val 10286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67" name="Shape 161"/>
          <p:cNvSpPr/>
          <p:nvPr/>
        </p:nvSpPr>
        <p:spPr>
          <a:xfrm>
            <a:off x="8178800" y="27813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8" name="Shape 162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9" name="Shape 163"/>
          <p:cNvSpPr/>
          <p:nvPr/>
        </p:nvSpPr>
        <p:spPr>
          <a:xfrm>
            <a:off x="8337550" y="27813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0" name="Shape 164"/>
          <p:cNvSpPr/>
          <p:nvPr/>
        </p:nvSpPr>
        <p:spPr>
          <a:xfrm>
            <a:off x="8416925" y="27813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1" name="Shape 165"/>
          <p:cNvSpPr/>
          <p:nvPr/>
        </p:nvSpPr>
        <p:spPr>
          <a:xfrm>
            <a:off x="8178800" y="31369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2" name="Shape 166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3" name="Shape 167"/>
          <p:cNvSpPr/>
          <p:nvPr/>
        </p:nvSpPr>
        <p:spPr>
          <a:xfrm>
            <a:off x="8337550" y="31369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4" name="Shape 168"/>
          <p:cNvSpPr/>
          <p:nvPr/>
        </p:nvSpPr>
        <p:spPr>
          <a:xfrm>
            <a:off x="8416925" y="31369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5" name="Shape 169"/>
          <p:cNvSpPr/>
          <p:nvPr/>
        </p:nvSpPr>
        <p:spPr>
          <a:xfrm>
            <a:off x="8178800" y="34925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6" name="Shape 170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7" name="Shape 171"/>
          <p:cNvSpPr/>
          <p:nvPr/>
        </p:nvSpPr>
        <p:spPr>
          <a:xfrm>
            <a:off x="8337550" y="34925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8" name="Shape 172"/>
          <p:cNvSpPr/>
          <p:nvPr/>
        </p:nvSpPr>
        <p:spPr>
          <a:xfrm>
            <a:off x="8416925" y="34925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9" name="Shape 173"/>
          <p:cNvSpPr/>
          <p:nvPr/>
        </p:nvSpPr>
        <p:spPr>
          <a:xfrm>
            <a:off x="8178800" y="38354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0" name="Shape 174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8337550" y="38354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2" name="Shape 176"/>
          <p:cNvSpPr/>
          <p:nvPr/>
        </p:nvSpPr>
        <p:spPr>
          <a:xfrm>
            <a:off x="8416925" y="38354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3" name="Shape 177"/>
          <p:cNvSpPr/>
          <p:nvPr/>
        </p:nvSpPr>
        <p:spPr>
          <a:xfrm>
            <a:off x="8329613" y="43180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84" name="Shape 178"/>
          <p:cNvSpPr/>
          <p:nvPr/>
        </p:nvSpPr>
        <p:spPr>
          <a:xfrm>
            <a:off x="8304530" y="4254500"/>
            <a:ext cx="6604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85" name="Shape 179"/>
          <p:cNvSpPr/>
          <p:nvPr/>
        </p:nvSpPr>
        <p:spPr>
          <a:xfrm>
            <a:off x="8775700" y="2641600"/>
            <a:ext cx="419100" cy="1511300"/>
          </a:xfrm>
          <a:prstGeom prst="roundRect">
            <a:avLst>
              <a:gd name="adj" fmla="val 10909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86" name="Shape 180"/>
          <p:cNvSpPr/>
          <p:nvPr/>
        </p:nvSpPr>
        <p:spPr>
          <a:xfrm>
            <a:off x="8839200" y="27051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7" name="Shape 181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8" name="Shape 182"/>
          <p:cNvSpPr/>
          <p:nvPr/>
        </p:nvSpPr>
        <p:spPr>
          <a:xfrm>
            <a:off x="8985250" y="27051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9058275" y="27051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8839200" y="30480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1" name="Shape 185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2" name="Shape 186"/>
          <p:cNvSpPr/>
          <p:nvPr/>
        </p:nvSpPr>
        <p:spPr>
          <a:xfrm>
            <a:off x="8985250" y="30480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3" name="Shape 187"/>
          <p:cNvSpPr/>
          <p:nvPr/>
        </p:nvSpPr>
        <p:spPr>
          <a:xfrm>
            <a:off x="9058275" y="30480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4" name="Shape 188"/>
          <p:cNvSpPr/>
          <p:nvPr/>
        </p:nvSpPr>
        <p:spPr>
          <a:xfrm>
            <a:off x="8839200" y="34036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5" name="Shape 189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6" name="Shape 190"/>
          <p:cNvSpPr/>
          <p:nvPr/>
        </p:nvSpPr>
        <p:spPr>
          <a:xfrm>
            <a:off x="8985250" y="34036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7" name="Shape 191"/>
          <p:cNvSpPr/>
          <p:nvPr/>
        </p:nvSpPr>
        <p:spPr>
          <a:xfrm>
            <a:off x="9058275" y="34036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8" name="Shape 192"/>
          <p:cNvSpPr/>
          <p:nvPr/>
        </p:nvSpPr>
        <p:spPr>
          <a:xfrm>
            <a:off x="8839200" y="37592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9" name="Shape 193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0" name="Shape 194"/>
          <p:cNvSpPr/>
          <p:nvPr/>
        </p:nvSpPr>
        <p:spPr>
          <a:xfrm>
            <a:off x="8985250" y="37592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1" name="Shape 195"/>
          <p:cNvSpPr/>
          <p:nvPr/>
        </p:nvSpPr>
        <p:spPr>
          <a:xfrm>
            <a:off x="9058275" y="37592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2" name="Shape 196"/>
          <p:cNvSpPr/>
          <p:nvPr/>
        </p:nvSpPr>
        <p:spPr>
          <a:xfrm>
            <a:off x="8977313" y="41021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03" name="Shape 197"/>
          <p:cNvSpPr/>
          <p:nvPr/>
        </p:nvSpPr>
        <p:spPr>
          <a:xfrm>
            <a:off x="8952230" y="4038600"/>
            <a:ext cx="6604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04" name="Shape 198"/>
          <p:cNvSpPr/>
          <p:nvPr/>
        </p:nvSpPr>
        <p:spPr>
          <a:xfrm>
            <a:off x="9334500" y="2311400"/>
            <a:ext cx="495300" cy="1485900"/>
          </a:xfrm>
          <a:prstGeom prst="roundRect">
            <a:avLst>
              <a:gd name="adj" fmla="val 923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05" name="Shape 199"/>
          <p:cNvSpPr/>
          <p:nvPr/>
        </p:nvSpPr>
        <p:spPr>
          <a:xfrm>
            <a:off x="9398000" y="23749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6" name="Shape 200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7" name="Shape 201"/>
          <p:cNvSpPr/>
          <p:nvPr/>
        </p:nvSpPr>
        <p:spPr>
          <a:xfrm>
            <a:off x="9582150" y="23749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8" name="Shape 202"/>
          <p:cNvSpPr/>
          <p:nvPr/>
        </p:nvSpPr>
        <p:spPr>
          <a:xfrm>
            <a:off x="9674225" y="23749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9" name="Shape 203"/>
          <p:cNvSpPr/>
          <p:nvPr/>
        </p:nvSpPr>
        <p:spPr>
          <a:xfrm>
            <a:off x="9398000" y="27305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0" name="Shape 204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1" name="Shape 205"/>
          <p:cNvSpPr/>
          <p:nvPr/>
        </p:nvSpPr>
        <p:spPr>
          <a:xfrm>
            <a:off x="9582150" y="27305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2" name="Shape 206"/>
          <p:cNvSpPr/>
          <p:nvPr/>
        </p:nvSpPr>
        <p:spPr>
          <a:xfrm>
            <a:off x="9674225" y="27305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3" name="Shape 207"/>
          <p:cNvSpPr/>
          <p:nvPr/>
        </p:nvSpPr>
        <p:spPr>
          <a:xfrm>
            <a:off x="9398000" y="30861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4" name="Shape 208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5" name="Shape 209"/>
          <p:cNvSpPr/>
          <p:nvPr/>
        </p:nvSpPr>
        <p:spPr>
          <a:xfrm>
            <a:off x="9582150" y="30861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6" name="Shape 210"/>
          <p:cNvSpPr/>
          <p:nvPr/>
        </p:nvSpPr>
        <p:spPr>
          <a:xfrm>
            <a:off x="9674225" y="30861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7" name="Shape 211"/>
          <p:cNvSpPr/>
          <p:nvPr/>
        </p:nvSpPr>
        <p:spPr>
          <a:xfrm>
            <a:off x="9398000" y="34417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8" name="Shape 212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9" name="Shape 213"/>
          <p:cNvSpPr/>
          <p:nvPr/>
        </p:nvSpPr>
        <p:spPr>
          <a:xfrm>
            <a:off x="9582150" y="34417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0" name="Shape 214"/>
          <p:cNvSpPr/>
          <p:nvPr/>
        </p:nvSpPr>
        <p:spPr>
          <a:xfrm>
            <a:off x="9674225" y="34417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1" name="Shape 215"/>
          <p:cNvSpPr/>
          <p:nvPr/>
        </p:nvSpPr>
        <p:spPr>
          <a:xfrm>
            <a:off x="9574213" y="37465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22" name="Shape 216"/>
          <p:cNvSpPr/>
          <p:nvPr/>
        </p:nvSpPr>
        <p:spPr>
          <a:xfrm>
            <a:off x="9549130" y="3683000"/>
            <a:ext cx="6604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23" name="Shape 217"/>
          <p:cNvSpPr/>
          <p:nvPr/>
        </p:nvSpPr>
        <p:spPr>
          <a:xfrm>
            <a:off x="9690100" y="182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24" name="Shape 218"/>
          <p:cNvSpPr/>
          <p:nvPr/>
        </p:nvSpPr>
        <p:spPr>
          <a:xfrm>
            <a:off x="9753600" y="19431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5" name="Shape 219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6" name="Shape 220"/>
          <p:cNvSpPr/>
          <p:nvPr/>
        </p:nvSpPr>
        <p:spPr>
          <a:xfrm>
            <a:off x="9956800" y="19431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7" name="Shape 221"/>
          <p:cNvSpPr/>
          <p:nvPr/>
        </p:nvSpPr>
        <p:spPr>
          <a:xfrm>
            <a:off x="10058400" y="19431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8" name="Shape 222"/>
          <p:cNvSpPr/>
          <p:nvPr/>
        </p:nvSpPr>
        <p:spPr>
          <a:xfrm>
            <a:off x="9753600" y="22987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9" name="Shape 223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0" name="Shape 224"/>
          <p:cNvSpPr/>
          <p:nvPr/>
        </p:nvSpPr>
        <p:spPr>
          <a:xfrm>
            <a:off x="9956800" y="22987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1" name="Shape 225"/>
          <p:cNvSpPr/>
          <p:nvPr/>
        </p:nvSpPr>
        <p:spPr>
          <a:xfrm>
            <a:off x="10058400" y="22987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2" name="Shape 226"/>
          <p:cNvSpPr/>
          <p:nvPr/>
        </p:nvSpPr>
        <p:spPr>
          <a:xfrm>
            <a:off x="9753600" y="26543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3" name="Shape 227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4" name="Shape 228"/>
          <p:cNvSpPr/>
          <p:nvPr/>
        </p:nvSpPr>
        <p:spPr>
          <a:xfrm>
            <a:off x="9956800" y="26543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5" name="Shape 229"/>
          <p:cNvSpPr/>
          <p:nvPr/>
        </p:nvSpPr>
        <p:spPr>
          <a:xfrm>
            <a:off x="10058400" y="26543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6" name="Shape 230"/>
          <p:cNvSpPr/>
          <p:nvPr/>
        </p:nvSpPr>
        <p:spPr>
          <a:xfrm>
            <a:off x="9753600" y="29972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7" name="Shape 231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8" name="Shape 232"/>
          <p:cNvSpPr/>
          <p:nvPr/>
        </p:nvSpPr>
        <p:spPr>
          <a:xfrm>
            <a:off x="9956800" y="29972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9" name="Shape 233"/>
          <p:cNvSpPr/>
          <p:nvPr/>
        </p:nvSpPr>
        <p:spPr>
          <a:xfrm>
            <a:off x="10058400" y="29972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0" name="Shape 234"/>
          <p:cNvSpPr/>
          <p:nvPr/>
        </p:nvSpPr>
        <p:spPr>
          <a:xfrm>
            <a:off x="9948863" y="33274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41" name="Shape 235"/>
          <p:cNvSpPr/>
          <p:nvPr/>
        </p:nvSpPr>
        <p:spPr>
          <a:xfrm>
            <a:off x="9923780" y="3263900"/>
            <a:ext cx="6604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42" name="Text 236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43" name="Text 237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44" name="Text 238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45" name="Text 239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46" name="Text 240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47" name="Text 241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48" name="Text 242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49" name="Text 243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0" name="Text 244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1" name="Text 245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2" name="Text 246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53" name="Text 247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4" name="Text 248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5" name="Text 249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6" name="Text 250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57" name="Text 251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8" name="Text 252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9" name="Text 253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0" name="Text 254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1" name="Text 255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2" name="Shape 256"/>
          <p:cNvSpPr/>
          <p:nvPr/>
        </p:nvSpPr>
        <p:spPr>
          <a:xfrm>
            <a:off x="2997200" y="2362200"/>
            <a:ext cx="584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63" name="Text 257"/>
          <p:cNvSpPr/>
          <p:nvPr/>
        </p:nvSpPr>
        <p:spPr>
          <a:xfrm>
            <a:off x="2997200" y="23622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64" name="Shape 258"/>
          <p:cNvSpPr/>
          <p:nvPr/>
        </p:nvSpPr>
        <p:spPr>
          <a:xfrm>
            <a:off x="3581400" y="2095500"/>
            <a:ext cx="5588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65" name="Text 259"/>
          <p:cNvSpPr/>
          <p:nvPr/>
        </p:nvSpPr>
        <p:spPr>
          <a:xfrm>
            <a:off x="3581400" y="20955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66" name="Shape 260"/>
          <p:cNvSpPr/>
          <p:nvPr/>
        </p:nvSpPr>
        <p:spPr>
          <a:xfrm>
            <a:off x="4191000" y="1879600"/>
            <a:ext cx="5334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67" name="Text 261"/>
          <p:cNvSpPr/>
          <p:nvPr/>
        </p:nvSpPr>
        <p:spPr>
          <a:xfrm>
            <a:off x="4191000" y="1879600"/>
            <a:ext cx="533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68" name="Shape 262"/>
          <p:cNvSpPr/>
          <p:nvPr/>
        </p:nvSpPr>
        <p:spPr>
          <a:xfrm>
            <a:off x="4737100" y="16256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69" name="Text 263"/>
          <p:cNvSpPr/>
          <p:nvPr/>
        </p:nvSpPr>
        <p:spPr>
          <a:xfrm>
            <a:off x="4737100" y="1625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0" name="Shape 264"/>
          <p:cNvSpPr/>
          <p:nvPr/>
        </p:nvSpPr>
        <p:spPr>
          <a:xfrm>
            <a:off x="5295900" y="13843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1" name="Text 265"/>
          <p:cNvSpPr/>
          <p:nvPr/>
        </p:nvSpPr>
        <p:spPr>
          <a:xfrm>
            <a:off x="5295900" y="13843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2" name="Shape 266"/>
          <p:cNvSpPr/>
          <p:nvPr/>
        </p:nvSpPr>
        <p:spPr>
          <a:xfrm>
            <a:off x="4432300" y="23622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3" name="Text 267"/>
          <p:cNvSpPr/>
          <p:nvPr/>
        </p:nvSpPr>
        <p:spPr>
          <a:xfrm>
            <a:off x="4432300" y="23622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74" name="Shape 268"/>
          <p:cNvSpPr/>
          <p:nvPr/>
        </p:nvSpPr>
        <p:spPr>
          <a:xfrm>
            <a:off x="5029200" y="21209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5" name="Text 269"/>
          <p:cNvSpPr/>
          <p:nvPr/>
        </p:nvSpPr>
        <p:spPr>
          <a:xfrm>
            <a:off x="5029200" y="21209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76" name="Shape 270"/>
          <p:cNvSpPr/>
          <p:nvPr/>
        </p:nvSpPr>
        <p:spPr>
          <a:xfrm>
            <a:off x="5588000" y="2362200"/>
            <a:ext cx="965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7" name="Text 271"/>
          <p:cNvSpPr/>
          <p:nvPr/>
        </p:nvSpPr>
        <p:spPr>
          <a:xfrm>
            <a:off x="5588000" y="2362200"/>
            <a:ext cx="96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78" name="Shape 272"/>
          <p:cNvSpPr/>
          <p:nvPr/>
        </p:nvSpPr>
        <p:spPr>
          <a:xfrm>
            <a:off x="6413500" y="2133600"/>
            <a:ext cx="8509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9" name="Text 273"/>
          <p:cNvSpPr/>
          <p:nvPr/>
        </p:nvSpPr>
        <p:spPr>
          <a:xfrm>
            <a:off x="6413500" y="2133600"/>
            <a:ext cx="850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0" name="Shape 274"/>
          <p:cNvSpPr/>
          <p:nvPr/>
        </p:nvSpPr>
        <p:spPr>
          <a:xfrm>
            <a:off x="6946900" y="1879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1" name="Text 275"/>
          <p:cNvSpPr/>
          <p:nvPr/>
        </p:nvSpPr>
        <p:spPr>
          <a:xfrm>
            <a:off x="6946900" y="1879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2" name="Shape 276"/>
          <p:cNvSpPr/>
          <p:nvPr/>
        </p:nvSpPr>
        <p:spPr>
          <a:xfrm>
            <a:off x="7518400" y="1625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3" name="Text 277"/>
          <p:cNvSpPr/>
          <p:nvPr/>
        </p:nvSpPr>
        <p:spPr>
          <a:xfrm>
            <a:off x="7518400" y="1625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4" name="Shape 278"/>
          <p:cNvSpPr/>
          <p:nvPr/>
        </p:nvSpPr>
        <p:spPr>
          <a:xfrm>
            <a:off x="8102600" y="1371600"/>
            <a:ext cx="7874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5" name="Text 279"/>
          <p:cNvSpPr/>
          <p:nvPr/>
        </p:nvSpPr>
        <p:spPr>
          <a:xfrm>
            <a:off x="8102600" y="13716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6" name="Shape 280"/>
          <p:cNvSpPr/>
          <p:nvPr/>
        </p:nvSpPr>
        <p:spPr>
          <a:xfrm>
            <a:off x="7569200" y="24257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287" name="Text 281"/>
          <p:cNvSpPr/>
          <p:nvPr/>
        </p:nvSpPr>
        <p:spPr>
          <a:xfrm>
            <a:off x="7569200" y="24257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650" dirty="0"/>
          </a:p>
        </p:txBody>
      </p:sp>
      <p:sp>
        <p:nvSpPr>
          <p:cNvPr id="288" name="Shape 282"/>
          <p:cNvSpPr/>
          <p:nvPr/>
        </p:nvSpPr>
        <p:spPr>
          <a:xfrm>
            <a:off x="8255000" y="2146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289" name="Text 283"/>
          <p:cNvSpPr/>
          <p:nvPr/>
        </p:nvSpPr>
        <p:spPr>
          <a:xfrm>
            <a:off x="8255000" y="2146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650" dirty="0"/>
          </a:p>
        </p:txBody>
      </p:sp>
      <p:sp>
        <p:nvSpPr>
          <p:cNvPr id="290" name="Shape 284"/>
          <p:cNvSpPr/>
          <p:nvPr/>
        </p:nvSpPr>
        <p:spPr>
          <a:xfrm>
            <a:off x="8763000" y="18542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291" name="Text 285"/>
          <p:cNvSpPr/>
          <p:nvPr/>
        </p:nvSpPr>
        <p:spPr>
          <a:xfrm>
            <a:off x="8763000" y="18542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650" dirty="0"/>
          </a:p>
        </p:txBody>
      </p:sp>
      <p:sp>
        <p:nvSpPr>
          <p:cNvPr id="292" name="Shape 286"/>
          <p:cNvSpPr/>
          <p:nvPr/>
        </p:nvSpPr>
        <p:spPr>
          <a:xfrm>
            <a:off x="9321800" y="1625600"/>
            <a:ext cx="393700" cy="1778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293" name="Text 287"/>
          <p:cNvSpPr/>
          <p:nvPr/>
        </p:nvSpPr>
        <p:spPr>
          <a:xfrm>
            <a:off x="9321800" y="1625600"/>
            <a:ext cx="393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650" dirty="0"/>
          </a:p>
        </p:txBody>
      </p:sp>
      <p:sp>
        <p:nvSpPr>
          <p:cNvPr id="294" name="Shape 288"/>
          <p:cNvSpPr/>
          <p:nvPr/>
        </p:nvSpPr>
        <p:spPr>
          <a:xfrm>
            <a:off x="9880600" y="1384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295" name="Text 289"/>
          <p:cNvSpPr/>
          <p:nvPr/>
        </p:nvSpPr>
        <p:spPr>
          <a:xfrm>
            <a:off x="9880600" y="1384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650" dirty="0"/>
          </a:p>
        </p:txBody>
      </p:sp>
      <p:sp>
        <p:nvSpPr>
          <p:cNvPr id="296" name="Shape 290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97" name="Text 291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298" name="Shape 292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99" name="Text 293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00" name="Shape 294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01" name="Text 295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02" name="Shape 296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03" name="Text 297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04" name="Shape 298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05" name="Text 299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06" name="Shape 300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07" name="Text 301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08" name="Shape 302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09" name="Text 303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0" name="Shape 304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11" name="Text 305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2" name="Shape 306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13" name="Text 307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4" name="Shape 308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15" name="Text 309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16" name="Shape 310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17" name="Text 311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18" name="Shape 312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19" name="Text 313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20" name="Shape 314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21" name="Text 315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22" name="Shape 316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23" name="Text 317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24" name="Shape 318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25" name="Text 319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26" name="Shape 320"/>
          <p:cNvSpPr/>
          <p:nvPr/>
        </p:nvSpPr>
        <p:spPr>
          <a:xfrm>
            <a:off x="5321300" y="1943100"/>
            <a:ext cx="1016000" cy="203200"/>
          </a:xfrm>
          <a:prstGeom prst="roundRect">
            <a:avLst>
              <a:gd name="adj" fmla="val 13500"/>
            </a:avLst>
          </a:prstGeom>
          <a:solidFill>
            <a:srgbClr val="BC4E05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27" name="Shape 321"/>
          <p:cNvSpPr/>
          <p:nvPr/>
        </p:nvSpPr>
        <p:spPr>
          <a:xfrm>
            <a:off x="5892800" y="1714500"/>
            <a:ext cx="914400" cy="190500"/>
          </a:xfrm>
          <a:prstGeom prst="roundRect">
            <a:avLst>
              <a:gd name="adj" fmla="val 14400"/>
            </a:avLst>
          </a:prstGeom>
          <a:solidFill>
            <a:srgbClr val="6B7052"/>
          </a:solidFill>
          <a:ln w="9525">
            <a:solidFill>
              <a:srgbClr val="B0B0B0"/>
            </a:solidFill>
            <a:prstDash val="dash"/>
          </a:ln>
        </p:spPr>
      </p:sp>
      <p:sp>
        <p:nvSpPr>
          <p:cNvPr id="328" name="Shape 322"/>
          <p:cNvSpPr/>
          <p:nvPr/>
        </p:nvSpPr>
        <p:spPr>
          <a:xfrm>
            <a:off x="6477000" y="1460500"/>
            <a:ext cx="889000" cy="165100"/>
          </a:xfrm>
          <a:prstGeom prst="roundRect">
            <a:avLst>
              <a:gd name="adj" fmla="val 16615"/>
            </a:avLst>
          </a:prstGeom>
          <a:solidFill>
            <a:srgbClr val="FAFF0C"/>
          </a:solidFill>
          <a:ln w="9525">
            <a:solidFill>
              <a:srgbClr val="B8B860"/>
            </a:solidFill>
            <a:prstDash val="dash"/>
          </a:ln>
        </p:spPr>
      </p:sp>
      <p:sp>
        <p:nvSpPr>
          <p:cNvPr id="329" name="Shape 323"/>
          <p:cNvSpPr/>
          <p:nvPr/>
        </p:nvSpPr>
        <p:spPr>
          <a:xfrm>
            <a:off x="6959600" y="1168400"/>
            <a:ext cx="965200" cy="228600"/>
          </a:xfrm>
          <a:prstGeom prst="roundRect">
            <a:avLst>
              <a:gd name="adj" fmla="val 12000"/>
            </a:avLst>
          </a:prstGeom>
          <a:solidFill>
            <a:srgbClr val="A0FF78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330" name="Shape 324"/>
          <p:cNvSpPr/>
          <p:nvPr/>
        </p:nvSpPr>
        <p:spPr>
          <a:xfrm>
            <a:off x="7543800" y="952500"/>
            <a:ext cx="927100" cy="203200"/>
          </a:xfrm>
          <a:prstGeom prst="roundRect">
            <a:avLst>
              <a:gd name="adj" fmla="val 13500"/>
            </a:avLst>
          </a:prstGeom>
          <a:solidFill>
            <a:srgbClr val="F6DEBE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331" name="Shape 325"/>
          <p:cNvSpPr/>
          <p:nvPr/>
        </p:nvSpPr>
        <p:spPr>
          <a:xfrm>
            <a:off x="6356350" y="1955800"/>
            <a:ext cx="12700" cy="76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32" name="Shape 326"/>
          <p:cNvSpPr/>
          <p:nvPr/>
        </p:nvSpPr>
        <p:spPr>
          <a:xfrm>
            <a:off x="6329680" y="18923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33" name="Shape 327"/>
          <p:cNvSpPr/>
          <p:nvPr/>
        </p:nvSpPr>
        <p:spPr>
          <a:xfrm>
            <a:off x="6889750" y="1701800"/>
            <a:ext cx="12700" cy="76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34" name="Shape 328"/>
          <p:cNvSpPr/>
          <p:nvPr/>
        </p:nvSpPr>
        <p:spPr>
          <a:xfrm>
            <a:off x="6863080" y="16383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35" name="Shape 329"/>
          <p:cNvSpPr/>
          <p:nvPr/>
        </p:nvSpPr>
        <p:spPr>
          <a:xfrm>
            <a:off x="7435850" y="1447800"/>
            <a:ext cx="12700" cy="76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36" name="Shape 330"/>
          <p:cNvSpPr/>
          <p:nvPr/>
        </p:nvSpPr>
        <p:spPr>
          <a:xfrm>
            <a:off x="7409180" y="13843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37" name="Shape 331"/>
          <p:cNvSpPr/>
          <p:nvPr/>
        </p:nvSpPr>
        <p:spPr>
          <a:xfrm>
            <a:off x="7994650" y="1193800"/>
            <a:ext cx="12700" cy="76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38" name="Shape 332"/>
          <p:cNvSpPr/>
          <p:nvPr/>
        </p:nvSpPr>
        <p:spPr>
          <a:xfrm>
            <a:off x="7967980" y="11303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39" name="Shape 333"/>
          <p:cNvSpPr/>
          <p:nvPr/>
        </p:nvSpPr>
        <p:spPr>
          <a:xfrm>
            <a:off x="5422900" y="2222500"/>
            <a:ext cx="266700" cy="139700"/>
          </a:xfrm>
          <a:prstGeom prst="line">
            <a:avLst/>
          </a:prstGeom>
          <a:noFill/>
          <a:ln w="31750">
            <a:solidFill>
              <a:srgbClr val="00AA00"/>
            </a:solidFill>
            <a:prstDash val="solid"/>
            <a:headEnd type="triangle"/>
          </a:ln>
        </p:spPr>
      </p:sp>
      <p:pic>
        <p:nvPicPr>
          <p:cNvPr id="340" name="Image 4" descr="/home/ahmed/Projects/ai_llm_slides/videos/deep-learning/002_transformers_part2/recreated_pptx/build/assets/plane01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0" y="825500"/>
            <a:ext cx="4254500" cy="2070100"/>
          </a:xfrm>
          <a:prstGeom prst="rect">
            <a:avLst/>
          </a:prstGeom>
        </p:spPr>
      </p:pic>
      <p:pic>
        <p:nvPicPr>
          <p:cNvPr id="341" name="Image 5" descr="/home/ahmed/Projects/ai_llm_slides/videos/deep-learning/002_transformers_part2/recreated_pptx/build/assets/swoosh01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2984500"/>
            <a:ext cx="3746500" cy="2095500"/>
          </a:xfrm>
          <a:prstGeom prst="rect">
            <a:avLst/>
          </a:prstGeom>
        </p:spPr>
      </p:pic>
      <p:sp>
        <p:nvSpPr>
          <p:cNvPr id="342" name="Text 334"/>
          <p:cNvSpPr/>
          <p:nvPr/>
        </p:nvSpPr>
        <p:spPr>
          <a:xfrm rot="20280000">
            <a:off x="9880600" y="3327400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22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"H" Heads</a:t>
            </a:r>
            <a:endParaRPr lang="en-US" sz="1000" dirty="0"/>
          </a:p>
        </p:txBody>
      </p:sp>
      <p:sp>
        <p:nvSpPr>
          <p:cNvPr id="343" name="Shape 335"/>
          <p:cNvSpPr/>
          <p:nvPr/>
        </p:nvSpPr>
        <p:spPr>
          <a:xfrm>
            <a:off x="2197100" y="5092700"/>
            <a:ext cx="2781300" cy="406400"/>
          </a:xfrm>
          <a:prstGeom prst="roundRect">
            <a:avLst>
              <a:gd name="adj" fmla="val 11250"/>
            </a:avLst>
          </a:prstGeom>
          <a:solidFill>
            <a:srgbClr val="EEFDDC"/>
          </a:solidFill>
          <a:ln w="19050">
            <a:solidFill>
              <a:srgbClr val="999999"/>
            </a:solidFill>
            <a:prstDash val="dash"/>
          </a:ln>
        </p:spPr>
      </p:sp>
      <p:sp>
        <p:nvSpPr>
          <p:cNvPr id="344" name="Shape 336"/>
          <p:cNvSpPr/>
          <p:nvPr/>
        </p:nvSpPr>
        <p:spPr>
          <a:xfrm>
            <a:off x="2286000" y="5181600"/>
            <a:ext cx="1174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45" name="Shape 337"/>
          <p:cNvSpPr/>
          <p:nvPr/>
        </p:nvSpPr>
        <p:spPr>
          <a:xfrm>
            <a:off x="2403475" y="5181600"/>
            <a:ext cx="1174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46" name="Shape 338"/>
          <p:cNvSpPr/>
          <p:nvPr/>
        </p:nvSpPr>
        <p:spPr>
          <a:xfrm>
            <a:off x="2520950" y="5181600"/>
            <a:ext cx="1174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47" name="Shape 339"/>
          <p:cNvSpPr/>
          <p:nvPr/>
        </p:nvSpPr>
        <p:spPr>
          <a:xfrm>
            <a:off x="2638425" y="5181600"/>
            <a:ext cx="1174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48" name="Text 340"/>
          <p:cNvSpPr/>
          <p:nvPr/>
        </p:nvSpPr>
        <p:spPr>
          <a:xfrm>
            <a:off x="2286000" y="5181600"/>
            <a:ext cx="4699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13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349" name="Shape 341"/>
          <p:cNvSpPr/>
          <p:nvPr/>
        </p:nvSpPr>
        <p:spPr>
          <a:xfrm>
            <a:off x="2971800" y="5156200"/>
            <a:ext cx="152400" cy="279400"/>
          </a:xfrm>
          <a:prstGeom prst="rect">
            <a:avLst/>
          </a:prstGeom>
          <a:solidFill>
            <a:srgbClr val="D296C8"/>
          </a:solidFill>
          <a:ln w="15875">
            <a:solidFill>
              <a:srgbClr val="CC44CC"/>
            </a:solidFill>
            <a:prstDash val="solid"/>
          </a:ln>
        </p:spPr>
      </p:sp>
      <p:sp>
        <p:nvSpPr>
          <p:cNvPr id="350" name="Shape 342"/>
          <p:cNvSpPr/>
          <p:nvPr/>
        </p:nvSpPr>
        <p:spPr>
          <a:xfrm>
            <a:off x="3124200" y="5156200"/>
            <a:ext cx="152400" cy="279400"/>
          </a:xfrm>
          <a:prstGeom prst="rect">
            <a:avLst/>
          </a:prstGeom>
          <a:solidFill>
            <a:srgbClr val="D296C8"/>
          </a:solidFill>
          <a:ln w="15875">
            <a:solidFill>
              <a:srgbClr val="CC44CC"/>
            </a:solidFill>
            <a:prstDash val="solid"/>
          </a:ln>
        </p:spPr>
      </p:sp>
      <p:sp>
        <p:nvSpPr>
          <p:cNvPr id="351" name="Shape 343"/>
          <p:cNvSpPr/>
          <p:nvPr/>
        </p:nvSpPr>
        <p:spPr>
          <a:xfrm>
            <a:off x="3276600" y="5156200"/>
            <a:ext cx="152400" cy="279400"/>
          </a:xfrm>
          <a:prstGeom prst="rect">
            <a:avLst/>
          </a:prstGeom>
          <a:solidFill>
            <a:srgbClr val="D296C8"/>
          </a:solidFill>
          <a:ln w="15875">
            <a:solidFill>
              <a:srgbClr val="CC44CC"/>
            </a:solidFill>
            <a:prstDash val="solid"/>
          </a:ln>
        </p:spPr>
      </p:sp>
      <p:sp>
        <p:nvSpPr>
          <p:cNvPr id="352" name="Shape 344"/>
          <p:cNvSpPr/>
          <p:nvPr/>
        </p:nvSpPr>
        <p:spPr>
          <a:xfrm>
            <a:off x="3429000" y="5156200"/>
            <a:ext cx="152400" cy="279400"/>
          </a:xfrm>
          <a:prstGeom prst="rect">
            <a:avLst/>
          </a:prstGeom>
          <a:solidFill>
            <a:srgbClr val="D296C8"/>
          </a:solidFill>
          <a:ln w="15875">
            <a:solidFill>
              <a:srgbClr val="CC44CC"/>
            </a:solidFill>
            <a:prstDash val="solid"/>
          </a:ln>
        </p:spPr>
      </p:sp>
      <p:sp>
        <p:nvSpPr>
          <p:cNvPr id="353" name="Text 345"/>
          <p:cNvSpPr/>
          <p:nvPr/>
        </p:nvSpPr>
        <p:spPr>
          <a:xfrm>
            <a:off x="2971800" y="5156200"/>
            <a:ext cx="60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13" b="1" baseline="-400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354" name="Shape 346"/>
          <p:cNvSpPr/>
          <p:nvPr/>
        </p:nvSpPr>
        <p:spPr>
          <a:xfrm>
            <a:off x="3657600" y="5181600"/>
            <a:ext cx="1428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55" name="Shape 347"/>
          <p:cNvSpPr/>
          <p:nvPr/>
        </p:nvSpPr>
        <p:spPr>
          <a:xfrm>
            <a:off x="3800475" y="5181600"/>
            <a:ext cx="1428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56" name="Shape 348"/>
          <p:cNvSpPr/>
          <p:nvPr/>
        </p:nvSpPr>
        <p:spPr>
          <a:xfrm>
            <a:off x="3943350" y="5181600"/>
            <a:ext cx="1428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57" name="Shape 349"/>
          <p:cNvSpPr/>
          <p:nvPr/>
        </p:nvSpPr>
        <p:spPr>
          <a:xfrm>
            <a:off x="4086225" y="5181600"/>
            <a:ext cx="1428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58" name="Text 350"/>
          <p:cNvSpPr/>
          <p:nvPr/>
        </p:nvSpPr>
        <p:spPr>
          <a:xfrm>
            <a:off x="3657600" y="5181600"/>
            <a:ext cx="5715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13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359" name="Shape 351"/>
          <p:cNvSpPr/>
          <p:nvPr/>
        </p:nvSpPr>
        <p:spPr>
          <a:xfrm>
            <a:off x="4279900" y="5181600"/>
            <a:ext cx="146050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60" name="Shape 352"/>
          <p:cNvSpPr/>
          <p:nvPr/>
        </p:nvSpPr>
        <p:spPr>
          <a:xfrm>
            <a:off x="4425950" y="5181600"/>
            <a:ext cx="146050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61" name="Shape 353"/>
          <p:cNvSpPr/>
          <p:nvPr/>
        </p:nvSpPr>
        <p:spPr>
          <a:xfrm>
            <a:off x="4572000" y="5181600"/>
            <a:ext cx="146050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62" name="Shape 354"/>
          <p:cNvSpPr/>
          <p:nvPr/>
        </p:nvSpPr>
        <p:spPr>
          <a:xfrm>
            <a:off x="4718050" y="5181600"/>
            <a:ext cx="146050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63" name="Text 355"/>
          <p:cNvSpPr/>
          <p:nvPr/>
        </p:nvSpPr>
        <p:spPr>
          <a:xfrm>
            <a:off x="4279900" y="5181600"/>
            <a:ext cx="5842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13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364" name="Shape 356"/>
          <p:cNvSpPr/>
          <p:nvPr/>
        </p:nvSpPr>
        <p:spPr>
          <a:xfrm>
            <a:off x="3009900" y="5410200"/>
            <a:ext cx="63500" cy="203200"/>
          </a:xfrm>
          <a:prstGeom prst="line">
            <a:avLst/>
          </a:prstGeom>
          <a:noFill/>
          <a:ln w="5080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65" name="Shape 357"/>
          <p:cNvSpPr/>
          <p:nvPr/>
        </p:nvSpPr>
        <p:spPr>
          <a:xfrm>
            <a:off x="3302000" y="4610100"/>
            <a:ext cx="76200" cy="127000"/>
          </a:xfrm>
          <a:prstGeom prst="rect">
            <a:avLst/>
          </a:prstGeom>
          <a:solidFill>
            <a:srgbClr val="E8D8B0"/>
          </a:solidFill>
          <a:ln w="6350">
            <a:solidFill>
              <a:srgbClr val="B8A888"/>
            </a:solidFill>
            <a:prstDash val="solid"/>
          </a:ln>
        </p:spPr>
      </p:sp>
      <p:sp>
        <p:nvSpPr>
          <p:cNvPr id="366" name="Shape 358"/>
          <p:cNvSpPr/>
          <p:nvPr/>
        </p:nvSpPr>
        <p:spPr>
          <a:xfrm>
            <a:off x="3378200" y="4610100"/>
            <a:ext cx="76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A888"/>
            </a:solidFill>
            <a:prstDash val="solid"/>
          </a:ln>
        </p:spPr>
      </p:sp>
      <p:sp>
        <p:nvSpPr>
          <p:cNvPr id="367" name="Shape 359"/>
          <p:cNvSpPr/>
          <p:nvPr/>
        </p:nvSpPr>
        <p:spPr>
          <a:xfrm>
            <a:off x="3454400" y="4610100"/>
            <a:ext cx="76200" cy="127000"/>
          </a:xfrm>
          <a:prstGeom prst="rect">
            <a:avLst/>
          </a:prstGeom>
          <a:solidFill>
            <a:srgbClr val="E8D8B0"/>
          </a:solidFill>
          <a:ln w="6350">
            <a:solidFill>
              <a:srgbClr val="B8A888"/>
            </a:solidFill>
            <a:prstDash val="solid"/>
          </a:ln>
        </p:spPr>
      </p:sp>
      <p:sp>
        <p:nvSpPr>
          <p:cNvPr id="368" name="Shape 360"/>
          <p:cNvSpPr/>
          <p:nvPr/>
        </p:nvSpPr>
        <p:spPr>
          <a:xfrm>
            <a:off x="3530600" y="4610100"/>
            <a:ext cx="76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A888"/>
            </a:solidFill>
            <a:prstDash val="solid"/>
          </a:ln>
        </p:spPr>
      </p:sp>
      <p:sp>
        <p:nvSpPr>
          <p:cNvPr id="369" name="Text 361"/>
          <p:cNvSpPr/>
          <p:nvPr/>
        </p:nvSpPr>
        <p:spPr>
          <a:xfrm>
            <a:off x="3124200" y="4597400"/>
            <a:ext cx="152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370" name="Shape 362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71" name="Text 363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72" name="Shape 364"/>
          <p:cNvSpPr/>
          <p:nvPr/>
        </p:nvSpPr>
        <p:spPr>
          <a:xfrm>
            <a:off x="3296285" y="4546600"/>
            <a:ext cx="11430" cy="508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73" name="Shape 365"/>
          <p:cNvSpPr/>
          <p:nvPr/>
        </p:nvSpPr>
        <p:spPr>
          <a:xfrm>
            <a:off x="3268980" y="44831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74" name="Shape 366"/>
          <p:cNvSpPr/>
          <p:nvPr/>
        </p:nvSpPr>
        <p:spPr>
          <a:xfrm>
            <a:off x="3258185" y="5092700"/>
            <a:ext cx="11430" cy="381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75" name="Shape 367"/>
          <p:cNvSpPr/>
          <p:nvPr/>
        </p:nvSpPr>
        <p:spPr>
          <a:xfrm>
            <a:off x="3230880" y="50292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76" name="Shape 368"/>
          <p:cNvSpPr/>
          <p:nvPr/>
        </p:nvSpPr>
        <p:spPr>
          <a:xfrm>
            <a:off x="1651000" y="4419600"/>
            <a:ext cx="165100" cy="72390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</a:ln>
        </p:spPr>
      </p:sp>
      <p:sp>
        <p:nvSpPr>
          <p:cNvPr id="377" name="Text 369"/>
          <p:cNvSpPr/>
          <p:nvPr/>
        </p:nvSpPr>
        <p:spPr>
          <a:xfrm>
            <a:off x="3771900" y="6057900"/>
            <a:ext cx="4851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</a:t>
            </a:r>
            <a:pPr algn="ctr" indent="0" marL="0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of Word </a:t>
            </a:r>
            <a:pPr algn="ctr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2026-10-12T01:08:54Z</dcterms:created>
  <dcterms:modified xsi:type="dcterms:W3CDTF">2026-10-12T01:08:54Z</dcterms:modified>
</cp:coreProperties>
</file>