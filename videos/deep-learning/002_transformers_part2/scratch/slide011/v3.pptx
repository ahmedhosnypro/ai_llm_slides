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pic>
        <p:nvPicPr>
          <p:cNvPr id="297" name="Image 4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0" y="736600"/>
            <a:ext cx="3937000" cy="1587500"/>
          </a:xfrm>
          <a:prstGeom prst="rect">
            <a:avLst/>
          </a:prstGeom>
        </p:spPr>
      </p:pic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2026-10-12T05:41:28Z</dcterms:created>
  <dcterms:modified xsi:type="dcterms:W3CDTF">2026-10-12T05:41:28Z</dcterms:modified>
</cp:coreProperties>
</file>