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hmed/Projects/ai_llm_slides/videos/deep-learning/002_transformers_part2/recreated_pptx/build/assets/yellow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914400" cy="914400"/>
          </a:xfrm>
          <a:prstGeom prst="rect">
            <a:avLst/>
          </a:prstGeom>
        </p:spPr>
      </p:pic>
      <p:pic>
        <p:nvPicPr>
          <p:cNvPr id="3" name="Image 1" descr="/home/ahmed/Projects/ai_llm_slides/videos/deep-learning/002_transformers_part2/recreated_pptx/build/assets/yellowtest_opaq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2026-10-12T05:09:33Z</dcterms:created>
  <dcterms:modified xsi:type="dcterms:W3CDTF">2026-10-12T05:09:33Z</dcterms:modified>
</cp:coreProperties>
</file>