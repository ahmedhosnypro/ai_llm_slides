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95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73350"/>
            <a:ext cx="195072" cy="106680"/>
          </a:xfrm>
          <a:prstGeom prst="rect">
            <a:avLst/>
          </a:prstGeom>
        </p:spPr>
      </p:pic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97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38450"/>
            <a:ext cx="168910" cy="140208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8" name="Shape 291"/>
          <p:cNvSpPr/>
          <p:nvPr/>
        </p:nvSpPr>
        <p:spPr>
          <a:xfrm>
            <a:off x="4521200" y="1320800"/>
            <a:ext cx="5257800" cy="228600"/>
          </a:xfrm>
          <a:prstGeom prst="rect">
            <a:avLst/>
          </a:prstGeom>
          <a:solidFill>
            <a:srgbClr val="F6DEBE">
              <a:alpha val="75000"/>
            </a:srgbClr>
          </a:solidFill>
          <a:ln/>
        </p:spPr>
      </p:sp>
      <p:sp>
        <p:nvSpPr>
          <p:cNvPr id="299" name="Shape 292"/>
          <p:cNvSpPr/>
          <p:nvPr/>
        </p:nvSpPr>
        <p:spPr>
          <a:xfrm>
            <a:off x="4521200" y="1549400"/>
            <a:ext cx="5257800" cy="254000"/>
          </a:xfrm>
          <a:prstGeom prst="rect">
            <a:avLst/>
          </a:prstGeom>
          <a:solidFill>
            <a:srgbClr val="D1FFE5">
              <a:alpha val="70000"/>
            </a:srgbClr>
          </a:solidFill>
          <a:ln/>
        </p:spPr>
      </p:sp>
      <p:sp>
        <p:nvSpPr>
          <p:cNvPr id="300" name="Shape 293"/>
          <p:cNvSpPr/>
          <p:nvPr/>
        </p:nvSpPr>
        <p:spPr>
          <a:xfrm>
            <a:off x="7493000" y="914400"/>
            <a:ext cx="952500" cy="165100"/>
          </a:xfrm>
          <a:prstGeom prst="roundRect">
            <a:avLst>
              <a:gd name="adj" fmla="val 27692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1" name="Text 294"/>
          <p:cNvSpPr/>
          <p:nvPr/>
        </p:nvSpPr>
        <p:spPr>
          <a:xfrm>
            <a:off x="7493000" y="9144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2" name="Shape 295"/>
          <p:cNvSpPr/>
          <p:nvPr/>
        </p:nvSpPr>
        <p:spPr>
          <a:xfrm>
            <a:off x="7976870" y="1079500"/>
            <a:ext cx="22860" cy="127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3" name="Shape 296"/>
          <p:cNvSpPr/>
          <p:nvPr/>
        </p:nvSpPr>
        <p:spPr>
          <a:xfrm>
            <a:off x="7950200" y="1079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4" name="Shape 297"/>
          <p:cNvSpPr/>
          <p:nvPr/>
        </p:nvSpPr>
        <p:spPr>
          <a:xfrm>
            <a:off x="6934200" y="1155700"/>
            <a:ext cx="965200" cy="215900"/>
          </a:xfrm>
          <a:prstGeom prst="roundRect">
            <a:avLst>
              <a:gd name="adj" fmla="val 21176"/>
            </a:avLst>
          </a:prstGeom>
          <a:solidFill>
            <a:srgbClr val="D2FFE0">
              <a:alpha val="70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305" name="Text 298"/>
          <p:cNvSpPr/>
          <p:nvPr/>
        </p:nvSpPr>
        <p:spPr>
          <a:xfrm>
            <a:off x="6934200" y="1155700"/>
            <a:ext cx="96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6" name="Shape 299"/>
          <p:cNvSpPr/>
          <p:nvPr/>
        </p:nvSpPr>
        <p:spPr>
          <a:xfrm>
            <a:off x="7418070" y="1371600"/>
            <a:ext cx="22860" cy="1270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7" name="Shape 300"/>
          <p:cNvSpPr/>
          <p:nvPr/>
        </p:nvSpPr>
        <p:spPr>
          <a:xfrm>
            <a:off x="7391400" y="14859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8" name="Shape 301"/>
          <p:cNvSpPr/>
          <p:nvPr/>
        </p:nvSpPr>
        <p:spPr>
          <a:xfrm>
            <a:off x="6934200" y="1384300"/>
            <a:ext cx="927100" cy="266700"/>
          </a:xfrm>
          <a:prstGeom prst="roundRect">
            <a:avLst>
              <a:gd name="adj" fmla="val 17143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9" name="Text 302"/>
          <p:cNvSpPr/>
          <p:nvPr/>
        </p:nvSpPr>
        <p:spPr>
          <a:xfrm>
            <a:off x="6934200" y="1384300"/>
            <a:ext cx="92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10" name="Shape 303"/>
          <p:cNvSpPr/>
          <p:nvPr/>
        </p:nvSpPr>
        <p:spPr>
          <a:xfrm>
            <a:off x="5816600" y="1676400"/>
            <a:ext cx="1092200" cy="330200"/>
          </a:xfrm>
          <a:prstGeom prst="roundRect">
            <a:avLst>
              <a:gd name="adj" fmla="val 13846"/>
            </a:avLst>
          </a:prstGeom>
          <a:solidFill>
            <a:srgbClr val="B8BE45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1" name="Shape 304"/>
          <p:cNvSpPr/>
          <p:nvPr/>
        </p:nvSpPr>
        <p:spPr>
          <a:xfrm>
            <a:off x="6592570" y="2006600"/>
            <a:ext cx="22860" cy="2286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12" name="Shape 305"/>
          <p:cNvSpPr/>
          <p:nvPr/>
        </p:nvSpPr>
        <p:spPr>
          <a:xfrm>
            <a:off x="6565900" y="2222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13" name="Shape 306"/>
          <p:cNvSpPr/>
          <p:nvPr/>
        </p:nvSpPr>
        <p:spPr>
          <a:xfrm>
            <a:off x="4800600" y="2336800"/>
            <a:ext cx="2438400" cy="266700"/>
          </a:xfrm>
          <a:prstGeom prst="roundRect">
            <a:avLst>
              <a:gd name="adj" fmla="val 17143"/>
            </a:avLst>
          </a:prstGeom>
          <a:solidFill>
            <a:srgbClr val="F5CF50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4" name="Shape 307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5" name="Text 308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316" name="Shape 309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7" name="Text 310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318" name="Shape 311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9" name="Text 312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320" name="Shape 313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1" name="Text 314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322" name="Shape 315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3" name="Text 316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324" name="Shape 317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8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6" name="Shape 319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0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8" name="Shape 321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2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30" name="Shape 323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1" name="Text 324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2" name="Shape 325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3" name="Text 326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4" name="Shape 327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35" name="Text 328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6" name="Shape 329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7" name="Text 330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38" name="Shape 331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0" name="Shape 333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2" name="Shape 335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4" name="Shape 337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5" name="Text 338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6" name="Shape 339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7" name="Text 340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8" name="Shape 341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9" name="Text 342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0" name="Shape 343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1" name="Text 344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2" name="Shape 345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53" name="Text 346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54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55" name="Text 347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56" name="Shape 348"/>
          <p:cNvSpPr/>
          <p:nvPr/>
        </p:nvSpPr>
        <p:spPr>
          <a:xfrm>
            <a:off x="2197100" y="5130800"/>
            <a:ext cx="2781300" cy="482600"/>
          </a:xfrm>
          <a:prstGeom prst="roundRect">
            <a:avLst>
              <a:gd name="adj" fmla="val 9474"/>
            </a:avLst>
          </a:prstGeom>
          <a:solidFill>
            <a:srgbClr val="EEFDDC"/>
          </a:solidFill>
          <a:ln w="15875">
            <a:solidFill>
              <a:srgbClr val="2E7D4A"/>
            </a:solidFill>
            <a:prstDash val="dash"/>
          </a:ln>
        </p:spPr>
      </p:sp>
      <p:sp>
        <p:nvSpPr>
          <p:cNvPr id="357" name="Shape 349"/>
          <p:cNvSpPr/>
          <p:nvPr/>
        </p:nvSpPr>
        <p:spPr>
          <a:xfrm>
            <a:off x="2870200" y="4470400"/>
            <a:ext cx="762000" cy="1219200"/>
          </a:xfrm>
          <a:prstGeom prst="ellipse">
            <a:avLst/>
          </a:prstGeom>
          <a:solidFill>
            <a:srgbClr val="7B9FE8">
              <a:alpha val="48000"/>
            </a:srgbClr>
          </a:solidFill>
          <a:ln/>
        </p:spPr>
      </p:sp>
      <p:sp>
        <p:nvSpPr>
          <p:cNvPr id="358" name="Shape 350"/>
          <p:cNvSpPr/>
          <p:nvPr/>
        </p:nvSpPr>
        <p:spPr>
          <a:xfrm>
            <a:off x="3098800" y="4572000"/>
            <a:ext cx="635000" cy="1016000"/>
          </a:xfrm>
          <a:prstGeom prst="ellipse">
            <a:avLst/>
          </a:prstGeom>
          <a:solidFill>
            <a:srgbClr val="9B7FE0">
              <a:alpha val="48000"/>
            </a:srgbClr>
          </a:solidFill>
          <a:ln/>
        </p:spPr>
      </p:sp>
      <p:sp>
        <p:nvSpPr>
          <p:cNvPr id="359" name="Shape 351"/>
          <p:cNvSpPr/>
          <p:nvPr/>
        </p:nvSpPr>
        <p:spPr>
          <a:xfrm>
            <a:off x="3302000" y="4673600"/>
            <a:ext cx="558800" cy="863600"/>
          </a:xfrm>
          <a:prstGeom prst="ellipse">
            <a:avLst/>
          </a:prstGeom>
          <a:solidFill>
            <a:srgbClr val="B08FE8">
              <a:alpha val="48000"/>
            </a:srgbClr>
          </a:solidFill>
          <a:ln/>
        </p:spPr>
      </p:sp>
      <p:sp>
        <p:nvSpPr>
          <p:cNvPr id="360" name="Shape 352"/>
          <p:cNvSpPr/>
          <p:nvPr/>
        </p:nvSpPr>
        <p:spPr>
          <a:xfrm>
            <a:off x="3479800" y="4775200"/>
            <a:ext cx="482600" cy="711200"/>
          </a:xfrm>
          <a:prstGeom prst="ellipse">
            <a:avLst/>
          </a:prstGeom>
          <a:solidFill>
            <a:srgbClr val="E8D87B">
              <a:alpha val="48000"/>
            </a:srgbClr>
          </a:solidFill>
          <a:ln/>
        </p:spPr>
      </p:sp>
      <p:sp>
        <p:nvSpPr>
          <p:cNvPr id="361" name="Shape 353"/>
          <p:cNvSpPr/>
          <p:nvPr/>
        </p:nvSpPr>
        <p:spPr>
          <a:xfrm>
            <a:off x="3632200" y="4876800"/>
            <a:ext cx="406400" cy="558800"/>
          </a:xfrm>
          <a:prstGeom prst="ellipse">
            <a:avLst/>
          </a:prstGeom>
          <a:solidFill>
            <a:srgbClr val="8FD98F">
              <a:alpha val="48000"/>
            </a:srgbClr>
          </a:solidFill>
          <a:ln/>
        </p:spPr>
      </p:sp>
      <p:sp>
        <p:nvSpPr>
          <p:cNvPr id="362" name="Shape 354"/>
          <p:cNvSpPr/>
          <p:nvPr/>
        </p:nvSpPr>
        <p:spPr>
          <a:xfrm>
            <a:off x="2336800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3" name="Shape 355"/>
          <p:cNvSpPr/>
          <p:nvPr/>
        </p:nvSpPr>
        <p:spPr>
          <a:xfrm>
            <a:off x="2409371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2481943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5" name="Shape 357"/>
          <p:cNvSpPr/>
          <p:nvPr/>
        </p:nvSpPr>
        <p:spPr>
          <a:xfrm>
            <a:off x="2554514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2627086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2699657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2772229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2541814" y="5175250"/>
            <a:ext cx="170543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70" name="Text 362"/>
          <p:cNvSpPr/>
          <p:nvPr/>
        </p:nvSpPr>
        <p:spPr>
          <a:xfrm>
            <a:off x="2541814" y="5181600"/>
            <a:ext cx="17054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1" name="Shape 363"/>
          <p:cNvSpPr/>
          <p:nvPr/>
        </p:nvSpPr>
        <p:spPr>
          <a:xfrm>
            <a:off x="2882900" y="5143500"/>
            <a:ext cx="711200" cy="304800"/>
          </a:xfrm>
          <a:prstGeom prst="roundRect">
            <a:avLst>
              <a:gd name="adj" fmla="val 12000"/>
            </a:avLst>
          </a:prstGeom>
          <a:ln w="12700">
            <a:solidFill>
              <a:srgbClr val="7B2FBF"/>
            </a:solidFill>
            <a:prstDash val="dash"/>
          </a:ln>
        </p:spPr>
      </p:sp>
      <p:sp>
        <p:nvSpPr>
          <p:cNvPr id="372" name="Shape 364"/>
          <p:cNvSpPr/>
          <p:nvPr/>
        </p:nvSpPr>
        <p:spPr>
          <a:xfrm>
            <a:off x="2895600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3" name="Shape 365"/>
          <p:cNvSpPr/>
          <p:nvPr/>
        </p:nvSpPr>
        <p:spPr>
          <a:xfrm>
            <a:off x="2993571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4" name="Shape 366"/>
          <p:cNvSpPr/>
          <p:nvPr/>
        </p:nvSpPr>
        <p:spPr>
          <a:xfrm>
            <a:off x="3091543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5" name="Shape 367"/>
          <p:cNvSpPr/>
          <p:nvPr/>
        </p:nvSpPr>
        <p:spPr>
          <a:xfrm>
            <a:off x="3189514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6" name="Shape 368"/>
          <p:cNvSpPr/>
          <p:nvPr/>
        </p:nvSpPr>
        <p:spPr>
          <a:xfrm>
            <a:off x="3287486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7" name="Shape 369"/>
          <p:cNvSpPr/>
          <p:nvPr/>
        </p:nvSpPr>
        <p:spPr>
          <a:xfrm>
            <a:off x="3385457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8" name="Shape 370"/>
          <p:cNvSpPr/>
          <p:nvPr/>
        </p:nvSpPr>
        <p:spPr>
          <a:xfrm>
            <a:off x="3483429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9" name="Shape 371"/>
          <p:cNvSpPr/>
          <p:nvPr/>
        </p:nvSpPr>
        <p:spPr>
          <a:xfrm>
            <a:off x="3176814" y="5149850"/>
            <a:ext cx="221343" cy="2921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0" name="Text 372"/>
          <p:cNvSpPr/>
          <p:nvPr/>
        </p:nvSpPr>
        <p:spPr>
          <a:xfrm>
            <a:off x="3176814" y="5156200"/>
            <a:ext cx="22134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81" name="Shape 373"/>
          <p:cNvSpPr/>
          <p:nvPr/>
        </p:nvSpPr>
        <p:spPr>
          <a:xfrm>
            <a:off x="3644900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2" name="Shape 374"/>
          <p:cNvSpPr/>
          <p:nvPr/>
        </p:nvSpPr>
        <p:spPr>
          <a:xfrm>
            <a:off x="3724729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3" name="Shape 375"/>
          <p:cNvSpPr/>
          <p:nvPr/>
        </p:nvSpPr>
        <p:spPr>
          <a:xfrm>
            <a:off x="3804557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4" name="Shape 376"/>
          <p:cNvSpPr/>
          <p:nvPr/>
        </p:nvSpPr>
        <p:spPr>
          <a:xfrm>
            <a:off x="3884386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5" name="Shape 377"/>
          <p:cNvSpPr/>
          <p:nvPr/>
        </p:nvSpPr>
        <p:spPr>
          <a:xfrm>
            <a:off x="3964214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6" name="Shape 378"/>
          <p:cNvSpPr/>
          <p:nvPr/>
        </p:nvSpPr>
        <p:spPr>
          <a:xfrm>
            <a:off x="4044043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7" name="Shape 379"/>
          <p:cNvSpPr/>
          <p:nvPr/>
        </p:nvSpPr>
        <p:spPr>
          <a:xfrm>
            <a:off x="4123871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8" name="Shape 380"/>
          <p:cNvSpPr/>
          <p:nvPr/>
        </p:nvSpPr>
        <p:spPr>
          <a:xfrm>
            <a:off x="3871686" y="5175250"/>
            <a:ext cx="185057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9" name="Text 381"/>
          <p:cNvSpPr/>
          <p:nvPr/>
        </p:nvSpPr>
        <p:spPr>
          <a:xfrm>
            <a:off x="3871686" y="5181600"/>
            <a:ext cx="18505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0" name="Shape 382"/>
          <p:cNvSpPr/>
          <p:nvPr/>
        </p:nvSpPr>
        <p:spPr>
          <a:xfrm>
            <a:off x="4267200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1" name="Shape 383"/>
          <p:cNvSpPr/>
          <p:nvPr/>
        </p:nvSpPr>
        <p:spPr>
          <a:xfrm>
            <a:off x="4354286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2" name="Shape 384"/>
          <p:cNvSpPr/>
          <p:nvPr/>
        </p:nvSpPr>
        <p:spPr>
          <a:xfrm>
            <a:off x="4441371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3" name="Shape 385"/>
          <p:cNvSpPr/>
          <p:nvPr/>
        </p:nvSpPr>
        <p:spPr>
          <a:xfrm>
            <a:off x="4528457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4" name="Shape 386"/>
          <p:cNvSpPr/>
          <p:nvPr/>
        </p:nvSpPr>
        <p:spPr>
          <a:xfrm>
            <a:off x="4615543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5" name="Shape 387"/>
          <p:cNvSpPr/>
          <p:nvPr/>
        </p:nvSpPr>
        <p:spPr>
          <a:xfrm>
            <a:off x="4702629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6" name="Shape 388"/>
          <p:cNvSpPr/>
          <p:nvPr/>
        </p:nvSpPr>
        <p:spPr>
          <a:xfrm>
            <a:off x="4789714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7" name="Shape 389"/>
          <p:cNvSpPr/>
          <p:nvPr/>
        </p:nvSpPr>
        <p:spPr>
          <a:xfrm>
            <a:off x="4515757" y="5175250"/>
            <a:ext cx="199571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98" name="Text 390"/>
          <p:cNvSpPr/>
          <p:nvPr/>
        </p:nvSpPr>
        <p:spPr>
          <a:xfrm>
            <a:off x="4515757" y="5181600"/>
            <a:ext cx="19957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99" name="Shape 391"/>
          <p:cNvSpPr/>
          <p:nvPr/>
        </p:nvSpPr>
        <p:spPr>
          <a:xfrm>
            <a:off x="3149600" y="5410200"/>
            <a:ext cx="50800" cy="139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00" name="Shape 392"/>
          <p:cNvSpPr/>
          <p:nvPr/>
        </p:nvSpPr>
        <p:spPr>
          <a:xfrm flipV="1">
            <a:off x="3124200" y="55372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01" name="Shape 393"/>
          <p:cNvSpPr/>
          <p:nvPr/>
        </p:nvSpPr>
        <p:spPr>
          <a:xfrm>
            <a:off x="332740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2" name="Shape 394"/>
          <p:cNvSpPr/>
          <p:nvPr/>
        </p:nvSpPr>
        <p:spPr>
          <a:xfrm>
            <a:off x="339598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3" name="Shape 395"/>
          <p:cNvSpPr/>
          <p:nvPr/>
        </p:nvSpPr>
        <p:spPr>
          <a:xfrm>
            <a:off x="346456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4" name="Shape 396"/>
          <p:cNvSpPr/>
          <p:nvPr/>
        </p:nvSpPr>
        <p:spPr>
          <a:xfrm>
            <a:off x="353314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5" name="Shape 397"/>
          <p:cNvSpPr/>
          <p:nvPr/>
        </p:nvSpPr>
        <p:spPr>
          <a:xfrm>
            <a:off x="360172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6" name="Shape 398"/>
          <p:cNvSpPr/>
          <p:nvPr/>
        </p:nvSpPr>
        <p:spPr>
          <a:xfrm>
            <a:off x="3289300" y="4584700"/>
            <a:ext cx="381000" cy="177800"/>
          </a:xfrm>
          <a:prstGeom prst="rect">
            <a:avLst/>
          </a:prstGeom>
          <a:ln w="6350">
            <a:solidFill>
              <a:srgbClr val="B8A888"/>
            </a:solidFill>
            <a:prstDash val="solid"/>
          </a:ln>
        </p:spPr>
      </p:sp>
      <p:sp>
        <p:nvSpPr>
          <p:cNvPr id="407" name="Shape 399"/>
          <p:cNvSpPr/>
          <p:nvPr/>
        </p:nvSpPr>
        <p:spPr>
          <a:xfrm>
            <a:off x="3695700" y="4584700"/>
            <a:ext cx="0" cy="1778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408" name="Text 400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409" name="Shape 401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0" name="Text 40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4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11" name="Shape 403"/>
          <p:cNvSpPr/>
          <p:nvPr/>
        </p:nvSpPr>
        <p:spPr>
          <a:xfrm>
            <a:off x="3284220" y="4495800"/>
            <a:ext cx="11430" cy="635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12" name="Shape 404"/>
          <p:cNvSpPr/>
          <p:nvPr/>
        </p:nvSpPr>
        <p:spPr>
          <a:xfrm>
            <a:off x="3251200" y="443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3" name="Shape 405"/>
          <p:cNvSpPr/>
          <p:nvPr/>
        </p:nvSpPr>
        <p:spPr>
          <a:xfrm flipV="1">
            <a:off x="3251200" y="51054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4" name="Shape 406"/>
          <p:cNvSpPr/>
          <p:nvPr/>
        </p:nvSpPr>
        <p:spPr>
          <a:xfrm>
            <a:off x="1638300" y="4457700"/>
            <a:ext cx="15875" cy="1270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415" name="Shape 407"/>
          <p:cNvSpPr/>
          <p:nvPr/>
        </p:nvSpPr>
        <p:spPr>
          <a:xfrm>
            <a:off x="1593850" y="4381500"/>
            <a:ext cx="101600" cy="825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416" name="Shape 408"/>
          <p:cNvSpPr/>
          <p:nvPr/>
        </p:nvSpPr>
        <p:spPr>
          <a:xfrm>
            <a:off x="1689100" y="4546600"/>
            <a:ext cx="127000" cy="584200"/>
          </a:xfrm>
          <a:prstGeom prst="line">
            <a:avLst/>
          </a:prstGeom>
          <a:noFill/>
          <a:ln w="9525">
            <a:solidFill>
              <a:srgbClr val="3FAE5C"/>
            </a:solidFill>
            <a:prstDash val="dash"/>
          </a:ln>
        </p:spPr>
      </p:sp>
      <p:sp>
        <p:nvSpPr>
          <p:cNvPr id="417" name="Text 409"/>
          <p:cNvSpPr/>
          <p:nvPr/>
        </p:nvSpPr>
        <p:spPr>
          <a:xfrm>
            <a:off x="3771900" y="6057900"/>
            <a:ext cx="485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</a:t>
            </a:r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2026-10-12T05:35:28Z</dcterms:created>
  <dcterms:modified xsi:type="dcterms:W3CDTF">2026-10-12T05:35:28Z</dcterms:modified>
</cp:coreProperties>
</file>