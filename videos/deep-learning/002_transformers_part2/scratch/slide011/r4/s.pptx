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801" name="beam011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3" name="beam011_b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2" name="beam011_strip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294" y="102"/>
                </a:moveTo>
                <a:lnTo>
                  <a:pt x="350" y="102"/>
                </a:lnTo>
                <a:lnTo>
                  <a:pt x="335" y="134"/>
                </a:lnTo>
                <a:lnTo>
                  <a:pt x="294" y="13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2026-10-12T05:58:44Z</dcterms:created>
  <dcterms:modified xsi:type="dcterms:W3CDTF">2026-10-12T05:58:44Z</dcterms:modified>
</cp:coreProperties>
</file>