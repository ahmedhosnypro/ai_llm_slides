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825500"/>
            <a:ext cx="10452100" cy="5715000"/>
          </a:xfrm>
          <a:prstGeom prst="rect">
            <a:avLst/>
          </a:prstGeom>
          <a:ln w="15875">
            <a:solidFill>
              <a:srgbClr val="224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7" name="Shape 5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8" name="Shape 6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9" name="Shape 7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10" name="Shape 8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600" y="2933700"/>
            <a:ext cx="812800" cy="1524000"/>
          </a:xfrm>
          <a:prstGeom prst="roundRect">
            <a:avLst>
              <a:gd name="adj" fmla="val 9000"/>
            </a:avLst>
          </a:prstGeom>
          <a:solidFill>
            <a:srgbClr val="E0F0E0">
              <a:alpha val="88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21920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604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9720" y="30162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6560" y="30162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1828800" y="30861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2413000" y="29464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412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524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6360" y="29464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7800" y="2933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870200" y="30861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21920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3604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69720" y="33718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86560" y="33718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1828800" y="34417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2413000" y="33020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8412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524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6360" y="33020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7800" y="32893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870200" y="34417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21920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604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69720" y="37274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6560" y="37274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1828800" y="37973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413000" y="36576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412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5524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26360" y="36576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17800" y="3644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870200" y="37973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21920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3604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69720" y="41211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86560" y="41211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1828800" y="41910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413000" y="40513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8412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5524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26360" y="40513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17800" y="4038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2870200" y="41910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0" name="Shape 78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2" name="Shape 80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3" name="Shape 81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4" name="Shape 82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5" name="Shape 83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6" name="Shape 84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Text 92"/>
          <p:cNvSpPr/>
          <p:nvPr/>
        </p:nvSpPr>
        <p:spPr>
          <a:xfrm>
            <a:off x="3683000" y="2679700"/>
            <a:ext cx="33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p:pic>
        <p:nvPicPr>
          <p:cNvPr id="95" name="Image 0" descr="/home/ahmed/Projects/ai_llm_slides/videos/deep-learning/002_transformers_part2/recreated_pptx/build/assets/eq015_k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310" y="2673350"/>
            <a:ext cx="195072" cy="106680"/>
          </a:xfrm>
          <a:prstGeom prst="rect">
            <a:avLst/>
          </a:prstGeom>
        </p:spPr>
      </p:pic>
      <p:sp>
        <p:nvSpPr>
          <p:cNvPr id="96" name="Shape 93"/>
          <p:cNvSpPr/>
          <p:nvPr/>
        </p:nvSpPr>
        <p:spPr>
          <a:xfrm>
            <a:off x="4381500" y="2787650"/>
            <a:ext cx="228600" cy="50800"/>
          </a:xfrm>
          <a:prstGeom prst="rect">
            <a:avLst/>
          </a:prstGeom>
          <a:solidFill>
            <a:srgbClr val="D86472"/>
          </a:solidFill>
          <a:ln/>
        </p:spPr>
      </p:sp>
      <p:pic>
        <p:nvPicPr>
          <p:cNvPr id="97" name="Image 1" descr="/home/ahmed/Projects/ai_llm_slides/videos/deep-learning/002_transformers_part2/recreated_pptx/build/assets/eq015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838450"/>
            <a:ext cx="168910" cy="140208"/>
          </a:xfrm>
          <a:prstGeom prst="rect">
            <a:avLst/>
          </a:prstGeom>
        </p:spPr>
      </p:pic>
      <p:sp>
        <p:nvSpPr>
          <p:cNvPr id="98" name="Shape 94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99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01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102" name="Shape 96"/>
          <p:cNvSpPr/>
          <p:nvPr/>
        </p:nvSpPr>
        <p:spPr>
          <a:xfrm>
            <a:off x="4267200" y="30861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3" name="Shape 97"/>
          <p:cNvSpPr/>
          <p:nvPr/>
        </p:nvSpPr>
        <p:spPr>
          <a:xfrm>
            <a:off x="4267200" y="34417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4" name="Shape 98"/>
          <p:cNvSpPr/>
          <p:nvPr/>
        </p:nvSpPr>
        <p:spPr>
          <a:xfrm>
            <a:off x="4267200" y="37973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99"/>
          <p:cNvSpPr/>
          <p:nvPr/>
        </p:nvSpPr>
        <p:spPr>
          <a:xfrm>
            <a:off x="4267200" y="41910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6" name="Shape 100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7" name="Shape 101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09" name="Text 103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110" name="Shape 104"/>
          <p:cNvSpPr/>
          <p:nvPr/>
        </p:nvSpPr>
        <p:spPr>
          <a:xfrm>
            <a:off x="531177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1" name="Shape 105"/>
          <p:cNvSpPr/>
          <p:nvPr/>
        </p:nvSpPr>
        <p:spPr>
          <a:xfrm>
            <a:off x="528447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2" name="Shape 106"/>
          <p:cNvSpPr/>
          <p:nvPr/>
        </p:nvSpPr>
        <p:spPr>
          <a:xfrm>
            <a:off x="558863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3" name="Shape 107"/>
          <p:cNvSpPr/>
          <p:nvPr/>
        </p:nvSpPr>
        <p:spPr>
          <a:xfrm>
            <a:off x="556133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4" name="Shape 108"/>
          <p:cNvSpPr/>
          <p:nvPr/>
        </p:nvSpPr>
        <p:spPr>
          <a:xfrm>
            <a:off x="586295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5" name="Shape 109"/>
          <p:cNvSpPr/>
          <p:nvPr/>
        </p:nvSpPr>
        <p:spPr>
          <a:xfrm>
            <a:off x="583565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6" name="Shape 110"/>
          <p:cNvSpPr/>
          <p:nvPr/>
        </p:nvSpPr>
        <p:spPr>
          <a:xfrm>
            <a:off x="613981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7" name="Shape 111"/>
          <p:cNvSpPr/>
          <p:nvPr/>
        </p:nvSpPr>
        <p:spPr>
          <a:xfrm>
            <a:off x="611251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8" name="Shape 112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9" name="Text 113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0" name="Text 114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21" name="Shape 115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4" name="Shape 118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7" name="Text 121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28" name="Shape 122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9" name="Shape 123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34" name="Text 128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35" name="Shape 129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9" name="Shape 133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40" name="Text 134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41" name="Text 135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42" name="Shape 136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3" name="Shape 137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47" name="Text 141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8" name="Shape 142"/>
          <p:cNvSpPr/>
          <p:nvPr/>
        </p:nvSpPr>
        <p:spPr>
          <a:xfrm>
            <a:off x="7264400" y="31369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49" name="Shape 143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0" name="Text 144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1" name="Shape 145"/>
          <p:cNvSpPr/>
          <p:nvPr/>
        </p:nvSpPr>
        <p:spPr>
          <a:xfrm>
            <a:off x="7264400" y="34925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2" name="Shape 146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3" name="Text 147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4" name="Shape 148"/>
          <p:cNvSpPr/>
          <p:nvPr/>
        </p:nvSpPr>
        <p:spPr>
          <a:xfrm>
            <a:off x="7264400" y="38481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5" name="Shape 149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6" name="Text 150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7" name="Shape 151"/>
          <p:cNvSpPr/>
          <p:nvPr/>
        </p:nvSpPr>
        <p:spPr>
          <a:xfrm>
            <a:off x="7264400" y="42418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2026-10-12T05:39:06Z</dcterms:created>
  <dcterms:modified xsi:type="dcterms:W3CDTF">2026-10-12T05:39:06Z</dcterms:modified>
</cp:coreProperties>
</file>