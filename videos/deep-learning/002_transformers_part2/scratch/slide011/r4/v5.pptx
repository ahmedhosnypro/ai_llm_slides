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23900" y="825500"/>
            <a:ext cx="10452100" cy="5715000"/>
          </a:xfrm>
          <a:prstGeom prst="rect">
            <a:avLst/>
          </a:prstGeom>
          <a:ln w="15875">
            <a:solidFill>
              <a:srgbClr val="2244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90900" y="1320800"/>
            <a:ext cx="6946900" cy="3352800"/>
          </a:xfrm>
          <a:prstGeom prst="roundRect">
            <a:avLst>
              <a:gd name="adj" fmla="val 4091"/>
            </a:avLst>
          </a:prstGeom>
          <a:solidFill>
            <a:srgbClr val="F7E2CD"/>
          </a:solidFill>
          <a:ln/>
        </p:spPr>
      </p:sp>
      <p:sp>
        <p:nvSpPr>
          <p:cNvPr id="7" name="Shape 5"/>
          <p:cNvSpPr/>
          <p:nvPr/>
        </p:nvSpPr>
        <p:spPr>
          <a:xfrm>
            <a:off x="2832100" y="1549400"/>
            <a:ext cx="6997700" cy="3340100"/>
          </a:xfrm>
          <a:prstGeom prst="roundRect">
            <a:avLst>
              <a:gd name="adj" fmla="val 4106"/>
            </a:avLst>
          </a:prstGeom>
          <a:solidFill>
            <a:srgbClr val="D4FFE5"/>
          </a:solidFill>
          <a:ln/>
        </p:spPr>
      </p:sp>
      <p:sp>
        <p:nvSpPr>
          <p:cNvPr id="8" name="Shape 6"/>
          <p:cNvSpPr/>
          <p:nvPr/>
        </p:nvSpPr>
        <p:spPr>
          <a:xfrm>
            <a:off x="2298700" y="1816100"/>
            <a:ext cx="6934200" cy="3263900"/>
          </a:xfrm>
          <a:prstGeom prst="roundRect">
            <a:avLst>
              <a:gd name="adj" fmla="val 4202"/>
            </a:avLst>
          </a:prstGeom>
          <a:solidFill>
            <a:srgbClr val="F8FF9A"/>
          </a:solidFill>
          <a:ln/>
        </p:spPr>
      </p:sp>
      <p:sp>
        <p:nvSpPr>
          <p:cNvPr id="9" name="Shape 7"/>
          <p:cNvSpPr/>
          <p:nvPr/>
        </p:nvSpPr>
        <p:spPr>
          <a:xfrm>
            <a:off x="1778000" y="2070100"/>
            <a:ext cx="6921500" cy="3263900"/>
          </a:xfrm>
          <a:prstGeom prst="roundRect">
            <a:avLst>
              <a:gd name="adj" fmla="val 4202"/>
            </a:avLst>
          </a:prstGeom>
          <a:solidFill>
            <a:srgbClr val="C5C1F4"/>
          </a:solidFill>
          <a:ln/>
        </p:spPr>
      </p:sp>
      <p:sp>
        <p:nvSpPr>
          <p:cNvPr id="10" name="Shape 8"/>
          <p:cNvSpPr/>
          <p:nvPr/>
        </p:nvSpPr>
        <p:spPr>
          <a:xfrm>
            <a:off x="1155700" y="2362200"/>
            <a:ext cx="6959600" cy="3213100"/>
          </a:xfrm>
          <a:prstGeom prst="roundRect">
            <a:avLst>
              <a:gd name="adj" fmla="val 4269"/>
            </a:avLst>
          </a:prstGeom>
          <a:solidFill>
            <a:srgbClr val="EF8C96"/>
          </a:solidFill>
          <a:ln/>
        </p:spPr>
      </p:sp>
      <p:sp>
        <p:nvSpPr>
          <p:cNvPr id="11" name="Shape 9"/>
          <p:cNvSpPr/>
          <p:nvPr/>
        </p:nvSpPr>
        <p:spPr>
          <a:xfrm>
            <a:off x="1117600" y="2933700"/>
            <a:ext cx="812800" cy="1524000"/>
          </a:xfrm>
          <a:prstGeom prst="roundRect">
            <a:avLst>
              <a:gd name="adj" fmla="val 9000"/>
            </a:avLst>
          </a:prstGeom>
          <a:solidFill>
            <a:srgbClr val="E0F0E0">
              <a:alpha val="88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21920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36040" y="30162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9720" y="30162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6560" y="30162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2880" y="30162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1828800" y="30861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0100" y="2965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2413000" y="29464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412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5240" y="29464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6360" y="29464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17800" y="29337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2870200" y="30861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21920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36040" y="33718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69720" y="33718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86560" y="33718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52880" y="33718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3" name="Shape 31"/>
          <p:cNvSpPr/>
          <p:nvPr/>
        </p:nvSpPr>
        <p:spPr>
          <a:xfrm>
            <a:off x="1828800" y="34417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0100" y="3321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2413000" y="33020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8412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5240" y="33020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26360" y="33020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17800" y="32893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2870200" y="34417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21920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6040" y="37274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69720" y="37274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86560" y="37274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52880" y="37274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48" name="Shape 46"/>
          <p:cNvSpPr/>
          <p:nvPr/>
        </p:nvSpPr>
        <p:spPr>
          <a:xfrm>
            <a:off x="1828800" y="37973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70100" y="3676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2413000" y="36576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8412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55240" y="36576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26360" y="36576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17800" y="36449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2870200" y="37973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21920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36040" y="4121150"/>
            <a:ext cx="11684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69720" y="4121150"/>
            <a:ext cx="116840" cy="139700"/>
          </a:xfrm>
          <a:prstGeom prst="rect">
            <a:avLst/>
          </a:prstGeom>
          <a:solidFill>
            <a:srgbClr val="D6E4F8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86560" y="4121150"/>
            <a:ext cx="116840" cy="139700"/>
          </a:xfrm>
          <a:prstGeom prst="rect">
            <a:avLst/>
          </a:prstGeom>
          <a:solidFill>
            <a:srgbClr val="EAE4F0"/>
          </a:solidFill>
          <a:ln w="6350">
            <a:solidFill>
              <a:srgbClr val="D890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452880" y="4121150"/>
            <a:ext cx="11684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63" name="Shape 61"/>
          <p:cNvSpPr/>
          <p:nvPr/>
        </p:nvSpPr>
        <p:spPr>
          <a:xfrm>
            <a:off x="1828800" y="4191000"/>
            <a:ext cx="215900" cy="0"/>
          </a:xfrm>
          <a:prstGeom prst="line">
            <a:avLst/>
          </a:prstGeom>
          <a:noFill/>
          <a:ln w="12700">
            <a:solidFill>
              <a:srgbClr val="C0501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solidFill>
            <a:srgbClr val="D5EBC5"/>
          </a:solidFill>
          <a:ln w="15875">
            <a:solidFill>
              <a:srgbClr val="2E7D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70100" y="40703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8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2413000" y="4051300"/>
            <a:ext cx="71120" cy="1143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8412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55240" y="4051300"/>
            <a:ext cx="71120" cy="1143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26360" y="4051300"/>
            <a:ext cx="71120" cy="114300"/>
          </a:xfrm>
          <a:prstGeom prst="rect">
            <a:avLst/>
          </a:prstGeom>
          <a:solidFill>
            <a:srgbClr val="D6E4F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17800" y="4038600"/>
            <a:ext cx="1778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2870200" y="4191000"/>
            <a:ext cx="508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2908300" y="2667000"/>
            <a:ext cx="749300" cy="1816100"/>
          </a:xfrm>
          <a:prstGeom prst="roundRect">
            <a:avLst>
              <a:gd name="adj" fmla="val 3661"/>
            </a:avLst>
          </a:prstGeom>
          <a:solidFill>
            <a:srgbClr val="D8C0B4"/>
          </a:solidFill>
          <a:ln w="9525">
            <a:solidFill>
              <a:srgbClr val="7A6A5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08300" y="2692400"/>
            <a:ext cx="749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600" dirty="0"/>
          </a:p>
          <a:p>
            <a:pPr algn="ctr" indent="0" marL="0">
              <a:lnSpc>
                <a:spcPts val="700"/>
              </a:lnSpc>
              <a:buNone/>
            </a:pPr>
            <a:r>
              <a:rPr lang="en-US" sz="600" b="1" dirty="0">
                <a:solidFill>
                  <a:srgbClr val="6B44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2895600" y="3149600"/>
            <a:ext cx="5588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2971800" y="3492500"/>
            <a:ext cx="355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2895600" y="3835400"/>
            <a:ext cx="2667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2781300" y="4191000"/>
            <a:ext cx="228600" cy="0"/>
          </a:xfrm>
          <a:prstGeom prst="line">
            <a:avLst/>
          </a:prstGeom>
          <a:noFill/>
          <a:ln w="11430">
            <a:solidFill>
              <a:srgbClr val="6C86D8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3486150" y="30607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79" name="Shape 77"/>
          <p:cNvSpPr/>
          <p:nvPr/>
        </p:nvSpPr>
        <p:spPr>
          <a:xfrm>
            <a:off x="3517900" y="30924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0" name="Shape 78"/>
          <p:cNvSpPr/>
          <p:nvPr/>
        </p:nvSpPr>
        <p:spPr>
          <a:xfrm>
            <a:off x="3346450" y="33782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1" name="Shape 79"/>
          <p:cNvSpPr/>
          <p:nvPr/>
        </p:nvSpPr>
        <p:spPr>
          <a:xfrm>
            <a:off x="3378200" y="34099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2" name="Shape 80"/>
          <p:cNvSpPr/>
          <p:nvPr/>
        </p:nvSpPr>
        <p:spPr>
          <a:xfrm>
            <a:off x="3155950" y="37846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3" name="Shape 81"/>
          <p:cNvSpPr/>
          <p:nvPr/>
        </p:nvSpPr>
        <p:spPr>
          <a:xfrm>
            <a:off x="3187700" y="38163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4" name="Shape 82"/>
          <p:cNvSpPr/>
          <p:nvPr/>
        </p:nvSpPr>
        <p:spPr>
          <a:xfrm>
            <a:off x="3022600" y="4152900"/>
            <a:ext cx="152400" cy="152400"/>
          </a:xfrm>
          <a:prstGeom prst="ellipse">
            <a:avLst/>
          </a:prstGeom>
          <a:solidFill>
            <a:srgbClr val="9DB4F0"/>
          </a:solidFill>
          <a:ln/>
        </p:spPr>
      </p:sp>
      <p:sp>
        <p:nvSpPr>
          <p:cNvPr id="85" name="Shape 83"/>
          <p:cNvSpPr/>
          <p:nvPr/>
        </p:nvSpPr>
        <p:spPr>
          <a:xfrm>
            <a:off x="3054350" y="4184650"/>
            <a:ext cx="88900" cy="88900"/>
          </a:xfrm>
          <a:prstGeom prst="ellipse">
            <a:avLst/>
          </a:prstGeom>
          <a:solidFill>
            <a:srgbClr val="2B4BD0"/>
          </a:solidFill>
          <a:ln/>
        </p:spPr>
      </p:sp>
      <p:sp>
        <p:nvSpPr>
          <p:cNvPr id="86" name="Shape 84"/>
          <p:cNvSpPr/>
          <p:nvPr/>
        </p:nvSpPr>
        <p:spPr>
          <a:xfrm flipH="1">
            <a:off x="3302000" y="3136900"/>
            <a:ext cx="260350" cy="13208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3302000" y="3454400"/>
            <a:ext cx="120650" cy="10033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232150" y="3860800"/>
            <a:ext cx="69850" cy="5969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98800" y="4229100"/>
            <a:ext cx="203200" cy="228600"/>
          </a:xfrm>
          <a:prstGeom prst="line">
            <a:avLst/>
          </a:prstGeom>
          <a:noFill/>
          <a:ln w="6350">
            <a:solidFill>
              <a:srgbClr val="B9C4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38550" y="3136900"/>
            <a:ext cx="33655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3632200" y="34544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3632200" y="38608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3632200" y="4229100"/>
            <a:ext cx="3429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94" name="Text 92"/>
          <p:cNvSpPr/>
          <p:nvPr/>
        </p:nvSpPr>
        <p:spPr>
          <a:xfrm>
            <a:off x="3683000" y="2679700"/>
            <a:ext cx="33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l" indent="0" marL="0">
              <a:buNone/>
            </a:pPr>
            <a:r>
              <a:rPr lang="en-US" sz="1000" dirty="0">
                <a:solidFill>
                  <a:srgbClr val="8B1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00" dirty="0"/>
          </a:p>
        </p:txBody>
      </p:sp>
      <p:pic>
        <p:nvPicPr>
          <p:cNvPr id="95" name="Image 0" descr="/home/ahmed/Projects/ai_llm_slides/videos/deep-learning/002_transformers_part2/recreated_pptx/build/assets/eq015_k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5310" y="2673350"/>
            <a:ext cx="195072" cy="106680"/>
          </a:xfrm>
          <a:prstGeom prst="rect">
            <a:avLst/>
          </a:prstGeom>
        </p:spPr>
      </p:pic>
      <p:sp>
        <p:nvSpPr>
          <p:cNvPr id="96" name="Shape 93"/>
          <p:cNvSpPr/>
          <p:nvPr/>
        </p:nvSpPr>
        <p:spPr>
          <a:xfrm>
            <a:off x="4381500" y="2787650"/>
            <a:ext cx="228600" cy="50800"/>
          </a:xfrm>
          <a:prstGeom prst="rect">
            <a:avLst/>
          </a:prstGeom>
          <a:solidFill>
            <a:srgbClr val="D86472"/>
          </a:solidFill>
          <a:ln/>
        </p:spPr>
      </p:sp>
      <p:pic>
        <p:nvPicPr>
          <p:cNvPr id="97" name="Image 1" descr="/home/ahmed/Projects/ai_llm_slides/videos/deep-learning/002_transformers_part2/recreated_pptx/build/assets/eq015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2838450"/>
            <a:ext cx="168910" cy="140208"/>
          </a:xfrm>
          <a:prstGeom prst="rect">
            <a:avLst/>
          </a:prstGeom>
        </p:spPr>
      </p:pic>
      <p:sp>
        <p:nvSpPr>
          <p:cNvPr id="98" name="Shape 94"/>
          <p:cNvSpPr/>
          <p:nvPr/>
        </p:nvSpPr>
        <p:spPr>
          <a:xfrm>
            <a:off x="3987800" y="2705100"/>
            <a:ext cx="254000" cy="1778000"/>
          </a:xfrm>
          <a:prstGeom prst="roundRect">
            <a:avLst>
              <a:gd name="adj" fmla="val 32400"/>
            </a:avLst>
          </a:prstGeom>
          <a:solidFill>
            <a:srgbClr val="F6C6CC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99" name="Image 2" descr="/home/ahmed/Projects/ai_llm_slides/videos/deep-learning/002_transformers_part2/recreated_pptx/build/assets/eq015_scaling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962" y="3056636"/>
            <a:ext cx="188976" cy="1062228"/>
          </a:xfrm>
          <a:prstGeom prst="rect">
            <a:avLst/>
          </a:prstGeom>
        </p:spPr>
      </p:pic>
      <p:sp>
        <p:nvSpPr>
          <p:cNvPr id="100" name="Shape 95"/>
          <p:cNvSpPr/>
          <p:nvPr/>
        </p:nvSpPr>
        <p:spPr>
          <a:xfrm>
            <a:off x="4673600" y="2692400"/>
            <a:ext cx="241300" cy="1790700"/>
          </a:xfrm>
          <a:prstGeom prst="roundRect">
            <a:avLst>
              <a:gd name="adj" fmla="val 34105"/>
            </a:avLst>
          </a:prstGeom>
          <a:solidFill>
            <a:srgbClr val="FAD2FA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01" name="Image 3" descr="/home/ahmed/Projects/ai_llm_slides/videos/deep-learning/002_transformers_part2/recreated_pptx/build/assets/eq015_softmax_r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36" y="3234690"/>
            <a:ext cx="109728" cy="693420"/>
          </a:xfrm>
          <a:prstGeom prst="rect">
            <a:avLst/>
          </a:prstGeom>
        </p:spPr>
      </p:pic>
      <p:sp>
        <p:nvSpPr>
          <p:cNvPr id="102" name="Shape 96"/>
          <p:cNvSpPr/>
          <p:nvPr/>
        </p:nvSpPr>
        <p:spPr>
          <a:xfrm>
            <a:off x="4267200" y="30861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3" name="Shape 97"/>
          <p:cNvSpPr/>
          <p:nvPr/>
        </p:nvSpPr>
        <p:spPr>
          <a:xfrm>
            <a:off x="4267200" y="34417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4" name="Shape 98"/>
          <p:cNvSpPr/>
          <p:nvPr/>
        </p:nvSpPr>
        <p:spPr>
          <a:xfrm>
            <a:off x="4267200" y="37973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5" name="Shape 99"/>
          <p:cNvSpPr/>
          <p:nvPr/>
        </p:nvSpPr>
        <p:spPr>
          <a:xfrm>
            <a:off x="4267200" y="4191000"/>
            <a:ext cx="3683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6" name="Shape 100"/>
          <p:cNvSpPr/>
          <p:nvPr/>
        </p:nvSpPr>
        <p:spPr>
          <a:xfrm>
            <a:off x="4927600" y="2794000"/>
            <a:ext cx="2286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7" name="Shape 101"/>
          <p:cNvSpPr/>
          <p:nvPr/>
        </p:nvSpPr>
        <p:spPr>
          <a:xfrm>
            <a:off x="4927600" y="3149600"/>
            <a:ext cx="241300" cy="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08" name="Shape 102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solidFill>
            <a:srgbClr val="DCF3F3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09" name="Text 103"/>
          <p:cNvSpPr/>
          <p:nvPr/>
        </p:nvSpPr>
        <p:spPr>
          <a:xfrm>
            <a:off x="5181600" y="2679700"/>
            <a:ext cx="11557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110" name="Shape 104"/>
          <p:cNvSpPr/>
          <p:nvPr/>
        </p:nvSpPr>
        <p:spPr>
          <a:xfrm>
            <a:off x="531177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1" name="Shape 105"/>
          <p:cNvSpPr/>
          <p:nvPr/>
        </p:nvSpPr>
        <p:spPr>
          <a:xfrm>
            <a:off x="528447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2" name="Shape 106"/>
          <p:cNvSpPr/>
          <p:nvPr/>
        </p:nvSpPr>
        <p:spPr>
          <a:xfrm>
            <a:off x="558863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3" name="Shape 107"/>
          <p:cNvSpPr/>
          <p:nvPr/>
        </p:nvSpPr>
        <p:spPr>
          <a:xfrm>
            <a:off x="556133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4" name="Shape 108"/>
          <p:cNvSpPr/>
          <p:nvPr/>
        </p:nvSpPr>
        <p:spPr>
          <a:xfrm>
            <a:off x="586295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5" name="Shape 109"/>
          <p:cNvSpPr/>
          <p:nvPr/>
        </p:nvSpPr>
        <p:spPr>
          <a:xfrm>
            <a:off x="583565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6" name="Shape 110"/>
          <p:cNvSpPr/>
          <p:nvPr/>
        </p:nvSpPr>
        <p:spPr>
          <a:xfrm>
            <a:off x="6139815" y="2984500"/>
            <a:ext cx="11430" cy="4699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7" name="Shape 111"/>
          <p:cNvSpPr/>
          <p:nvPr/>
        </p:nvSpPr>
        <p:spPr>
          <a:xfrm>
            <a:off x="6112510" y="29210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18" name="Shape 112"/>
          <p:cNvSpPr/>
          <p:nvPr/>
        </p:nvSpPr>
        <p:spPr>
          <a:xfrm>
            <a:off x="5246370" y="309245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19" name="Text 113"/>
          <p:cNvSpPr/>
          <p:nvPr/>
        </p:nvSpPr>
        <p:spPr>
          <a:xfrm>
            <a:off x="5246370" y="309245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0" name="Text 114"/>
          <p:cNvSpPr/>
          <p:nvPr/>
        </p:nvSpPr>
        <p:spPr>
          <a:xfrm>
            <a:off x="6311900" y="300990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21" name="Shape 115"/>
          <p:cNvSpPr/>
          <p:nvPr/>
        </p:nvSpPr>
        <p:spPr>
          <a:xfrm>
            <a:off x="65151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>
            <a:off x="65722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>
            <a:off x="6629400" y="306070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4" name="Shape 118"/>
          <p:cNvSpPr/>
          <p:nvPr/>
        </p:nvSpPr>
        <p:spPr>
          <a:xfrm>
            <a:off x="6686550" y="306070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5" name="Shape 119"/>
          <p:cNvSpPr/>
          <p:nvPr/>
        </p:nvSpPr>
        <p:spPr>
          <a:xfrm>
            <a:off x="5510530" y="343789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26" name="Text 120"/>
          <p:cNvSpPr/>
          <p:nvPr/>
        </p:nvSpPr>
        <p:spPr>
          <a:xfrm>
            <a:off x="5510530" y="343789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27" name="Text 121"/>
          <p:cNvSpPr/>
          <p:nvPr/>
        </p:nvSpPr>
        <p:spPr>
          <a:xfrm>
            <a:off x="6311900" y="335534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28" name="Shape 122"/>
          <p:cNvSpPr/>
          <p:nvPr/>
        </p:nvSpPr>
        <p:spPr>
          <a:xfrm>
            <a:off x="65151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29" name="Shape 123"/>
          <p:cNvSpPr/>
          <p:nvPr/>
        </p:nvSpPr>
        <p:spPr>
          <a:xfrm>
            <a:off x="65722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0" name="Shape 124"/>
          <p:cNvSpPr/>
          <p:nvPr/>
        </p:nvSpPr>
        <p:spPr>
          <a:xfrm>
            <a:off x="6629400" y="340614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1" name="Shape 125"/>
          <p:cNvSpPr/>
          <p:nvPr/>
        </p:nvSpPr>
        <p:spPr>
          <a:xfrm>
            <a:off x="6686550" y="340614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2" name="Shape 126"/>
          <p:cNvSpPr/>
          <p:nvPr/>
        </p:nvSpPr>
        <p:spPr>
          <a:xfrm>
            <a:off x="5763260" y="378968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33" name="Text 127"/>
          <p:cNvSpPr/>
          <p:nvPr/>
        </p:nvSpPr>
        <p:spPr>
          <a:xfrm>
            <a:off x="5763260" y="378968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34" name="Text 128"/>
          <p:cNvSpPr/>
          <p:nvPr/>
        </p:nvSpPr>
        <p:spPr>
          <a:xfrm>
            <a:off x="6311900" y="370713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35" name="Shape 129"/>
          <p:cNvSpPr/>
          <p:nvPr/>
        </p:nvSpPr>
        <p:spPr>
          <a:xfrm>
            <a:off x="65151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6" name="Shape 130"/>
          <p:cNvSpPr/>
          <p:nvPr/>
        </p:nvSpPr>
        <p:spPr>
          <a:xfrm>
            <a:off x="65722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7" name="Shape 131"/>
          <p:cNvSpPr/>
          <p:nvPr/>
        </p:nvSpPr>
        <p:spPr>
          <a:xfrm>
            <a:off x="6629400" y="375793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8" name="Shape 132"/>
          <p:cNvSpPr/>
          <p:nvPr/>
        </p:nvSpPr>
        <p:spPr>
          <a:xfrm>
            <a:off x="6686550" y="375793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39" name="Shape 133"/>
          <p:cNvSpPr/>
          <p:nvPr/>
        </p:nvSpPr>
        <p:spPr>
          <a:xfrm>
            <a:off x="6035040" y="4182110"/>
            <a:ext cx="114300" cy="1143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40" name="Text 134"/>
          <p:cNvSpPr/>
          <p:nvPr/>
        </p:nvSpPr>
        <p:spPr>
          <a:xfrm>
            <a:off x="6035040" y="4182110"/>
            <a:ext cx="114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700" dirty="0"/>
          </a:p>
        </p:txBody>
      </p:sp>
      <p:sp>
        <p:nvSpPr>
          <p:cNvPr id="141" name="Text 135"/>
          <p:cNvSpPr/>
          <p:nvPr/>
        </p:nvSpPr>
        <p:spPr>
          <a:xfrm>
            <a:off x="6311900" y="4099560"/>
            <a:ext cx="1651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42" name="Shape 136"/>
          <p:cNvSpPr/>
          <p:nvPr/>
        </p:nvSpPr>
        <p:spPr>
          <a:xfrm>
            <a:off x="65151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3" name="Shape 137"/>
          <p:cNvSpPr/>
          <p:nvPr/>
        </p:nvSpPr>
        <p:spPr>
          <a:xfrm>
            <a:off x="65722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4" name="Shape 138"/>
          <p:cNvSpPr/>
          <p:nvPr/>
        </p:nvSpPr>
        <p:spPr>
          <a:xfrm>
            <a:off x="6629400" y="4150360"/>
            <a:ext cx="57150" cy="10795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5" name="Shape 139"/>
          <p:cNvSpPr/>
          <p:nvPr/>
        </p:nvSpPr>
        <p:spPr>
          <a:xfrm>
            <a:off x="6686550" y="4150360"/>
            <a:ext cx="57150" cy="107950"/>
          </a:xfrm>
          <a:prstGeom prst="rect">
            <a:avLst/>
          </a:prstGeom>
          <a:solidFill>
            <a:srgbClr val="FFFFFF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146" name="Shape 140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47" name="Text 141"/>
          <p:cNvSpPr/>
          <p:nvPr/>
        </p:nvSpPr>
        <p:spPr>
          <a:xfrm>
            <a:off x="6807200" y="30226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48" name="Shape 142"/>
          <p:cNvSpPr/>
          <p:nvPr/>
        </p:nvSpPr>
        <p:spPr>
          <a:xfrm>
            <a:off x="7264400" y="31369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49" name="Shape 143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0" name="Text 144"/>
          <p:cNvSpPr/>
          <p:nvPr/>
        </p:nvSpPr>
        <p:spPr>
          <a:xfrm>
            <a:off x="6807200" y="3378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1" name="Shape 145"/>
          <p:cNvSpPr/>
          <p:nvPr/>
        </p:nvSpPr>
        <p:spPr>
          <a:xfrm>
            <a:off x="7264400" y="34925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2" name="Shape 146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3" name="Text 147"/>
          <p:cNvSpPr/>
          <p:nvPr/>
        </p:nvSpPr>
        <p:spPr>
          <a:xfrm>
            <a:off x="6807200" y="37338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4" name="Shape 148"/>
          <p:cNvSpPr/>
          <p:nvPr/>
        </p:nvSpPr>
        <p:spPr>
          <a:xfrm>
            <a:off x="7264400" y="38481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5" name="Shape 149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solidFill>
            <a:srgbClr val="C9EFE6"/>
          </a:solidFill>
          <a:ln w="15875">
            <a:solidFill>
              <a:srgbClr val="1F3A8C"/>
            </a:solidFill>
            <a:prstDash val="solid"/>
          </a:ln>
        </p:spPr>
      </p:sp>
      <p:sp>
        <p:nvSpPr>
          <p:cNvPr id="156" name="Text 150"/>
          <p:cNvSpPr/>
          <p:nvPr/>
        </p:nvSpPr>
        <p:spPr>
          <a:xfrm>
            <a:off x="6807200" y="41275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57" name="Shape 151"/>
          <p:cNvSpPr/>
          <p:nvPr/>
        </p:nvSpPr>
        <p:spPr>
          <a:xfrm>
            <a:off x="7264400" y="4241800"/>
            <a:ext cx="152400" cy="0"/>
          </a:xfrm>
          <a:prstGeom prst="line">
            <a:avLst/>
          </a:prstGeom>
          <a:noFill/>
          <a:ln w="11430">
            <a:solidFill>
              <a:srgbClr val="8B2020"/>
            </a:solidFill>
            <a:prstDash val="solid"/>
            <a:headEnd type="triangle"/>
          </a:ln>
        </p:spPr>
      </p:sp>
      <p:sp>
        <p:nvSpPr>
          <p:cNvPr id="158" name="Shape 152"/>
          <p:cNvSpPr/>
          <p:nvPr/>
        </p:nvSpPr>
        <p:spPr>
          <a:xfrm>
            <a:off x="7302500" y="2959100"/>
            <a:ext cx="736600" cy="1549400"/>
          </a:xfrm>
          <a:prstGeom prst="roundRect">
            <a:avLst>
              <a:gd name="adj" fmla="val 6207"/>
            </a:avLst>
          </a:prstGeom>
          <a:solidFill>
            <a:srgbClr val="DFEAD2"/>
          </a:solidFill>
          <a:ln w="9525">
            <a:solidFill>
              <a:srgbClr val="A0A385"/>
            </a:solidFill>
            <a:prstDash val="dash"/>
          </a:ln>
        </p:spPr>
      </p:sp>
      <p:sp>
        <p:nvSpPr>
          <p:cNvPr id="159" name="Shape 153"/>
          <p:cNvSpPr/>
          <p:nvPr/>
        </p:nvSpPr>
        <p:spPr>
          <a:xfrm>
            <a:off x="7366000" y="3073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0" name="Shape 154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1" name="Shape 155"/>
          <p:cNvSpPr/>
          <p:nvPr/>
        </p:nvSpPr>
        <p:spPr>
          <a:xfrm>
            <a:off x="7670800" y="3073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7823200" y="3073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3" name="Shape 157"/>
          <p:cNvSpPr/>
          <p:nvPr/>
        </p:nvSpPr>
        <p:spPr>
          <a:xfrm>
            <a:off x="7366000" y="34036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4" name="Shape 15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5" name="Shape 159"/>
          <p:cNvSpPr/>
          <p:nvPr/>
        </p:nvSpPr>
        <p:spPr>
          <a:xfrm>
            <a:off x="7670800" y="34036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6" name="Shape 160"/>
          <p:cNvSpPr/>
          <p:nvPr/>
        </p:nvSpPr>
        <p:spPr>
          <a:xfrm>
            <a:off x="7823200" y="34036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7366000" y="37338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8" name="Shape 162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69" name="Shape 163"/>
          <p:cNvSpPr/>
          <p:nvPr/>
        </p:nvSpPr>
        <p:spPr>
          <a:xfrm>
            <a:off x="7670800" y="37338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0" name="Shape 164"/>
          <p:cNvSpPr/>
          <p:nvPr/>
        </p:nvSpPr>
        <p:spPr>
          <a:xfrm>
            <a:off x="7823200" y="37338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1" name="Shape 165"/>
          <p:cNvSpPr/>
          <p:nvPr/>
        </p:nvSpPr>
        <p:spPr>
          <a:xfrm>
            <a:off x="7366000" y="4089400"/>
            <a:ext cx="1524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2" name="Shape 166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3" name="Shape 167"/>
          <p:cNvSpPr/>
          <p:nvPr/>
        </p:nvSpPr>
        <p:spPr>
          <a:xfrm>
            <a:off x="7670800" y="4089400"/>
            <a:ext cx="1524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7823200" y="4089400"/>
            <a:ext cx="1524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5" name="Shape 169"/>
          <p:cNvSpPr/>
          <p:nvPr/>
        </p:nvSpPr>
        <p:spPr>
          <a:xfrm>
            <a:off x="7663180" y="44577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76" name="Shape 170"/>
          <p:cNvSpPr/>
          <p:nvPr/>
        </p:nvSpPr>
        <p:spPr>
          <a:xfrm flipV="1">
            <a:off x="7630160" y="43942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77" name="Shape 171"/>
          <p:cNvSpPr/>
          <p:nvPr/>
        </p:nvSpPr>
        <p:spPr>
          <a:xfrm>
            <a:off x="8115300" y="2705100"/>
            <a:ext cx="444500" cy="1663700"/>
          </a:xfrm>
          <a:prstGeom prst="roundRect">
            <a:avLst>
              <a:gd name="adj" fmla="val 10286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78" name="Shape 172"/>
          <p:cNvSpPr/>
          <p:nvPr/>
        </p:nvSpPr>
        <p:spPr>
          <a:xfrm>
            <a:off x="8178800" y="27813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79" name="Shape 173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8337550" y="27813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8416925" y="27813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8178800" y="31369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8337550" y="31369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8416925" y="31369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8178800" y="34925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8337550" y="34925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8416925" y="34925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8178800" y="3835400"/>
            <a:ext cx="793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8337550" y="3835400"/>
            <a:ext cx="793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8416925" y="3835400"/>
            <a:ext cx="793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8329930" y="43180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195" name="Shape 189"/>
          <p:cNvSpPr/>
          <p:nvPr/>
        </p:nvSpPr>
        <p:spPr>
          <a:xfrm flipV="1">
            <a:off x="8296910" y="42545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196" name="Shape 190"/>
          <p:cNvSpPr/>
          <p:nvPr/>
        </p:nvSpPr>
        <p:spPr>
          <a:xfrm>
            <a:off x="8775700" y="2641600"/>
            <a:ext cx="419100" cy="1511300"/>
          </a:xfrm>
          <a:prstGeom prst="roundRect">
            <a:avLst>
              <a:gd name="adj" fmla="val 10909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197" name="Shape 191"/>
          <p:cNvSpPr/>
          <p:nvPr/>
        </p:nvSpPr>
        <p:spPr>
          <a:xfrm>
            <a:off x="8839200" y="27051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8" name="Shape 192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8985250" y="27051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9058275" y="27051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8839200" y="30480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3" name="Shape 197"/>
          <p:cNvSpPr/>
          <p:nvPr/>
        </p:nvSpPr>
        <p:spPr>
          <a:xfrm>
            <a:off x="8985250" y="30480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9058275" y="30480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5" name="Shape 199"/>
          <p:cNvSpPr/>
          <p:nvPr/>
        </p:nvSpPr>
        <p:spPr>
          <a:xfrm>
            <a:off x="8839200" y="34036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8985250" y="34036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9058275" y="34036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8839200" y="3759200"/>
            <a:ext cx="7302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0" name="Shape 204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8985250" y="3759200"/>
            <a:ext cx="7302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9058275" y="3759200"/>
            <a:ext cx="7302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8977630" y="41021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14" name="Shape 208"/>
          <p:cNvSpPr/>
          <p:nvPr/>
        </p:nvSpPr>
        <p:spPr>
          <a:xfrm flipV="1">
            <a:off x="8944610" y="40386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15" name="Shape 209"/>
          <p:cNvSpPr/>
          <p:nvPr/>
        </p:nvSpPr>
        <p:spPr>
          <a:xfrm>
            <a:off x="9334500" y="2311400"/>
            <a:ext cx="495300" cy="1485900"/>
          </a:xfrm>
          <a:prstGeom prst="roundRect">
            <a:avLst>
              <a:gd name="adj" fmla="val 923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16" name="Shape 210"/>
          <p:cNvSpPr/>
          <p:nvPr/>
        </p:nvSpPr>
        <p:spPr>
          <a:xfrm>
            <a:off x="9398000" y="23749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9582150" y="23749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9674225" y="23749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9398000" y="27305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2" name="Shape 216"/>
          <p:cNvSpPr/>
          <p:nvPr/>
        </p:nvSpPr>
        <p:spPr>
          <a:xfrm>
            <a:off x="9582150" y="27305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3" name="Shape 217"/>
          <p:cNvSpPr/>
          <p:nvPr/>
        </p:nvSpPr>
        <p:spPr>
          <a:xfrm>
            <a:off x="9674225" y="27305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4" name="Shape 218"/>
          <p:cNvSpPr/>
          <p:nvPr/>
        </p:nvSpPr>
        <p:spPr>
          <a:xfrm>
            <a:off x="9398000" y="30861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5" name="Shape 219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6" name="Shape 220"/>
          <p:cNvSpPr/>
          <p:nvPr/>
        </p:nvSpPr>
        <p:spPr>
          <a:xfrm>
            <a:off x="9582150" y="30861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7" name="Shape 221"/>
          <p:cNvSpPr/>
          <p:nvPr/>
        </p:nvSpPr>
        <p:spPr>
          <a:xfrm>
            <a:off x="9674225" y="30861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8" name="Shape 222"/>
          <p:cNvSpPr/>
          <p:nvPr/>
        </p:nvSpPr>
        <p:spPr>
          <a:xfrm>
            <a:off x="9398000" y="3441700"/>
            <a:ext cx="92075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29" name="Shape 223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0" name="Shape 224"/>
          <p:cNvSpPr/>
          <p:nvPr/>
        </p:nvSpPr>
        <p:spPr>
          <a:xfrm>
            <a:off x="9582150" y="3441700"/>
            <a:ext cx="92075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1" name="Shape 225"/>
          <p:cNvSpPr/>
          <p:nvPr/>
        </p:nvSpPr>
        <p:spPr>
          <a:xfrm>
            <a:off x="9674225" y="3441700"/>
            <a:ext cx="92075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2" name="Shape 226"/>
          <p:cNvSpPr/>
          <p:nvPr/>
        </p:nvSpPr>
        <p:spPr>
          <a:xfrm>
            <a:off x="9574530" y="37465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33" name="Shape 227"/>
          <p:cNvSpPr/>
          <p:nvPr/>
        </p:nvSpPr>
        <p:spPr>
          <a:xfrm flipV="1">
            <a:off x="9541510" y="36830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34" name="Shape 228"/>
          <p:cNvSpPr/>
          <p:nvPr/>
        </p:nvSpPr>
        <p:spPr>
          <a:xfrm>
            <a:off x="9690100" y="182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DFEAD2"/>
          </a:solidFill>
          <a:ln w="9525">
            <a:solidFill>
              <a:srgbClr val="2E8B57"/>
            </a:solidFill>
            <a:prstDash val="dash"/>
          </a:ln>
        </p:spPr>
      </p:sp>
      <p:sp>
        <p:nvSpPr>
          <p:cNvPr id="235" name="Shape 229"/>
          <p:cNvSpPr/>
          <p:nvPr/>
        </p:nvSpPr>
        <p:spPr>
          <a:xfrm>
            <a:off x="9753600" y="19431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6" name="Shape 230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9956800" y="19431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10058400" y="19431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39" name="Shape 233"/>
          <p:cNvSpPr/>
          <p:nvPr/>
        </p:nvSpPr>
        <p:spPr>
          <a:xfrm>
            <a:off x="9753600" y="22987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0" name="Shape 23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1" name="Shape 235"/>
          <p:cNvSpPr/>
          <p:nvPr/>
        </p:nvSpPr>
        <p:spPr>
          <a:xfrm>
            <a:off x="9956800" y="22987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2" name="Shape 236"/>
          <p:cNvSpPr/>
          <p:nvPr/>
        </p:nvSpPr>
        <p:spPr>
          <a:xfrm>
            <a:off x="10058400" y="22987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3" name="Shape 237"/>
          <p:cNvSpPr/>
          <p:nvPr/>
        </p:nvSpPr>
        <p:spPr>
          <a:xfrm>
            <a:off x="9753600" y="26543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4" name="Shape 238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5" name="Shape 239"/>
          <p:cNvSpPr/>
          <p:nvPr/>
        </p:nvSpPr>
        <p:spPr>
          <a:xfrm>
            <a:off x="9956800" y="26543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6" name="Shape 240"/>
          <p:cNvSpPr/>
          <p:nvPr/>
        </p:nvSpPr>
        <p:spPr>
          <a:xfrm>
            <a:off x="10058400" y="26543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7" name="Shape 241"/>
          <p:cNvSpPr/>
          <p:nvPr/>
        </p:nvSpPr>
        <p:spPr>
          <a:xfrm>
            <a:off x="9753600" y="2997200"/>
            <a:ext cx="101600" cy="152400"/>
          </a:xfrm>
          <a:prstGeom prst="rect">
            <a:avLst/>
          </a:prstGeom>
          <a:solidFill>
            <a:srgbClr val="F2DCD4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8" name="Shape 242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solidFill>
            <a:srgbClr val="E6E4F6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9956800" y="2997200"/>
            <a:ext cx="101600" cy="152400"/>
          </a:xfrm>
          <a:prstGeom prst="rect">
            <a:avLst/>
          </a:prstGeom>
          <a:solidFill>
            <a:srgbClr val="D8DEC8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0" name="Shape 244"/>
          <p:cNvSpPr/>
          <p:nvPr/>
        </p:nvSpPr>
        <p:spPr>
          <a:xfrm>
            <a:off x="10058400" y="2997200"/>
            <a:ext cx="101600" cy="152400"/>
          </a:xfrm>
          <a:prstGeom prst="rect">
            <a:avLst/>
          </a:prstGeom>
          <a:solidFill>
            <a:srgbClr val="F0E2EE"/>
          </a:solidFill>
          <a:ln w="6350">
            <a:solidFill>
              <a:srgbClr val="D8B8B8"/>
            </a:solidFill>
            <a:prstDash val="solid"/>
          </a:ln>
        </p:spPr>
      </p:sp>
      <p:sp>
        <p:nvSpPr>
          <p:cNvPr id="251" name="Shape 245"/>
          <p:cNvSpPr/>
          <p:nvPr/>
        </p:nvSpPr>
        <p:spPr>
          <a:xfrm>
            <a:off x="9949180" y="3327400"/>
            <a:ext cx="15875" cy="381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252" name="Shape 246"/>
          <p:cNvSpPr/>
          <p:nvPr/>
        </p:nvSpPr>
        <p:spPr>
          <a:xfrm flipV="1">
            <a:off x="9916160" y="3263900"/>
            <a:ext cx="81280" cy="698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253" name="Text 247"/>
          <p:cNvSpPr/>
          <p:nvPr/>
        </p:nvSpPr>
        <p:spPr>
          <a:xfrm>
            <a:off x="7518400" y="3073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4" name="Text 248"/>
          <p:cNvSpPr/>
          <p:nvPr/>
        </p:nvSpPr>
        <p:spPr>
          <a:xfrm>
            <a:off x="7518400" y="34036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5" name="Text 249"/>
          <p:cNvSpPr/>
          <p:nvPr/>
        </p:nvSpPr>
        <p:spPr>
          <a:xfrm>
            <a:off x="7518400" y="37338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56" name="Text 250"/>
          <p:cNvSpPr/>
          <p:nvPr/>
        </p:nvSpPr>
        <p:spPr>
          <a:xfrm>
            <a:off x="7518400" y="408940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57" name="Text 251"/>
          <p:cNvSpPr/>
          <p:nvPr/>
        </p:nvSpPr>
        <p:spPr>
          <a:xfrm>
            <a:off x="8258175" y="27813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8" name="Text 252"/>
          <p:cNvSpPr/>
          <p:nvPr/>
        </p:nvSpPr>
        <p:spPr>
          <a:xfrm>
            <a:off x="8258175" y="31369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9" name="Text 253"/>
          <p:cNvSpPr/>
          <p:nvPr/>
        </p:nvSpPr>
        <p:spPr>
          <a:xfrm>
            <a:off x="8258175" y="34925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0" name="Text 254"/>
          <p:cNvSpPr/>
          <p:nvPr/>
        </p:nvSpPr>
        <p:spPr>
          <a:xfrm>
            <a:off x="8258175" y="3835400"/>
            <a:ext cx="7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1" name="Text 255"/>
          <p:cNvSpPr/>
          <p:nvPr/>
        </p:nvSpPr>
        <p:spPr>
          <a:xfrm>
            <a:off x="8912225" y="27051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2" name="Text 256"/>
          <p:cNvSpPr/>
          <p:nvPr/>
        </p:nvSpPr>
        <p:spPr>
          <a:xfrm>
            <a:off x="8912225" y="30480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3" name="Text 257"/>
          <p:cNvSpPr/>
          <p:nvPr/>
        </p:nvSpPr>
        <p:spPr>
          <a:xfrm>
            <a:off x="8912225" y="34036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4" name="Text 258"/>
          <p:cNvSpPr/>
          <p:nvPr/>
        </p:nvSpPr>
        <p:spPr>
          <a:xfrm>
            <a:off x="8912225" y="3759200"/>
            <a:ext cx="73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5" name="Text 259"/>
          <p:cNvSpPr/>
          <p:nvPr/>
        </p:nvSpPr>
        <p:spPr>
          <a:xfrm>
            <a:off x="9490075" y="23749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66" name="Text 260"/>
          <p:cNvSpPr/>
          <p:nvPr/>
        </p:nvSpPr>
        <p:spPr>
          <a:xfrm>
            <a:off x="9490075" y="27305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67" name="Text 261"/>
          <p:cNvSpPr/>
          <p:nvPr/>
        </p:nvSpPr>
        <p:spPr>
          <a:xfrm>
            <a:off x="9490075" y="30861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8" name="Text 262"/>
          <p:cNvSpPr/>
          <p:nvPr/>
        </p:nvSpPr>
        <p:spPr>
          <a:xfrm>
            <a:off x="9490075" y="3441700"/>
            <a:ext cx="9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9" name="Text 263"/>
          <p:cNvSpPr/>
          <p:nvPr/>
        </p:nvSpPr>
        <p:spPr>
          <a:xfrm>
            <a:off x="9855200" y="19431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0" name="Text 264"/>
          <p:cNvSpPr/>
          <p:nvPr/>
        </p:nvSpPr>
        <p:spPr>
          <a:xfrm>
            <a:off x="9855200" y="22987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1" name="Text 265"/>
          <p:cNvSpPr/>
          <p:nvPr/>
        </p:nvSpPr>
        <p:spPr>
          <a:xfrm>
            <a:off x="9855200" y="26543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72" name="Text 266"/>
          <p:cNvSpPr/>
          <p:nvPr/>
        </p:nvSpPr>
        <p:spPr>
          <a:xfrm>
            <a:off x="9855200" y="2997200"/>
            <a:ext cx="10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73" name="Shape 267"/>
          <p:cNvSpPr/>
          <p:nvPr/>
        </p:nvSpPr>
        <p:spPr>
          <a:xfrm>
            <a:off x="2997200" y="2362200"/>
            <a:ext cx="584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4" name="Text 268"/>
          <p:cNvSpPr/>
          <p:nvPr/>
        </p:nvSpPr>
        <p:spPr>
          <a:xfrm>
            <a:off x="2997200" y="2362200"/>
            <a:ext cx="58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5" name="Shape 269"/>
          <p:cNvSpPr/>
          <p:nvPr/>
        </p:nvSpPr>
        <p:spPr>
          <a:xfrm>
            <a:off x="3581400" y="2095500"/>
            <a:ext cx="5588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6" name="Text 270"/>
          <p:cNvSpPr/>
          <p:nvPr/>
        </p:nvSpPr>
        <p:spPr>
          <a:xfrm>
            <a:off x="3581400" y="20955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7" name="Shape 271"/>
          <p:cNvSpPr/>
          <p:nvPr/>
        </p:nvSpPr>
        <p:spPr>
          <a:xfrm>
            <a:off x="4191000" y="1879600"/>
            <a:ext cx="5334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78" name="Text 272"/>
          <p:cNvSpPr/>
          <p:nvPr/>
        </p:nvSpPr>
        <p:spPr>
          <a:xfrm>
            <a:off x="4191000" y="1879600"/>
            <a:ext cx="533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79" name="Shape 273"/>
          <p:cNvSpPr/>
          <p:nvPr/>
        </p:nvSpPr>
        <p:spPr>
          <a:xfrm>
            <a:off x="4737100" y="16256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0" name="Text 274"/>
          <p:cNvSpPr/>
          <p:nvPr/>
        </p:nvSpPr>
        <p:spPr>
          <a:xfrm>
            <a:off x="4737100" y="16256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1" name="Shape 275"/>
          <p:cNvSpPr/>
          <p:nvPr/>
        </p:nvSpPr>
        <p:spPr>
          <a:xfrm>
            <a:off x="5295900" y="1384300"/>
            <a:ext cx="520700" cy="177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2" name="Text 276"/>
          <p:cNvSpPr/>
          <p:nvPr/>
        </p:nvSpPr>
        <p:spPr>
          <a:xfrm>
            <a:off x="5295900" y="1384300"/>
            <a:ext cx="520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283" name="Shape 277"/>
          <p:cNvSpPr/>
          <p:nvPr/>
        </p:nvSpPr>
        <p:spPr>
          <a:xfrm>
            <a:off x="4432300" y="23622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4" name="Text 278"/>
          <p:cNvSpPr/>
          <p:nvPr/>
        </p:nvSpPr>
        <p:spPr>
          <a:xfrm>
            <a:off x="4432300" y="23622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5" name="Shape 279"/>
          <p:cNvSpPr/>
          <p:nvPr/>
        </p:nvSpPr>
        <p:spPr>
          <a:xfrm>
            <a:off x="5029200" y="2120900"/>
            <a:ext cx="6731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6" name="Text 280"/>
          <p:cNvSpPr/>
          <p:nvPr/>
        </p:nvSpPr>
        <p:spPr>
          <a:xfrm>
            <a:off x="5029200" y="2120900"/>
            <a:ext cx="67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550" dirty="0"/>
          </a:p>
        </p:txBody>
      </p:sp>
      <p:sp>
        <p:nvSpPr>
          <p:cNvPr id="287" name="Shape 281"/>
          <p:cNvSpPr/>
          <p:nvPr/>
        </p:nvSpPr>
        <p:spPr>
          <a:xfrm>
            <a:off x="5588000" y="2362200"/>
            <a:ext cx="965200" cy="2286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88" name="Text 282"/>
          <p:cNvSpPr/>
          <p:nvPr/>
        </p:nvSpPr>
        <p:spPr>
          <a:xfrm>
            <a:off x="5588000" y="2362200"/>
            <a:ext cx="96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89" name="Shape 283"/>
          <p:cNvSpPr/>
          <p:nvPr/>
        </p:nvSpPr>
        <p:spPr>
          <a:xfrm>
            <a:off x="6413500" y="2133600"/>
            <a:ext cx="850900" cy="2032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0" name="Text 284"/>
          <p:cNvSpPr/>
          <p:nvPr/>
        </p:nvSpPr>
        <p:spPr>
          <a:xfrm>
            <a:off x="6413500" y="2133600"/>
            <a:ext cx="85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1" name="Shape 285"/>
          <p:cNvSpPr/>
          <p:nvPr/>
        </p:nvSpPr>
        <p:spPr>
          <a:xfrm>
            <a:off x="6946900" y="1879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2" name="Text 286"/>
          <p:cNvSpPr/>
          <p:nvPr/>
        </p:nvSpPr>
        <p:spPr>
          <a:xfrm>
            <a:off x="6946900" y="1879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3" name="Shape 287"/>
          <p:cNvSpPr/>
          <p:nvPr/>
        </p:nvSpPr>
        <p:spPr>
          <a:xfrm>
            <a:off x="7518400" y="1625600"/>
            <a:ext cx="8763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4" name="Text 288"/>
          <p:cNvSpPr/>
          <p:nvPr/>
        </p:nvSpPr>
        <p:spPr>
          <a:xfrm>
            <a:off x="7518400" y="16256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295" name="Shape 289"/>
          <p:cNvSpPr/>
          <p:nvPr/>
        </p:nvSpPr>
        <p:spPr>
          <a:xfrm>
            <a:off x="8102600" y="1371600"/>
            <a:ext cx="787400" cy="1905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9A9A9A"/>
            </a:solidFill>
            <a:prstDash val="solid"/>
          </a:ln>
          <a:effectLst>
            <a:outerShdw sx="100000" sy="100000" kx="0" ky="0" algn="bl" rotWithShape="0" blurRad="38100" dist="12700" dir="5400000">
              <a:srgbClr val="999999">
                <a:alpha val="75000"/>
              </a:srgbClr>
            </a:outerShdw>
          </a:effectLst>
        </p:spPr>
      </p:sp>
      <p:sp>
        <p:nvSpPr>
          <p:cNvPr id="296" name="Text 290"/>
          <p:cNvSpPr/>
          <p:nvPr/>
        </p:nvSpPr>
        <p:spPr>
          <a:xfrm>
            <a:off x="8102600" y="1371600"/>
            <a:ext cx="78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pic>
        <p:nvPicPr>
          <p:cNvPr id="297" name="Image 4" descr="/home/ahmed/Projects/ai_llm_slides/videos/deep-learning/002_transformers_part2/recreated_pptx/build/assets/beam0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400" y="736600"/>
            <a:ext cx="3937000" cy="1587500"/>
          </a:xfrm>
          <a:prstGeom prst="rect">
            <a:avLst/>
          </a:prstGeom>
        </p:spPr>
      </p:pic>
      <p:sp>
        <p:nvSpPr>
          <p:cNvPr id="298" name="Shape 291"/>
          <p:cNvSpPr/>
          <p:nvPr/>
        </p:nvSpPr>
        <p:spPr>
          <a:xfrm>
            <a:off x="4521200" y="1320800"/>
            <a:ext cx="5257800" cy="228600"/>
          </a:xfrm>
          <a:prstGeom prst="rect">
            <a:avLst/>
          </a:prstGeom>
          <a:solidFill>
            <a:srgbClr val="F6DEBE">
              <a:alpha val="75000"/>
            </a:srgbClr>
          </a:solidFill>
          <a:ln/>
        </p:spPr>
      </p:sp>
      <p:sp>
        <p:nvSpPr>
          <p:cNvPr id="299" name="Shape 292"/>
          <p:cNvSpPr/>
          <p:nvPr/>
        </p:nvSpPr>
        <p:spPr>
          <a:xfrm>
            <a:off x="4521200" y="1549400"/>
            <a:ext cx="5257800" cy="254000"/>
          </a:xfrm>
          <a:prstGeom prst="rect">
            <a:avLst/>
          </a:prstGeom>
          <a:solidFill>
            <a:srgbClr val="D1FFE5">
              <a:alpha val="70000"/>
            </a:srgbClr>
          </a:solidFill>
          <a:ln/>
        </p:spPr>
      </p:sp>
      <p:sp>
        <p:nvSpPr>
          <p:cNvPr id="300" name="Shape 293"/>
          <p:cNvSpPr/>
          <p:nvPr/>
        </p:nvSpPr>
        <p:spPr>
          <a:xfrm>
            <a:off x="7493000" y="914400"/>
            <a:ext cx="952500" cy="165100"/>
          </a:xfrm>
          <a:prstGeom prst="roundRect">
            <a:avLst>
              <a:gd name="adj" fmla="val 27692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1" name="Text 294"/>
          <p:cNvSpPr/>
          <p:nvPr/>
        </p:nvSpPr>
        <p:spPr>
          <a:xfrm>
            <a:off x="7493000" y="914400"/>
            <a:ext cx="952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2" name="Shape 295"/>
          <p:cNvSpPr/>
          <p:nvPr/>
        </p:nvSpPr>
        <p:spPr>
          <a:xfrm>
            <a:off x="7976870" y="1079500"/>
            <a:ext cx="22860" cy="127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3" name="Shape 296"/>
          <p:cNvSpPr/>
          <p:nvPr/>
        </p:nvSpPr>
        <p:spPr>
          <a:xfrm>
            <a:off x="7950200" y="1079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4" name="Shape 297"/>
          <p:cNvSpPr/>
          <p:nvPr/>
        </p:nvSpPr>
        <p:spPr>
          <a:xfrm>
            <a:off x="6934200" y="1155700"/>
            <a:ext cx="965200" cy="215900"/>
          </a:xfrm>
          <a:prstGeom prst="roundRect">
            <a:avLst>
              <a:gd name="adj" fmla="val 21176"/>
            </a:avLst>
          </a:prstGeom>
          <a:solidFill>
            <a:srgbClr val="D2FFE0">
              <a:alpha val="70000"/>
            </a:srgbClr>
          </a:solidFill>
          <a:ln w="12700">
            <a:solidFill>
              <a:srgbClr val="2E7D4A"/>
            </a:solidFill>
            <a:prstDash val="dash"/>
          </a:ln>
        </p:spPr>
      </p:sp>
      <p:sp>
        <p:nvSpPr>
          <p:cNvPr id="305" name="Text 298"/>
          <p:cNvSpPr/>
          <p:nvPr/>
        </p:nvSpPr>
        <p:spPr>
          <a:xfrm>
            <a:off x="6934200" y="1155700"/>
            <a:ext cx="9652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2E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06" name="Shape 299"/>
          <p:cNvSpPr/>
          <p:nvPr/>
        </p:nvSpPr>
        <p:spPr>
          <a:xfrm>
            <a:off x="7418070" y="1371600"/>
            <a:ext cx="22860" cy="1270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07" name="Shape 300"/>
          <p:cNvSpPr/>
          <p:nvPr/>
        </p:nvSpPr>
        <p:spPr>
          <a:xfrm>
            <a:off x="7391400" y="14859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08" name="Shape 301"/>
          <p:cNvSpPr/>
          <p:nvPr/>
        </p:nvSpPr>
        <p:spPr>
          <a:xfrm>
            <a:off x="6934200" y="1384300"/>
            <a:ext cx="927100" cy="266700"/>
          </a:xfrm>
          <a:prstGeom prst="roundRect">
            <a:avLst>
              <a:gd name="adj" fmla="val 17143"/>
            </a:avLst>
          </a:prstGeom>
          <a:solidFill>
            <a:srgbClr val="FFE98C">
              <a:alpha val="70000"/>
            </a:srgbClr>
          </a:solidFill>
          <a:ln w="12700">
            <a:solidFill>
              <a:srgbClr val="C8901C"/>
            </a:solidFill>
            <a:prstDash val="dash"/>
          </a:ln>
        </p:spPr>
      </p:sp>
      <p:sp>
        <p:nvSpPr>
          <p:cNvPr id="309" name="Text 302"/>
          <p:cNvSpPr/>
          <p:nvPr/>
        </p:nvSpPr>
        <p:spPr>
          <a:xfrm>
            <a:off x="6934200" y="1384300"/>
            <a:ext cx="92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i="1" dirty="0">
                <a:solidFill>
                  <a:srgbClr val="C89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600" dirty="0"/>
          </a:p>
        </p:txBody>
      </p:sp>
      <p:sp>
        <p:nvSpPr>
          <p:cNvPr id="310" name="Shape 303"/>
          <p:cNvSpPr/>
          <p:nvPr/>
        </p:nvSpPr>
        <p:spPr>
          <a:xfrm>
            <a:off x="5816600" y="1676400"/>
            <a:ext cx="1092200" cy="330200"/>
          </a:xfrm>
          <a:prstGeom prst="roundRect">
            <a:avLst>
              <a:gd name="adj" fmla="val 13846"/>
            </a:avLst>
          </a:prstGeom>
          <a:solidFill>
            <a:srgbClr val="B8BE45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1" name="Shape 304"/>
          <p:cNvSpPr/>
          <p:nvPr/>
        </p:nvSpPr>
        <p:spPr>
          <a:xfrm>
            <a:off x="6592570" y="2006600"/>
            <a:ext cx="22860" cy="228600"/>
          </a:xfrm>
          <a:prstGeom prst="rect">
            <a:avLst/>
          </a:prstGeom>
          <a:solidFill>
            <a:srgbClr val="E87830"/>
          </a:solidFill>
          <a:ln/>
        </p:spPr>
      </p:sp>
      <p:sp>
        <p:nvSpPr>
          <p:cNvPr id="312" name="Shape 305"/>
          <p:cNvSpPr/>
          <p:nvPr/>
        </p:nvSpPr>
        <p:spPr>
          <a:xfrm>
            <a:off x="6565900" y="2222500"/>
            <a:ext cx="76200" cy="69850"/>
          </a:xfrm>
          <a:prstGeom prst="triangle">
            <a:avLst/>
          </a:prstGeom>
          <a:solidFill>
            <a:srgbClr val="E87830"/>
          </a:solidFill>
          <a:ln/>
        </p:spPr>
      </p:sp>
      <p:sp>
        <p:nvSpPr>
          <p:cNvPr id="313" name="Shape 306"/>
          <p:cNvSpPr/>
          <p:nvPr/>
        </p:nvSpPr>
        <p:spPr>
          <a:xfrm>
            <a:off x="4800600" y="2336800"/>
            <a:ext cx="2438400" cy="266700"/>
          </a:xfrm>
          <a:prstGeom prst="roundRect">
            <a:avLst>
              <a:gd name="adj" fmla="val 17143"/>
            </a:avLst>
          </a:prstGeom>
          <a:solidFill>
            <a:srgbClr val="F5CF50"/>
          </a:solidFill>
          <a:ln w="12700">
            <a:solidFill>
              <a:srgbClr val="6B8E23"/>
            </a:solidFill>
            <a:prstDash val="dash"/>
          </a:ln>
        </p:spPr>
      </p:sp>
      <p:sp>
        <p:nvSpPr>
          <p:cNvPr id="314" name="Shape 307"/>
          <p:cNvSpPr/>
          <p:nvPr/>
        </p:nvSpPr>
        <p:spPr>
          <a:xfrm>
            <a:off x="7569200" y="24257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5" name="Text 308"/>
          <p:cNvSpPr/>
          <p:nvPr/>
        </p:nvSpPr>
        <p:spPr>
          <a:xfrm>
            <a:off x="7569200" y="24257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650" dirty="0"/>
          </a:p>
        </p:txBody>
      </p:sp>
      <p:sp>
        <p:nvSpPr>
          <p:cNvPr id="316" name="Shape 309"/>
          <p:cNvSpPr/>
          <p:nvPr/>
        </p:nvSpPr>
        <p:spPr>
          <a:xfrm>
            <a:off x="8255000" y="2146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7" name="Text 310"/>
          <p:cNvSpPr/>
          <p:nvPr/>
        </p:nvSpPr>
        <p:spPr>
          <a:xfrm>
            <a:off x="8255000" y="2146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650" dirty="0"/>
          </a:p>
        </p:txBody>
      </p:sp>
      <p:sp>
        <p:nvSpPr>
          <p:cNvPr id="318" name="Shape 311"/>
          <p:cNvSpPr/>
          <p:nvPr/>
        </p:nvSpPr>
        <p:spPr>
          <a:xfrm>
            <a:off x="8763000" y="1854200"/>
            <a:ext cx="3937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19" name="Text 312"/>
          <p:cNvSpPr/>
          <p:nvPr/>
        </p:nvSpPr>
        <p:spPr>
          <a:xfrm>
            <a:off x="8763000" y="1854200"/>
            <a:ext cx="39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650" dirty="0"/>
          </a:p>
        </p:txBody>
      </p:sp>
      <p:sp>
        <p:nvSpPr>
          <p:cNvPr id="320" name="Shape 313"/>
          <p:cNvSpPr/>
          <p:nvPr/>
        </p:nvSpPr>
        <p:spPr>
          <a:xfrm>
            <a:off x="9321800" y="1625600"/>
            <a:ext cx="393700" cy="1778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1" name="Text 314"/>
          <p:cNvSpPr/>
          <p:nvPr/>
        </p:nvSpPr>
        <p:spPr>
          <a:xfrm>
            <a:off x="9321800" y="1625600"/>
            <a:ext cx="393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650" dirty="0"/>
          </a:p>
        </p:txBody>
      </p:sp>
      <p:sp>
        <p:nvSpPr>
          <p:cNvPr id="322" name="Shape 315"/>
          <p:cNvSpPr/>
          <p:nvPr/>
        </p:nvSpPr>
        <p:spPr>
          <a:xfrm>
            <a:off x="9880600" y="1384300"/>
            <a:ext cx="381000" cy="19050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323" name="Text 316"/>
          <p:cNvSpPr/>
          <p:nvPr/>
        </p:nvSpPr>
        <p:spPr>
          <a:xfrm>
            <a:off x="9880600" y="13843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i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650" dirty="0"/>
          </a:p>
        </p:txBody>
      </p:sp>
      <p:sp>
        <p:nvSpPr>
          <p:cNvPr id="324" name="Shape 317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5" name="Text 318"/>
          <p:cNvSpPr/>
          <p:nvPr/>
        </p:nvSpPr>
        <p:spPr>
          <a:xfrm>
            <a:off x="7721600" y="4787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6" name="Shape 319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7" name="Text 320"/>
          <p:cNvSpPr/>
          <p:nvPr/>
        </p:nvSpPr>
        <p:spPr>
          <a:xfrm>
            <a:off x="7721600" y="5105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28" name="Shape 321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9" name="Text 322"/>
          <p:cNvSpPr/>
          <p:nvPr/>
        </p:nvSpPr>
        <p:spPr>
          <a:xfrm>
            <a:off x="7721600" y="53594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330" name="Shape 323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1" name="Text 324"/>
          <p:cNvSpPr/>
          <p:nvPr/>
        </p:nvSpPr>
        <p:spPr>
          <a:xfrm>
            <a:off x="8331200" y="45085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2" name="Shape 325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3" name="Text 326"/>
          <p:cNvSpPr/>
          <p:nvPr/>
        </p:nvSpPr>
        <p:spPr>
          <a:xfrm>
            <a:off x="8331200" y="4775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4" name="Shape 327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35" name="Text 328"/>
          <p:cNvSpPr/>
          <p:nvPr/>
        </p:nvSpPr>
        <p:spPr>
          <a:xfrm>
            <a:off x="8331200" y="5029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36" name="Shape 329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37" name="Text 330"/>
          <p:cNvSpPr/>
          <p:nvPr/>
        </p:nvSpPr>
        <p:spPr>
          <a:xfrm>
            <a:off x="8877300" y="42291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38" name="Shape 331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39" name="Text 332"/>
          <p:cNvSpPr/>
          <p:nvPr/>
        </p:nvSpPr>
        <p:spPr>
          <a:xfrm>
            <a:off x="8877300" y="45212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0" name="Shape 333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1" name="Text 334"/>
          <p:cNvSpPr/>
          <p:nvPr/>
        </p:nvSpPr>
        <p:spPr>
          <a:xfrm>
            <a:off x="8877300" y="48006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42" name="Shape 335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3" name="Text 336"/>
          <p:cNvSpPr/>
          <p:nvPr/>
        </p:nvSpPr>
        <p:spPr>
          <a:xfrm>
            <a:off x="9448800" y="40640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4" name="Shape 337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45" name="Text 338"/>
          <p:cNvSpPr/>
          <p:nvPr/>
        </p:nvSpPr>
        <p:spPr>
          <a:xfrm>
            <a:off x="94488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6" name="Shape 339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47" name="Text 340"/>
          <p:cNvSpPr/>
          <p:nvPr/>
        </p:nvSpPr>
        <p:spPr>
          <a:xfrm>
            <a:off x="9448800" y="4660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48" name="Shape 341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solidFill>
            <a:srgbClr val="FDE4E4">
              <a:alpha val="80000"/>
            </a:srgbClr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49" name="Text 342"/>
          <p:cNvSpPr/>
          <p:nvPr/>
        </p:nvSpPr>
        <p:spPr>
          <a:xfrm>
            <a:off x="9969500" y="37719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0" name="Shape 343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solidFill>
            <a:srgbClr val="E0F5E0">
              <a:alpha val="80000"/>
            </a:srgbClr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51" name="Text 344"/>
          <p:cNvSpPr/>
          <p:nvPr/>
        </p:nvSpPr>
        <p:spPr>
          <a:xfrm>
            <a:off x="9969500" y="40767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52" name="Shape 345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solidFill>
            <a:srgbClr val="E0E8F8">
              <a:alpha val="80000"/>
            </a:srgbClr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53" name="Text 346"/>
          <p:cNvSpPr/>
          <p:nvPr/>
        </p:nvSpPr>
        <p:spPr>
          <a:xfrm>
            <a:off x="9969500" y="436880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354" name="Image 5" descr="/home/ahmed/Projects/ai_llm_slides/videos/deep-learning/002_transformers_part2/recreated_pptx/build/assets/swoosh0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2984500"/>
            <a:ext cx="3746500" cy="2095500"/>
          </a:xfrm>
          <a:prstGeom prst="rect">
            <a:avLst/>
          </a:prstGeom>
        </p:spPr>
      </p:pic>
      <p:sp>
        <p:nvSpPr>
          <p:cNvPr id="355" name="Text 347"/>
          <p:cNvSpPr/>
          <p:nvPr/>
        </p:nvSpPr>
        <p:spPr>
          <a:xfrm rot="20280000">
            <a:off x="9880600" y="332740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226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"H" Heads</a:t>
            </a:r>
            <a:endParaRPr lang="en-US" sz="1000" dirty="0"/>
          </a:p>
        </p:txBody>
      </p:sp>
      <p:sp>
        <p:nvSpPr>
          <p:cNvPr id="356" name="Shape 348"/>
          <p:cNvSpPr/>
          <p:nvPr/>
        </p:nvSpPr>
        <p:spPr>
          <a:xfrm>
            <a:off x="2197100" y="5130800"/>
            <a:ext cx="2781300" cy="482600"/>
          </a:xfrm>
          <a:prstGeom prst="roundRect">
            <a:avLst>
              <a:gd name="adj" fmla="val 9474"/>
            </a:avLst>
          </a:prstGeom>
          <a:solidFill>
            <a:srgbClr val="EEFDDC"/>
          </a:solidFill>
          <a:ln w="15875">
            <a:solidFill>
              <a:srgbClr val="2E7D4A"/>
            </a:solidFill>
            <a:prstDash val="dash"/>
          </a:ln>
        </p:spPr>
      </p:sp>
      <p:sp>
        <p:nvSpPr>
          <p:cNvPr id="357" name="Shape 349"/>
          <p:cNvSpPr/>
          <p:nvPr/>
        </p:nvSpPr>
        <p:spPr>
          <a:xfrm>
            <a:off x="2870200" y="4470400"/>
            <a:ext cx="762000" cy="1219200"/>
          </a:xfrm>
          <a:prstGeom prst="ellipse">
            <a:avLst/>
          </a:prstGeom>
          <a:solidFill>
            <a:srgbClr val="7B9FE8">
              <a:alpha val="48000"/>
            </a:srgbClr>
          </a:solidFill>
          <a:ln/>
        </p:spPr>
      </p:sp>
      <p:sp>
        <p:nvSpPr>
          <p:cNvPr id="358" name="Shape 350"/>
          <p:cNvSpPr/>
          <p:nvPr/>
        </p:nvSpPr>
        <p:spPr>
          <a:xfrm>
            <a:off x="3098800" y="4572000"/>
            <a:ext cx="635000" cy="1016000"/>
          </a:xfrm>
          <a:prstGeom prst="ellipse">
            <a:avLst/>
          </a:prstGeom>
          <a:solidFill>
            <a:srgbClr val="9B7FE0">
              <a:alpha val="48000"/>
            </a:srgbClr>
          </a:solidFill>
          <a:ln/>
        </p:spPr>
      </p:sp>
      <p:sp>
        <p:nvSpPr>
          <p:cNvPr id="359" name="Shape 351"/>
          <p:cNvSpPr/>
          <p:nvPr/>
        </p:nvSpPr>
        <p:spPr>
          <a:xfrm>
            <a:off x="3302000" y="4673600"/>
            <a:ext cx="558800" cy="863600"/>
          </a:xfrm>
          <a:prstGeom prst="ellipse">
            <a:avLst/>
          </a:prstGeom>
          <a:solidFill>
            <a:srgbClr val="B08FE8">
              <a:alpha val="48000"/>
            </a:srgbClr>
          </a:solidFill>
          <a:ln/>
        </p:spPr>
      </p:sp>
      <p:sp>
        <p:nvSpPr>
          <p:cNvPr id="360" name="Shape 352"/>
          <p:cNvSpPr/>
          <p:nvPr/>
        </p:nvSpPr>
        <p:spPr>
          <a:xfrm>
            <a:off x="3479800" y="4775200"/>
            <a:ext cx="482600" cy="711200"/>
          </a:xfrm>
          <a:prstGeom prst="ellipse">
            <a:avLst/>
          </a:prstGeom>
          <a:solidFill>
            <a:srgbClr val="E8D87B">
              <a:alpha val="48000"/>
            </a:srgbClr>
          </a:solidFill>
          <a:ln/>
        </p:spPr>
      </p:sp>
      <p:sp>
        <p:nvSpPr>
          <p:cNvPr id="361" name="Shape 353"/>
          <p:cNvSpPr/>
          <p:nvPr/>
        </p:nvSpPr>
        <p:spPr>
          <a:xfrm>
            <a:off x="3632200" y="4876800"/>
            <a:ext cx="406400" cy="558800"/>
          </a:xfrm>
          <a:prstGeom prst="ellipse">
            <a:avLst/>
          </a:prstGeom>
          <a:solidFill>
            <a:srgbClr val="8FD98F">
              <a:alpha val="48000"/>
            </a:srgbClr>
          </a:solidFill>
          <a:ln/>
        </p:spPr>
      </p:sp>
      <p:sp>
        <p:nvSpPr>
          <p:cNvPr id="362" name="Shape 354"/>
          <p:cNvSpPr/>
          <p:nvPr/>
        </p:nvSpPr>
        <p:spPr>
          <a:xfrm>
            <a:off x="2336800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3" name="Shape 355"/>
          <p:cNvSpPr/>
          <p:nvPr/>
        </p:nvSpPr>
        <p:spPr>
          <a:xfrm>
            <a:off x="2409371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4" name="Shape 356"/>
          <p:cNvSpPr/>
          <p:nvPr/>
        </p:nvSpPr>
        <p:spPr>
          <a:xfrm>
            <a:off x="2481943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5" name="Shape 357"/>
          <p:cNvSpPr/>
          <p:nvPr/>
        </p:nvSpPr>
        <p:spPr>
          <a:xfrm>
            <a:off x="2554514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6" name="Shape 358"/>
          <p:cNvSpPr/>
          <p:nvPr/>
        </p:nvSpPr>
        <p:spPr>
          <a:xfrm>
            <a:off x="2627086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7" name="Shape 359"/>
          <p:cNvSpPr/>
          <p:nvPr/>
        </p:nvSpPr>
        <p:spPr>
          <a:xfrm>
            <a:off x="2699657" y="5181600"/>
            <a:ext cx="72571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8" name="Shape 360"/>
          <p:cNvSpPr/>
          <p:nvPr/>
        </p:nvSpPr>
        <p:spPr>
          <a:xfrm>
            <a:off x="2772229" y="5181600"/>
            <a:ext cx="72571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69" name="Shape 361"/>
          <p:cNvSpPr/>
          <p:nvPr/>
        </p:nvSpPr>
        <p:spPr>
          <a:xfrm>
            <a:off x="2541814" y="5175250"/>
            <a:ext cx="170543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70" name="Text 362"/>
          <p:cNvSpPr/>
          <p:nvPr/>
        </p:nvSpPr>
        <p:spPr>
          <a:xfrm>
            <a:off x="2541814" y="5181600"/>
            <a:ext cx="17054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371" name="Shape 363"/>
          <p:cNvSpPr/>
          <p:nvPr/>
        </p:nvSpPr>
        <p:spPr>
          <a:xfrm>
            <a:off x="2882900" y="5143500"/>
            <a:ext cx="711200" cy="304800"/>
          </a:xfrm>
          <a:prstGeom prst="roundRect">
            <a:avLst>
              <a:gd name="adj" fmla="val 12000"/>
            </a:avLst>
          </a:prstGeom>
          <a:ln w="12700">
            <a:solidFill>
              <a:srgbClr val="7B2FBF"/>
            </a:solidFill>
            <a:prstDash val="dash"/>
          </a:ln>
        </p:spPr>
      </p:sp>
      <p:sp>
        <p:nvSpPr>
          <p:cNvPr id="372" name="Shape 364"/>
          <p:cNvSpPr/>
          <p:nvPr/>
        </p:nvSpPr>
        <p:spPr>
          <a:xfrm>
            <a:off x="2895600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3" name="Shape 365"/>
          <p:cNvSpPr/>
          <p:nvPr/>
        </p:nvSpPr>
        <p:spPr>
          <a:xfrm>
            <a:off x="2993571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4" name="Shape 366"/>
          <p:cNvSpPr/>
          <p:nvPr/>
        </p:nvSpPr>
        <p:spPr>
          <a:xfrm>
            <a:off x="3091543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5" name="Shape 367"/>
          <p:cNvSpPr/>
          <p:nvPr/>
        </p:nvSpPr>
        <p:spPr>
          <a:xfrm>
            <a:off x="3189514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6" name="Shape 368"/>
          <p:cNvSpPr/>
          <p:nvPr/>
        </p:nvSpPr>
        <p:spPr>
          <a:xfrm>
            <a:off x="3287486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7" name="Shape 369"/>
          <p:cNvSpPr/>
          <p:nvPr/>
        </p:nvSpPr>
        <p:spPr>
          <a:xfrm>
            <a:off x="3385457" y="5156200"/>
            <a:ext cx="97971" cy="279400"/>
          </a:xfrm>
          <a:prstGeom prst="rect">
            <a:avLst/>
          </a:prstGeom>
          <a:solidFill>
            <a:srgbClr val="C8C4E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8" name="Shape 370"/>
          <p:cNvSpPr/>
          <p:nvPr/>
        </p:nvSpPr>
        <p:spPr>
          <a:xfrm>
            <a:off x="3483429" y="5156200"/>
            <a:ext cx="97971" cy="279400"/>
          </a:xfrm>
          <a:prstGeom prst="rect">
            <a:avLst/>
          </a:prstGeom>
          <a:solidFill>
            <a:srgbClr val="D8CCEC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79" name="Shape 371"/>
          <p:cNvSpPr/>
          <p:nvPr/>
        </p:nvSpPr>
        <p:spPr>
          <a:xfrm>
            <a:off x="3176814" y="5149850"/>
            <a:ext cx="221343" cy="2921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80" name="Text 372"/>
          <p:cNvSpPr/>
          <p:nvPr/>
        </p:nvSpPr>
        <p:spPr>
          <a:xfrm>
            <a:off x="3176814" y="5156200"/>
            <a:ext cx="221343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81" name="Shape 373"/>
          <p:cNvSpPr/>
          <p:nvPr/>
        </p:nvSpPr>
        <p:spPr>
          <a:xfrm>
            <a:off x="3644900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2" name="Shape 374"/>
          <p:cNvSpPr/>
          <p:nvPr/>
        </p:nvSpPr>
        <p:spPr>
          <a:xfrm>
            <a:off x="3724729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3" name="Shape 375"/>
          <p:cNvSpPr/>
          <p:nvPr/>
        </p:nvSpPr>
        <p:spPr>
          <a:xfrm>
            <a:off x="3804557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4" name="Shape 376"/>
          <p:cNvSpPr/>
          <p:nvPr/>
        </p:nvSpPr>
        <p:spPr>
          <a:xfrm>
            <a:off x="3884386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5" name="Shape 377"/>
          <p:cNvSpPr/>
          <p:nvPr/>
        </p:nvSpPr>
        <p:spPr>
          <a:xfrm>
            <a:off x="3964214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6" name="Shape 378"/>
          <p:cNvSpPr/>
          <p:nvPr/>
        </p:nvSpPr>
        <p:spPr>
          <a:xfrm>
            <a:off x="4044043" y="5181600"/>
            <a:ext cx="79829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7" name="Shape 379"/>
          <p:cNvSpPr/>
          <p:nvPr/>
        </p:nvSpPr>
        <p:spPr>
          <a:xfrm>
            <a:off x="4123871" y="5181600"/>
            <a:ext cx="79829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88" name="Shape 380"/>
          <p:cNvSpPr/>
          <p:nvPr/>
        </p:nvSpPr>
        <p:spPr>
          <a:xfrm>
            <a:off x="3871686" y="5175250"/>
            <a:ext cx="185057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89" name="Text 381"/>
          <p:cNvSpPr/>
          <p:nvPr/>
        </p:nvSpPr>
        <p:spPr>
          <a:xfrm>
            <a:off x="3871686" y="5181600"/>
            <a:ext cx="18505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90" name="Shape 382"/>
          <p:cNvSpPr/>
          <p:nvPr/>
        </p:nvSpPr>
        <p:spPr>
          <a:xfrm>
            <a:off x="4267200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1" name="Shape 383"/>
          <p:cNvSpPr/>
          <p:nvPr/>
        </p:nvSpPr>
        <p:spPr>
          <a:xfrm>
            <a:off x="4354286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2" name="Shape 384"/>
          <p:cNvSpPr/>
          <p:nvPr/>
        </p:nvSpPr>
        <p:spPr>
          <a:xfrm>
            <a:off x="4441371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3" name="Shape 385"/>
          <p:cNvSpPr/>
          <p:nvPr/>
        </p:nvSpPr>
        <p:spPr>
          <a:xfrm>
            <a:off x="4528457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4" name="Shape 386"/>
          <p:cNvSpPr/>
          <p:nvPr/>
        </p:nvSpPr>
        <p:spPr>
          <a:xfrm>
            <a:off x="4615543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5" name="Shape 387"/>
          <p:cNvSpPr/>
          <p:nvPr/>
        </p:nvSpPr>
        <p:spPr>
          <a:xfrm>
            <a:off x="4702629" y="5181600"/>
            <a:ext cx="87086" cy="241300"/>
          </a:xfrm>
          <a:prstGeom prst="rect">
            <a:avLst/>
          </a:prstGeom>
          <a:solidFill>
            <a:srgbClr val="EAE4F0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6" name="Shape 388"/>
          <p:cNvSpPr/>
          <p:nvPr/>
        </p:nvSpPr>
        <p:spPr>
          <a:xfrm>
            <a:off x="4789714" y="5181600"/>
            <a:ext cx="87086" cy="241300"/>
          </a:xfrm>
          <a:prstGeom prst="rect">
            <a:avLst/>
          </a:prstGeom>
          <a:solidFill>
            <a:srgbClr val="F7F3D8"/>
          </a:solidFill>
          <a:ln w="5080">
            <a:solidFill>
              <a:srgbClr val="C9A06A"/>
            </a:solidFill>
            <a:prstDash val="solid"/>
          </a:ln>
        </p:spPr>
      </p:sp>
      <p:sp>
        <p:nvSpPr>
          <p:cNvPr id="397" name="Shape 389"/>
          <p:cNvSpPr/>
          <p:nvPr/>
        </p:nvSpPr>
        <p:spPr>
          <a:xfrm>
            <a:off x="4515757" y="5175250"/>
            <a:ext cx="199571" cy="254000"/>
          </a:xfrm>
          <a:prstGeom prst="rect">
            <a:avLst/>
          </a:prstGeom>
          <a:ln w="12700">
            <a:solidFill>
              <a:srgbClr val="B03030"/>
            </a:solidFill>
            <a:prstDash val="solid"/>
          </a:ln>
        </p:spPr>
      </p:sp>
      <p:sp>
        <p:nvSpPr>
          <p:cNvPr id="398" name="Text 390"/>
          <p:cNvSpPr/>
          <p:nvPr/>
        </p:nvSpPr>
        <p:spPr>
          <a:xfrm>
            <a:off x="4515757" y="5181600"/>
            <a:ext cx="199571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99" name="Shape 391"/>
          <p:cNvSpPr/>
          <p:nvPr/>
        </p:nvSpPr>
        <p:spPr>
          <a:xfrm>
            <a:off x="3149600" y="5410200"/>
            <a:ext cx="50800" cy="139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00" name="Shape 392"/>
          <p:cNvSpPr/>
          <p:nvPr/>
        </p:nvSpPr>
        <p:spPr>
          <a:xfrm flipV="1">
            <a:off x="3124200" y="5537200"/>
            <a:ext cx="101600" cy="762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01" name="Shape 393"/>
          <p:cNvSpPr/>
          <p:nvPr/>
        </p:nvSpPr>
        <p:spPr>
          <a:xfrm>
            <a:off x="332740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2" name="Shape 394"/>
          <p:cNvSpPr/>
          <p:nvPr/>
        </p:nvSpPr>
        <p:spPr>
          <a:xfrm>
            <a:off x="3395980" y="4610100"/>
            <a:ext cx="68580" cy="12700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3" name="Shape 395"/>
          <p:cNvSpPr/>
          <p:nvPr/>
        </p:nvSpPr>
        <p:spPr>
          <a:xfrm>
            <a:off x="346456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4" name="Shape 396"/>
          <p:cNvSpPr/>
          <p:nvPr/>
        </p:nvSpPr>
        <p:spPr>
          <a:xfrm>
            <a:off x="3533140" y="4610100"/>
            <a:ext cx="68580" cy="127000"/>
          </a:xfrm>
          <a:prstGeom prst="rect">
            <a:avLst/>
          </a:prstGeom>
          <a:solidFill>
            <a:srgbClr val="F0E0B0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5" name="Shape 397"/>
          <p:cNvSpPr/>
          <p:nvPr/>
        </p:nvSpPr>
        <p:spPr>
          <a:xfrm>
            <a:off x="3601720" y="4610100"/>
            <a:ext cx="68580" cy="127000"/>
          </a:xfrm>
          <a:prstGeom prst="rect">
            <a:avLst/>
          </a:prstGeom>
          <a:solidFill>
            <a:srgbClr val="F9E48C"/>
          </a:solidFill>
          <a:ln w="6350">
            <a:solidFill>
              <a:srgbClr val="C9A06A"/>
            </a:solidFill>
            <a:prstDash val="solid"/>
          </a:ln>
        </p:spPr>
      </p:sp>
      <p:sp>
        <p:nvSpPr>
          <p:cNvPr id="406" name="Shape 398"/>
          <p:cNvSpPr/>
          <p:nvPr/>
        </p:nvSpPr>
        <p:spPr>
          <a:xfrm>
            <a:off x="3289300" y="4584700"/>
            <a:ext cx="381000" cy="177800"/>
          </a:xfrm>
          <a:prstGeom prst="rect">
            <a:avLst/>
          </a:prstGeom>
          <a:ln w="6350">
            <a:solidFill>
              <a:srgbClr val="B8A888"/>
            </a:solidFill>
            <a:prstDash val="solid"/>
          </a:ln>
        </p:spPr>
      </p:sp>
      <p:sp>
        <p:nvSpPr>
          <p:cNvPr id="407" name="Shape 399"/>
          <p:cNvSpPr/>
          <p:nvPr/>
        </p:nvSpPr>
        <p:spPr>
          <a:xfrm>
            <a:off x="3695700" y="4584700"/>
            <a:ext cx="0" cy="17780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408" name="Text 400"/>
          <p:cNvSpPr/>
          <p:nvPr/>
        </p:nvSpPr>
        <p:spPr>
          <a:xfrm>
            <a:off x="3124200" y="4597400"/>
            <a:ext cx="1524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42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409" name="Shape 401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10" name="Text 402"/>
          <p:cNvSpPr/>
          <p:nvPr/>
        </p:nvSpPr>
        <p:spPr>
          <a:xfrm>
            <a:off x="3098800" y="4762500"/>
            <a:ext cx="2667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40" b="1" baseline="-40000" dirty="0">
                <a:solidFill>
                  <a:srgbClr val="2F4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13" b="1" baseline="30000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411" name="Shape 403"/>
          <p:cNvSpPr/>
          <p:nvPr/>
        </p:nvSpPr>
        <p:spPr>
          <a:xfrm>
            <a:off x="3284220" y="4495800"/>
            <a:ext cx="11430" cy="6350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12" name="Shape 404"/>
          <p:cNvSpPr/>
          <p:nvPr/>
        </p:nvSpPr>
        <p:spPr>
          <a:xfrm>
            <a:off x="3251200" y="44323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13" name="Shape 405"/>
          <p:cNvSpPr/>
          <p:nvPr/>
        </p:nvSpPr>
        <p:spPr>
          <a:xfrm flipV="1">
            <a:off x="3251200" y="5105400"/>
            <a:ext cx="66040" cy="698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414" name="Shape 406"/>
          <p:cNvSpPr/>
          <p:nvPr/>
        </p:nvSpPr>
        <p:spPr>
          <a:xfrm>
            <a:off x="1638300" y="4457700"/>
            <a:ext cx="15875" cy="127000"/>
          </a:xfrm>
          <a:prstGeom prst="rect">
            <a:avLst/>
          </a:prstGeom>
          <a:solidFill>
            <a:srgbClr val="00AA00"/>
          </a:solidFill>
          <a:ln/>
        </p:spPr>
      </p:sp>
      <p:sp>
        <p:nvSpPr>
          <p:cNvPr id="415" name="Shape 407"/>
          <p:cNvSpPr/>
          <p:nvPr/>
        </p:nvSpPr>
        <p:spPr>
          <a:xfrm>
            <a:off x="1593850" y="4381500"/>
            <a:ext cx="101600" cy="82550"/>
          </a:xfrm>
          <a:prstGeom prst="triangle">
            <a:avLst/>
          </a:prstGeom>
          <a:solidFill>
            <a:srgbClr val="00AA00"/>
          </a:solidFill>
          <a:ln/>
        </p:spPr>
      </p:sp>
      <p:sp>
        <p:nvSpPr>
          <p:cNvPr id="416" name="Shape 408"/>
          <p:cNvSpPr/>
          <p:nvPr/>
        </p:nvSpPr>
        <p:spPr>
          <a:xfrm>
            <a:off x="1689100" y="4546600"/>
            <a:ext cx="127000" cy="584200"/>
          </a:xfrm>
          <a:prstGeom prst="line">
            <a:avLst/>
          </a:prstGeom>
          <a:noFill/>
          <a:ln w="9525">
            <a:solidFill>
              <a:srgbClr val="3FAE5C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2026-10-12T05:42:01Z</dcterms:created>
  <dcterms:modified xsi:type="dcterms:W3CDTF">2026-10-12T05:42:01Z</dcterms:modified>
</cp:coreProperties>
</file>