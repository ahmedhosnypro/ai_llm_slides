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hmed/Projects/ai_llm_slides/videos/deep-learning/002_transformers_part2/recreated_pptx/build/assets/beam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7994" y="736641"/>
            <a:ext cx="3937041" cy="1587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2026-10-12T05:06:41Z</dcterms:created>
  <dcterms:modified xsi:type="dcterms:W3CDTF">2026-10-12T05:06:41Z</dcterms:modified>
</cp:coreProperties>
</file>