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7600" y="812800"/>
            <a:ext cx="942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a Vector by a Matrix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850900" y="1358900"/>
            <a:ext cx="2565400" cy="541020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" y="14986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Word </a:t>
            </a:r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27760" y="2086610"/>
            <a:ext cx="1717040" cy="469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" y="2086610"/>
            <a:ext cx="1729740" cy="14160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" y="2086610"/>
            <a:ext cx="1729740" cy="28041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" y="2086610"/>
            <a:ext cx="1676400" cy="41338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760" y="3495040"/>
            <a:ext cx="1717040" cy="-13614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7760" y="3495040"/>
            <a:ext cx="1729740" cy="76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760" y="3495040"/>
            <a:ext cx="1729740" cy="139573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7760" y="3495040"/>
            <a:ext cx="1676400" cy="27254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7760" y="4904740"/>
            <a:ext cx="1717040" cy="-27711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7760" y="4904740"/>
            <a:ext cx="1729740" cy="-140208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7760" y="4904740"/>
            <a:ext cx="1729740" cy="-1397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7760" y="4904740"/>
            <a:ext cx="1676400" cy="13157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7760" y="6220460"/>
            <a:ext cx="1717040" cy="-40868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7760" y="6220460"/>
            <a:ext cx="1729740" cy="-271780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7760" y="6220460"/>
            <a:ext cx="1729740" cy="-13296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7760" y="6220460"/>
            <a:ext cx="1676400" cy="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51280" y="1926590"/>
            <a:ext cx="396240" cy="1182370"/>
          </a:xfrm>
          <a:prstGeom prst="ellipse">
            <a:avLst/>
          </a:prstGeom>
          <a:solidFill>
            <a:srgbClr val="88FFFF"/>
          </a:solidFill>
          <a:ln w="12700">
            <a:solidFill>
              <a:srgbClr val="4AB8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1280" y="3149600"/>
            <a:ext cx="396240" cy="1117600"/>
          </a:xfrm>
          <a:prstGeom prst="ellipse">
            <a:avLst/>
          </a:prstGeom>
          <a:solidFill>
            <a:srgbClr val="F8D8F8"/>
          </a:solidFill>
          <a:ln w="12700">
            <a:solidFill>
              <a:srgbClr val="D88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1280" y="4318000"/>
            <a:ext cx="396240" cy="990600"/>
          </a:xfrm>
          <a:prstGeom prst="ellipse">
            <a:avLst/>
          </a:prstGeom>
          <a:solidFill>
            <a:srgbClr val="FFE4CC"/>
          </a:solidFill>
          <a:ln w="12700">
            <a:solidFill>
              <a:srgbClr val="E8B0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1280" y="5346700"/>
            <a:ext cx="396240" cy="1028700"/>
          </a:xfrm>
          <a:prstGeom prst="ellipse">
            <a:avLst/>
          </a:prstGeom>
          <a:solidFill>
            <a:srgbClr val="DFF8D8"/>
          </a:solidFill>
          <a:ln w="12700">
            <a:solidFill>
              <a:srgbClr val="98D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46200" y="20281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46200" y="234696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46200" y="266573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46200" y="29044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46200" y="31838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46200" y="34632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46200" y="37553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46200" y="398145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46200" y="43434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46200" y="4610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46200" y="48768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46200" y="5118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46200" y="533781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46200" y="56565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46200" y="59486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46200" y="613537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69010" y="192786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9960" y="197231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69010" y="33362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9960" y="33807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9010" y="47459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9960" y="47904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9010" y="606171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9960" y="610616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625725" y="191452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54" name="Shape 52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55" name="Shape 53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56" name="Text 54"/>
          <p:cNvSpPr/>
          <p:nvPr/>
        </p:nvSpPr>
        <p:spPr>
          <a:xfrm>
            <a:off x="2679700" y="200660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857500" y="214630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38425" y="328358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60" name="Shape 58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61" name="Shape 59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62" name="Text 60"/>
          <p:cNvSpPr/>
          <p:nvPr/>
        </p:nvSpPr>
        <p:spPr>
          <a:xfrm>
            <a:off x="2692400" y="337566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870200" y="351536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38425" y="467169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66" name="Shape 64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67" name="Shape 65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68" name="Text 66"/>
          <p:cNvSpPr/>
          <p:nvPr/>
        </p:nvSpPr>
        <p:spPr>
          <a:xfrm>
            <a:off x="2692400" y="476377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2870200" y="490347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85085" y="600138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72" name="Shape 70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73" name="Shape 71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74" name="Text 72"/>
          <p:cNvSpPr/>
          <p:nvPr/>
        </p:nvSpPr>
        <p:spPr>
          <a:xfrm>
            <a:off x="2639060" y="609346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2816860" y="623316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73400" y="213360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3073400" y="179705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8" name="Shape 76"/>
          <p:cNvSpPr/>
          <p:nvPr/>
        </p:nvSpPr>
        <p:spPr>
          <a:xfrm>
            <a:off x="2787650" y="237490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79" name="Text 77"/>
          <p:cNvSpPr/>
          <p:nvPr/>
        </p:nvSpPr>
        <p:spPr>
          <a:xfrm>
            <a:off x="2768600" y="241935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80" name="Shape 78"/>
          <p:cNvSpPr/>
          <p:nvPr/>
        </p:nvSpPr>
        <p:spPr>
          <a:xfrm>
            <a:off x="3086100" y="35026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3086100" y="31661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82" name="Shape 80"/>
          <p:cNvSpPr/>
          <p:nvPr/>
        </p:nvSpPr>
        <p:spPr>
          <a:xfrm>
            <a:off x="2800350" y="374396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83" name="Text 81"/>
          <p:cNvSpPr/>
          <p:nvPr/>
        </p:nvSpPr>
        <p:spPr>
          <a:xfrm>
            <a:off x="2781300" y="378841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84" name="Shape 82"/>
          <p:cNvSpPr/>
          <p:nvPr/>
        </p:nvSpPr>
        <p:spPr>
          <a:xfrm>
            <a:off x="3086100" y="489077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5" name="Text 83"/>
          <p:cNvSpPr/>
          <p:nvPr/>
        </p:nvSpPr>
        <p:spPr>
          <a:xfrm>
            <a:off x="3086100" y="455422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86" name="Shape 84"/>
          <p:cNvSpPr/>
          <p:nvPr/>
        </p:nvSpPr>
        <p:spPr>
          <a:xfrm>
            <a:off x="2800350" y="513207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87" name="Text 85"/>
          <p:cNvSpPr/>
          <p:nvPr/>
        </p:nvSpPr>
        <p:spPr>
          <a:xfrm>
            <a:off x="2781300" y="517652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88" name="Shape 86"/>
          <p:cNvSpPr/>
          <p:nvPr/>
        </p:nvSpPr>
        <p:spPr>
          <a:xfrm>
            <a:off x="3032760" y="62204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9" name="Text 87"/>
          <p:cNvSpPr/>
          <p:nvPr/>
        </p:nvSpPr>
        <p:spPr>
          <a:xfrm>
            <a:off x="3032760" y="58839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90" name="Shape 88"/>
          <p:cNvSpPr/>
          <p:nvPr/>
        </p:nvSpPr>
        <p:spPr>
          <a:xfrm>
            <a:off x="2747010" y="646176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91" name="Text 89"/>
          <p:cNvSpPr/>
          <p:nvPr/>
        </p:nvSpPr>
        <p:spPr>
          <a:xfrm>
            <a:off x="2727960" y="650621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92" name="Shape 90"/>
          <p:cNvSpPr/>
          <p:nvPr/>
        </p:nvSpPr>
        <p:spPr>
          <a:xfrm>
            <a:off x="3581400" y="1320800"/>
            <a:ext cx="7962900" cy="2628900"/>
          </a:xfrm>
          <a:prstGeom prst="roundRect">
            <a:avLst>
              <a:gd name="adj" fmla="val 2087"/>
            </a:avLst>
          </a:prstGeom>
          <a:solidFill>
            <a:srgbClr val="F2F1EF"/>
          </a:solidFill>
          <a:ln w="12700">
            <a:solidFill>
              <a:srgbClr val="D0D5D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94200" y="1981200"/>
            <a:ext cx="5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300" b="1" baseline="3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2500" dirty="0"/>
          </a:p>
        </p:txBody>
      </p:sp>
      <p:sp>
        <p:nvSpPr>
          <p:cNvPr id="94" name="Shape 92"/>
          <p:cNvSpPr/>
          <p:nvPr/>
        </p:nvSpPr>
        <p:spPr>
          <a:xfrm>
            <a:off x="3797300" y="2425700"/>
            <a:ext cx="1587500" cy="393700"/>
          </a:xfrm>
          <a:prstGeom prst="roundRect">
            <a:avLst>
              <a:gd name="adj" fmla="val 27871"/>
            </a:avLst>
          </a:prstGeom>
          <a:solidFill>
            <a:srgbClr val="EFD4F4"/>
          </a:solidFill>
          <a:ln w="12700">
            <a:solidFill>
              <a:srgbClr val="D8A8D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13150" y="2324100"/>
            <a:ext cx="17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4800" dirty="0"/>
          </a:p>
        </p:txBody>
      </p:sp>
      <p:sp>
        <p:nvSpPr>
          <p:cNvPr id="96" name="Text 94"/>
          <p:cNvSpPr/>
          <p:nvPr/>
        </p:nvSpPr>
        <p:spPr>
          <a:xfrm>
            <a:off x="5391150" y="2336800"/>
            <a:ext cx="17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4800" dirty="0"/>
          </a:p>
        </p:txBody>
      </p:sp>
      <p:sp>
        <p:nvSpPr>
          <p:cNvPr id="97" name="Shape 95"/>
          <p:cNvSpPr/>
          <p:nvPr/>
        </p:nvSpPr>
        <p:spPr>
          <a:xfrm>
            <a:off x="385826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85826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22783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2783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461137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61137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501269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1269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664200" y="2514600"/>
            <a:ext cx="96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4E4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Sigmoid</a:t>
            </a:r>
            <a:endParaRPr lang="en-US" sz="1500" dirty="0"/>
          </a:p>
        </p:txBody>
      </p:sp>
      <p:sp>
        <p:nvSpPr>
          <p:cNvPr id="106" name="Shape 104"/>
          <p:cNvSpPr/>
          <p:nvPr/>
        </p:nvSpPr>
        <p:spPr>
          <a:xfrm>
            <a:off x="6654800" y="1409700"/>
            <a:ext cx="228600" cy="2425700"/>
          </a:xfrm>
          <a:prstGeom prst="leftBrace">
            <a:avLst/>
          </a:prstGeom>
          <a:ln w="38100">
            <a:solidFill>
              <a:srgbClr val="574CC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591800" y="1409700"/>
            <a:ext cx="228600" cy="2438400"/>
          </a:xfrm>
          <a:prstGeom prst="rightBrace">
            <a:avLst/>
          </a:prstGeom>
          <a:ln w="38100">
            <a:solidFill>
              <a:srgbClr val="574CC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845300" y="1485900"/>
            <a:ext cx="1676400" cy="393700"/>
          </a:xfrm>
          <a:prstGeom prst="roundRect">
            <a:avLst>
              <a:gd name="adj" fmla="val 32516"/>
            </a:avLst>
          </a:prstGeom>
          <a:solidFill>
            <a:srgbClr val="FFC8EE"/>
          </a:solidFill>
          <a:ln w="12700">
            <a:solidFill>
              <a:srgbClr val="E8A8D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896100" y="1473200"/>
            <a:ext cx="139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3400" dirty="0"/>
          </a:p>
        </p:txBody>
      </p:sp>
      <p:sp>
        <p:nvSpPr>
          <p:cNvPr id="110" name="Text 108"/>
          <p:cNvSpPr/>
          <p:nvPr/>
        </p:nvSpPr>
        <p:spPr>
          <a:xfrm>
            <a:off x="8255000" y="1473200"/>
            <a:ext cx="139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3400" dirty="0"/>
          </a:p>
        </p:txBody>
      </p:sp>
      <p:sp>
        <p:nvSpPr>
          <p:cNvPr id="111" name="Shape 109"/>
          <p:cNvSpPr/>
          <p:nvPr/>
        </p:nvSpPr>
        <p:spPr>
          <a:xfrm>
            <a:off x="701675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01675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738759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38759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770636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70636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02386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02386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7312660" y="1968500"/>
            <a:ext cx="53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600" dirty="0"/>
          </a:p>
        </p:txBody>
      </p:sp>
      <p:sp>
        <p:nvSpPr>
          <p:cNvPr id="120" name="Shape 118"/>
          <p:cNvSpPr/>
          <p:nvPr/>
        </p:nvSpPr>
        <p:spPr>
          <a:xfrm>
            <a:off x="8636000" y="1485900"/>
            <a:ext cx="1917700" cy="2336800"/>
          </a:xfrm>
          <a:prstGeom prst="roundRect">
            <a:avLst>
              <a:gd name="adj" fmla="val 3815"/>
            </a:avLst>
          </a:prstGeom>
          <a:solidFill>
            <a:srgbClr val="D8FFE6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636000" y="207264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636000" y="263144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636000" y="317627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12622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60501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08126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70077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70077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916559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16559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963041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63041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1009523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09523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870077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70077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916559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16559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963041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63041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1009523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09523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870077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70077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916559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16559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963041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63041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1009523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09523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870077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70077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916559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16559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963041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63041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1009523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009523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10795000" y="24892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60" name="Shape 158"/>
          <p:cNvSpPr/>
          <p:nvPr/>
        </p:nvSpPr>
        <p:spPr>
          <a:xfrm>
            <a:off x="11049000" y="1435100"/>
            <a:ext cx="546100" cy="2425700"/>
          </a:xfrm>
          <a:prstGeom prst="roundRect">
            <a:avLst>
              <a:gd name="adj" fmla="val 13395"/>
            </a:avLst>
          </a:prstGeom>
          <a:solidFill>
            <a:srgbClr val="D9FDC8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41050" y="1631950"/>
            <a:ext cx="114300" cy="2044700"/>
          </a:xfrm>
          <a:prstGeom prst="arc">
            <a:avLst>
              <a:gd name="adj1" fmla="val 5400000"/>
              <a:gd name="adj2" fmla="val 16200000"/>
            </a:avLst>
          </a:prstGeom>
          <a:ln w="25400">
            <a:solidFill>
              <a:srgbClr val="A8504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49050" y="1619250"/>
            <a:ext cx="114300" cy="2044700"/>
          </a:xfrm>
          <a:prstGeom prst="arc">
            <a:avLst>
              <a:gd name="adj1" fmla="val 16200000"/>
              <a:gd name="adj2" fmla="val 5400000"/>
            </a:avLst>
          </a:prstGeom>
          <a:ln w="25400">
            <a:solidFill>
              <a:srgbClr val="A8504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1106150" y="175133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1106150" y="175133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11106150" y="223520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1106150" y="223520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11106150" y="278003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1106150" y="278003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9" name="Shape 167"/>
          <p:cNvSpPr/>
          <p:nvPr/>
        </p:nvSpPr>
        <p:spPr>
          <a:xfrm>
            <a:off x="11106150" y="329184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1106150" y="329184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2026-10-12T06:49:44Z</dcterms:created>
  <dcterms:modified xsi:type="dcterms:W3CDTF">2026-10-12T06:49:44Z</dcterms:modified>
</cp:coreProperties>
</file>