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1.png"/><Relationship Id="rId4" Type="http://schemas.openxmlformats.org/officeDocument/2006/relationships/image" Target="../media/image-1-1.png"/><Relationship Id="rId5" Type="http://schemas.openxmlformats.org/officeDocument/2006/relationships/image" Target="../media/image-1-1.png"/><Relationship Id="rId6" Type="http://schemas.openxmlformats.org/officeDocument/2006/relationships/image" Target="../media/image-1-1.png"/><Relationship Id="rId7" Type="http://schemas.openxmlformats.org/officeDocument/2006/relationships/image" Target="../media/image-1-1.png"/><Relationship Id="rId8" Type="http://schemas.openxmlformats.org/officeDocument/2006/relationships/image" Target="../media/image-1-1.png"/><Relationship Id="rId9" Type="http://schemas.openxmlformats.org/officeDocument/2006/relationships/image" Target="../media/image-1-9.png"/><Relationship Id="rId10" Type="http://schemas.openxmlformats.org/officeDocument/2006/relationships/image" Target="../media/image-1-9.png"/><Relationship Id="rId11" Type="http://schemas.openxmlformats.org/officeDocument/2006/relationships/image" Target="../media/image-1-9.png"/><Relationship Id="rId12" Type="http://schemas.openxmlformats.org/officeDocument/2006/relationships/image" Target="../media/image-1-9.png"/><Relationship Id="rId13" Type="http://schemas.openxmlformats.org/officeDocument/2006/relationships/image" Target="../media/image-1-9.png"/><Relationship Id="rId14" Type="http://schemas.openxmlformats.org/officeDocument/2006/relationships/image" Target="../media/image-1-9.png"/><Relationship Id="rId15" Type="http://schemas.openxmlformats.org/officeDocument/2006/relationships/image" Target="../media/image-1-9.png"/><Relationship Id="rId16" Type="http://schemas.openxmlformats.org/officeDocument/2006/relationships/image" Target="../media/image-1-9.png"/><Relationship Id="rId17" Type="http://schemas.openxmlformats.org/officeDocument/2006/relationships/image" Target="../media/image-1-9.png"/><Relationship Id="rId18" Type="http://schemas.openxmlformats.org/officeDocument/2006/relationships/image" Target="../media/image-1-9.png"/><Relationship Id="rId19" Type="http://schemas.openxmlformats.org/officeDocument/2006/relationships/image" Target="../media/image-1-9.png"/><Relationship Id="rId20" Type="http://schemas.openxmlformats.org/officeDocument/2006/relationships/image" Target="../media/image-1-9.png"/><Relationship Id="rId21" Type="http://schemas.openxmlformats.org/officeDocument/2006/relationships/image" Target="../media/image-1-9.png"/><Relationship Id="rId22" Type="http://schemas.openxmlformats.org/officeDocument/2006/relationships/image" Target="../media/image-1-9.png"/><Relationship Id="rId23" Type="http://schemas.openxmlformats.org/officeDocument/2006/relationships/image" Target="../media/image-1-9.png"/><Relationship Id="rId24" Type="http://schemas.openxmlformats.org/officeDocument/2006/relationships/image" Target="../media/image-1-9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81480" y="619431"/>
            <a:ext cx="914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8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Neural Network</a:t>
            </a:r>
            <a:endParaRPr lang="en-US" sz="2830" dirty="0"/>
          </a:p>
        </p:txBody>
      </p:sp>
      <p:sp>
        <p:nvSpPr>
          <p:cNvPr id="6" name="Shape 4"/>
          <p:cNvSpPr/>
          <p:nvPr/>
        </p:nvSpPr>
        <p:spPr>
          <a:xfrm>
            <a:off x="942340" y="1062990"/>
            <a:ext cx="10427970" cy="984250"/>
          </a:xfrm>
          <a:prstGeom prst="rect">
            <a:avLst/>
          </a:prstGeom>
          <a:solidFill>
            <a:srgbClr val="FFFFCC"/>
          </a:solidFill>
          <a:ln w="22225">
            <a:solidFill>
              <a:srgbClr val="000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9500" y="1107262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Network for each Vector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82260" y="1107262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(After applying Normalization)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68450" y="1386662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Hidden Layer with RELU Activation,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79210" y="1386662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[Size: at least double Input dimension]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81150" y="1664792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Activation Output Layer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79210" y="1664792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[Size: same Input Vector dimension]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4840" y="2113280"/>
            <a:ext cx="10914380" cy="466725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17700" y="2658110"/>
            <a:ext cx="9516110" cy="770890"/>
          </a:xfrm>
          <a:prstGeom prst="rect">
            <a:avLst/>
          </a:prstGeom>
          <a:solidFill>
            <a:srgbClr val="DDEBF7"/>
          </a:solidFill>
          <a:ln w="22225">
            <a:solidFill>
              <a:srgbClr val="0000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2060" y="2682646"/>
            <a:ext cx="838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Networks [ One Hidden with  RELU Activation]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99580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2664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2664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266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2664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2664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2664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2664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2664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3205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3205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3205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3205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3205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3205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3205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3205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3746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3746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3746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3746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3746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3746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3746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3746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4287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4287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4287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4287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64287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4287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4287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4287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9362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9903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51" name="Shape 49"/>
          <p:cNvSpPr/>
          <p:nvPr/>
        </p:nvSpPr>
        <p:spPr>
          <a:xfrm>
            <a:off x="250444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52" name="Shape 50"/>
          <p:cNvSpPr/>
          <p:nvPr/>
        </p:nvSpPr>
        <p:spPr>
          <a:xfrm>
            <a:off x="260985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53" name="Shape 51"/>
          <p:cNvSpPr/>
          <p:nvPr/>
        </p:nvSpPr>
        <p:spPr>
          <a:xfrm>
            <a:off x="20605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4" name="Shape 52"/>
          <p:cNvSpPr/>
          <p:nvPr/>
        </p:nvSpPr>
        <p:spPr>
          <a:xfrm>
            <a:off x="21659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5" name="Shape 53"/>
          <p:cNvSpPr/>
          <p:nvPr/>
        </p:nvSpPr>
        <p:spPr>
          <a:xfrm>
            <a:off x="227266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6" name="Shape 54"/>
          <p:cNvSpPr/>
          <p:nvPr/>
        </p:nvSpPr>
        <p:spPr>
          <a:xfrm>
            <a:off x="23780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7" name="Shape 55"/>
          <p:cNvSpPr/>
          <p:nvPr/>
        </p:nvSpPr>
        <p:spPr>
          <a:xfrm>
            <a:off x="24834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8" name="Shape 56"/>
          <p:cNvSpPr/>
          <p:nvPr/>
        </p:nvSpPr>
        <p:spPr>
          <a:xfrm>
            <a:off x="258889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9" name="Shape 57"/>
          <p:cNvSpPr/>
          <p:nvPr/>
        </p:nvSpPr>
        <p:spPr>
          <a:xfrm>
            <a:off x="26955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60" name="Shape 58"/>
          <p:cNvSpPr/>
          <p:nvPr/>
        </p:nvSpPr>
        <p:spPr>
          <a:xfrm>
            <a:off x="28009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61" name="Text 59"/>
          <p:cNvSpPr/>
          <p:nvPr/>
        </p:nvSpPr>
        <p:spPr>
          <a:xfrm>
            <a:off x="253809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303466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6550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36550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36550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36550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36550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36550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36550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36550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47091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47091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47091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47091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47091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47091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47091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47091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57632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57632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57632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57632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57632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57632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57632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57632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68173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68173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68173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68173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68173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68173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68173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68173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3248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96" name="Shape 94"/>
          <p:cNvSpPr/>
          <p:nvPr/>
        </p:nvSpPr>
        <p:spPr>
          <a:xfrm>
            <a:off x="343789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97" name="Shape 95"/>
          <p:cNvSpPr/>
          <p:nvPr/>
        </p:nvSpPr>
        <p:spPr>
          <a:xfrm>
            <a:off x="354330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98" name="Shape 96"/>
          <p:cNvSpPr/>
          <p:nvPr/>
        </p:nvSpPr>
        <p:spPr>
          <a:xfrm>
            <a:off x="364871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99" name="Shape 97"/>
          <p:cNvSpPr/>
          <p:nvPr/>
        </p:nvSpPr>
        <p:spPr>
          <a:xfrm>
            <a:off x="30994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0" name="Shape 98"/>
          <p:cNvSpPr/>
          <p:nvPr/>
        </p:nvSpPr>
        <p:spPr>
          <a:xfrm>
            <a:off x="32048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1" name="Shape 99"/>
          <p:cNvSpPr/>
          <p:nvPr/>
        </p:nvSpPr>
        <p:spPr>
          <a:xfrm>
            <a:off x="331152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2" name="Shape 100"/>
          <p:cNvSpPr/>
          <p:nvPr/>
        </p:nvSpPr>
        <p:spPr>
          <a:xfrm>
            <a:off x="34169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3" name="Shape 101"/>
          <p:cNvSpPr/>
          <p:nvPr/>
        </p:nvSpPr>
        <p:spPr>
          <a:xfrm>
            <a:off x="35223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4" name="Shape 102"/>
          <p:cNvSpPr/>
          <p:nvPr/>
        </p:nvSpPr>
        <p:spPr>
          <a:xfrm>
            <a:off x="36277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5" name="Shape 103"/>
          <p:cNvSpPr/>
          <p:nvPr/>
        </p:nvSpPr>
        <p:spPr>
          <a:xfrm>
            <a:off x="37344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6" name="Shape 104"/>
          <p:cNvSpPr/>
          <p:nvPr/>
        </p:nvSpPr>
        <p:spPr>
          <a:xfrm>
            <a:off x="38398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7" name="Text 105"/>
          <p:cNvSpPr/>
          <p:nvPr/>
        </p:nvSpPr>
        <p:spPr>
          <a:xfrm>
            <a:off x="357695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406717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39801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39801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39801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39801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39801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39801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39801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39801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50342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50342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50342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50342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50342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0342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0342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50342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60883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60883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60883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60883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60883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60883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60883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60883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1424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71424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71424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71424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71424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7142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71424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71424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36499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447040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457581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468122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41319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46" name="Shape 144"/>
          <p:cNvSpPr/>
          <p:nvPr/>
        </p:nvSpPr>
        <p:spPr>
          <a:xfrm>
            <a:off x="42373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47" name="Shape 145"/>
          <p:cNvSpPr/>
          <p:nvPr/>
        </p:nvSpPr>
        <p:spPr>
          <a:xfrm>
            <a:off x="43440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48" name="Shape 146"/>
          <p:cNvSpPr/>
          <p:nvPr/>
        </p:nvSpPr>
        <p:spPr>
          <a:xfrm>
            <a:off x="44494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49" name="Shape 147"/>
          <p:cNvSpPr/>
          <p:nvPr/>
        </p:nvSpPr>
        <p:spPr>
          <a:xfrm>
            <a:off x="45548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50" name="Shape 148"/>
          <p:cNvSpPr/>
          <p:nvPr/>
        </p:nvSpPr>
        <p:spPr>
          <a:xfrm>
            <a:off x="466026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51" name="Shape 149"/>
          <p:cNvSpPr/>
          <p:nvPr/>
        </p:nvSpPr>
        <p:spPr>
          <a:xfrm>
            <a:off x="47669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52" name="Shape 150"/>
          <p:cNvSpPr/>
          <p:nvPr/>
        </p:nvSpPr>
        <p:spPr>
          <a:xfrm>
            <a:off x="48723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53" name="Text 151"/>
          <p:cNvSpPr/>
          <p:nvPr/>
        </p:nvSpPr>
        <p:spPr>
          <a:xfrm>
            <a:off x="460946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512254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45338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45338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45338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45338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45338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45338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45338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45338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55879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55879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55879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55879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55879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55879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55879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555879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566420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566420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566420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66420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66420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66420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66420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566420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576961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576961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576961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576961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576961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576961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576961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576961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542036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88" name="Shape 186"/>
          <p:cNvSpPr/>
          <p:nvPr/>
        </p:nvSpPr>
        <p:spPr>
          <a:xfrm>
            <a:off x="552577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89" name="Shape 187"/>
          <p:cNvSpPr/>
          <p:nvPr/>
        </p:nvSpPr>
        <p:spPr>
          <a:xfrm>
            <a:off x="563118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90" name="Shape 188"/>
          <p:cNvSpPr/>
          <p:nvPr/>
        </p:nvSpPr>
        <p:spPr>
          <a:xfrm>
            <a:off x="573659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91" name="Shape 189"/>
          <p:cNvSpPr/>
          <p:nvPr/>
        </p:nvSpPr>
        <p:spPr>
          <a:xfrm>
            <a:off x="518731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2" name="Shape 190"/>
          <p:cNvSpPr/>
          <p:nvPr/>
        </p:nvSpPr>
        <p:spPr>
          <a:xfrm>
            <a:off x="529272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3" name="Shape 191"/>
          <p:cNvSpPr/>
          <p:nvPr/>
        </p:nvSpPr>
        <p:spPr>
          <a:xfrm>
            <a:off x="539940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4" name="Shape 192"/>
          <p:cNvSpPr/>
          <p:nvPr/>
        </p:nvSpPr>
        <p:spPr>
          <a:xfrm>
            <a:off x="550481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5" name="Shape 193"/>
          <p:cNvSpPr/>
          <p:nvPr/>
        </p:nvSpPr>
        <p:spPr>
          <a:xfrm>
            <a:off x="561022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6" name="Shape 194"/>
          <p:cNvSpPr/>
          <p:nvPr/>
        </p:nvSpPr>
        <p:spPr>
          <a:xfrm>
            <a:off x="57156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7" name="Shape 195"/>
          <p:cNvSpPr/>
          <p:nvPr/>
        </p:nvSpPr>
        <p:spPr>
          <a:xfrm>
            <a:off x="582231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8" name="Shape 196"/>
          <p:cNvSpPr/>
          <p:nvPr/>
        </p:nvSpPr>
        <p:spPr>
          <a:xfrm>
            <a:off x="592772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9" name="Text 197"/>
          <p:cNvSpPr/>
          <p:nvPr/>
        </p:nvSpPr>
        <p:spPr>
          <a:xfrm>
            <a:off x="566483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200" name="Shape 198"/>
          <p:cNvSpPr/>
          <p:nvPr/>
        </p:nvSpPr>
        <p:spPr>
          <a:xfrm>
            <a:off x="614616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647700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647700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47700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47700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47700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647700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47700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647700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658241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658241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658241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58241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58241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58241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58241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658241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668782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668782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668782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668782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668782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68782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68782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68782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679323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679323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79323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679323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79323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679323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679323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679323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644398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34" name="Shape 232"/>
          <p:cNvSpPr/>
          <p:nvPr/>
        </p:nvSpPr>
        <p:spPr>
          <a:xfrm>
            <a:off x="654939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35" name="Shape 233"/>
          <p:cNvSpPr/>
          <p:nvPr/>
        </p:nvSpPr>
        <p:spPr>
          <a:xfrm>
            <a:off x="665480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36" name="Shape 234"/>
          <p:cNvSpPr/>
          <p:nvPr/>
        </p:nvSpPr>
        <p:spPr>
          <a:xfrm>
            <a:off x="676021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37" name="Shape 235"/>
          <p:cNvSpPr/>
          <p:nvPr/>
        </p:nvSpPr>
        <p:spPr>
          <a:xfrm>
            <a:off x="62109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38" name="Shape 236"/>
          <p:cNvSpPr/>
          <p:nvPr/>
        </p:nvSpPr>
        <p:spPr>
          <a:xfrm>
            <a:off x="63163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39" name="Shape 237"/>
          <p:cNvSpPr/>
          <p:nvPr/>
        </p:nvSpPr>
        <p:spPr>
          <a:xfrm>
            <a:off x="642302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0" name="Shape 238"/>
          <p:cNvSpPr/>
          <p:nvPr/>
        </p:nvSpPr>
        <p:spPr>
          <a:xfrm>
            <a:off x="65284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1" name="Shape 239"/>
          <p:cNvSpPr/>
          <p:nvPr/>
        </p:nvSpPr>
        <p:spPr>
          <a:xfrm>
            <a:off x="66338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2" name="Shape 240"/>
          <p:cNvSpPr/>
          <p:nvPr/>
        </p:nvSpPr>
        <p:spPr>
          <a:xfrm>
            <a:off x="67392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3" name="Shape 241"/>
          <p:cNvSpPr/>
          <p:nvPr/>
        </p:nvSpPr>
        <p:spPr>
          <a:xfrm>
            <a:off x="68459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4" name="Shape 242"/>
          <p:cNvSpPr/>
          <p:nvPr/>
        </p:nvSpPr>
        <p:spPr>
          <a:xfrm>
            <a:off x="69513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5" name="Text 243"/>
          <p:cNvSpPr/>
          <p:nvPr/>
        </p:nvSpPr>
        <p:spPr>
          <a:xfrm>
            <a:off x="668845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246" name="Shape 244"/>
          <p:cNvSpPr/>
          <p:nvPr/>
        </p:nvSpPr>
        <p:spPr>
          <a:xfrm>
            <a:off x="718248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751332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751332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751332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751332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751332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751332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751332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751332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761873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761873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761873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761873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761873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761873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61873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761873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772414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772414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772414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772414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77241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772414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772414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772414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782955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782955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782955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782955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782955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782955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782955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782955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748030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80" name="Shape 278"/>
          <p:cNvSpPr/>
          <p:nvPr/>
        </p:nvSpPr>
        <p:spPr>
          <a:xfrm>
            <a:off x="758571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81" name="Shape 279"/>
          <p:cNvSpPr/>
          <p:nvPr/>
        </p:nvSpPr>
        <p:spPr>
          <a:xfrm>
            <a:off x="769112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82" name="Shape 280"/>
          <p:cNvSpPr/>
          <p:nvPr/>
        </p:nvSpPr>
        <p:spPr>
          <a:xfrm>
            <a:off x="779653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83" name="Shape 281"/>
          <p:cNvSpPr/>
          <p:nvPr/>
        </p:nvSpPr>
        <p:spPr>
          <a:xfrm>
            <a:off x="72472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4" name="Shape 282"/>
          <p:cNvSpPr/>
          <p:nvPr/>
        </p:nvSpPr>
        <p:spPr>
          <a:xfrm>
            <a:off x="735266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5" name="Shape 283"/>
          <p:cNvSpPr/>
          <p:nvPr/>
        </p:nvSpPr>
        <p:spPr>
          <a:xfrm>
            <a:off x="74593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6" name="Shape 284"/>
          <p:cNvSpPr/>
          <p:nvPr/>
        </p:nvSpPr>
        <p:spPr>
          <a:xfrm>
            <a:off x="75647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7" name="Shape 285"/>
          <p:cNvSpPr/>
          <p:nvPr/>
        </p:nvSpPr>
        <p:spPr>
          <a:xfrm>
            <a:off x="767016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8" name="Shape 286"/>
          <p:cNvSpPr/>
          <p:nvPr/>
        </p:nvSpPr>
        <p:spPr>
          <a:xfrm>
            <a:off x="77755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9" name="Shape 287"/>
          <p:cNvSpPr/>
          <p:nvPr/>
        </p:nvSpPr>
        <p:spPr>
          <a:xfrm>
            <a:off x="78822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90" name="Shape 288"/>
          <p:cNvSpPr/>
          <p:nvPr/>
        </p:nvSpPr>
        <p:spPr>
          <a:xfrm>
            <a:off x="798766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91" name="Text 289"/>
          <p:cNvSpPr/>
          <p:nvPr/>
        </p:nvSpPr>
        <p:spPr>
          <a:xfrm>
            <a:off x="772477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292" name="Shape 290"/>
          <p:cNvSpPr/>
          <p:nvPr/>
        </p:nvSpPr>
        <p:spPr>
          <a:xfrm>
            <a:off x="931100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964184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964184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96418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964184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964184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964184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964184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964184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974725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974725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974725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974725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974725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974725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974725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974725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985266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985266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985266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985266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985266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985266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985266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985266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995807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995807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995807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995807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995807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995807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995807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995807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960882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26" name="Shape 324"/>
          <p:cNvSpPr/>
          <p:nvPr/>
        </p:nvSpPr>
        <p:spPr>
          <a:xfrm>
            <a:off x="971423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27" name="Shape 325"/>
          <p:cNvSpPr/>
          <p:nvPr/>
        </p:nvSpPr>
        <p:spPr>
          <a:xfrm>
            <a:off x="981964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28" name="Shape 326"/>
          <p:cNvSpPr/>
          <p:nvPr/>
        </p:nvSpPr>
        <p:spPr>
          <a:xfrm>
            <a:off x="992505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29" name="Shape 327"/>
          <p:cNvSpPr/>
          <p:nvPr/>
        </p:nvSpPr>
        <p:spPr>
          <a:xfrm>
            <a:off x="93757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0" name="Shape 328"/>
          <p:cNvSpPr/>
          <p:nvPr/>
        </p:nvSpPr>
        <p:spPr>
          <a:xfrm>
            <a:off x="94811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1" name="Shape 329"/>
          <p:cNvSpPr/>
          <p:nvPr/>
        </p:nvSpPr>
        <p:spPr>
          <a:xfrm>
            <a:off x="958786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2" name="Shape 330"/>
          <p:cNvSpPr/>
          <p:nvPr/>
        </p:nvSpPr>
        <p:spPr>
          <a:xfrm>
            <a:off x="96932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3" name="Shape 331"/>
          <p:cNvSpPr/>
          <p:nvPr/>
        </p:nvSpPr>
        <p:spPr>
          <a:xfrm>
            <a:off x="97986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4" name="Shape 332"/>
          <p:cNvSpPr/>
          <p:nvPr/>
        </p:nvSpPr>
        <p:spPr>
          <a:xfrm>
            <a:off x="990409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5" name="Shape 333"/>
          <p:cNvSpPr/>
          <p:nvPr/>
        </p:nvSpPr>
        <p:spPr>
          <a:xfrm>
            <a:off x="100107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6" name="Shape 334"/>
          <p:cNvSpPr/>
          <p:nvPr/>
        </p:nvSpPr>
        <p:spPr>
          <a:xfrm>
            <a:off x="101161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7" name="Text 335"/>
          <p:cNvSpPr/>
          <p:nvPr/>
        </p:nvSpPr>
        <p:spPr>
          <a:xfrm>
            <a:off x="985329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338" name="Shape 336"/>
          <p:cNvSpPr/>
          <p:nvPr/>
        </p:nvSpPr>
        <p:spPr>
          <a:xfrm>
            <a:off x="1033970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1067054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1067054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106705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1067054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1067054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1067054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1067054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1067054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1077595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1077595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1077595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1077595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1077595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1077595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1077595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1077595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1088136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1088136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1088136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1088136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1088136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1088136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1088136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1088136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1098677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1098677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1098677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1098677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1098677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1098677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1098677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1098677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1063752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72" name="Shape 370"/>
          <p:cNvSpPr/>
          <p:nvPr/>
        </p:nvSpPr>
        <p:spPr>
          <a:xfrm>
            <a:off x="1074293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73" name="Shape 371"/>
          <p:cNvSpPr/>
          <p:nvPr/>
        </p:nvSpPr>
        <p:spPr>
          <a:xfrm>
            <a:off x="1084834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74" name="Shape 372"/>
          <p:cNvSpPr/>
          <p:nvPr/>
        </p:nvSpPr>
        <p:spPr>
          <a:xfrm>
            <a:off x="1095375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75" name="Shape 373"/>
          <p:cNvSpPr/>
          <p:nvPr/>
        </p:nvSpPr>
        <p:spPr>
          <a:xfrm>
            <a:off x="104044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6" name="Shape 374"/>
          <p:cNvSpPr/>
          <p:nvPr/>
        </p:nvSpPr>
        <p:spPr>
          <a:xfrm>
            <a:off x="105098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7" name="Shape 375"/>
          <p:cNvSpPr/>
          <p:nvPr/>
        </p:nvSpPr>
        <p:spPr>
          <a:xfrm>
            <a:off x="1061656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8" name="Shape 376"/>
          <p:cNvSpPr/>
          <p:nvPr/>
        </p:nvSpPr>
        <p:spPr>
          <a:xfrm>
            <a:off x="107219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9" name="Shape 377"/>
          <p:cNvSpPr/>
          <p:nvPr/>
        </p:nvSpPr>
        <p:spPr>
          <a:xfrm>
            <a:off x="108273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80" name="Shape 378"/>
          <p:cNvSpPr/>
          <p:nvPr/>
        </p:nvSpPr>
        <p:spPr>
          <a:xfrm>
            <a:off x="1093279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81" name="Shape 379"/>
          <p:cNvSpPr/>
          <p:nvPr/>
        </p:nvSpPr>
        <p:spPr>
          <a:xfrm>
            <a:off x="110394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82" name="Shape 380"/>
          <p:cNvSpPr/>
          <p:nvPr/>
        </p:nvSpPr>
        <p:spPr>
          <a:xfrm>
            <a:off x="111448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83" name="Text 381"/>
          <p:cNvSpPr/>
          <p:nvPr/>
        </p:nvSpPr>
        <p:spPr>
          <a:xfrm>
            <a:off x="1088199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384" name="Shape 382"/>
          <p:cNvSpPr/>
          <p:nvPr/>
        </p:nvSpPr>
        <p:spPr>
          <a:xfrm>
            <a:off x="215773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231648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247523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263398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88" name="Text 386"/>
          <p:cNvSpPr/>
          <p:nvPr/>
        </p:nvSpPr>
        <p:spPr>
          <a:xfrm>
            <a:off x="231013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389" name="Shape 387"/>
          <p:cNvSpPr/>
          <p:nvPr/>
        </p:nvSpPr>
        <p:spPr>
          <a:xfrm>
            <a:off x="311531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327406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343281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359156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3" name="Text 391"/>
          <p:cNvSpPr/>
          <p:nvPr/>
        </p:nvSpPr>
        <p:spPr>
          <a:xfrm>
            <a:off x="326771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94" name="Shape 392"/>
          <p:cNvSpPr/>
          <p:nvPr/>
        </p:nvSpPr>
        <p:spPr>
          <a:xfrm>
            <a:off x="408051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423926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439801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455676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8" name="Text 396"/>
          <p:cNvSpPr/>
          <p:nvPr/>
        </p:nvSpPr>
        <p:spPr>
          <a:xfrm>
            <a:off x="423291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99" name="Shape 397"/>
          <p:cNvSpPr/>
          <p:nvPr/>
        </p:nvSpPr>
        <p:spPr>
          <a:xfrm>
            <a:off x="505206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521081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536956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552831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3" name="Text 401"/>
          <p:cNvSpPr/>
          <p:nvPr/>
        </p:nvSpPr>
        <p:spPr>
          <a:xfrm>
            <a:off x="520446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04" name="Shape 402"/>
          <p:cNvSpPr/>
          <p:nvPr/>
        </p:nvSpPr>
        <p:spPr>
          <a:xfrm>
            <a:off x="602996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618871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634746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650621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8" name="Text 406"/>
          <p:cNvSpPr/>
          <p:nvPr/>
        </p:nvSpPr>
        <p:spPr>
          <a:xfrm>
            <a:off x="618236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09" name="Shape 407"/>
          <p:cNvSpPr/>
          <p:nvPr/>
        </p:nvSpPr>
        <p:spPr>
          <a:xfrm>
            <a:off x="697357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713232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729107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744982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3" name="Text 411"/>
          <p:cNvSpPr/>
          <p:nvPr/>
        </p:nvSpPr>
        <p:spPr>
          <a:xfrm>
            <a:off x="712597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14" name="Shape 412"/>
          <p:cNvSpPr/>
          <p:nvPr/>
        </p:nvSpPr>
        <p:spPr>
          <a:xfrm>
            <a:off x="948436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964311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980186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996061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8" name="Text 416"/>
          <p:cNvSpPr/>
          <p:nvPr/>
        </p:nvSpPr>
        <p:spPr>
          <a:xfrm>
            <a:off x="963676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419" name="Shape 417"/>
          <p:cNvSpPr/>
          <p:nvPr/>
        </p:nvSpPr>
        <p:spPr>
          <a:xfrm>
            <a:off x="1046226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1062101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1077976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1093851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23" name="Text 421"/>
          <p:cNvSpPr/>
          <p:nvPr/>
        </p:nvSpPr>
        <p:spPr>
          <a:xfrm>
            <a:off x="1061466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424" name="Shape 422"/>
          <p:cNvSpPr/>
          <p:nvPr/>
        </p:nvSpPr>
        <p:spPr>
          <a:xfrm>
            <a:off x="8009890" y="228409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25" name="Shape 423"/>
          <p:cNvSpPr/>
          <p:nvPr/>
        </p:nvSpPr>
        <p:spPr>
          <a:xfrm>
            <a:off x="8256270" y="228409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26" name="Shape 424"/>
          <p:cNvSpPr/>
          <p:nvPr/>
        </p:nvSpPr>
        <p:spPr>
          <a:xfrm>
            <a:off x="8492490" y="228409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27" name="Shape 425"/>
          <p:cNvSpPr/>
          <p:nvPr/>
        </p:nvSpPr>
        <p:spPr>
          <a:xfrm>
            <a:off x="8729980" y="228409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28" name="Shape 426"/>
          <p:cNvSpPr/>
          <p:nvPr/>
        </p:nvSpPr>
        <p:spPr>
          <a:xfrm>
            <a:off x="8936990" y="228409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29" name="Shape 427"/>
          <p:cNvSpPr/>
          <p:nvPr/>
        </p:nvSpPr>
        <p:spPr>
          <a:xfrm>
            <a:off x="247523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0" name="Shape 428"/>
          <p:cNvSpPr/>
          <p:nvPr/>
        </p:nvSpPr>
        <p:spPr>
          <a:xfrm>
            <a:off x="247523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1" name="Shape 429"/>
          <p:cNvSpPr/>
          <p:nvPr/>
        </p:nvSpPr>
        <p:spPr>
          <a:xfrm>
            <a:off x="343281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2" name="Shape 430"/>
          <p:cNvSpPr/>
          <p:nvPr/>
        </p:nvSpPr>
        <p:spPr>
          <a:xfrm>
            <a:off x="343281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3" name="Shape 431"/>
          <p:cNvSpPr/>
          <p:nvPr/>
        </p:nvSpPr>
        <p:spPr>
          <a:xfrm>
            <a:off x="439801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4" name="Shape 432"/>
          <p:cNvSpPr/>
          <p:nvPr/>
        </p:nvSpPr>
        <p:spPr>
          <a:xfrm>
            <a:off x="439801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5" name="Shape 433"/>
          <p:cNvSpPr/>
          <p:nvPr/>
        </p:nvSpPr>
        <p:spPr>
          <a:xfrm>
            <a:off x="536956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6" name="Shape 434"/>
          <p:cNvSpPr/>
          <p:nvPr/>
        </p:nvSpPr>
        <p:spPr>
          <a:xfrm>
            <a:off x="536956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7" name="Shape 435"/>
          <p:cNvSpPr/>
          <p:nvPr/>
        </p:nvSpPr>
        <p:spPr>
          <a:xfrm>
            <a:off x="634746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8" name="Shape 436"/>
          <p:cNvSpPr/>
          <p:nvPr/>
        </p:nvSpPr>
        <p:spPr>
          <a:xfrm>
            <a:off x="634746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9" name="Shape 437"/>
          <p:cNvSpPr/>
          <p:nvPr/>
        </p:nvSpPr>
        <p:spPr>
          <a:xfrm>
            <a:off x="729107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40" name="Shape 438"/>
          <p:cNvSpPr/>
          <p:nvPr/>
        </p:nvSpPr>
        <p:spPr>
          <a:xfrm>
            <a:off x="729107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41" name="Shape 439"/>
          <p:cNvSpPr/>
          <p:nvPr/>
        </p:nvSpPr>
        <p:spPr>
          <a:xfrm>
            <a:off x="980186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42" name="Shape 440"/>
          <p:cNvSpPr/>
          <p:nvPr/>
        </p:nvSpPr>
        <p:spPr>
          <a:xfrm>
            <a:off x="980186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43" name="Shape 441"/>
          <p:cNvSpPr/>
          <p:nvPr/>
        </p:nvSpPr>
        <p:spPr>
          <a:xfrm>
            <a:off x="1077976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44" name="Shape 442"/>
          <p:cNvSpPr/>
          <p:nvPr/>
        </p:nvSpPr>
        <p:spPr>
          <a:xfrm>
            <a:off x="1077976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45" name="Shape 443"/>
          <p:cNvSpPr/>
          <p:nvPr/>
        </p:nvSpPr>
        <p:spPr>
          <a:xfrm>
            <a:off x="215773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231648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247523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263398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49" name="Text 447"/>
          <p:cNvSpPr/>
          <p:nvPr/>
        </p:nvSpPr>
        <p:spPr>
          <a:xfrm>
            <a:off x="231013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450" name="Shape 448"/>
          <p:cNvSpPr/>
          <p:nvPr/>
        </p:nvSpPr>
        <p:spPr>
          <a:xfrm>
            <a:off x="311531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327406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343281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359156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4" name="Text 452"/>
          <p:cNvSpPr/>
          <p:nvPr/>
        </p:nvSpPr>
        <p:spPr>
          <a:xfrm>
            <a:off x="326771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455" name="Shape 453"/>
          <p:cNvSpPr/>
          <p:nvPr/>
        </p:nvSpPr>
        <p:spPr>
          <a:xfrm>
            <a:off x="408051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423926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439801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455676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9" name="Text 457"/>
          <p:cNvSpPr/>
          <p:nvPr/>
        </p:nvSpPr>
        <p:spPr>
          <a:xfrm>
            <a:off x="423291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460" name="Shape 458"/>
          <p:cNvSpPr/>
          <p:nvPr/>
        </p:nvSpPr>
        <p:spPr>
          <a:xfrm>
            <a:off x="505206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521081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536956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552831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4" name="Text 462"/>
          <p:cNvSpPr/>
          <p:nvPr/>
        </p:nvSpPr>
        <p:spPr>
          <a:xfrm>
            <a:off x="520446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65" name="Shape 463"/>
          <p:cNvSpPr/>
          <p:nvPr/>
        </p:nvSpPr>
        <p:spPr>
          <a:xfrm>
            <a:off x="602996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618871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634746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650621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9" name="Text 467"/>
          <p:cNvSpPr/>
          <p:nvPr/>
        </p:nvSpPr>
        <p:spPr>
          <a:xfrm>
            <a:off x="618236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70" name="Shape 468"/>
          <p:cNvSpPr/>
          <p:nvPr/>
        </p:nvSpPr>
        <p:spPr>
          <a:xfrm>
            <a:off x="697357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713232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729107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744982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4" name="Text 472"/>
          <p:cNvSpPr/>
          <p:nvPr/>
        </p:nvSpPr>
        <p:spPr>
          <a:xfrm>
            <a:off x="712597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75" name="Shape 473"/>
          <p:cNvSpPr/>
          <p:nvPr/>
        </p:nvSpPr>
        <p:spPr>
          <a:xfrm>
            <a:off x="948436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964311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>
            <a:off x="980186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996061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9" name="Text 477"/>
          <p:cNvSpPr/>
          <p:nvPr/>
        </p:nvSpPr>
        <p:spPr>
          <a:xfrm>
            <a:off x="963676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480" name="Shape 478"/>
          <p:cNvSpPr/>
          <p:nvPr/>
        </p:nvSpPr>
        <p:spPr>
          <a:xfrm>
            <a:off x="1046226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1062101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1077976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1093851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84" name="Text 482"/>
          <p:cNvSpPr/>
          <p:nvPr/>
        </p:nvSpPr>
        <p:spPr>
          <a:xfrm>
            <a:off x="1061466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485" name="Shape 483"/>
          <p:cNvSpPr/>
          <p:nvPr/>
        </p:nvSpPr>
        <p:spPr>
          <a:xfrm>
            <a:off x="8009890" y="368871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86" name="Shape 484"/>
          <p:cNvSpPr/>
          <p:nvPr/>
        </p:nvSpPr>
        <p:spPr>
          <a:xfrm>
            <a:off x="8256270" y="368871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87" name="Shape 485"/>
          <p:cNvSpPr/>
          <p:nvPr/>
        </p:nvSpPr>
        <p:spPr>
          <a:xfrm>
            <a:off x="8492490" y="368871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88" name="Shape 486"/>
          <p:cNvSpPr/>
          <p:nvPr/>
        </p:nvSpPr>
        <p:spPr>
          <a:xfrm>
            <a:off x="8729980" y="368871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89" name="Shape 487"/>
          <p:cNvSpPr/>
          <p:nvPr/>
        </p:nvSpPr>
        <p:spPr>
          <a:xfrm>
            <a:off x="8936990" y="368871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90" name="Shape 488"/>
          <p:cNvSpPr/>
          <p:nvPr/>
        </p:nvSpPr>
        <p:spPr>
          <a:xfrm>
            <a:off x="1628140" y="3948430"/>
            <a:ext cx="9832340" cy="996950"/>
          </a:xfrm>
          <a:prstGeom prst="roundRect">
            <a:avLst>
              <a:gd name="adj" fmla="val 7338"/>
            </a:avLst>
          </a:prstGeom>
          <a:solidFill>
            <a:srgbClr val="E2EFDA"/>
          </a:solidFill>
          <a:ln w="15875">
            <a:solidFill>
              <a:srgbClr val="00B050"/>
            </a:solidFill>
            <a:prstDash val="dashDot"/>
          </a:ln>
        </p:spPr>
      </p:sp>
      <p:sp>
        <p:nvSpPr>
          <p:cNvPr id="491" name="Shape 489"/>
          <p:cNvSpPr/>
          <p:nvPr/>
        </p:nvSpPr>
        <p:spPr>
          <a:xfrm>
            <a:off x="2077720" y="4093210"/>
            <a:ext cx="9080500" cy="359410"/>
          </a:xfrm>
          <a:prstGeom prst="rect">
            <a:avLst/>
          </a:prstGeom>
          <a:solidFill>
            <a:srgbClr val="D9D9D9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92" name="Text 490"/>
          <p:cNvSpPr/>
          <p:nvPr/>
        </p:nvSpPr>
        <p:spPr>
          <a:xfrm>
            <a:off x="2077720" y="4093210"/>
            <a:ext cx="9080500" cy="35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1600" dirty="0"/>
          </a:p>
        </p:txBody>
      </p:sp>
      <p:pic>
        <p:nvPicPr>
          <p:cNvPr id="493" name="Image 0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4830" y="4617720"/>
            <a:ext cx="685800" cy="1892300"/>
          </a:xfrm>
          <a:prstGeom prst="rect">
            <a:avLst/>
          </a:prstGeom>
        </p:spPr>
      </p:pic>
      <p:pic>
        <p:nvPicPr>
          <p:cNvPr id="494" name="Image 1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410" y="4617720"/>
            <a:ext cx="685800" cy="1892300"/>
          </a:xfrm>
          <a:prstGeom prst="rect">
            <a:avLst/>
          </a:prstGeom>
        </p:spPr>
      </p:pic>
      <p:pic>
        <p:nvPicPr>
          <p:cNvPr id="495" name="Image 2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610" y="4617720"/>
            <a:ext cx="685800" cy="1892300"/>
          </a:xfrm>
          <a:prstGeom prst="rect">
            <a:avLst/>
          </a:prstGeom>
        </p:spPr>
      </p:pic>
      <p:pic>
        <p:nvPicPr>
          <p:cNvPr id="496" name="Image 3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4617720"/>
            <a:ext cx="685800" cy="1892300"/>
          </a:xfrm>
          <a:prstGeom prst="rect">
            <a:avLst/>
          </a:prstGeom>
        </p:spPr>
      </p:pic>
      <p:pic>
        <p:nvPicPr>
          <p:cNvPr id="497" name="Image 4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060" y="4617720"/>
            <a:ext cx="685800" cy="1892300"/>
          </a:xfrm>
          <a:prstGeom prst="rect">
            <a:avLst/>
          </a:prstGeom>
        </p:spPr>
      </p:pic>
      <p:pic>
        <p:nvPicPr>
          <p:cNvPr id="498" name="Image 5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0670" y="4617720"/>
            <a:ext cx="685800" cy="1892300"/>
          </a:xfrm>
          <a:prstGeom prst="rect">
            <a:avLst/>
          </a:prstGeom>
        </p:spPr>
      </p:pic>
      <p:pic>
        <p:nvPicPr>
          <p:cNvPr id="499" name="Image 6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1460" y="4617720"/>
            <a:ext cx="685800" cy="1892300"/>
          </a:xfrm>
          <a:prstGeom prst="rect">
            <a:avLst/>
          </a:prstGeom>
        </p:spPr>
      </p:pic>
      <p:pic>
        <p:nvPicPr>
          <p:cNvPr id="500" name="Image 7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9360" y="4617720"/>
            <a:ext cx="685800" cy="1892300"/>
          </a:xfrm>
          <a:prstGeom prst="rect">
            <a:avLst/>
          </a:prstGeom>
        </p:spPr>
      </p:pic>
      <p:sp>
        <p:nvSpPr>
          <p:cNvPr id="501" name="Shape 491"/>
          <p:cNvSpPr/>
          <p:nvPr/>
        </p:nvSpPr>
        <p:spPr>
          <a:xfrm>
            <a:off x="215773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2" name="Shape 492"/>
          <p:cNvSpPr/>
          <p:nvPr/>
        </p:nvSpPr>
        <p:spPr>
          <a:xfrm>
            <a:off x="231648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3" name="Shape 493"/>
          <p:cNvSpPr/>
          <p:nvPr/>
        </p:nvSpPr>
        <p:spPr>
          <a:xfrm>
            <a:off x="247523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4" name="Shape 494"/>
          <p:cNvSpPr/>
          <p:nvPr/>
        </p:nvSpPr>
        <p:spPr>
          <a:xfrm>
            <a:off x="263398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5" name="Text 495"/>
          <p:cNvSpPr/>
          <p:nvPr/>
        </p:nvSpPr>
        <p:spPr>
          <a:xfrm>
            <a:off x="231013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06" name="Shape 496"/>
          <p:cNvSpPr/>
          <p:nvPr/>
        </p:nvSpPr>
        <p:spPr>
          <a:xfrm>
            <a:off x="311531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7" name="Shape 497"/>
          <p:cNvSpPr/>
          <p:nvPr/>
        </p:nvSpPr>
        <p:spPr>
          <a:xfrm>
            <a:off x="327406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8" name="Shape 498"/>
          <p:cNvSpPr/>
          <p:nvPr/>
        </p:nvSpPr>
        <p:spPr>
          <a:xfrm>
            <a:off x="343281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9" name="Shape 499"/>
          <p:cNvSpPr/>
          <p:nvPr/>
        </p:nvSpPr>
        <p:spPr>
          <a:xfrm>
            <a:off x="359156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0" name="Text 500"/>
          <p:cNvSpPr/>
          <p:nvPr/>
        </p:nvSpPr>
        <p:spPr>
          <a:xfrm>
            <a:off x="326771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511" name="Shape 501"/>
          <p:cNvSpPr/>
          <p:nvPr/>
        </p:nvSpPr>
        <p:spPr>
          <a:xfrm>
            <a:off x="408051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2" name="Shape 502"/>
          <p:cNvSpPr/>
          <p:nvPr/>
        </p:nvSpPr>
        <p:spPr>
          <a:xfrm>
            <a:off x="423926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3" name="Shape 503"/>
          <p:cNvSpPr/>
          <p:nvPr/>
        </p:nvSpPr>
        <p:spPr>
          <a:xfrm>
            <a:off x="439801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4" name="Shape 504"/>
          <p:cNvSpPr/>
          <p:nvPr/>
        </p:nvSpPr>
        <p:spPr>
          <a:xfrm>
            <a:off x="455676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5" name="Text 505"/>
          <p:cNvSpPr/>
          <p:nvPr/>
        </p:nvSpPr>
        <p:spPr>
          <a:xfrm>
            <a:off x="423291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516" name="Shape 506"/>
          <p:cNvSpPr/>
          <p:nvPr/>
        </p:nvSpPr>
        <p:spPr>
          <a:xfrm>
            <a:off x="505206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7" name="Shape 507"/>
          <p:cNvSpPr/>
          <p:nvPr/>
        </p:nvSpPr>
        <p:spPr>
          <a:xfrm>
            <a:off x="521081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8" name="Shape 508"/>
          <p:cNvSpPr/>
          <p:nvPr/>
        </p:nvSpPr>
        <p:spPr>
          <a:xfrm>
            <a:off x="536956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9" name="Shape 509"/>
          <p:cNvSpPr/>
          <p:nvPr/>
        </p:nvSpPr>
        <p:spPr>
          <a:xfrm>
            <a:off x="552831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0" name="Text 510"/>
          <p:cNvSpPr/>
          <p:nvPr/>
        </p:nvSpPr>
        <p:spPr>
          <a:xfrm>
            <a:off x="520446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521" name="Shape 511"/>
          <p:cNvSpPr/>
          <p:nvPr/>
        </p:nvSpPr>
        <p:spPr>
          <a:xfrm>
            <a:off x="602996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2" name="Shape 512"/>
          <p:cNvSpPr/>
          <p:nvPr/>
        </p:nvSpPr>
        <p:spPr>
          <a:xfrm>
            <a:off x="618871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3" name="Shape 513"/>
          <p:cNvSpPr/>
          <p:nvPr/>
        </p:nvSpPr>
        <p:spPr>
          <a:xfrm>
            <a:off x="634746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4" name="Shape 514"/>
          <p:cNvSpPr/>
          <p:nvPr/>
        </p:nvSpPr>
        <p:spPr>
          <a:xfrm>
            <a:off x="650621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5" name="Text 515"/>
          <p:cNvSpPr/>
          <p:nvPr/>
        </p:nvSpPr>
        <p:spPr>
          <a:xfrm>
            <a:off x="618236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526" name="Shape 516"/>
          <p:cNvSpPr/>
          <p:nvPr/>
        </p:nvSpPr>
        <p:spPr>
          <a:xfrm>
            <a:off x="697357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7" name="Shape 517"/>
          <p:cNvSpPr/>
          <p:nvPr/>
        </p:nvSpPr>
        <p:spPr>
          <a:xfrm>
            <a:off x="713232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8" name="Shape 518"/>
          <p:cNvSpPr/>
          <p:nvPr/>
        </p:nvSpPr>
        <p:spPr>
          <a:xfrm>
            <a:off x="729107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9" name="Shape 519"/>
          <p:cNvSpPr/>
          <p:nvPr/>
        </p:nvSpPr>
        <p:spPr>
          <a:xfrm>
            <a:off x="744982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0" name="Text 520"/>
          <p:cNvSpPr/>
          <p:nvPr/>
        </p:nvSpPr>
        <p:spPr>
          <a:xfrm>
            <a:off x="712597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531" name="Shape 521"/>
          <p:cNvSpPr/>
          <p:nvPr/>
        </p:nvSpPr>
        <p:spPr>
          <a:xfrm>
            <a:off x="948436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2" name="Shape 522"/>
          <p:cNvSpPr/>
          <p:nvPr/>
        </p:nvSpPr>
        <p:spPr>
          <a:xfrm>
            <a:off x="964311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3" name="Shape 523"/>
          <p:cNvSpPr/>
          <p:nvPr/>
        </p:nvSpPr>
        <p:spPr>
          <a:xfrm>
            <a:off x="980186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4" name="Shape 524"/>
          <p:cNvSpPr/>
          <p:nvPr/>
        </p:nvSpPr>
        <p:spPr>
          <a:xfrm>
            <a:off x="996061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5" name="Text 525"/>
          <p:cNvSpPr/>
          <p:nvPr/>
        </p:nvSpPr>
        <p:spPr>
          <a:xfrm>
            <a:off x="963676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536" name="Shape 526"/>
          <p:cNvSpPr/>
          <p:nvPr/>
        </p:nvSpPr>
        <p:spPr>
          <a:xfrm>
            <a:off x="1046226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7" name="Shape 527"/>
          <p:cNvSpPr/>
          <p:nvPr/>
        </p:nvSpPr>
        <p:spPr>
          <a:xfrm>
            <a:off x="1062101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8" name="Shape 528"/>
          <p:cNvSpPr/>
          <p:nvPr/>
        </p:nvSpPr>
        <p:spPr>
          <a:xfrm>
            <a:off x="1077976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9" name="Shape 529"/>
          <p:cNvSpPr/>
          <p:nvPr/>
        </p:nvSpPr>
        <p:spPr>
          <a:xfrm>
            <a:off x="1093851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0" name="Text 530"/>
          <p:cNvSpPr/>
          <p:nvPr/>
        </p:nvSpPr>
        <p:spPr>
          <a:xfrm>
            <a:off x="1061466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541" name="Shape 531"/>
          <p:cNvSpPr/>
          <p:nvPr/>
        </p:nvSpPr>
        <p:spPr>
          <a:xfrm>
            <a:off x="8009890" y="507873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42" name="Shape 532"/>
          <p:cNvSpPr/>
          <p:nvPr/>
        </p:nvSpPr>
        <p:spPr>
          <a:xfrm>
            <a:off x="8256270" y="507873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43" name="Shape 533"/>
          <p:cNvSpPr/>
          <p:nvPr/>
        </p:nvSpPr>
        <p:spPr>
          <a:xfrm>
            <a:off x="8492490" y="507873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44" name="Shape 534"/>
          <p:cNvSpPr/>
          <p:nvPr/>
        </p:nvSpPr>
        <p:spPr>
          <a:xfrm>
            <a:off x="8729980" y="507873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45" name="Shape 535"/>
          <p:cNvSpPr/>
          <p:nvPr/>
        </p:nvSpPr>
        <p:spPr>
          <a:xfrm>
            <a:off x="8936990" y="507873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46" name="Shape 536"/>
          <p:cNvSpPr/>
          <p:nvPr/>
        </p:nvSpPr>
        <p:spPr>
          <a:xfrm>
            <a:off x="237617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47" name="Text 537"/>
          <p:cNvSpPr/>
          <p:nvPr/>
        </p:nvSpPr>
        <p:spPr>
          <a:xfrm>
            <a:off x="237617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48" name="Shape 538"/>
          <p:cNvSpPr/>
          <p:nvPr/>
        </p:nvSpPr>
        <p:spPr>
          <a:xfrm>
            <a:off x="333375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49" name="Text 539"/>
          <p:cNvSpPr/>
          <p:nvPr/>
        </p:nvSpPr>
        <p:spPr>
          <a:xfrm>
            <a:off x="333375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50" name="Shape 540"/>
          <p:cNvSpPr/>
          <p:nvPr/>
        </p:nvSpPr>
        <p:spPr>
          <a:xfrm>
            <a:off x="429895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51" name="Text 541"/>
          <p:cNvSpPr/>
          <p:nvPr/>
        </p:nvSpPr>
        <p:spPr>
          <a:xfrm>
            <a:off x="429895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52" name="Shape 542"/>
          <p:cNvSpPr/>
          <p:nvPr/>
        </p:nvSpPr>
        <p:spPr>
          <a:xfrm>
            <a:off x="527050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53" name="Text 543"/>
          <p:cNvSpPr/>
          <p:nvPr/>
        </p:nvSpPr>
        <p:spPr>
          <a:xfrm>
            <a:off x="527050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54" name="Shape 544"/>
          <p:cNvSpPr/>
          <p:nvPr/>
        </p:nvSpPr>
        <p:spPr>
          <a:xfrm>
            <a:off x="624840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55" name="Text 545"/>
          <p:cNvSpPr/>
          <p:nvPr/>
        </p:nvSpPr>
        <p:spPr>
          <a:xfrm>
            <a:off x="624840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56" name="Shape 546"/>
          <p:cNvSpPr/>
          <p:nvPr/>
        </p:nvSpPr>
        <p:spPr>
          <a:xfrm>
            <a:off x="719201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57" name="Text 547"/>
          <p:cNvSpPr/>
          <p:nvPr/>
        </p:nvSpPr>
        <p:spPr>
          <a:xfrm>
            <a:off x="719201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58" name="Shape 548"/>
          <p:cNvSpPr/>
          <p:nvPr/>
        </p:nvSpPr>
        <p:spPr>
          <a:xfrm>
            <a:off x="970280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59" name="Text 549"/>
          <p:cNvSpPr/>
          <p:nvPr/>
        </p:nvSpPr>
        <p:spPr>
          <a:xfrm>
            <a:off x="970280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60" name="Shape 550"/>
          <p:cNvSpPr/>
          <p:nvPr/>
        </p:nvSpPr>
        <p:spPr>
          <a:xfrm>
            <a:off x="1068070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61" name="Text 551"/>
          <p:cNvSpPr/>
          <p:nvPr/>
        </p:nvSpPr>
        <p:spPr>
          <a:xfrm>
            <a:off x="1068070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62" name="Shape 552"/>
          <p:cNvSpPr/>
          <p:nvPr/>
        </p:nvSpPr>
        <p:spPr>
          <a:xfrm>
            <a:off x="247523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63" name="Shape 553"/>
          <p:cNvSpPr/>
          <p:nvPr/>
        </p:nvSpPr>
        <p:spPr>
          <a:xfrm>
            <a:off x="247523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64" name="Shape 554"/>
          <p:cNvSpPr/>
          <p:nvPr/>
        </p:nvSpPr>
        <p:spPr>
          <a:xfrm>
            <a:off x="247523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65" name="Shape 555"/>
          <p:cNvSpPr/>
          <p:nvPr/>
        </p:nvSpPr>
        <p:spPr>
          <a:xfrm>
            <a:off x="343281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66" name="Shape 556"/>
          <p:cNvSpPr/>
          <p:nvPr/>
        </p:nvSpPr>
        <p:spPr>
          <a:xfrm>
            <a:off x="343281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67" name="Shape 557"/>
          <p:cNvSpPr/>
          <p:nvPr/>
        </p:nvSpPr>
        <p:spPr>
          <a:xfrm>
            <a:off x="343281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68" name="Shape 558"/>
          <p:cNvSpPr/>
          <p:nvPr/>
        </p:nvSpPr>
        <p:spPr>
          <a:xfrm>
            <a:off x="439801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69" name="Shape 559"/>
          <p:cNvSpPr/>
          <p:nvPr/>
        </p:nvSpPr>
        <p:spPr>
          <a:xfrm>
            <a:off x="439801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70" name="Shape 560"/>
          <p:cNvSpPr/>
          <p:nvPr/>
        </p:nvSpPr>
        <p:spPr>
          <a:xfrm>
            <a:off x="439801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71" name="Shape 561"/>
          <p:cNvSpPr/>
          <p:nvPr/>
        </p:nvSpPr>
        <p:spPr>
          <a:xfrm>
            <a:off x="536956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72" name="Shape 562"/>
          <p:cNvSpPr/>
          <p:nvPr/>
        </p:nvSpPr>
        <p:spPr>
          <a:xfrm>
            <a:off x="536956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73" name="Shape 563"/>
          <p:cNvSpPr/>
          <p:nvPr/>
        </p:nvSpPr>
        <p:spPr>
          <a:xfrm>
            <a:off x="536956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74" name="Shape 564"/>
          <p:cNvSpPr/>
          <p:nvPr/>
        </p:nvSpPr>
        <p:spPr>
          <a:xfrm>
            <a:off x="634746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75" name="Shape 565"/>
          <p:cNvSpPr/>
          <p:nvPr/>
        </p:nvSpPr>
        <p:spPr>
          <a:xfrm>
            <a:off x="634746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76" name="Shape 566"/>
          <p:cNvSpPr/>
          <p:nvPr/>
        </p:nvSpPr>
        <p:spPr>
          <a:xfrm>
            <a:off x="634746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77" name="Shape 567"/>
          <p:cNvSpPr/>
          <p:nvPr/>
        </p:nvSpPr>
        <p:spPr>
          <a:xfrm>
            <a:off x="729107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78" name="Shape 568"/>
          <p:cNvSpPr/>
          <p:nvPr/>
        </p:nvSpPr>
        <p:spPr>
          <a:xfrm>
            <a:off x="729107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79" name="Shape 569"/>
          <p:cNvSpPr/>
          <p:nvPr/>
        </p:nvSpPr>
        <p:spPr>
          <a:xfrm>
            <a:off x="729107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80" name="Shape 570"/>
          <p:cNvSpPr/>
          <p:nvPr/>
        </p:nvSpPr>
        <p:spPr>
          <a:xfrm>
            <a:off x="980186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81" name="Shape 571"/>
          <p:cNvSpPr/>
          <p:nvPr/>
        </p:nvSpPr>
        <p:spPr>
          <a:xfrm>
            <a:off x="980186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82" name="Shape 572"/>
          <p:cNvSpPr/>
          <p:nvPr/>
        </p:nvSpPr>
        <p:spPr>
          <a:xfrm>
            <a:off x="980186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83" name="Shape 573"/>
          <p:cNvSpPr/>
          <p:nvPr/>
        </p:nvSpPr>
        <p:spPr>
          <a:xfrm>
            <a:off x="1077976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84" name="Shape 574"/>
          <p:cNvSpPr/>
          <p:nvPr/>
        </p:nvSpPr>
        <p:spPr>
          <a:xfrm>
            <a:off x="1077976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85" name="Shape 575"/>
          <p:cNvSpPr/>
          <p:nvPr/>
        </p:nvSpPr>
        <p:spPr>
          <a:xfrm>
            <a:off x="1077976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86" name="Shape 576"/>
          <p:cNvSpPr/>
          <p:nvPr/>
        </p:nvSpPr>
        <p:spPr>
          <a:xfrm>
            <a:off x="1944370" y="5488940"/>
            <a:ext cx="9488170" cy="651510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587" name="Text 577"/>
          <p:cNvSpPr/>
          <p:nvPr/>
        </p:nvSpPr>
        <p:spPr>
          <a:xfrm>
            <a:off x="1944370" y="5488940"/>
            <a:ext cx="948817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Block</a:t>
            </a:r>
            <a:endParaRPr lang="en-US" sz="1800" dirty="0"/>
          </a:p>
        </p:txBody>
      </p:sp>
      <p:pic>
        <p:nvPicPr>
          <p:cNvPr id="588" name="Image 8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8555" y="5237480"/>
            <a:ext cx="133350" cy="254000"/>
          </a:xfrm>
          <a:prstGeom prst="rect">
            <a:avLst/>
          </a:prstGeom>
        </p:spPr>
      </p:pic>
      <p:pic>
        <p:nvPicPr>
          <p:cNvPr id="589" name="Image 9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08555" y="6134100"/>
            <a:ext cx="133350" cy="254000"/>
          </a:xfrm>
          <a:prstGeom prst="rect">
            <a:avLst/>
          </a:prstGeom>
        </p:spPr>
      </p:pic>
      <p:pic>
        <p:nvPicPr>
          <p:cNvPr id="590" name="Image 10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66135" y="5237480"/>
            <a:ext cx="133350" cy="254000"/>
          </a:xfrm>
          <a:prstGeom prst="rect">
            <a:avLst/>
          </a:prstGeom>
        </p:spPr>
      </p:pic>
      <p:pic>
        <p:nvPicPr>
          <p:cNvPr id="591" name="Image 11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6135" y="6134100"/>
            <a:ext cx="133350" cy="254000"/>
          </a:xfrm>
          <a:prstGeom prst="rect">
            <a:avLst/>
          </a:prstGeom>
        </p:spPr>
      </p:pic>
      <p:pic>
        <p:nvPicPr>
          <p:cNvPr id="592" name="Image 12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31335" y="5237480"/>
            <a:ext cx="133350" cy="254000"/>
          </a:xfrm>
          <a:prstGeom prst="rect">
            <a:avLst/>
          </a:prstGeom>
        </p:spPr>
      </p:pic>
      <p:pic>
        <p:nvPicPr>
          <p:cNvPr id="593" name="Image 13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31335" y="6134100"/>
            <a:ext cx="133350" cy="254000"/>
          </a:xfrm>
          <a:prstGeom prst="rect">
            <a:avLst/>
          </a:prstGeom>
        </p:spPr>
      </p:pic>
      <p:pic>
        <p:nvPicPr>
          <p:cNvPr id="594" name="Image 14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02885" y="5237480"/>
            <a:ext cx="133350" cy="254000"/>
          </a:xfrm>
          <a:prstGeom prst="rect">
            <a:avLst/>
          </a:prstGeom>
        </p:spPr>
      </p:pic>
      <p:pic>
        <p:nvPicPr>
          <p:cNvPr id="595" name="Image 15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02885" y="6134100"/>
            <a:ext cx="133350" cy="254000"/>
          </a:xfrm>
          <a:prstGeom prst="rect">
            <a:avLst/>
          </a:prstGeom>
        </p:spPr>
      </p:pic>
      <p:pic>
        <p:nvPicPr>
          <p:cNvPr id="596" name="Image 16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0785" y="5237480"/>
            <a:ext cx="133350" cy="254000"/>
          </a:xfrm>
          <a:prstGeom prst="rect">
            <a:avLst/>
          </a:prstGeom>
        </p:spPr>
      </p:pic>
      <p:pic>
        <p:nvPicPr>
          <p:cNvPr id="597" name="Image 17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80785" y="6134100"/>
            <a:ext cx="133350" cy="254000"/>
          </a:xfrm>
          <a:prstGeom prst="rect">
            <a:avLst/>
          </a:prstGeom>
        </p:spPr>
      </p:pic>
      <p:pic>
        <p:nvPicPr>
          <p:cNvPr id="598" name="Image 18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24395" y="5237480"/>
            <a:ext cx="133350" cy="254000"/>
          </a:xfrm>
          <a:prstGeom prst="rect">
            <a:avLst/>
          </a:prstGeom>
        </p:spPr>
      </p:pic>
      <p:pic>
        <p:nvPicPr>
          <p:cNvPr id="599" name="Image 19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24395" y="6134100"/>
            <a:ext cx="133350" cy="254000"/>
          </a:xfrm>
          <a:prstGeom prst="rect">
            <a:avLst/>
          </a:prstGeom>
        </p:spPr>
      </p:pic>
      <p:pic>
        <p:nvPicPr>
          <p:cNvPr id="600" name="Image 20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35185" y="5237480"/>
            <a:ext cx="133350" cy="254000"/>
          </a:xfrm>
          <a:prstGeom prst="rect">
            <a:avLst/>
          </a:prstGeom>
        </p:spPr>
      </p:pic>
      <p:pic>
        <p:nvPicPr>
          <p:cNvPr id="601" name="Image 21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35185" y="6134100"/>
            <a:ext cx="133350" cy="254000"/>
          </a:xfrm>
          <a:prstGeom prst="rect">
            <a:avLst/>
          </a:prstGeom>
        </p:spPr>
      </p:pic>
      <p:pic>
        <p:nvPicPr>
          <p:cNvPr id="602" name="Image 22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713085" y="5237480"/>
            <a:ext cx="133350" cy="254000"/>
          </a:xfrm>
          <a:prstGeom prst="rect">
            <a:avLst/>
          </a:prstGeom>
        </p:spPr>
      </p:pic>
      <p:pic>
        <p:nvPicPr>
          <p:cNvPr id="603" name="Image 23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713085" y="6134100"/>
            <a:ext cx="133350" cy="254000"/>
          </a:xfrm>
          <a:prstGeom prst="rect">
            <a:avLst/>
          </a:prstGeom>
        </p:spPr>
      </p:pic>
      <p:sp>
        <p:nvSpPr>
          <p:cNvPr id="604" name="Shape 578"/>
          <p:cNvSpPr/>
          <p:nvPr/>
        </p:nvSpPr>
        <p:spPr>
          <a:xfrm>
            <a:off x="215773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5" name="Shape 579"/>
          <p:cNvSpPr/>
          <p:nvPr/>
        </p:nvSpPr>
        <p:spPr>
          <a:xfrm>
            <a:off x="231648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6" name="Shape 580"/>
          <p:cNvSpPr/>
          <p:nvPr/>
        </p:nvSpPr>
        <p:spPr>
          <a:xfrm>
            <a:off x="247523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7" name="Shape 581"/>
          <p:cNvSpPr/>
          <p:nvPr/>
        </p:nvSpPr>
        <p:spPr>
          <a:xfrm>
            <a:off x="263398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8" name="Text 582"/>
          <p:cNvSpPr/>
          <p:nvPr/>
        </p:nvSpPr>
        <p:spPr>
          <a:xfrm>
            <a:off x="231013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09" name="Shape 583"/>
          <p:cNvSpPr/>
          <p:nvPr/>
        </p:nvSpPr>
        <p:spPr>
          <a:xfrm>
            <a:off x="311531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0" name="Shape 584"/>
          <p:cNvSpPr/>
          <p:nvPr/>
        </p:nvSpPr>
        <p:spPr>
          <a:xfrm>
            <a:off x="327406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1" name="Shape 585"/>
          <p:cNvSpPr/>
          <p:nvPr/>
        </p:nvSpPr>
        <p:spPr>
          <a:xfrm>
            <a:off x="343281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2" name="Shape 586"/>
          <p:cNvSpPr/>
          <p:nvPr/>
        </p:nvSpPr>
        <p:spPr>
          <a:xfrm>
            <a:off x="359156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3" name="Text 587"/>
          <p:cNvSpPr/>
          <p:nvPr/>
        </p:nvSpPr>
        <p:spPr>
          <a:xfrm>
            <a:off x="326771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614" name="Shape 588"/>
          <p:cNvSpPr/>
          <p:nvPr/>
        </p:nvSpPr>
        <p:spPr>
          <a:xfrm>
            <a:off x="408051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5" name="Shape 589"/>
          <p:cNvSpPr/>
          <p:nvPr/>
        </p:nvSpPr>
        <p:spPr>
          <a:xfrm>
            <a:off x="423926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6" name="Shape 590"/>
          <p:cNvSpPr/>
          <p:nvPr/>
        </p:nvSpPr>
        <p:spPr>
          <a:xfrm>
            <a:off x="439801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7" name="Shape 591"/>
          <p:cNvSpPr/>
          <p:nvPr/>
        </p:nvSpPr>
        <p:spPr>
          <a:xfrm>
            <a:off x="455676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8" name="Text 592"/>
          <p:cNvSpPr/>
          <p:nvPr/>
        </p:nvSpPr>
        <p:spPr>
          <a:xfrm>
            <a:off x="423291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619" name="Shape 593"/>
          <p:cNvSpPr/>
          <p:nvPr/>
        </p:nvSpPr>
        <p:spPr>
          <a:xfrm>
            <a:off x="505206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0" name="Shape 594"/>
          <p:cNvSpPr/>
          <p:nvPr/>
        </p:nvSpPr>
        <p:spPr>
          <a:xfrm>
            <a:off x="521081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1" name="Shape 595"/>
          <p:cNvSpPr/>
          <p:nvPr/>
        </p:nvSpPr>
        <p:spPr>
          <a:xfrm>
            <a:off x="536956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2" name="Shape 596"/>
          <p:cNvSpPr/>
          <p:nvPr/>
        </p:nvSpPr>
        <p:spPr>
          <a:xfrm>
            <a:off x="552831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3" name="Text 597"/>
          <p:cNvSpPr/>
          <p:nvPr/>
        </p:nvSpPr>
        <p:spPr>
          <a:xfrm>
            <a:off x="520446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624" name="Shape 598"/>
          <p:cNvSpPr/>
          <p:nvPr/>
        </p:nvSpPr>
        <p:spPr>
          <a:xfrm>
            <a:off x="602996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5" name="Shape 599"/>
          <p:cNvSpPr/>
          <p:nvPr/>
        </p:nvSpPr>
        <p:spPr>
          <a:xfrm>
            <a:off x="618871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6" name="Shape 600"/>
          <p:cNvSpPr/>
          <p:nvPr/>
        </p:nvSpPr>
        <p:spPr>
          <a:xfrm>
            <a:off x="634746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7" name="Shape 601"/>
          <p:cNvSpPr/>
          <p:nvPr/>
        </p:nvSpPr>
        <p:spPr>
          <a:xfrm>
            <a:off x="650621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8" name="Text 602"/>
          <p:cNvSpPr/>
          <p:nvPr/>
        </p:nvSpPr>
        <p:spPr>
          <a:xfrm>
            <a:off x="618236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629" name="Shape 603"/>
          <p:cNvSpPr/>
          <p:nvPr/>
        </p:nvSpPr>
        <p:spPr>
          <a:xfrm>
            <a:off x="697357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0" name="Shape 604"/>
          <p:cNvSpPr/>
          <p:nvPr/>
        </p:nvSpPr>
        <p:spPr>
          <a:xfrm>
            <a:off x="713232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1" name="Shape 605"/>
          <p:cNvSpPr/>
          <p:nvPr/>
        </p:nvSpPr>
        <p:spPr>
          <a:xfrm>
            <a:off x="729107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2" name="Shape 606"/>
          <p:cNvSpPr/>
          <p:nvPr/>
        </p:nvSpPr>
        <p:spPr>
          <a:xfrm>
            <a:off x="744982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3" name="Text 607"/>
          <p:cNvSpPr/>
          <p:nvPr/>
        </p:nvSpPr>
        <p:spPr>
          <a:xfrm>
            <a:off x="712597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634" name="Shape 608"/>
          <p:cNvSpPr/>
          <p:nvPr/>
        </p:nvSpPr>
        <p:spPr>
          <a:xfrm>
            <a:off x="948436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5" name="Shape 609"/>
          <p:cNvSpPr/>
          <p:nvPr/>
        </p:nvSpPr>
        <p:spPr>
          <a:xfrm>
            <a:off x="964311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6" name="Shape 610"/>
          <p:cNvSpPr/>
          <p:nvPr/>
        </p:nvSpPr>
        <p:spPr>
          <a:xfrm>
            <a:off x="980186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7" name="Shape 611"/>
          <p:cNvSpPr/>
          <p:nvPr/>
        </p:nvSpPr>
        <p:spPr>
          <a:xfrm>
            <a:off x="996061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8" name="Text 612"/>
          <p:cNvSpPr/>
          <p:nvPr/>
        </p:nvSpPr>
        <p:spPr>
          <a:xfrm>
            <a:off x="963676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639" name="Shape 613"/>
          <p:cNvSpPr/>
          <p:nvPr/>
        </p:nvSpPr>
        <p:spPr>
          <a:xfrm>
            <a:off x="1046226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40" name="Shape 614"/>
          <p:cNvSpPr/>
          <p:nvPr/>
        </p:nvSpPr>
        <p:spPr>
          <a:xfrm>
            <a:off x="1062101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41" name="Shape 615"/>
          <p:cNvSpPr/>
          <p:nvPr/>
        </p:nvSpPr>
        <p:spPr>
          <a:xfrm>
            <a:off x="1077976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42" name="Shape 616"/>
          <p:cNvSpPr/>
          <p:nvPr/>
        </p:nvSpPr>
        <p:spPr>
          <a:xfrm>
            <a:off x="1093851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43" name="Text 617"/>
          <p:cNvSpPr/>
          <p:nvPr/>
        </p:nvSpPr>
        <p:spPr>
          <a:xfrm>
            <a:off x="1061466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644" name="Shape 618"/>
          <p:cNvSpPr/>
          <p:nvPr/>
        </p:nvSpPr>
        <p:spPr>
          <a:xfrm>
            <a:off x="8009890" y="644271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645" name="Shape 619"/>
          <p:cNvSpPr/>
          <p:nvPr/>
        </p:nvSpPr>
        <p:spPr>
          <a:xfrm>
            <a:off x="8256270" y="644271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646" name="Shape 620"/>
          <p:cNvSpPr/>
          <p:nvPr/>
        </p:nvSpPr>
        <p:spPr>
          <a:xfrm>
            <a:off x="8492490" y="644271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647" name="Shape 621"/>
          <p:cNvSpPr/>
          <p:nvPr/>
        </p:nvSpPr>
        <p:spPr>
          <a:xfrm>
            <a:off x="8729980" y="644271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648" name="Shape 622"/>
          <p:cNvSpPr/>
          <p:nvPr/>
        </p:nvSpPr>
        <p:spPr>
          <a:xfrm>
            <a:off x="8936990" y="644271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649" name="Text 623"/>
          <p:cNvSpPr/>
          <p:nvPr/>
        </p:nvSpPr>
        <p:spPr>
          <a:xfrm>
            <a:off x="431800" y="502188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of Self</a:t>
            </a:r>
            <a:endParaRPr lang="en-US" sz="1200" dirty="0"/>
          </a:p>
        </p:txBody>
      </p:sp>
      <p:sp>
        <p:nvSpPr>
          <p:cNvPr id="650" name="Text 624"/>
          <p:cNvSpPr/>
          <p:nvPr/>
        </p:nvSpPr>
        <p:spPr>
          <a:xfrm>
            <a:off x="431800" y="523397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651" name="Text 625"/>
          <p:cNvSpPr/>
          <p:nvPr/>
        </p:nvSpPr>
        <p:spPr>
          <a:xfrm>
            <a:off x="431800" y="564672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</a:t>
            </a:r>
            <a:endParaRPr lang="en-US" sz="1200" dirty="0"/>
          </a:p>
        </p:txBody>
      </p:sp>
      <p:sp>
        <p:nvSpPr>
          <p:cNvPr id="652" name="Text 626"/>
          <p:cNvSpPr/>
          <p:nvPr/>
        </p:nvSpPr>
        <p:spPr>
          <a:xfrm>
            <a:off x="431800" y="586008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</a:t>
            </a:r>
            <a:endParaRPr lang="en-US" sz="1200" dirty="0"/>
          </a:p>
        </p:txBody>
      </p:sp>
      <p:sp>
        <p:nvSpPr>
          <p:cNvPr id="653" name="Text 627"/>
          <p:cNvSpPr/>
          <p:nvPr/>
        </p:nvSpPr>
        <p:spPr>
          <a:xfrm>
            <a:off x="431800" y="617885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to Self</a:t>
            </a:r>
            <a:endParaRPr lang="en-US" sz="1200" dirty="0"/>
          </a:p>
        </p:txBody>
      </p:sp>
      <p:sp>
        <p:nvSpPr>
          <p:cNvPr id="654" name="Text 628"/>
          <p:cNvSpPr/>
          <p:nvPr/>
        </p:nvSpPr>
        <p:spPr>
          <a:xfrm>
            <a:off x="431800" y="637824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655" name="Shape 629"/>
          <p:cNvSpPr/>
          <p:nvPr/>
        </p:nvSpPr>
        <p:spPr>
          <a:xfrm>
            <a:off x="3383280" y="6605270"/>
            <a:ext cx="3702050" cy="17399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656" name="Text 630"/>
          <p:cNvSpPr/>
          <p:nvPr/>
        </p:nvSpPr>
        <p:spPr>
          <a:xfrm>
            <a:off x="1424940" y="6610071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Word_Embedding + Positional_Information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2026-10-12T07:56:02Z</dcterms:created>
  <dcterms:modified xsi:type="dcterms:W3CDTF">2026-10-12T07:56:02Z</dcterms:modified>
</cp:coreProperties>
</file>