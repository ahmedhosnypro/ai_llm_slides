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8000" y="1447800"/>
            <a:ext cx="11176000" cy="4889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318000" y="660400"/>
            <a:ext cx="31115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191000" y="1181100"/>
            <a:ext cx="336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is All You Need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724900" y="1104900"/>
            <a:ext cx="102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E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083300" y="2057400"/>
            <a:ext cx="5410200" cy="1549400"/>
          </a:xfrm>
          <a:prstGeom prst="roundRect">
            <a:avLst>
              <a:gd name="adj" fmla="val 5902"/>
            </a:avLst>
          </a:prstGeom>
          <a:solidFill>
            <a:srgbClr val="FFFF00"/>
          </a:solidFill>
          <a:ln/>
        </p:spPr>
      </p:sp>
      <p:sp>
        <p:nvSpPr>
          <p:cNvPr id="10" name="Text 8"/>
          <p:cNvSpPr/>
          <p:nvPr/>
        </p:nvSpPr>
        <p:spPr>
          <a:xfrm>
            <a:off x="6210300" y="2590800"/>
            <a:ext cx="51562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Head Self Attention Blocks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84200" y="3886200"/>
            <a:ext cx="5613400" cy="1854200"/>
          </a:xfrm>
          <a:prstGeom prst="roundRect">
            <a:avLst>
              <a:gd name="adj" fmla="val 4932"/>
            </a:avLst>
          </a:prstGeom>
          <a:solidFill>
            <a:srgbClr val="F5AB62"/>
          </a:solidFill>
          <a:ln/>
        </p:spPr>
      </p:sp>
      <p:sp>
        <p:nvSpPr>
          <p:cNvPr id="12" name="Text 10"/>
          <p:cNvSpPr/>
          <p:nvPr/>
        </p:nvSpPr>
        <p:spPr>
          <a:xfrm>
            <a:off x="711200" y="4559300"/>
            <a:ext cx="5359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Head Self Attention Blocks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397000" y="2870200"/>
            <a:ext cx="4584700" cy="939800"/>
          </a:xfrm>
          <a:prstGeom prst="roundRect">
            <a:avLst>
              <a:gd name="adj" fmla="val 6811"/>
            </a:avLst>
          </a:prstGeom>
          <a:solidFill>
            <a:srgbClr val="EFF1FD"/>
          </a:solidFill>
          <a:ln w="12700">
            <a:solidFill>
              <a:srgbClr val="C3CC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24200" y="3200400"/>
            <a:ext cx="1066800" cy="2921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BE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24200" y="3200400"/>
            <a:ext cx="1066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2747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attention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73800" y="3670300"/>
            <a:ext cx="4610100" cy="647700"/>
          </a:xfrm>
          <a:prstGeom prst="roundRect">
            <a:avLst>
              <a:gd name="adj" fmla="val 9882"/>
            </a:avLst>
          </a:prstGeom>
          <a:solidFill>
            <a:srgbClr val="F3F1FC"/>
          </a:solidFill>
          <a:ln w="12700">
            <a:solidFill>
              <a:srgbClr val="ABAE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33600" y="2489200"/>
            <a:ext cx="292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222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Encoder-Decoder Attention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912100" y="4419600"/>
            <a:ext cx="293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222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Encoder-Decoder Attention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 flipH="1">
            <a:off x="2413000" y="3517900"/>
            <a:ext cx="1212850" cy="368300"/>
          </a:xfrm>
          <a:prstGeom prst="line">
            <a:avLst/>
          </a:prstGeom>
          <a:noFill/>
          <a:ln w="15875">
            <a:solidFill>
              <a:srgbClr val="40444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25850" y="3517900"/>
            <a:ext cx="31750" cy="368300"/>
          </a:xfrm>
          <a:prstGeom prst="line">
            <a:avLst/>
          </a:prstGeom>
          <a:noFill/>
          <a:ln w="15875">
            <a:solidFill>
              <a:srgbClr val="40444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25850" y="3517900"/>
            <a:ext cx="1263650" cy="368300"/>
          </a:xfrm>
          <a:prstGeom prst="line">
            <a:avLst/>
          </a:prstGeom>
          <a:noFill/>
          <a:ln w="15875">
            <a:solidFill>
              <a:srgbClr val="40444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36750" y="5740400"/>
            <a:ext cx="0" cy="317500"/>
          </a:xfrm>
          <a:prstGeom prst="line">
            <a:avLst/>
          </a:prstGeom>
          <a:noFill/>
          <a:ln w="15875">
            <a:solidFill>
              <a:srgbClr val="9999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32200" y="5740400"/>
            <a:ext cx="0" cy="317500"/>
          </a:xfrm>
          <a:prstGeom prst="line">
            <a:avLst/>
          </a:prstGeom>
          <a:noFill/>
          <a:ln w="15875">
            <a:solidFill>
              <a:srgbClr val="99999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46700" y="5740400"/>
            <a:ext cx="0" cy="317500"/>
          </a:xfrm>
          <a:prstGeom prst="line">
            <a:avLst/>
          </a:prstGeom>
          <a:noFill/>
          <a:ln w="15875">
            <a:solidFill>
              <a:srgbClr val="999999"/>
            </a:solidFill>
            <a:prstDash val="solid"/>
          </a:ln>
        </p:spPr>
      </p:sp>
      <p:pic>
        <p:nvPicPr>
          <p:cNvPr id="25" name="Image 0" descr="/home/ahmed/Projects/ai_llm_slides/videos/deep-learning/001_transformers_part1/recreated_pptx/build/assets/eq011/eq011_x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6354" y="6106923"/>
            <a:ext cx="202692" cy="149352"/>
          </a:xfrm>
          <a:prstGeom prst="rect">
            <a:avLst/>
          </a:prstGeom>
        </p:spPr>
      </p:pic>
      <p:pic>
        <p:nvPicPr>
          <p:cNvPr id="26" name="Image 1" descr="/home/ahmed/Projects/ai_llm_slides/videos/deep-learning/001_transformers_part1/recreated_pptx/build/assets/eq011/eq011_x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1616" y="6106923"/>
            <a:ext cx="201168" cy="149352"/>
          </a:xfrm>
          <a:prstGeom prst="rect">
            <a:avLst/>
          </a:prstGeom>
        </p:spPr>
      </p:pic>
      <p:pic>
        <p:nvPicPr>
          <p:cNvPr id="27" name="Image 2" descr="/home/ahmed/Projects/ai_llm_slides/videos/deep-learning/001_transformers_part1/recreated_pptx/build/assets/eq011/eq011_x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242" y="6106922"/>
            <a:ext cx="204216" cy="150876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 flipV="1">
            <a:off x="7086600" y="1822450"/>
            <a:ext cx="0" cy="22225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29" name="Shape 24"/>
          <p:cNvSpPr/>
          <p:nvPr/>
        </p:nvSpPr>
        <p:spPr>
          <a:xfrm flipV="1">
            <a:off x="8788400" y="1822450"/>
            <a:ext cx="0" cy="22225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30" name="Shape 25"/>
          <p:cNvSpPr/>
          <p:nvPr/>
        </p:nvSpPr>
        <p:spPr>
          <a:xfrm flipV="1">
            <a:off x="10490200" y="1822450"/>
            <a:ext cx="0" cy="22225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pic>
        <p:nvPicPr>
          <p:cNvPr id="31" name="Image 3" descr="/home/ahmed/Projects/ai_llm_slides/videos/deep-learning/001_transformers_part1/recreated_pptx/build/assets/eq011/eq011_o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5376" y="1557275"/>
            <a:ext cx="193548" cy="150876"/>
          </a:xfrm>
          <a:prstGeom prst="rect">
            <a:avLst/>
          </a:prstGeom>
        </p:spPr>
      </p:pic>
      <p:pic>
        <p:nvPicPr>
          <p:cNvPr id="32" name="Image 4" descr="/home/ahmed/Projects/ai_llm_slides/videos/deep-learning/001_transformers_part1/recreated_pptx/build/assets/eq011/eq011_o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4288" y="1557275"/>
            <a:ext cx="192024" cy="150876"/>
          </a:xfrm>
          <a:prstGeom prst="rect">
            <a:avLst/>
          </a:prstGeom>
        </p:spPr>
      </p:pic>
      <p:pic>
        <p:nvPicPr>
          <p:cNvPr id="33" name="Image 5" descr="/home/ahmed/Projects/ai_llm_slides/videos/deep-learning/001_transformers_part1/recreated_pptx/build/assets/eq011/eq011_o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0914" y="1557274"/>
            <a:ext cx="195072" cy="152400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11468100" y="3333750"/>
            <a:ext cx="12700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</p:sp>
      <p:pic>
        <p:nvPicPr>
          <p:cNvPr id="35" name="Image 6" descr="/home/ahmed/Projects/ai_llm_slides/videos/deep-learning/001_transformers_part1/recreated_pptx/build/assets/dashes01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0200" y="2794000"/>
            <a:ext cx="4190997" cy="1422404"/>
          </a:xfrm>
          <a:prstGeom prst="rect">
            <a:avLst/>
          </a:prstGeom>
        </p:spPr>
      </p:pic>
      <p:pic>
        <p:nvPicPr>
          <p:cNvPr id="36" name="Image 7" descr="/home/ahmed/Projects/ai_llm_slides/videos/deep-learning/001_transformers_part1/recreated_pptx/build/assets/arc011_r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9600" y="3149600"/>
            <a:ext cx="990597" cy="1193804"/>
          </a:xfrm>
          <a:prstGeom prst="rect">
            <a:avLst/>
          </a:prstGeom>
        </p:spPr>
      </p:pic>
      <p:pic>
        <p:nvPicPr>
          <p:cNvPr id="37" name="Image 8" descr="/home/ahmed/Projects/ai_llm_slides/videos/deep-learning/001_transformers_part1/recreated_pptx/build/assets/loop011_1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7240" y="3534410"/>
            <a:ext cx="431798" cy="252984"/>
          </a:xfrm>
          <a:prstGeom prst="rect">
            <a:avLst/>
          </a:prstGeom>
        </p:spPr>
      </p:pic>
      <p:pic>
        <p:nvPicPr>
          <p:cNvPr id="38" name="Image 9" descr="/home/ahmed/Projects/ai_llm_slides/videos/deep-learning/001_transformers_part1/recreated_pptx/build/assets/loop011_2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96500" y="3534410"/>
            <a:ext cx="431798" cy="252984"/>
          </a:xfrm>
          <a:prstGeom prst="rect">
            <a:avLst/>
          </a:prstGeom>
        </p:spPr>
      </p:pic>
      <p:sp>
        <p:nvSpPr>
          <p:cNvPr id="39" name="Shape 27"/>
          <p:cNvSpPr/>
          <p:nvPr/>
        </p:nvSpPr>
        <p:spPr>
          <a:xfrm>
            <a:off x="5816600" y="5194300"/>
            <a:ext cx="5499100" cy="1473200"/>
          </a:xfrm>
          <a:prstGeom prst="rect">
            <a:avLst/>
          </a:prstGeom>
          <a:solidFill>
            <a:srgbClr val="EAE6DD"/>
          </a:solidFill>
          <a:ln w="12700">
            <a:solidFill>
              <a:srgbClr val="B9BCBF"/>
            </a:solidFill>
            <a:prstDash val="solid"/>
          </a:ln>
        </p:spPr>
      </p:sp>
      <p:sp>
        <p:nvSpPr>
          <p:cNvPr id="40" name="Text 28"/>
          <p:cNvSpPr/>
          <p:nvPr/>
        </p:nvSpPr>
        <p:spPr>
          <a:xfrm>
            <a:off x="5892800" y="5321300"/>
            <a:ext cx="533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Mechanism supports:</a:t>
            </a:r>
            <a:endParaRPr lang="en-US" sz="1700" dirty="0"/>
          </a:p>
        </p:txBody>
      </p:sp>
      <p:sp>
        <p:nvSpPr>
          <p:cNvPr id="41" name="Text 29"/>
          <p:cNvSpPr/>
          <p:nvPr/>
        </p:nvSpPr>
        <p:spPr>
          <a:xfrm>
            <a:off x="5880100" y="5638800"/>
            <a:ext cx="5334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buNone/>
            </a:pPr>
            <a:r>
              <a:rPr lang="en-US" sz="1700" u="sng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Parallelization</a:t>
            </a:r>
            <a:pPr algn="l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Encoder ,</a:t>
            </a:r>
            <a:endParaRPr lang="en-US" sz="1700" dirty="0"/>
          </a:p>
        </p:txBody>
      </p:sp>
      <p:sp>
        <p:nvSpPr>
          <p:cNvPr id="42" name="Text 30"/>
          <p:cNvSpPr/>
          <p:nvPr/>
        </p:nvSpPr>
        <p:spPr>
          <a:xfrm>
            <a:off x="5880100" y="5969000"/>
            <a:ext cx="533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buNone/>
            </a:pPr>
            <a:r>
              <a:rPr lang="en-US" sz="1700" u="sng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Parallelization</a:t>
            </a:r>
            <a:pPr algn="l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Decoder ( Training Mode Only)</a:t>
            </a:r>
            <a:endParaRPr lang="en-US" sz="1700" dirty="0"/>
          </a:p>
        </p:txBody>
      </p:sp>
      <p:sp>
        <p:nvSpPr>
          <p:cNvPr id="43" name="Text 31"/>
          <p:cNvSpPr/>
          <p:nvPr/>
        </p:nvSpPr>
        <p:spPr>
          <a:xfrm>
            <a:off x="5880100" y="6299200"/>
            <a:ext cx="533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Very Long  </a:t>
            </a:r>
            <a:pPr algn="l" indent="0" marL="0">
              <a:buNone/>
            </a:pPr>
            <a:r>
              <a:rPr lang="en-US" sz="1700" u="sng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length</a:t>
            </a:r>
            <a:pPr algn="l" indent="0" marL="0">
              <a:buNone/>
            </a:pPr>
            <a:endParaRPr lang="en-US" sz="1700" dirty="0"/>
          </a:p>
        </p:txBody>
      </p:sp>
      <p:sp>
        <p:nvSpPr>
          <p:cNvPr id="44" name="Text 32"/>
          <p:cNvSpPr/>
          <p:nvPr/>
        </p:nvSpPr>
        <p:spPr>
          <a:xfrm>
            <a:off x="2844800" y="6426200"/>
            <a:ext cx="990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E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2026-10-11T10:16:10Z</dcterms:created>
  <dcterms:modified xsi:type="dcterms:W3CDTF">2026-10-11T10:16:10Z</dcterms:modified>
</cp:coreProperties>
</file>