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27964" y="87233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bag-of-words (CBOW)   vs Skip-Gram Models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485900" y="1549400"/>
            <a:ext cx="4699000" cy="5105400"/>
          </a:xfrm>
          <a:prstGeom prst="rect">
            <a:avLst/>
          </a:prstGeom>
          <a:ln w="31750">
            <a:solidFill>
              <a:srgbClr val="0000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549400"/>
            <a:ext cx="4495800" cy="5105400"/>
          </a:xfrm>
          <a:prstGeom prst="rect">
            <a:avLst/>
          </a:prstGeom>
          <a:ln w="31750">
            <a:solidFill>
              <a:srgbClr val="0000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3900" y="1803400"/>
            <a:ext cx="1295400" cy="406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52800" y="1803400"/>
            <a:ext cx="1295400" cy="4064000"/>
          </a:xfrm>
          <a:prstGeom prst="rect">
            <a:avLst/>
          </a:prstGeom>
          <a:solidFill>
            <a:srgbClr val="F5C99B"/>
          </a:solidFill>
          <a:ln w="25400">
            <a:solidFill>
              <a:srgbClr val="E8940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24400" y="1803400"/>
            <a:ext cx="1282700" cy="406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600" y="1803400"/>
            <a:ext cx="939800" cy="406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27900" y="1803400"/>
            <a:ext cx="1041400" cy="4064000"/>
          </a:xfrm>
          <a:prstGeom prst="rect">
            <a:avLst/>
          </a:prstGeom>
          <a:solidFill>
            <a:srgbClr val="F5C99B"/>
          </a:solidFill>
          <a:ln w="25400">
            <a:solidFill>
              <a:srgbClr val="E894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45500" y="1803400"/>
            <a:ext cx="1295400" cy="406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5830" y="201193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24530" y="201193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35780" y="201193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07430" y="201193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29780" y="201193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3080" y="201193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68600" y="24511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68600" y="31496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68600" y="45085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68600" y="51943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65700" y="38481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6900" y="38481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85200" y="24511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85200" y="31496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85200" y="45085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85200" y="5194300"/>
            <a:ext cx="279400" cy="5334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73500" y="3835400"/>
            <a:ext cx="292100" cy="584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08900" y="3835400"/>
            <a:ext cx="292100" cy="584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D9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60700" y="2717800"/>
            <a:ext cx="774700" cy="1181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060700" y="3416300"/>
            <a:ext cx="774700" cy="609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3060700" y="4203700"/>
            <a:ext cx="774700" cy="5715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3060700" y="4343400"/>
            <a:ext cx="774700" cy="11239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178300" y="4102100"/>
            <a:ext cx="7493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239000" y="4114800"/>
            <a:ext cx="431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V="1">
            <a:off x="8001000" y="2724150"/>
            <a:ext cx="584200" cy="1174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8001000" y="3422650"/>
            <a:ext cx="584200" cy="6159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001000" y="4178300"/>
            <a:ext cx="584200" cy="5969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001000" y="4318000"/>
            <a:ext cx="584200" cy="114935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2336800" y="258343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w(t-2)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336800" y="33136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w(t-1)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336800" y="467893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w(t+1)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336800" y="53583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w(t+2)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34000" y="39740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26200" y="39867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055100" y="262153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w(t-2)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055100" y="33136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w(t-1)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055100" y="46471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w(t+1)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055100" y="532663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w(t+2)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288030" y="352323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225800" y="6019800"/>
            <a:ext cx="1574800" cy="355600"/>
          </a:xfrm>
          <a:prstGeom prst="roundRect">
            <a:avLst>
              <a:gd name="adj" fmla="val 12857"/>
            </a:avLst>
          </a:prstGeom>
          <a:solidFill>
            <a:srgbClr val="FFFF99"/>
          </a:solidFill>
          <a:ln w="19050"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CBOW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97700" y="6019800"/>
            <a:ext cx="1574800" cy="355600"/>
          </a:xfrm>
          <a:prstGeom prst="roundRect">
            <a:avLst>
              <a:gd name="adj" fmla="val 12857"/>
            </a:avLst>
          </a:prstGeom>
          <a:solidFill>
            <a:srgbClr val="FFFF99"/>
          </a:solidFill>
          <a:ln w="19050">
            <a:solidFill>
              <a:srgbClr val="C000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4A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Skip-gram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2026-10-12T00:14:57Z</dcterms:created>
  <dcterms:modified xsi:type="dcterms:W3CDTF">2026-10-12T00:14:57Z</dcterms:modified>
</cp:coreProperties>
</file>