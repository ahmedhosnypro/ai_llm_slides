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08100" y="1524000"/>
            <a:ext cx="5397500" cy="8001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7" name="Text 5"/>
          <p:cNvSpPr/>
          <p:nvPr/>
        </p:nvSpPr>
        <p:spPr>
          <a:xfrm>
            <a:off x="1308100" y="1524000"/>
            <a:ext cx="539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Output (at step “t-1”)</a:t>
            </a:r>
            <a:endParaRPr lang="en-US" sz="17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supplied as Decoder Input (at step “t”)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324100" y="2679700"/>
            <a:ext cx="3873500" cy="850900"/>
          </a:xfrm>
          <a:prstGeom prst="rect">
            <a:avLst/>
          </a:prstGeom>
          <a:solidFill>
            <a:srgbClr val="F0B0F8"/>
          </a:solidFill>
          <a:ln/>
        </p:spPr>
      </p:sp>
      <p:sp>
        <p:nvSpPr>
          <p:cNvPr id="9" name="Text 7"/>
          <p:cNvSpPr/>
          <p:nvPr/>
        </p:nvSpPr>
        <p:spPr>
          <a:xfrm>
            <a:off x="2324100" y="2679700"/>
            <a:ext cx="3873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99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Decoder Block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Input from Encoder Attention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08100" y="4318000"/>
            <a:ext cx="5321300" cy="635000"/>
          </a:xfrm>
          <a:prstGeom prst="rect">
            <a:avLst/>
          </a:prstGeom>
          <a:solidFill>
            <a:srgbClr val="D8C8B8"/>
          </a:solidFill>
          <a:ln/>
        </p:spPr>
      </p:sp>
      <p:sp>
        <p:nvSpPr>
          <p:cNvPr id="11" name="Text 9"/>
          <p:cNvSpPr/>
          <p:nvPr/>
        </p:nvSpPr>
        <p:spPr>
          <a:xfrm>
            <a:off x="1308100" y="4318000"/>
            <a:ext cx="53213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Positional Encoder</a:t>
            </a:r>
            <a:endParaRPr lang="en-US" sz="18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(Position of Input Word within the Input Sequence)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04900" y="5956300"/>
            <a:ext cx="5651500" cy="596900"/>
          </a:xfrm>
          <a:prstGeom prst="rect">
            <a:avLst/>
          </a:prstGeom>
          <a:solidFill>
            <a:srgbClr val="D8C8B8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5956300"/>
            <a:ext cx="56515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Positional Encoder</a:t>
            </a:r>
            <a:endParaRPr lang="en-US" sz="18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(Position of Output Word within the Output Sequence)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31000" y="1917700"/>
            <a:ext cx="53340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16700" y="3111500"/>
            <a:ext cx="647700" cy="11430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42100" y="4635500"/>
            <a:ext cx="622300" cy="17780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9100" y="6248400"/>
            <a:ext cx="49530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20" name="Shape 18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21" name="Text 19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4" name="Shape 22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102" name="Text 100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9" name="Text 127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43" name="Shape 141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44" name="Shape 142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45" name="Shape 143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46" name="Shape 144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Encoder – Decoder Transformer (slide 17 recreation)</dc:title>
  <dc:subject>PptxGenJS Presentation</dc:subject>
  <dc:creator>slide-recreation worker</dc:creator>
  <cp:lastModifiedBy>slide-recreation worker</cp:lastModifiedBy>
  <cp:revision>1</cp:revision>
  <dcterms:created xsi:type="dcterms:W3CDTF">2026-10-11T13:15:36Z</dcterms:created>
  <dcterms:modified xsi:type="dcterms:W3CDTF">2026-10-11T13:15:36Z</dcterms:modified>
</cp:coreProperties>
</file>