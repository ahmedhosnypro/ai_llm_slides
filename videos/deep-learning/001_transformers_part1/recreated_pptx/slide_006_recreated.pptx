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6750" y="69215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RNN  Seq2Seq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083300" y="148590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FDFF85"/>
          </a:solidFill>
          <a:ln w="9525">
            <a:solidFill>
              <a:srgbClr val="E6E1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00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3374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91090" y="1562100"/>
            <a:ext cx="731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358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869950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10356850" y="1854200"/>
            <a:ext cx="0" cy="6604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headEnd type="triangle"/>
          </a:ln>
        </p:spPr>
      </p:sp>
      <p:sp>
        <p:nvSpPr>
          <p:cNvPr id="13" name="Text 11"/>
          <p:cNvSpPr/>
          <p:nvPr/>
        </p:nvSpPr>
        <p:spPr>
          <a:xfrm>
            <a:off x="56540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774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75090" y="2159000"/>
            <a:ext cx="12801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532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76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21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66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69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613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58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03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80600" y="2527300"/>
            <a:ext cx="977900" cy="254000"/>
          </a:xfrm>
          <a:prstGeom prst="rect">
            <a:avLst/>
          </a:prstGeom>
          <a:solidFill>
            <a:srgbClr val="E8FF6E"/>
          </a:solidFill>
          <a:ln w="12700">
            <a:solidFill>
              <a:srgbClr val="C2D6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507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69550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14025" y="2527300"/>
            <a:ext cx="0" cy="254000"/>
          </a:xfrm>
          <a:prstGeom prst="line">
            <a:avLst/>
          </a:prstGeom>
          <a:noFill/>
          <a:ln w="12700">
            <a:solidFill>
              <a:srgbClr val="C2D6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358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9950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356850" y="2781300"/>
            <a:ext cx="0" cy="44450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532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976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21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866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69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613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058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503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80600" y="3238500"/>
            <a:ext cx="977900" cy="254000"/>
          </a:xfrm>
          <a:prstGeom prst="rect">
            <a:avLst/>
          </a:prstGeom>
          <a:solidFill>
            <a:srgbClr val="FAEC69"/>
          </a:solidFill>
          <a:ln w="12700">
            <a:solidFill>
              <a:srgbClr val="C2C7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2507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69550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14025" y="3238500"/>
            <a:ext cx="0" cy="254000"/>
          </a:xfrm>
          <a:prstGeom prst="line">
            <a:avLst/>
          </a:prstGeom>
          <a:noFill/>
          <a:ln w="12700">
            <a:solidFill>
              <a:srgbClr val="C2C7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819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245600" y="3359150"/>
            <a:ext cx="6477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922000" y="3359150"/>
            <a:ext cx="508000" cy="0"/>
          </a:xfrm>
          <a:prstGeom prst="line">
            <a:avLst/>
          </a:prstGeom>
          <a:noFill/>
          <a:ln w="22225">
            <a:solidFill>
              <a:srgbClr val="9EA828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50189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592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10822940" y="3403600"/>
            <a:ext cx="7315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9EA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pic>
        <p:nvPicPr>
          <p:cNvPr id="49" name="Image 0" descr="/home/ahmed/Projects/ai_llm_slides/videos/deep-learning/001_transformers_part1/recreated_pptx/build/assets/curv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00" y="2324100"/>
            <a:ext cx="1282700" cy="965200"/>
          </a:xfrm>
          <a:prstGeom prst="rect">
            <a:avLst/>
          </a:prstGeom>
        </p:spPr>
      </p:pic>
      <p:pic>
        <p:nvPicPr>
          <p:cNvPr id="50" name="Image 1" descr="/home/ahmed/Projects/ai_llm_slides/videos/deep-learning/001_transformers_part1/recreated_pptx/build/assets/curv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2324100"/>
            <a:ext cx="1282700" cy="965200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829310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9956800" y="3505200"/>
            <a:ext cx="203200" cy="190500"/>
          </a:xfrm>
          <a:prstGeom prst="line">
            <a:avLst/>
          </a:prstGeom>
          <a:noFill/>
          <a:ln w="19050">
            <a:solidFill>
              <a:srgbClr val="9EA828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483350" y="32956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sp>
        <p:nvSpPr>
          <p:cNvPr id="54" name="Shape 50"/>
          <p:cNvSpPr/>
          <p:nvPr/>
        </p:nvSpPr>
        <p:spPr>
          <a:xfrm>
            <a:off x="584200" y="3886200"/>
            <a:ext cx="5613400" cy="2413000"/>
          </a:xfrm>
          <a:prstGeom prst="roundRect">
            <a:avLst>
              <a:gd name="adj" fmla="val 5684"/>
            </a:avLst>
          </a:prstGeom>
          <a:solidFill>
            <a:srgbClr val="F8D5AD"/>
          </a:solidFill>
          <a:ln w="9525">
            <a:solidFill>
              <a:srgbClr val="E6C7A2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562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806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2051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2295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2131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4575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37020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39465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4876800" y="4051300"/>
            <a:ext cx="977900" cy="254000"/>
          </a:xfrm>
          <a:prstGeom prst="rect">
            <a:avLst/>
          </a:prstGeom>
          <a:solidFill>
            <a:srgbClr val="F2C7A7"/>
          </a:solidFill>
          <a:ln w="12700">
            <a:solidFill>
              <a:srgbClr val="C29F7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12127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5365750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610225" y="4051300"/>
            <a:ext cx="0" cy="254000"/>
          </a:xfrm>
          <a:prstGeom prst="line">
            <a:avLst/>
          </a:prstGeom>
          <a:noFill/>
          <a:ln w="12700">
            <a:solidFill>
              <a:srgbClr val="C29F77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39649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68" name="Text 64"/>
          <p:cNvSpPr/>
          <p:nvPr/>
        </p:nvSpPr>
        <p:spPr>
          <a:xfrm>
            <a:off x="4066540" y="3898900"/>
            <a:ext cx="73152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69" name="Shape 65"/>
          <p:cNvSpPr/>
          <p:nvPr/>
        </p:nvSpPr>
        <p:spPr>
          <a:xfrm>
            <a:off x="800100" y="4184650"/>
            <a:ext cx="7112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25908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1" name="Shape 67"/>
          <p:cNvSpPr/>
          <p:nvPr/>
        </p:nvSpPr>
        <p:spPr>
          <a:xfrm>
            <a:off x="4254500" y="4184650"/>
            <a:ext cx="596900" cy="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tailEnd type="triangle"/>
          </a:ln>
        </p:spPr>
      </p:sp>
      <p:sp>
        <p:nvSpPr>
          <p:cNvPr id="72" name="Shape 68"/>
          <p:cNvSpPr/>
          <p:nvPr/>
        </p:nvSpPr>
        <p:spPr>
          <a:xfrm>
            <a:off x="204470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3" name="Shape 69"/>
          <p:cNvSpPr/>
          <p:nvPr/>
        </p:nvSpPr>
        <p:spPr>
          <a:xfrm>
            <a:off x="37020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4" name="Shape 70"/>
          <p:cNvSpPr/>
          <p:nvPr/>
        </p:nvSpPr>
        <p:spPr>
          <a:xfrm>
            <a:off x="5365750" y="4343400"/>
            <a:ext cx="0" cy="7620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75" name="Text 71"/>
          <p:cNvSpPr/>
          <p:nvPr/>
        </p:nvSpPr>
        <p:spPr>
          <a:xfrm>
            <a:off x="4737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76" name="Text 72"/>
          <p:cNvSpPr/>
          <p:nvPr/>
        </p:nvSpPr>
        <p:spPr>
          <a:xfrm>
            <a:off x="21501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77" name="Text 73"/>
          <p:cNvSpPr/>
          <p:nvPr/>
        </p:nvSpPr>
        <p:spPr>
          <a:xfrm>
            <a:off x="3813810" y="4597400"/>
            <a:ext cx="14630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embedding x</a:t>
            </a:r>
            <a:pPr algn="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78" name="Shape 74"/>
          <p:cNvSpPr/>
          <p:nvPr/>
        </p:nvSpPr>
        <p:spPr>
          <a:xfrm>
            <a:off x="1562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806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2051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295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32131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34575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37020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39465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4876800" y="5156200"/>
            <a:ext cx="977900" cy="241300"/>
          </a:xfrm>
          <a:prstGeom prst="rect">
            <a:avLst/>
          </a:prstGeom>
          <a:solidFill>
            <a:srgbClr val="F9D5A3"/>
          </a:solidFill>
          <a:ln w="12700">
            <a:solidFill>
              <a:srgbClr val="C9A87B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12127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5365750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5610225" y="5156200"/>
            <a:ext cx="0" cy="241300"/>
          </a:xfrm>
          <a:prstGeom prst="line">
            <a:avLst/>
          </a:prstGeom>
          <a:noFill/>
          <a:ln w="12700">
            <a:solidFill>
              <a:srgbClr val="C9A87B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04470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1" name="Shape 87"/>
          <p:cNvSpPr/>
          <p:nvPr/>
        </p:nvSpPr>
        <p:spPr>
          <a:xfrm>
            <a:off x="37020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2" name="Shape 88"/>
          <p:cNvSpPr/>
          <p:nvPr/>
        </p:nvSpPr>
        <p:spPr>
          <a:xfrm>
            <a:off x="5365750" y="5435600"/>
            <a:ext cx="0" cy="533400"/>
          </a:xfrm>
          <a:prstGeom prst="line">
            <a:avLst/>
          </a:prstGeom>
          <a:noFill/>
          <a:ln w="22225">
            <a:solidFill>
              <a:srgbClr val="8F6E44"/>
            </a:solidFill>
            <a:prstDash val="solid"/>
            <a:headEnd type="triangle"/>
          </a:ln>
        </p:spPr>
      </p:sp>
      <p:sp>
        <p:nvSpPr>
          <p:cNvPr id="93" name="Text 89"/>
          <p:cNvSpPr/>
          <p:nvPr/>
        </p:nvSpPr>
        <p:spPr>
          <a:xfrm>
            <a:off x="16598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00" dirty="0"/>
          </a:p>
        </p:txBody>
      </p:sp>
      <p:sp>
        <p:nvSpPr>
          <p:cNvPr id="94" name="Text 90"/>
          <p:cNvSpPr/>
          <p:nvPr/>
        </p:nvSpPr>
        <p:spPr>
          <a:xfrm>
            <a:off x="33235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700" dirty="0"/>
          </a:p>
        </p:txBody>
      </p:sp>
      <p:sp>
        <p:nvSpPr>
          <p:cNvPr id="95" name="Text 91"/>
          <p:cNvSpPr/>
          <p:nvPr/>
        </p:nvSpPr>
        <p:spPr>
          <a:xfrm>
            <a:off x="4987290" y="5943600"/>
            <a:ext cx="731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8F6E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700" dirty="0"/>
          </a:p>
        </p:txBody>
      </p:sp>
      <p:sp>
        <p:nvSpPr>
          <p:cNvPr id="96" name="Shape 92"/>
          <p:cNvSpPr/>
          <p:nvPr/>
        </p:nvSpPr>
        <p:spPr>
          <a:xfrm>
            <a:off x="5918200" y="4108450"/>
            <a:ext cx="76200" cy="76200"/>
          </a:xfrm>
          <a:prstGeom prst="ellipse">
            <a:avLst/>
          </a:prstGeom>
          <a:solidFill>
            <a:srgbClr val="A0000E"/>
          </a:solidFill>
          <a:ln/>
        </p:spPr>
      </p:sp>
      <p:pic>
        <p:nvPicPr>
          <p:cNvPr id="97" name="Image 2" descr="/home/ahmed/Projects/ai_llm_slides/videos/deep-learning/001_transformers_part1/recreated_pptx/build/assets/ctx_a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3263900"/>
            <a:ext cx="609600" cy="927100"/>
          </a:xfrm>
          <a:prstGeom prst="rect">
            <a:avLst/>
          </a:prstGeom>
        </p:spPr>
      </p:pic>
      <p:sp>
        <p:nvSpPr>
          <p:cNvPr id="98" name="Shape 93"/>
          <p:cNvSpPr/>
          <p:nvPr/>
        </p:nvSpPr>
        <p:spPr>
          <a:xfrm>
            <a:off x="5969000" y="4191000"/>
            <a:ext cx="1117600" cy="914400"/>
          </a:xfrm>
          <a:prstGeom prst="line">
            <a:avLst/>
          </a:prstGeom>
          <a:noFill/>
          <a:ln w="12700">
            <a:solidFill>
              <a:srgbClr val="A0000E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solidFill>
            <a:srgbClr val="F6DCDD"/>
          </a:solidFill>
          <a:ln w="12700">
            <a:solidFill>
              <a:srgbClr val="A0000E"/>
            </a:solidFill>
            <a:prstDash val="solid"/>
          </a:ln>
        </p:spPr>
      </p:sp>
      <p:sp>
        <p:nvSpPr>
          <p:cNvPr id="100" name="Text 95"/>
          <p:cNvSpPr/>
          <p:nvPr/>
        </p:nvSpPr>
        <p:spPr>
          <a:xfrm>
            <a:off x="7073900" y="5105400"/>
            <a:ext cx="3581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 (of Whole Inputs)</a:t>
            </a:r>
            <a:endParaRPr lang="en-US" sz="1550" dirty="0"/>
          </a:p>
        </p:txBody>
      </p:sp>
      <p:sp>
        <p:nvSpPr>
          <p:cNvPr id="101" name="Text 96"/>
          <p:cNvSpPr/>
          <p:nvPr/>
        </p:nvSpPr>
        <p:spPr>
          <a:xfrm>
            <a:off x="8534400" y="11049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(RNN)</a:t>
            </a:r>
            <a:endParaRPr lang="en-US" sz="2050" dirty="0"/>
          </a:p>
        </p:txBody>
      </p:sp>
      <p:sp>
        <p:nvSpPr>
          <p:cNvPr id="102" name="Text 97"/>
          <p:cNvSpPr/>
          <p:nvPr/>
        </p:nvSpPr>
        <p:spPr>
          <a:xfrm>
            <a:off x="2736850" y="64135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 (RNN)</a:t>
            </a:r>
            <a:endParaRPr lang="en-US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2026-10-11T08:55:14Z</dcterms:created>
  <dcterms:modified xsi:type="dcterms:W3CDTF">2026-10-11T08:55:14Z</dcterms:modified>
</cp:coreProperties>
</file>