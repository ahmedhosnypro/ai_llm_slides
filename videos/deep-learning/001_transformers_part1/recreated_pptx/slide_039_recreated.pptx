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571500"/>
            <a:ext cx="660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Processing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800100"/>
            <a:ext cx="660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Sequence Elements in Parallel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8000" y="1079500"/>
            <a:ext cx="711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[Calculation of Self Attention of words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94200" y="1981200"/>
            <a:ext cx="6972300" cy="3200400"/>
          </a:xfrm>
          <a:prstGeom prst="roundRect">
            <a:avLst>
              <a:gd name="adj" fmla="val 2857"/>
            </a:avLst>
          </a:prstGeom>
          <a:solidFill>
            <a:srgbClr val="F0E0C8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11900" y="2038350"/>
            <a:ext cx="5461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11900" y="2044700"/>
            <a:ext cx="546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683500" y="2038350"/>
            <a:ext cx="7112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3500" y="2044700"/>
            <a:ext cx="711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131300" y="2038350"/>
            <a:ext cx="7874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1300" y="2044700"/>
            <a:ext cx="787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457700" y="2590800"/>
            <a:ext cx="698500" cy="1473200"/>
          </a:xfrm>
          <a:prstGeom prst="roundRect">
            <a:avLst>
              <a:gd name="adj" fmla="val 7855"/>
            </a:avLst>
          </a:prstGeom>
          <a:solidFill>
            <a:srgbClr val="E3F4E1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483100" y="262890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9450" y="26924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26924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70450" y="26924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26797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483100" y="299085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9450" y="30480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6300" y="30480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70450" y="30480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30353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483100" y="335280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9450" y="34036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34036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70450" y="34036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33909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483100" y="371475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89450" y="37719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86300" y="37719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70450" y="37719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37592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184900" y="2336800"/>
            <a:ext cx="723900" cy="1778000"/>
          </a:xfrm>
          <a:prstGeom prst="rect">
            <a:avLst/>
          </a:prstGeom>
          <a:solidFill>
            <a:srgbClr val="D8C8B8"/>
          </a:solidFill>
          <a:ln w="9525">
            <a:solidFill>
              <a:srgbClr val="B0907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84900" y="2349500"/>
            <a:ext cx="7239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5C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8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5C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49800" y="2768600"/>
            <a:ext cx="20129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877050" y="2768600"/>
            <a:ext cx="3111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749800" y="3124200"/>
            <a:ext cx="18732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737350" y="3124200"/>
            <a:ext cx="4508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749800" y="3479800"/>
            <a:ext cx="16954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559550" y="3479800"/>
            <a:ext cx="6286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749800" y="3848100"/>
            <a:ext cx="15430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407150" y="3848100"/>
            <a:ext cx="7810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308600" y="26543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8600" y="26543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5676900" y="26797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75960" y="26797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75020" y="26797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81700" y="26670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308600" y="30099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8600" y="30099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5676900" y="30353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75960" y="30353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75020" y="30353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81700" y="30226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308600" y="33655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08600" y="33655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5676900" y="33909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75960" y="33909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75020" y="33909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81700" y="33782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308600" y="37465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08600" y="37465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5676900" y="37719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75960" y="37719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75020" y="37719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81700" y="37592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 flipV="1">
            <a:off x="6350000" y="2768600"/>
            <a:ext cx="469900" cy="10922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 flipV="1">
            <a:off x="6350000" y="3124200"/>
            <a:ext cx="330200" cy="7366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 flipV="1">
            <a:off x="6350000" y="3479800"/>
            <a:ext cx="152400" cy="3810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 flipH="1">
            <a:off x="6731000" y="2768600"/>
            <a:ext cx="889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6680200" y="2946400"/>
            <a:ext cx="508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 flipH="1">
            <a:off x="6578600" y="3124200"/>
            <a:ext cx="1016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H="1">
            <a:off x="6502400" y="3302000"/>
            <a:ext cx="762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H="1">
            <a:off x="6413500" y="3479800"/>
            <a:ext cx="889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6350000" y="3657600"/>
            <a:ext cx="63500" cy="2032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 flipV="1">
            <a:off x="6629400" y="3124200"/>
            <a:ext cx="50800" cy="5334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 flipV="1">
            <a:off x="6350000" y="3657600"/>
            <a:ext cx="279400" cy="2032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 flipH="1">
            <a:off x="6680200" y="2768600"/>
            <a:ext cx="139700" cy="3556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H="1">
            <a:off x="6502400" y="3124200"/>
            <a:ext cx="177800" cy="3556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H="1">
            <a:off x="6350000" y="3479800"/>
            <a:ext cx="152400" cy="3810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75450" y="27241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35750" y="30797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457950" y="34353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305550" y="38163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02425" y="29178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550025" y="32734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384925" y="36290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600825" y="36290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946900" y="2311400"/>
            <a:ext cx="266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K,q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 flipH="1">
            <a:off x="6908800" y="2400300"/>
            <a:ext cx="317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pic>
        <p:nvPicPr>
          <p:cNvPr id="94" name="Image 0" descr="/home/ahmed/Projects/ai_llm_slides/videos/deep-learning/001_transformers_part1/recreated_pptx/build/assets/eq_039_fraction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858" y="2311908"/>
            <a:ext cx="234696" cy="298704"/>
          </a:xfrm>
          <a:prstGeom prst="rect">
            <a:avLst/>
          </a:prstGeom>
        </p:spPr>
      </p:pic>
      <p:sp>
        <p:nvSpPr>
          <p:cNvPr id="95" name="Shape 92"/>
          <p:cNvSpPr/>
          <p:nvPr/>
        </p:nvSpPr>
        <p:spPr>
          <a:xfrm>
            <a:off x="7645400" y="2454910"/>
            <a:ext cx="190500" cy="154940"/>
          </a:xfrm>
          <a:prstGeom prst="rect">
            <a:avLst/>
          </a:prstGeom>
          <a:ln w="6350">
            <a:solidFill>
              <a:srgbClr val="C00000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7826375" y="2724150"/>
            <a:ext cx="69850" cy="2667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7" name="Shape 94"/>
          <p:cNvSpPr/>
          <p:nvPr/>
        </p:nvSpPr>
        <p:spPr>
          <a:xfrm>
            <a:off x="7842091" y="2744470"/>
            <a:ext cx="38418" cy="7493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8" name="Shape 95"/>
          <p:cNvSpPr/>
          <p:nvPr/>
        </p:nvSpPr>
        <p:spPr>
          <a:xfrm>
            <a:off x="7239000" y="2349500"/>
            <a:ext cx="266700" cy="1752600"/>
          </a:xfrm>
          <a:prstGeom prst="rect">
            <a:avLst/>
          </a:prstGeom>
          <a:solidFill>
            <a:srgbClr val="FFC4CB"/>
          </a:solidFill>
          <a:ln w="9525">
            <a:solidFill>
              <a:srgbClr val="E8A0A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 rot="16200000">
            <a:off x="6477000" y="3124200"/>
            <a:ext cx="1790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by √d</a:t>
            </a:r>
            <a:endParaRPr lang="en-US" sz="750" dirty="0"/>
          </a:p>
        </p:txBody>
      </p:sp>
      <p:sp>
        <p:nvSpPr>
          <p:cNvPr id="100" name="Shape 97"/>
          <p:cNvSpPr/>
          <p:nvPr/>
        </p:nvSpPr>
        <p:spPr>
          <a:xfrm>
            <a:off x="7912100" y="2336800"/>
            <a:ext cx="266700" cy="1765300"/>
          </a:xfrm>
          <a:prstGeom prst="rect">
            <a:avLst/>
          </a:prstGeom>
          <a:solidFill>
            <a:srgbClr val="F8DEFA"/>
          </a:solidFill>
          <a:ln w="9525">
            <a:solidFill>
              <a:srgbClr val="D8B0E0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 rot="16200000">
            <a:off x="7150100" y="3117850"/>
            <a:ext cx="1765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3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750" dirty="0"/>
          </a:p>
        </p:txBody>
      </p:sp>
      <p:sp>
        <p:nvSpPr>
          <p:cNvPr id="102" name="Shape 99"/>
          <p:cNvSpPr/>
          <p:nvPr/>
        </p:nvSpPr>
        <p:spPr>
          <a:xfrm>
            <a:off x="8432800" y="2336800"/>
            <a:ext cx="1155700" cy="190500"/>
          </a:xfrm>
          <a:prstGeom prst="rect">
            <a:avLst/>
          </a:prstGeom>
          <a:solidFill>
            <a:srgbClr val="E8F8F8"/>
          </a:solidFill>
          <a:ln w="9525">
            <a:solidFill>
              <a:srgbClr val="AEBDB8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8432800" y="2336800"/>
            <a:ext cx="1155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4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104" name="Shape 101"/>
          <p:cNvSpPr/>
          <p:nvPr/>
        </p:nvSpPr>
        <p:spPr>
          <a:xfrm>
            <a:off x="8229600" y="2565400"/>
            <a:ext cx="298450" cy="1905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5" name="Shape 102"/>
          <p:cNvSpPr/>
          <p:nvPr/>
        </p:nvSpPr>
        <p:spPr>
          <a:xfrm flipV="1">
            <a:off x="8566150" y="2552700"/>
            <a:ext cx="0" cy="762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6" name="Shape 103"/>
          <p:cNvSpPr/>
          <p:nvPr/>
        </p:nvSpPr>
        <p:spPr>
          <a:xfrm>
            <a:off x="8229600" y="2781300"/>
            <a:ext cx="565150" cy="3365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7" name="Shape 104"/>
          <p:cNvSpPr/>
          <p:nvPr/>
        </p:nvSpPr>
        <p:spPr>
          <a:xfrm flipV="1">
            <a:off x="8832850" y="2552700"/>
            <a:ext cx="0" cy="4381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8" name="Shape 105"/>
          <p:cNvSpPr/>
          <p:nvPr/>
        </p:nvSpPr>
        <p:spPr>
          <a:xfrm>
            <a:off x="8229600" y="2997200"/>
            <a:ext cx="819150" cy="4635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9" name="Shape 106"/>
          <p:cNvSpPr/>
          <p:nvPr/>
        </p:nvSpPr>
        <p:spPr>
          <a:xfrm flipV="1">
            <a:off x="9086850" y="2552700"/>
            <a:ext cx="0" cy="7810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10" name="Shape 107"/>
          <p:cNvSpPr/>
          <p:nvPr/>
        </p:nvSpPr>
        <p:spPr>
          <a:xfrm>
            <a:off x="8229600" y="3213100"/>
            <a:ext cx="1104900" cy="6350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11" name="Shape 108"/>
          <p:cNvSpPr/>
          <p:nvPr/>
        </p:nvSpPr>
        <p:spPr>
          <a:xfrm flipV="1">
            <a:off x="9372600" y="2552700"/>
            <a:ext cx="0" cy="11684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12" name="Shape 109"/>
          <p:cNvSpPr/>
          <p:nvPr/>
        </p:nvSpPr>
        <p:spPr>
          <a:xfrm>
            <a:off x="10553700" y="2565400"/>
            <a:ext cx="736600" cy="1651000"/>
          </a:xfrm>
          <a:prstGeom prst="roundRect">
            <a:avLst>
              <a:gd name="adj" fmla="val 7448"/>
            </a:avLst>
          </a:prstGeom>
          <a:solidFill>
            <a:srgbClr val="E7FEE8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113" name="Shape 110"/>
          <p:cNvSpPr/>
          <p:nvPr/>
        </p:nvSpPr>
        <p:spPr>
          <a:xfrm>
            <a:off x="10058400" y="26035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10058400" y="26035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9563100" y="26035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16" name="Shape 113"/>
          <p:cNvSpPr/>
          <p:nvPr/>
        </p:nvSpPr>
        <p:spPr>
          <a:xfrm>
            <a:off x="9753600" y="26416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9842500" y="26416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9931400" y="26416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10560050" y="26479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10566400" y="26543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10795000" y="26543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10922000" y="26543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11163300" y="26543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10795000" y="26670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25" name="Shape 122"/>
          <p:cNvSpPr/>
          <p:nvPr/>
        </p:nvSpPr>
        <p:spPr>
          <a:xfrm>
            <a:off x="10058400" y="29591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126" name="Text 123"/>
          <p:cNvSpPr/>
          <p:nvPr/>
        </p:nvSpPr>
        <p:spPr>
          <a:xfrm>
            <a:off x="10058400" y="29591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127" name="Text 124"/>
          <p:cNvSpPr/>
          <p:nvPr/>
        </p:nvSpPr>
        <p:spPr>
          <a:xfrm>
            <a:off x="9563100" y="29591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28" name="Shape 125"/>
          <p:cNvSpPr/>
          <p:nvPr/>
        </p:nvSpPr>
        <p:spPr>
          <a:xfrm>
            <a:off x="9753600" y="29972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9842500" y="29972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9931400" y="29972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10560050" y="30035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10566400" y="30099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10795000" y="30099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10922000" y="30099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11163300" y="30099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36" name="Text 133"/>
          <p:cNvSpPr/>
          <p:nvPr/>
        </p:nvSpPr>
        <p:spPr>
          <a:xfrm>
            <a:off x="10795000" y="30226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37" name="Shape 134"/>
          <p:cNvSpPr/>
          <p:nvPr/>
        </p:nvSpPr>
        <p:spPr>
          <a:xfrm>
            <a:off x="10058400" y="33147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138" name="Text 135"/>
          <p:cNvSpPr/>
          <p:nvPr/>
        </p:nvSpPr>
        <p:spPr>
          <a:xfrm>
            <a:off x="10058400" y="33147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139" name="Text 136"/>
          <p:cNvSpPr/>
          <p:nvPr/>
        </p:nvSpPr>
        <p:spPr>
          <a:xfrm>
            <a:off x="9563100" y="33147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140" name="Shape 137"/>
          <p:cNvSpPr/>
          <p:nvPr/>
        </p:nvSpPr>
        <p:spPr>
          <a:xfrm>
            <a:off x="9753600" y="33528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9842500" y="33528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9931400" y="33528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10560050" y="33591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10566400" y="33655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10795000" y="33655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10922000" y="33655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11163300" y="33655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48" name="Text 145"/>
          <p:cNvSpPr/>
          <p:nvPr/>
        </p:nvSpPr>
        <p:spPr>
          <a:xfrm>
            <a:off x="10795000" y="33782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49" name="Shape 146"/>
          <p:cNvSpPr/>
          <p:nvPr/>
        </p:nvSpPr>
        <p:spPr>
          <a:xfrm>
            <a:off x="10058400" y="36957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150" name="Text 147"/>
          <p:cNvSpPr/>
          <p:nvPr/>
        </p:nvSpPr>
        <p:spPr>
          <a:xfrm>
            <a:off x="10058400" y="36957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151" name="Text 148"/>
          <p:cNvSpPr/>
          <p:nvPr/>
        </p:nvSpPr>
        <p:spPr>
          <a:xfrm>
            <a:off x="9563100" y="36830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152" name="Shape 149"/>
          <p:cNvSpPr/>
          <p:nvPr/>
        </p:nvSpPr>
        <p:spPr>
          <a:xfrm>
            <a:off x="9753600" y="37211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9842500" y="37211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9931400" y="37211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10560050" y="37274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10566400" y="37338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10795000" y="37338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10922000" y="37338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11163300" y="37338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160" name="Text 157"/>
          <p:cNvSpPr/>
          <p:nvPr/>
        </p:nvSpPr>
        <p:spPr>
          <a:xfrm>
            <a:off x="10795000" y="37465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61" name="Shape 158"/>
          <p:cNvSpPr/>
          <p:nvPr/>
        </p:nvSpPr>
        <p:spPr>
          <a:xfrm>
            <a:off x="8496300" y="269875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8528050" y="27305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 flipV="1">
            <a:off x="8528050" y="27305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8528050" y="276860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8763000" y="306070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8794750" y="30924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 flipV="1">
            <a:off x="8794750" y="30924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8794750" y="313055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9017000" y="340360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9048750" y="34353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 flipV="1">
            <a:off x="9048750" y="34353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9048750" y="347345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9302750" y="379095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9334500" y="38227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 flipV="1">
            <a:off x="9334500" y="38227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9334500" y="386080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6540500" y="4114800"/>
            <a:ext cx="0" cy="1143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6591300" y="4216400"/>
            <a:ext cx="266700" cy="114300"/>
          </a:xfrm>
          <a:prstGeom prst="rect">
            <a:avLst/>
          </a:prstGeom>
          <a:solidFill>
            <a:srgbClr val="F7E8B8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6337300" y="4330700"/>
            <a:ext cx="381000" cy="29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0" name="Text 177"/>
          <p:cNvSpPr/>
          <p:nvPr/>
        </p:nvSpPr>
        <p:spPr>
          <a:xfrm>
            <a:off x="6337300" y="4330700"/>
            <a:ext cx="381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181" name="Text 178"/>
          <p:cNvSpPr/>
          <p:nvPr/>
        </p:nvSpPr>
        <p:spPr>
          <a:xfrm>
            <a:off x="6324600" y="42164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182" name="Shape 179"/>
          <p:cNvSpPr/>
          <p:nvPr/>
        </p:nvSpPr>
        <p:spPr>
          <a:xfrm>
            <a:off x="6146800" y="4737100"/>
            <a:ext cx="2717800" cy="381000"/>
          </a:xfrm>
          <a:prstGeom prst="roundRect">
            <a:avLst>
              <a:gd name="adj" fmla="val 12000"/>
            </a:avLst>
          </a:prstGeom>
          <a:solidFill>
            <a:srgbClr val="EAF6E1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183" name="Shape 180"/>
          <p:cNvSpPr/>
          <p:nvPr/>
        </p:nvSpPr>
        <p:spPr>
          <a:xfrm>
            <a:off x="6172200" y="4775200"/>
            <a:ext cx="7366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6223000" y="4826000"/>
            <a:ext cx="584200" cy="2286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185" name="Shape 182"/>
          <p:cNvSpPr/>
          <p:nvPr/>
        </p:nvSpPr>
        <p:spPr>
          <a:xfrm>
            <a:off x="6337300" y="4826000"/>
            <a:ext cx="38100" cy="228600"/>
          </a:xfrm>
          <a:prstGeom prst="rect">
            <a:avLst/>
          </a:prstGeom>
          <a:solidFill>
            <a:srgbClr val="E8D8EE"/>
          </a:solidFill>
          <a:ln/>
        </p:spPr>
      </p:sp>
      <p:sp>
        <p:nvSpPr>
          <p:cNvPr id="186" name="Shape 183"/>
          <p:cNvSpPr/>
          <p:nvPr/>
        </p:nvSpPr>
        <p:spPr>
          <a:xfrm>
            <a:off x="6654800" y="4826000"/>
            <a:ext cx="38100" cy="228600"/>
          </a:xfrm>
          <a:prstGeom prst="rect">
            <a:avLst/>
          </a:prstGeom>
          <a:solidFill>
            <a:srgbClr val="E8D8EE"/>
          </a:solidFill>
          <a:ln/>
        </p:spPr>
      </p:sp>
      <p:sp>
        <p:nvSpPr>
          <p:cNvPr id="187" name="Shape 184"/>
          <p:cNvSpPr/>
          <p:nvPr/>
        </p:nvSpPr>
        <p:spPr>
          <a:xfrm>
            <a:off x="6254750" y="4876800"/>
            <a:ext cx="0" cy="12700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88" name="Text 185"/>
          <p:cNvSpPr/>
          <p:nvPr/>
        </p:nvSpPr>
        <p:spPr>
          <a:xfrm>
            <a:off x="6388100" y="481330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89" name="Shape 186"/>
          <p:cNvSpPr/>
          <p:nvPr/>
        </p:nvSpPr>
        <p:spPr>
          <a:xfrm>
            <a:off x="6959600" y="47752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7023100" y="48387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191" name="Shape 188"/>
          <p:cNvSpPr/>
          <p:nvPr/>
        </p:nvSpPr>
        <p:spPr>
          <a:xfrm>
            <a:off x="7099300" y="48387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192" name="Shape 189"/>
          <p:cNvSpPr/>
          <p:nvPr/>
        </p:nvSpPr>
        <p:spPr>
          <a:xfrm>
            <a:off x="7264400" y="48387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193" name="Shape 190"/>
          <p:cNvSpPr/>
          <p:nvPr/>
        </p:nvSpPr>
        <p:spPr>
          <a:xfrm>
            <a:off x="7340600" y="48387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194" name="Text 191"/>
          <p:cNvSpPr/>
          <p:nvPr/>
        </p:nvSpPr>
        <p:spPr>
          <a:xfrm>
            <a:off x="7061200" y="48006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95" name="Shape 192"/>
          <p:cNvSpPr/>
          <p:nvPr/>
        </p:nvSpPr>
        <p:spPr>
          <a:xfrm>
            <a:off x="7569200" y="47752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7632700" y="48387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197" name="Shape 194"/>
          <p:cNvSpPr/>
          <p:nvPr/>
        </p:nvSpPr>
        <p:spPr>
          <a:xfrm>
            <a:off x="7708900" y="48387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198" name="Shape 195"/>
          <p:cNvSpPr/>
          <p:nvPr/>
        </p:nvSpPr>
        <p:spPr>
          <a:xfrm>
            <a:off x="7874000" y="48387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199" name="Shape 196"/>
          <p:cNvSpPr/>
          <p:nvPr/>
        </p:nvSpPr>
        <p:spPr>
          <a:xfrm>
            <a:off x="7950200" y="48387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200" name="Text 197"/>
          <p:cNvSpPr/>
          <p:nvPr/>
        </p:nvSpPr>
        <p:spPr>
          <a:xfrm>
            <a:off x="7670800" y="48006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01" name="Shape 198"/>
          <p:cNvSpPr/>
          <p:nvPr/>
        </p:nvSpPr>
        <p:spPr>
          <a:xfrm>
            <a:off x="8178800" y="47752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8242300" y="48387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203" name="Shape 200"/>
          <p:cNvSpPr/>
          <p:nvPr/>
        </p:nvSpPr>
        <p:spPr>
          <a:xfrm>
            <a:off x="8318500" y="48387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204" name="Shape 201"/>
          <p:cNvSpPr/>
          <p:nvPr/>
        </p:nvSpPr>
        <p:spPr>
          <a:xfrm>
            <a:off x="8483600" y="48387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205" name="Shape 202"/>
          <p:cNvSpPr/>
          <p:nvPr/>
        </p:nvSpPr>
        <p:spPr>
          <a:xfrm>
            <a:off x="8559800" y="48387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206" name="Text 203"/>
          <p:cNvSpPr/>
          <p:nvPr/>
        </p:nvSpPr>
        <p:spPr>
          <a:xfrm>
            <a:off x="8280400" y="48006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07" name="Shape 204"/>
          <p:cNvSpPr/>
          <p:nvPr/>
        </p:nvSpPr>
        <p:spPr>
          <a:xfrm>
            <a:off x="3467100" y="2324100"/>
            <a:ext cx="6972300" cy="3200400"/>
          </a:xfrm>
          <a:prstGeom prst="roundRect">
            <a:avLst>
              <a:gd name="adj" fmla="val 2857"/>
            </a:avLst>
          </a:prstGeom>
          <a:solidFill>
            <a:srgbClr val="F0E0C8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5384800" y="2381250"/>
            <a:ext cx="5461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209" name="Text 206"/>
          <p:cNvSpPr/>
          <p:nvPr/>
        </p:nvSpPr>
        <p:spPr>
          <a:xfrm>
            <a:off x="5384800" y="2387600"/>
            <a:ext cx="546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750" dirty="0"/>
          </a:p>
        </p:txBody>
      </p:sp>
      <p:sp>
        <p:nvSpPr>
          <p:cNvPr id="210" name="Shape 207"/>
          <p:cNvSpPr/>
          <p:nvPr/>
        </p:nvSpPr>
        <p:spPr>
          <a:xfrm>
            <a:off x="6756400" y="2381250"/>
            <a:ext cx="7112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6756400" y="2387600"/>
            <a:ext cx="711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750" dirty="0"/>
          </a:p>
        </p:txBody>
      </p:sp>
      <p:sp>
        <p:nvSpPr>
          <p:cNvPr id="212" name="Shape 209"/>
          <p:cNvSpPr/>
          <p:nvPr/>
        </p:nvSpPr>
        <p:spPr>
          <a:xfrm>
            <a:off x="8204200" y="2381250"/>
            <a:ext cx="7874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213" name="Text 210"/>
          <p:cNvSpPr/>
          <p:nvPr/>
        </p:nvSpPr>
        <p:spPr>
          <a:xfrm>
            <a:off x="8204200" y="2387600"/>
            <a:ext cx="787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750" dirty="0"/>
          </a:p>
        </p:txBody>
      </p:sp>
      <p:sp>
        <p:nvSpPr>
          <p:cNvPr id="214" name="Shape 211"/>
          <p:cNvSpPr/>
          <p:nvPr/>
        </p:nvSpPr>
        <p:spPr>
          <a:xfrm>
            <a:off x="3530600" y="2933700"/>
            <a:ext cx="698500" cy="1473200"/>
          </a:xfrm>
          <a:prstGeom prst="roundRect">
            <a:avLst>
              <a:gd name="adj" fmla="val 7855"/>
            </a:avLst>
          </a:prstGeom>
          <a:solidFill>
            <a:srgbClr val="E3F4E1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215" name="Shape 212"/>
          <p:cNvSpPr/>
          <p:nvPr/>
        </p:nvSpPr>
        <p:spPr>
          <a:xfrm>
            <a:off x="3556000" y="297180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3562350" y="30353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3759200" y="30353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3943350" y="30353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19" name="Text 216"/>
          <p:cNvSpPr/>
          <p:nvPr/>
        </p:nvSpPr>
        <p:spPr>
          <a:xfrm>
            <a:off x="3759200" y="30226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220" name="Shape 217"/>
          <p:cNvSpPr/>
          <p:nvPr/>
        </p:nvSpPr>
        <p:spPr>
          <a:xfrm>
            <a:off x="3556000" y="333375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3562350" y="33909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3759200" y="33909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3943350" y="33909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24" name="Text 221"/>
          <p:cNvSpPr/>
          <p:nvPr/>
        </p:nvSpPr>
        <p:spPr>
          <a:xfrm>
            <a:off x="3759200" y="33782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25" name="Shape 222"/>
          <p:cNvSpPr/>
          <p:nvPr/>
        </p:nvSpPr>
        <p:spPr>
          <a:xfrm>
            <a:off x="3556000" y="369570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3562350" y="37465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3759200" y="37465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3943350" y="37465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29" name="Text 226"/>
          <p:cNvSpPr/>
          <p:nvPr/>
        </p:nvSpPr>
        <p:spPr>
          <a:xfrm>
            <a:off x="3759200" y="37338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230" name="Shape 227"/>
          <p:cNvSpPr/>
          <p:nvPr/>
        </p:nvSpPr>
        <p:spPr>
          <a:xfrm>
            <a:off x="3556000" y="405765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3562350" y="41148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3759200" y="41148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3943350" y="41148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34" name="Text 231"/>
          <p:cNvSpPr/>
          <p:nvPr/>
        </p:nvSpPr>
        <p:spPr>
          <a:xfrm>
            <a:off x="3759200" y="41021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235" name="Shape 232"/>
          <p:cNvSpPr/>
          <p:nvPr/>
        </p:nvSpPr>
        <p:spPr>
          <a:xfrm>
            <a:off x="5257800" y="2679700"/>
            <a:ext cx="723900" cy="1778000"/>
          </a:xfrm>
          <a:prstGeom prst="rect">
            <a:avLst/>
          </a:prstGeom>
          <a:solidFill>
            <a:srgbClr val="D8C8B8"/>
          </a:solidFill>
          <a:ln w="9525">
            <a:solidFill>
              <a:srgbClr val="B09078"/>
            </a:solidFill>
            <a:prstDash val="solid"/>
          </a:ln>
        </p:spPr>
      </p:sp>
      <p:sp>
        <p:nvSpPr>
          <p:cNvPr id="236" name="Text 233"/>
          <p:cNvSpPr/>
          <p:nvPr/>
        </p:nvSpPr>
        <p:spPr>
          <a:xfrm>
            <a:off x="5257800" y="2692400"/>
            <a:ext cx="7239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5C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8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5C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800" dirty="0"/>
          </a:p>
        </p:txBody>
      </p:sp>
      <p:sp>
        <p:nvSpPr>
          <p:cNvPr id="237" name="Shape 234"/>
          <p:cNvSpPr/>
          <p:nvPr/>
        </p:nvSpPr>
        <p:spPr>
          <a:xfrm>
            <a:off x="3822700" y="3111500"/>
            <a:ext cx="20129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38" name="Shape 235"/>
          <p:cNvSpPr/>
          <p:nvPr/>
        </p:nvSpPr>
        <p:spPr>
          <a:xfrm>
            <a:off x="5949950" y="3111500"/>
            <a:ext cx="3111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39" name="Shape 236"/>
          <p:cNvSpPr/>
          <p:nvPr/>
        </p:nvSpPr>
        <p:spPr>
          <a:xfrm>
            <a:off x="3822700" y="3467100"/>
            <a:ext cx="18732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40" name="Shape 237"/>
          <p:cNvSpPr/>
          <p:nvPr/>
        </p:nvSpPr>
        <p:spPr>
          <a:xfrm>
            <a:off x="5810250" y="3467100"/>
            <a:ext cx="4508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41" name="Shape 238"/>
          <p:cNvSpPr/>
          <p:nvPr/>
        </p:nvSpPr>
        <p:spPr>
          <a:xfrm>
            <a:off x="3822700" y="3822700"/>
            <a:ext cx="16954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42" name="Shape 239"/>
          <p:cNvSpPr/>
          <p:nvPr/>
        </p:nvSpPr>
        <p:spPr>
          <a:xfrm>
            <a:off x="5632450" y="3822700"/>
            <a:ext cx="6286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43" name="Shape 240"/>
          <p:cNvSpPr/>
          <p:nvPr/>
        </p:nvSpPr>
        <p:spPr>
          <a:xfrm>
            <a:off x="3822700" y="4191000"/>
            <a:ext cx="15430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44" name="Shape 241"/>
          <p:cNvSpPr/>
          <p:nvPr/>
        </p:nvSpPr>
        <p:spPr>
          <a:xfrm>
            <a:off x="5480050" y="4191000"/>
            <a:ext cx="7810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45" name="Shape 242"/>
          <p:cNvSpPr/>
          <p:nvPr/>
        </p:nvSpPr>
        <p:spPr>
          <a:xfrm>
            <a:off x="4381500" y="29972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246" name="Text 243"/>
          <p:cNvSpPr/>
          <p:nvPr/>
        </p:nvSpPr>
        <p:spPr>
          <a:xfrm>
            <a:off x="4381500" y="29972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247" name="Shape 244"/>
          <p:cNvSpPr/>
          <p:nvPr/>
        </p:nvSpPr>
        <p:spPr>
          <a:xfrm>
            <a:off x="4749800" y="30226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4848860" y="30226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4947920" y="30226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50" name="Text 247"/>
          <p:cNvSpPr/>
          <p:nvPr/>
        </p:nvSpPr>
        <p:spPr>
          <a:xfrm>
            <a:off x="5054600" y="30099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251" name="Shape 248"/>
          <p:cNvSpPr/>
          <p:nvPr/>
        </p:nvSpPr>
        <p:spPr>
          <a:xfrm>
            <a:off x="4381500" y="33528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252" name="Text 249"/>
          <p:cNvSpPr/>
          <p:nvPr/>
        </p:nvSpPr>
        <p:spPr>
          <a:xfrm>
            <a:off x="4381500" y="33528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253" name="Shape 250"/>
          <p:cNvSpPr/>
          <p:nvPr/>
        </p:nvSpPr>
        <p:spPr>
          <a:xfrm>
            <a:off x="4749800" y="33782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4848860" y="33782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4947920" y="33782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56" name="Text 253"/>
          <p:cNvSpPr/>
          <p:nvPr/>
        </p:nvSpPr>
        <p:spPr>
          <a:xfrm>
            <a:off x="5054600" y="33655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257" name="Shape 254"/>
          <p:cNvSpPr/>
          <p:nvPr/>
        </p:nvSpPr>
        <p:spPr>
          <a:xfrm>
            <a:off x="4381500" y="37084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258" name="Text 255"/>
          <p:cNvSpPr/>
          <p:nvPr/>
        </p:nvSpPr>
        <p:spPr>
          <a:xfrm>
            <a:off x="4381500" y="37084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259" name="Shape 256"/>
          <p:cNvSpPr/>
          <p:nvPr/>
        </p:nvSpPr>
        <p:spPr>
          <a:xfrm>
            <a:off x="4749800" y="37338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4848860" y="37338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4947920" y="37338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62" name="Text 259"/>
          <p:cNvSpPr/>
          <p:nvPr/>
        </p:nvSpPr>
        <p:spPr>
          <a:xfrm>
            <a:off x="5054600" y="37211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263" name="Shape 260"/>
          <p:cNvSpPr/>
          <p:nvPr/>
        </p:nvSpPr>
        <p:spPr>
          <a:xfrm>
            <a:off x="4381500" y="40894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264" name="Text 261"/>
          <p:cNvSpPr/>
          <p:nvPr/>
        </p:nvSpPr>
        <p:spPr>
          <a:xfrm>
            <a:off x="4381500" y="40894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265" name="Shape 262"/>
          <p:cNvSpPr/>
          <p:nvPr/>
        </p:nvSpPr>
        <p:spPr>
          <a:xfrm>
            <a:off x="4749800" y="41148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4848860" y="41148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4947920" y="41148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268" name="Text 265"/>
          <p:cNvSpPr/>
          <p:nvPr/>
        </p:nvSpPr>
        <p:spPr>
          <a:xfrm>
            <a:off x="5054600" y="41021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269" name="Shape 266"/>
          <p:cNvSpPr/>
          <p:nvPr/>
        </p:nvSpPr>
        <p:spPr>
          <a:xfrm flipV="1">
            <a:off x="5422900" y="3111500"/>
            <a:ext cx="469900" cy="10922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70" name="Shape 267"/>
          <p:cNvSpPr/>
          <p:nvPr/>
        </p:nvSpPr>
        <p:spPr>
          <a:xfrm flipV="1">
            <a:off x="5422900" y="3467100"/>
            <a:ext cx="330200" cy="7366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71" name="Shape 268"/>
          <p:cNvSpPr/>
          <p:nvPr/>
        </p:nvSpPr>
        <p:spPr>
          <a:xfrm flipV="1">
            <a:off x="5422900" y="3822700"/>
            <a:ext cx="152400" cy="3810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72" name="Shape 269"/>
          <p:cNvSpPr/>
          <p:nvPr/>
        </p:nvSpPr>
        <p:spPr>
          <a:xfrm flipH="1">
            <a:off x="5803900" y="3111500"/>
            <a:ext cx="889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 flipV="1">
            <a:off x="5753100" y="3289300"/>
            <a:ext cx="508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274" name="Shape 271"/>
          <p:cNvSpPr/>
          <p:nvPr/>
        </p:nvSpPr>
        <p:spPr>
          <a:xfrm flipH="1">
            <a:off x="5651500" y="3467100"/>
            <a:ext cx="1016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 flipH="1">
            <a:off x="5575300" y="3644900"/>
            <a:ext cx="762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 flipH="1">
            <a:off x="5486400" y="3822700"/>
            <a:ext cx="889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 flipV="1">
            <a:off x="5422900" y="4000500"/>
            <a:ext cx="63500" cy="2032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278" name="Shape 275"/>
          <p:cNvSpPr/>
          <p:nvPr/>
        </p:nvSpPr>
        <p:spPr>
          <a:xfrm flipV="1">
            <a:off x="5702300" y="3467100"/>
            <a:ext cx="50800" cy="5334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279" name="Shape 276"/>
          <p:cNvSpPr/>
          <p:nvPr/>
        </p:nvSpPr>
        <p:spPr>
          <a:xfrm flipV="1">
            <a:off x="5422900" y="4000500"/>
            <a:ext cx="279400" cy="2032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280" name="Shape 277"/>
          <p:cNvSpPr/>
          <p:nvPr/>
        </p:nvSpPr>
        <p:spPr>
          <a:xfrm flipH="1">
            <a:off x="5753100" y="3111500"/>
            <a:ext cx="139700" cy="3556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 flipH="1">
            <a:off x="5575300" y="3467100"/>
            <a:ext cx="177800" cy="3556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 flipH="1">
            <a:off x="5422900" y="3822700"/>
            <a:ext cx="152400" cy="3810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5848350" y="30670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5708650" y="34226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5530850" y="37782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5378450" y="41592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5775325" y="32607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5622925" y="36163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5457825" y="39719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5673725" y="39719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291" name="Text 288"/>
          <p:cNvSpPr/>
          <p:nvPr/>
        </p:nvSpPr>
        <p:spPr>
          <a:xfrm>
            <a:off x="6019800" y="2654300"/>
            <a:ext cx="266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K,q</a:t>
            </a:r>
            <a:endParaRPr lang="en-US" sz="750" dirty="0"/>
          </a:p>
        </p:txBody>
      </p:sp>
      <p:sp>
        <p:nvSpPr>
          <p:cNvPr id="292" name="Shape 289"/>
          <p:cNvSpPr/>
          <p:nvPr/>
        </p:nvSpPr>
        <p:spPr>
          <a:xfrm flipH="1">
            <a:off x="5981700" y="2743200"/>
            <a:ext cx="317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pic>
        <p:nvPicPr>
          <p:cNvPr id="293" name="Image 1" descr="/home/ahmed/Projects/ai_llm_slides/videos/deep-learning/001_transformers_part1/recreated_pptx/build/assets/eq_039_fraction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758" y="2654808"/>
            <a:ext cx="234696" cy="298704"/>
          </a:xfrm>
          <a:prstGeom prst="rect">
            <a:avLst/>
          </a:prstGeom>
        </p:spPr>
      </p:pic>
      <p:sp>
        <p:nvSpPr>
          <p:cNvPr id="294" name="Shape 290"/>
          <p:cNvSpPr/>
          <p:nvPr/>
        </p:nvSpPr>
        <p:spPr>
          <a:xfrm>
            <a:off x="6718300" y="2797810"/>
            <a:ext cx="190500" cy="154940"/>
          </a:xfrm>
          <a:prstGeom prst="rect">
            <a:avLst/>
          </a:prstGeom>
          <a:ln w="6350">
            <a:solidFill>
              <a:srgbClr val="C00000"/>
            </a:solidFill>
            <a:prstDash val="solid"/>
          </a:ln>
        </p:spPr>
      </p:sp>
      <p:sp>
        <p:nvSpPr>
          <p:cNvPr id="295" name="Shape 291"/>
          <p:cNvSpPr/>
          <p:nvPr/>
        </p:nvSpPr>
        <p:spPr>
          <a:xfrm>
            <a:off x="6899275" y="3067050"/>
            <a:ext cx="69850" cy="2667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96" name="Shape 292"/>
          <p:cNvSpPr/>
          <p:nvPr/>
        </p:nvSpPr>
        <p:spPr>
          <a:xfrm>
            <a:off x="6914991" y="3087370"/>
            <a:ext cx="38418" cy="7493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97" name="Shape 293"/>
          <p:cNvSpPr/>
          <p:nvPr/>
        </p:nvSpPr>
        <p:spPr>
          <a:xfrm>
            <a:off x="6311900" y="2692400"/>
            <a:ext cx="266700" cy="1752600"/>
          </a:xfrm>
          <a:prstGeom prst="rect">
            <a:avLst/>
          </a:prstGeom>
          <a:solidFill>
            <a:srgbClr val="FFC4CB"/>
          </a:solidFill>
          <a:ln w="9525">
            <a:solidFill>
              <a:srgbClr val="E8A0AC"/>
            </a:solidFill>
            <a:prstDash val="solid"/>
          </a:ln>
        </p:spPr>
      </p:sp>
      <p:sp>
        <p:nvSpPr>
          <p:cNvPr id="298" name="Text 294"/>
          <p:cNvSpPr/>
          <p:nvPr/>
        </p:nvSpPr>
        <p:spPr>
          <a:xfrm rot="16200000">
            <a:off x="5549900" y="3467100"/>
            <a:ext cx="1790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by √d</a:t>
            </a:r>
            <a:endParaRPr lang="en-US" sz="750" dirty="0"/>
          </a:p>
        </p:txBody>
      </p:sp>
      <p:sp>
        <p:nvSpPr>
          <p:cNvPr id="299" name="Shape 295"/>
          <p:cNvSpPr/>
          <p:nvPr/>
        </p:nvSpPr>
        <p:spPr>
          <a:xfrm>
            <a:off x="6985000" y="2679700"/>
            <a:ext cx="266700" cy="1765300"/>
          </a:xfrm>
          <a:prstGeom prst="rect">
            <a:avLst/>
          </a:prstGeom>
          <a:solidFill>
            <a:srgbClr val="F8DEFA"/>
          </a:solidFill>
          <a:ln w="9525">
            <a:solidFill>
              <a:srgbClr val="D8B0E0"/>
            </a:solidFill>
            <a:prstDash val="solid"/>
          </a:ln>
        </p:spPr>
      </p:sp>
      <p:sp>
        <p:nvSpPr>
          <p:cNvPr id="300" name="Text 296"/>
          <p:cNvSpPr/>
          <p:nvPr/>
        </p:nvSpPr>
        <p:spPr>
          <a:xfrm rot="16200000">
            <a:off x="6223000" y="3460750"/>
            <a:ext cx="1765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3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750" dirty="0"/>
          </a:p>
        </p:txBody>
      </p:sp>
      <p:sp>
        <p:nvSpPr>
          <p:cNvPr id="301" name="Shape 297"/>
          <p:cNvSpPr/>
          <p:nvPr/>
        </p:nvSpPr>
        <p:spPr>
          <a:xfrm>
            <a:off x="7505700" y="2679700"/>
            <a:ext cx="1155700" cy="190500"/>
          </a:xfrm>
          <a:prstGeom prst="rect">
            <a:avLst/>
          </a:prstGeom>
          <a:solidFill>
            <a:srgbClr val="E8F8F8"/>
          </a:solidFill>
          <a:ln w="9525">
            <a:solidFill>
              <a:srgbClr val="AEBDB8"/>
            </a:solidFill>
            <a:prstDash val="solid"/>
          </a:ln>
        </p:spPr>
      </p:sp>
      <p:sp>
        <p:nvSpPr>
          <p:cNvPr id="302" name="Text 298"/>
          <p:cNvSpPr/>
          <p:nvPr/>
        </p:nvSpPr>
        <p:spPr>
          <a:xfrm>
            <a:off x="7505700" y="2679700"/>
            <a:ext cx="1155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4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303" name="Shape 299"/>
          <p:cNvSpPr/>
          <p:nvPr/>
        </p:nvSpPr>
        <p:spPr>
          <a:xfrm>
            <a:off x="7302500" y="2908300"/>
            <a:ext cx="298450" cy="1905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04" name="Shape 300"/>
          <p:cNvSpPr/>
          <p:nvPr/>
        </p:nvSpPr>
        <p:spPr>
          <a:xfrm flipV="1">
            <a:off x="7639050" y="2895600"/>
            <a:ext cx="0" cy="762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05" name="Shape 301"/>
          <p:cNvSpPr/>
          <p:nvPr/>
        </p:nvSpPr>
        <p:spPr>
          <a:xfrm>
            <a:off x="7302500" y="3124200"/>
            <a:ext cx="565150" cy="3365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06" name="Shape 302"/>
          <p:cNvSpPr/>
          <p:nvPr/>
        </p:nvSpPr>
        <p:spPr>
          <a:xfrm flipV="1">
            <a:off x="7905750" y="2895600"/>
            <a:ext cx="0" cy="4381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07" name="Shape 303"/>
          <p:cNvSpPr/>
          <p:nvPr/>
        </p:nvSpPr>
        <p:spPr>
          <a:xfrm>
            <a:off x="7302500" y="3340100"/>
            <a:ext cx="819150" cy="4635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08" name="Shape 304"/>
          <p:cNvSpPr/>
          <p:nvPr/>
        </p:nvSpPr>
        <p:spPr>
          <a:xfrm flipV="1">
            <a:off x="8159750" y="2895600"/>
            <a:ext cx="0" cy="7810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09" name="Shape 305"/>
          <p:cNvSpPr/>
          <p:nvPr/>
        </p:nvSpPr>
        <p:spPr>
          <a:xfrm>
            <a:off x="7302500" y="3556000"/>
            <a:ext cx="1104900" cy="6350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10" name="Shape 306"/>
          <p:cNvSpPr/>
          <p:nvPr/>
        </p:nvSpPr>
        <p:spPr>
          <a:xfrm flipV="1">
            <a:off x="8445500" y="2895600"/>
            <a:ext cx="0" cy="11684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11" name="Shape 307"/>
          <p:cNvSpPr/>
          <p:nvPr/>
        </p:nvSpPr>
        <p:spPr>
          <a:xfrm>
            <a:off x="9626600" y="2908300"/>
            <a:ext cx="736600" cy="1651000"/>
          </a:xfrm>
          <a:prstGeom prst="roundRect">
            <a:avLst>
              <a:gd name="adj" fmla="val 7448"/>
            </a:avLst>
          </a:prstGeom>
          <a:solidFill>
            <a:srgbClr val="E7FEE8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312" name="Shape 308"/>
          <p:cNvSpPr/>
          <p:nvPr/>
        </p:nvSpPr>
        <p:spPr>
          <a:xfrm>
            <a:off x="9131300" y="29464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313" name="Text 309"/>
          <p:cNvSpPr/>
          <p:nvPr/>
        </p:nvSpPr>
        <p:spPr>
          <a:xfrm>
            <a:off x="9131300" y="29464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314" name="Text 310"/>
          <p:cNvSpPr/>
          <p:nvPr/>
        </p:nvSpPr>
        <p:spPr>
          <a:xfrm>
            <a:off x="8636000" y="29464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315" name="Shape 311"/>
          <p:cNvSpPr/>
          <p:nvPr/>
        </p:nvSpPr>
        <p:spPr>
          <a:xfrm>
            <a:off x="8826500" y="29845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16" name="Shape 312"/>
          <p:cNvSpPr/>
          <p:nvPr/>
        </p:nvSpPr>
        <p:spPr>
          <a:xfrm>
            <a:off x="8915400" y="29845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17" name="Shape 313"/>
          <p:cNvSpPr/>
          <p:nvPr/>
        </p:nvSpPr>
        <p:spPr>
          <a:xfrm>
            <a:off x="9004300" y="29845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18" name="Shape 314"/>
          <p:cNvSpPr/>
          <p:nvPr/>
        </p:nvSpPr>
        <p:spPr>
          <a:xfrm>
            <a:off x="9632950" y="29908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319" name="Shape 315"/>
          <p:cNvSpPr/>
          <p:nvPr/>
        </p:nvSpPr>
        <p:spPr>
          <a:xfrm>
            <a:off x="9639300" y="29972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20" name="Shape 316"/>
          <p:cNvSpPr/>
          <p:nvPr/>
        </p:nvSpPr>
        <p:spPr>
          <a:xfrm>
            <a:off x="9867900" y="29972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21" name="Shape 317"/>
          <p:cNvSpPr/>
          <p:nvPr/>
        </p:nvSpPr>
        <p:spPr>
          <a:xfrm>
            <a:off x="9994900" y="29972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22" name="Shape 318"/>
          <p:cNvSpPr/>
          <p:nvPr/>
        </p:nvSpPr>
        <p:spPr>
          <a:xfrm>
            <a:off x="10236200" y="29972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23" name="Text 319"/>
          <p:cNvSpPr/>
          <p:nvPr/>
        </p:nvSpPr>
        <p:spPr>
          <a:xfrm>
            <a:off x="9867900" y="30099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324" name="Shape 320"/>
          <p:cNvSpPr/>
          <p:nvPr/>
        </p:nvSpPr>
        <p:spPr>
          <a:xfrm>
            <a:off x="9131300" y="33020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325" name="Text 321"/>
          <p:cNvSpPr/>
          <p:nvPr/>
        </p:nvSpPr>
        <p:spPr>
          <a:xfrm>
            <a:off x="9131300" y="33020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326" name="Text 322"/>
          <p:cNvSpPr/>
          <p:nvPr/>
        </p:nvSpPr>
        <p:spPr>
          <a:xfrm>
            <a:off x="8636000" y="33020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327" name="Shape 323"/>
          <p:cNvSpPr/>
          <p:nvPr/>
        </p:nvSpPr>
        <p:spPr>
          <a:xfrm>
            <a:off x="8826500" y="33401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28" name="Shape 324"/>
          <p:cNvSpPr/>
          <p:nvPr/>
        </p:nvSpPr>
        <p:spPr>
          <a:xfrm>
            <a:off x="8915400" y="33401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29" name="Shape 325"/>
          <p:cNvSpPr/>
          <p:nvPr/>
        </p:nvSpPr>
        <p:spPr>
          <a:xfrm>
            <a:off x="9004300" y="33401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30" name="Shape 326"/>
          <p:cNvSpPr/>
          <p:nvPr/>
        </p:nvSpPr>
        <p:spPr>
          <a:xfrm>
            <a:off x="9632950" y="33464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331" name="Shape 327"/>
          <p:cNvSpPr/>
          <p:nvPr/>
        </p:nvSpPr>
        <p:spPr>
          <a:xfrm>
            <a:off x="9639300" y="33528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32" name="Shape 328"/>
          <p:cNvSpPr/>
          <p:nvPr/>
        </p:nvSpPr>
        <p:spPr>
          <a:xfrm>
            <a:off x="9867900" y="33528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33" name="Shape 329"/>
          <p:cNvSpPr/>
          <p:nvPr/>
        </p:nvSpPr>
        <p:spPr>
          <a:xfrm>
            <a:off x="9994900" y="33528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34" name="Shape 330"/>
          <p:cNvSpPr/>
          <p:nvPr/>
        </p:nvSpPr>
        <p:spPr>
          <a:xfrm>
            <a:off x="10236200" y="33528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35" name="Text 331"/>
          <p:cNvSpPr/>
          <p:nvPr/>
        </p:nvSpPr>
        <p:spPr>
          <a:xfrm>
            <a:off x="9867900" y="33655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336" name="Shape 332"/>
          <p:cNvSpPr/>
          <p:nvPr/>
        </p:nvSpPr>
        <p:spPr>
          <a:xfrm>
            <a:off x="9131300" y="36576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337" name="Text 333"/>
          <p:cNvSpPr/>
          <p:nvPr/>
        </p:nvSpPr>
        <p:spPr>
          <a:xfrm>
            <a:off x="9131300" y="36576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338" name="Text 334"/>
          <p:cNvSpPr/>
          <p:nvPr/>
        </p:nvSpPr>
        <p:spPr>
          <a:xfrm>
            <a:off x="8636000" y="36576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339" name="Shape 335"/>
          <p:cNvSpPr/>
          <p:nvPr/>
        </p:nvSpPr>
        <p:spPr>
          <a:xfrm>
            <a:off x="8826500" y="36957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40" name="Shape 336"/>
          <p:cNvSpPr/>
          <p:nvPr/>
        </p:nvSpPr>
        <p:spPr>
          <a:xfrm>
            <a:off x="8915400" y="36957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41" name="Shape 337"/>
          <p:cNvSpPr/>
          <p:nvPr/>
        </p:nvSpPr>
        <p:spPr>
          <a:xfrm>
            <a:off x="9004300" y="36957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42" name="Shape 338"/>
          <p:cNvSpPr/>
          <p:nvPr/>
        </p:nvSpPr>
        <p:spPr>
          <a:xfrm>
            <a:off x="9632950" y="37020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343" name="Shape 339"/>
          <p:cNvSpPr/>
          <p:nvPr/>
        </p:nvSpPr>
        <p:spPr>
          <a:xfrm>
            <a:off x="9639300" y="37084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44" name="Shape 340"/>
          <p:cNvSpPr/>
          <p:nvPr/>
        </p:nvSpPr>
        <p:spPr>
          <a:xfrm>
            <a:off x="9867900" y="37084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45" name="Shape 341"/>
          <p:cNvSpPr/>
          <p:nvPr/>
        </p:nvSpPr>
        <p:spPr>
          <a:xfrm>
            <a:off x="9994900" y="37084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46" name="Shape 342"/>
          <p:cNvSpPr/>
          <p:nvPr/>
        </p:nvSpPr>
        <p:spPr>
          <a:xfrm>
            <a:off x="10236200" y="37084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47" name="Text 343"/>
          <p:cNvSpPr/>
          <p:nvPr/>
        </p:nvSpPr>
        <p:spPr>
          <a:xfrm>
            <a:off x="9867900" y="37211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348" name="Shape 344"/>
          <p:cNvSpPr/>
          <p:nvPr/>
        </p:nvSpPr>
        <p:spPr>
          <a:xfrm>
            <a:off x="9131300" y="40386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349" name="Text 345"/>
          <p:cNvSpPr/>
          <p:nvPr/>
        </p:nvSpPr>
        <p:spPr>
          <a:xfrm>
            <a:off x="9131300" y="40386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350" name="Text 346"/>
          <p:cNvSpPr/>
          <p:nvPr/>
        </p:nvSpPr>
        <p:spPr>
          <a:xfrm>
            <a:off x="8636000" y="40259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351" name="Shape 347"/>
          <p:cNvSpPr/>
          <p:nvPr/>
        </p:nvSpPr>
        <p:spPr>
          <a:xfrm>
            <a:off x="8826500" y="40640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52" name="Shape 348"/>
          <p:cNvSpPr/>
          <p:nvPr/>
        </p:nvSpPr>
        <p:spPr>
          <a:xfrm>
            <a:off x="8915400" y="40640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53" name="Shape 349"/>
          <p:cNvSpPr/>
          <p:nvPr/>
        </p:nvSpPr>
        <p:spPr>
          <a:xfrm>
            <a:off x="9004300" y="40640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354" name="Shape 350"/>
          <p:cNvSpPr/>
          <p:nvPr/>
        </p:nvSpPr>
        <p:spPr>
          <a:xfrm>
            <a:off x="9632950" y="40703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355" name="Shape 351"/>
          <p:cNvSpPr/>
          <p:nvPr/>
        </p:nvSpPr>
        <p:spPr>
          <a:xfrm>
            <a:off x="9639300" y="40767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56" name="Shape 352"/>
          <p:cNvSpPr/>
          <p:nvPr/>
        </p:nvSpPr>
        <p:spPr>
          <a:xfrm>
            <a:off x="9867900" y="40767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57" name="Shape 353"/>
          <p:cNvSpPr/>
          <p:nvPr/>
        </p:nvSpPr>
        <p:spPr>
          <a:xfrm>
            <a:off x="9994900" y="40767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58" name="Shape 354"/>
          <p:cNvSpPr/>
          <p:nvPr/>
        </p:nvSpPr>
        <p:spPr>
          <a:xfrm>
            <a:off x="10236200" y="40767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359" name="Text 355"/>
          <p:cNvSpPr/>
          <p:nvPr/>
        </p:nvSpPr>
        <p:spPr>
          <a:xfrm>
            <a:off x="9867900" y="40894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360" name="Shape 356"/>
          <p:cNvSpPr/>
          <p:nvPr/>
        </p:nvSpPr>
        <p:spPr>
          <a:xfrm>
            <a:off x="7569200" y="304165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361" name="Shape 357"/>
          <p:cNvSpPr/>
          <p:nvPr/>
        </p:nvSpPr>
        <p:spPr>
          <a:xfrm>
            <a:off x="7600950" y="30734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62" name="Shape 358"/>
          <p:cNvSpPr/>
          <p:nvPr/>
        </p:nvSpPr>
        <p:spPr>
          <a:xfrm flipV="1">
            <a:off x="7600950" y="30734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63" name="Shape 359"/>
          <p:cNvSpPr/>
          <p:nvPr/>
        </p:nvSpPr>
        <p:spPr>
          <a:xfrm>
            <a:off x="7600950" y="311150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64" name="Shape 360"/>
          <p:cNvSpPr/>
          <p:nvPr/>
        </p:nvSpPr>
        <p:spPr>
          <a:xfrm>
            <a:off x="7835900" y="340360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365" name="Shape 361"/>
          <p:cNvSpPr/>
          <p:nvPr/>
        </p:nvSpPr>
        <p:spPr>
          <a:xfrm>
            <a:off x="7867650" y="34353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66" name="Shape 362"/>
          <p:cNvSpPr/>
          <p:nvPr/>
        </p:nvSpPr>
        <p:spPr>
          <a:xfrm flipV="1">
            <a:off x="7867650" y="34353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67" name="Shape 363"/>
          <p:cNvSpPr/>
          <p:nvPr/>
        </p:nvSpPr>
        <p:spPr>
          <a:xfrm>
            <a:off x="7867650" y="347345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68" name="Shape 364"/>
          <p:cNvSpPr/>
          <p:nvPr/>
        </p:nvSpPr>
        <p:spPr>
          <a:xfrm>
            <a:off x="8089900" y="374650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369" name="Shape 365"/>
          <p:cNvSpPr/>
          <p:nvPr/>
        </p:nvSpPr>
        <p:spPr>
          <a:xfrm>
            <a:off x="8121650" y="37782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70" name="Shape 366"/>
          <p:cNvSpPr/>
          <p:nvPr/>
        </p:nvSpPr>
        <p:spPr>
          <a:xfrm flipV="1">
            <a:off x="8121650" y="37782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71" name="Shape 367"/>
          <p:cNvSpPr/>
          <p:nvPr/>
        </p:nvSpPr>
        <p:spPr>
          <a:xfrm>
            <a:off x="8121650" y="381635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72" name="Shape 368"/>
          <p:cNvSpPr/>
          <p:nvPr/>
        </p:nvSpPr>
        <p:spPr>
          <a:xfrm>
            <a:off x="8375650" y="413385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373" name="Shape 369"/>
          <p:cNvSpPr/>
          <p:nvPr/>
        </p:nvSpPr>
        <p:spPr>
          <a:xfrm>
            <a:off x="8407400" y="41656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74" name="Shape 370"/>
          <p:cNvSpPr/>
          <p:nvPr/>
        </p:nvSpPr>
        <p:spPr>
          <a:xfrm flipV="1">
            <a:off x="8407400" y="41656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75" name="Shape 371"/>
          <p:cNvSpPr/>
          <p:nvPr/>
        </p:nvSpPr>
        <p:spPr>
          <a:xfrm>
            <a:off x="8407400" y="420370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76" name="Shape 372"/>
          <p:cNvSpPr/>
          <p:nvPr/>
        </p:nvSpPr>
        <p:spPr>
          <a:xfrm>
            <a:off x="5613400" y="4457700"/>
            <a:ext cx="0" cy="1143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377" name="Shape 373"/>
          <p:cNvSpPr/>
          <p:nvPr/>
        </p:nvSpPr>
        <p:spPr>
          <a:xfrm>
            <a:off x="5664200" y="4559300"/>
            <a:ext cx="266700" cy="114300"/>
          </a:xfrm>
          <a:prstGeom prst="rect">
            <a:avLst/>
          </a:prstGeom>
          <a:solidFill>
            <a:srgbClr val="F7E8B8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78" name="Shape 374"/>
          <p:cNvSpPr/>
          <p:nvPr/>
        </p:nvSpPr>
        <p:spPr>
          <a:xfrm>
            <a:off x="5410200" y="4673600"/>
            <a:ext cx="381000" cy="29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79" name="Text 375"/>
          <p:cNvSpPr/>
          <p:nvPr/>
        </p:nvSpPr>
        <p:spPr>
          <a:xfrm>
            <a:off x="5410200" y="4673600"/>
            <a:ext cx="381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380" name="Text 376"/>
          <p:cNvSpPr/>
          <p:nvPr/>
        </p:nvSpPr>
        <p:spPr>
          <a:xfrm>
            <a:off x="5397500" y="45593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381" name="Shape 377"/>
          <p:cNvSpPr/>
          <p:nvPr/>
        </p:nvSpPr>
        <p:spPr>
          <a:xfrm>
            <a:off x="5219700" y="5080000"/>
            <a:ext cx="2717800" cy="381000"/>
          </a:xfrm>
          <a:prstGeom prst="roundRect">
            <a:avLst>
              <a:gd name="adj" fmla="val 12000"/>
            </a:avLst>
          </a:prstGeom>
          <a:solidFill>
            <a:srgbClr val="EAF6E1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382" name="Shape 378"/>
          <p:cNvSpPr/>
          <p:nvPr/>
        </p:nvSpPr>
        <p:spPr>
          <a:xfrm>
            <a:off x="5245100" y="5118100"/>
            <a:ext cx="7366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383" name="Shape 379"/>
          <p:cNvSpPr/>
          <p:nvPr/>
        </p:nvSpPr>
        <p:spPr>
          <a:xfrm>
            <a:off x="5295900" y="5168900"/>
            <a:ext cx="584200" cy="2286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384" name="Shape 380"/>
          <p:cNvSpPr/>
          <p:nvPr/>
        </p:nvSpPr>
        <p:spPr>
          <a:xfrm>
            <a:off x="5410200" y="5168900"/>
            <a:ext cx="38100" cy="228600"/>
          </a:xfrm>
          <a:prstGeom prst="rect">
            <a:avLst/>
          </a:prstGeom>
          <a:solidFill>
            <a:srgbClr val="E8D8EE"/>
          </a:solidFill>
          <a:ln/>
        </p:spPr>
      </p:sp>
      <p:sp>
        <p:nvSpPr>
          <p:cNvPr id="385" name="Shape 381"/>
          <p:cNvSpPr/>
          <p:nvPr/>
        </p:nvSpPr>
        <p:spPr>
          <a:xfrm>
            <a:off x="5727700" y="5168900"/>
            <a:ext cx="38100" cy="228600"/>
          </a:xfrm>
          <a:prstGeom prst="rect">
            <a:avLst/>
          </a:prstGeom>
          <a:solidFill>
            <a:srgbClr val="E8D8EE"/>
          </a:solidFill>
          <a:ln/>
        </p:spPr>
      </p:sp>
      <p:sp>
        <p:nvSpPr>
          <p:cNvPr id="386" name="Shape 382"/>
          <p:cNvSpPr/>
          <p:nvPr/>
        </p:nvSpPr>
        <p:spPr>
          <a:xfrm>
            <a:off x="5327650" y="5219700"/>
            <a:ext cx="0" cy="12700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387" name="Text 383"/>
          <p:cNvSpPr/>
          <p:nvPr/>
        </p:nvSpPr>
        <p:spPr>
          <a:xfrm>
            <a:off x="5461000" y="515620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388" name="Shape 384"/>
          <p:cNvSpPr/>
          <p:nvPr/>
        </p:nvSpPr>
        <p:spPr>
          <a:xfrm>
            <a:off x="6032500" y="51181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389" name="Shape 385"/>
          <p:cNvSpPr/>
          <p:nvPr/>
        </p:nvSpPr>
        <p:spPr>
          <a:xfrm>
            <a:off x="6096000" y="51816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390" name="Shape 386"/>
          <p:cNvSpPr/>
          <p:nvPr/>
        </p:nvSpPr>
        <p:spPr>
          <a:xfrm>
            <a:off x="6172200" y="51816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391" name="Shape 387"/>
          <p:cNvSpPr/>
          <p:nvPr/>
        </p:nvSpPr>
        <p:spPr>
          <a:xfrm>
            <a:off x="6337300" y="51816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392" name="Shape 388"/>
          <p:cNvSpPr/>
          <p:nvPr/>
        </p:nvSpPr>
        <p:spPr>
          <a:xfrm>
            <a:off x="6413500" y="51816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393" name="Text 389"/>
          <p:cNvSpPr/>
          <p:nvPr/>
        </p:nvSpPr>
        <p:spPr>
          <a:xfrm>
            <a:off x="6134100" y="51435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394" name="Shape 390"/>
          <p:cNvSpPr/>
          <p:nvPr/>
        </p:nvSpPr>
        <p:spPr>
          <a:xfrm>
            <a:off x="6642100" y="51181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395" name="Shape 391"/>
          <p:cNvSpPr/>
          <p:nvPr/>
        </p:nvSpPr>
        <p:spPr>
          <a:xfrm>
            <a:off x="6705600" y="51816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396" name="Shape 392"/>
          <p:cNvSpPr/>
          <p:nvPr/>
        </p:nvSpPr>
        <p:spPr>
          <a:xfrm>
            <a:off x="6781800" y="51816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397" name="Shape 393"/>
          <p:cNvSpPr/>
          <p:nvPr/>
        </p:nvSpPr>
        <p:spPr>
          <a:xfrm>
            <a:off x="6946900" y="51816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398" name="Shape 394"/>
          <p:cNvSpPr/>
          <p:nvPr/>
        </p:nvSpPr>
        <p:spPr>
          <a:xfrm>
            <a:off x="7023100" y="51816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399" name="Text 395"/>
          <p:cNvSpPr/>
          <p:nvPr/>
        </p:nvSpPr>
        <p:spPr>
          <a:xfrm>
            <a:off x="6743700" y="51435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400" name="Shape 396"/>
          <p:cNvSpPr/>
          <p:nvPr/>
        </p:nvSpPr>
        <p:spPr>
          <a:xfrm>
            <a:off x="7251700" y="51181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401" name="Shape 397"/>
          <p:cNvSpPr/>
          <p:nvPr/>
        </p:nvSpPr>
        <p:spPr>
          <a:xfrm>
            <a:off x="7315200" y="51816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402" name="Shape 398"/>
          <p:cNvSpPr/>
          <p:nvPr/>
        </p:nvSpPr>
        <p:spPr>
          <a:xfrm>
            <a:off x="7391400" y="51816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403" name="Shape 399"/>
          <p:cNvSpPr/>
          <p:nvPr/>
        </p:nvSpPr>
        <p:spPr>
          <a:xfrm>
            <a:off x="7556500" y="51816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404" name="Shape 400"/>
          <p:cNvSpPr/>
          <p:nvPr/>
        </p:nvSpPr>
        <p:spPr>
          <a:xfrm>
            <a:off x="7632700" y="51816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405" name="Text 401"/>
          <p:cNvSpPr/>
          <p:nvPr/>
        </p:nvSpPr>
        <p:spPr>
          <a:xfrm>
            <a:off x="7353300" y="51435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406" name="Shape 402"/>
          <p:cNvSpPr/>
          <p:nvPr/>
        </p:nvSpPr>
        <p:spPr>
          <a:xfrm>
            <a:off x="2540000" y="2667000"/>
            <a:ext cx="6972300" cy="3200400"/>
          </a:xfrm>
          <a:prstGeom prst="roundRect">
            <a:avLst>
              <a:gd name="adj" fmla="val 2857"/>
            </a:avLst>
          </a:prstGeom>
          <a:solidFill>
            <a:srgbClr val="F0E0C8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407" name="Shape 403"/>
          <p:cNvSpPr/>
          <p:nvPr/>
        </p:nvSpPr>
        <p:spPr>
          <a:xfrm>
            <a:off x="4457700" y="2724150"/>
            <a:ext cx="5461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408" name="Text 404"/>
          <p:cNvSpPr/>
          <p:nvPr/>
        </p:nvSpPr>
        <p:spPr>
          <a:xfrm>
            <a:off x="4457700" y="2730500"/>
            <a:ext cx="546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750" dirty="0"/>
          </a:p>
        </p:txBody>
      </p:sp>
      <p:sp>
        <p:nvSpPr>
          <p:cNvPr id="409" name="Shape 405"/>
          <p:cNvSpPr/>
          <p:nvPr/>
        </p:nvSpPr>
        <p:spPr>
          <a:xfrm>
            <a:off x="5829300" y="2724150"/>
            <a:ext cx="7112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410" name="Text 406"/>
          <p:cNvSpPr/>
          <p:nvPr/>
        </p:nvSpPr>
        <p:spPr>
          <a:xfrm>
            <a:off x="5829300" y="2730500"/>
            <a:ext cx="711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750" dirty="0"/>
          </a:p>
        </p:txBody>
      </p:sp>
      <p:sp>
        <p:nvSpPr>
          <p:cNvPr id="411" name="Shape 407"/>
          <p:cNvSpPr/>
          <p:nvPr/>
        </p:nvSpPr>
        <p:spPr>
          <a:xfrm>
            <a:off x="7277100" y="2724150"/>
            <a:ext cx="7874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412" name="Text 408"/>
          <p:cNvSpPr/>
          <p:nvPr/>
        </p:nvSpPr>
        <p:spPr>
          <a:xfrm>
            <a:off x="7277100" y="2730500"/>
            <a:ext cx="787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750" dirty="0"/>
          </a:p>
        </p:txBody>
      </p:sp>
      <p:sp>
        <p:nvSpPr>
          <p:cNvPr id="413" name="Shape 409"/>
          <p:cNvSpPr/>
          <p:nvPr/>
        </p:nvSpPr>
        <p:spPr>
          <a:xfrm>
            <a:off x="2603500" y="3276600"/>
            <a:ext cx="698500" cy="1473200"/>
          </a:xfrm>
          <a:prstGeom prst="roundRect">
            <a:avLst>
              <a:gd name="adj" fmla="val 7855"/>
            </a:avLst>
          </a:prstGeom>
          <a:solidFill>
            <a:srgbClr val="E3F4E1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414" name="Shape 410"/>
          <p:cNvSpPr/>
          <p:nvPr/>
        </p:nvSpPr>
        <p:spPr>
          <a:xfrm>
            <a:off x="2628900" y="331470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415" name="Shape 411"/>
          <p:cNvSpPr/>
          <p:nvPr/>
        </p:nvSpPr>
        <p:spPr>
          <a:xfrm>
            <a:off x="2635250" y="33782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16" name="Shape 412"/>
          <p:cNvSpPr/>
          <p:nvPr/>
        </p:nvSpPr>
        <p:spPr>
          <a:xfrm>
            <a:off x="2832100" y="33782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417" name="Shape 413"/>
          <p:cNvSpPr/>
          <p:nvPr/>
        </p:nvSpPr>
        <p:spPr>
          <a:xfrm>
            <a:off x="3016250" y="33782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18" name="Text 414"/>
          <p:cNvSpPr/>
          <p:nvPr/>
        </p:nvSpPr>
        <p:spPr>
          <a:xfrm>
            <a:off x="2832100" y="33655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419" name="Shape 415"/>
          <p:cNvSpPr/>
          <p:nvPr/>
        </p:nvSpPr>
        <p:spPr>
          <a:xfrm>
            <a:off x="2628900" y="367665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420" name="Shape 416"/>
          <p:cNvSpPr/>
          <p:nvPr/>
        </p:nvSpPr>
        <p:spPr>
          <a:xfrm>
            <a:off x="2635250" y="37338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21" name="Shape 417"/>
          <p:cNvSpPr/>
          <p:nvPr/>
        </p:nvSpPr>
        <p:spPr>
          <a:xfrm>
            <a:off x="2832100" y="37338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422" name="Shape 418"/>
          <p:cNvSpPr/>
          <p:nvPr/>
        </p:nvSpPr>
        <p:spPr>
          <a:xfrm>
            <a:off x="3016250" y="37338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23" name="Text 419"/>
          <p:cNvSpPr/>
          <p:nvPr/>
        </p:nvSpPr>
        <p:spPr>
          <a:xfrm>
            <a:off x="2832100" y="37211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424" name="Shape 420"/>
          <p:cNvSpPr/>
          <p:nvPr/>
        </p:nvSpPr>
        <p:spPr>
          <a:xfrm>
            <a:off x="2628900" y="403860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425" name="Shape 421"/>
          <p:cNvSpPr/>
          <p:nvPr/>
        </p:nvSpPr>
        <p:spPr>
          <a:xfrm>
            <a:off x="2635250" y="40894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26" name="Shape 422"/>
          <p:cNvSpPr/>
          <p:nvPr/>
        </p:nvSpPr>
        <p:spPr>
          <a:xfrm>
            <a:off x="2832100" y="40894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427" name="Shape 423"/>
          <p:cNvSpPr/>
          <p:nvPr/>
        </p:nvSpPr>
        <p:spPr>
          <a:xfrm>
            <a:off x="3016250" y="40894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28" name="Text 424"/>
          <p:cNvSpPr/>
          <p:nvPr/>
        </p:nvSpPr>
        <p:spPr>
          <a:xfrm>
            <a:off x="2832100" y="40767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429" name="Shape 425"/>
          <p:cNvSpPr/>
          <p:nvPr/>
        </p:nvSpPr>
        <p:spPr>
          <a:xfrm>
            <a:off x="2628900" y="440055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430" name="Shape 426"/>
          <p:cNvSpPr/>
          <p:nvPr/>
        </p:nvSpPr>
        <p:spPr>
          <a:xfrm>
            <a:off x="2635250" y="44577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31" name="Shape 427"/>
          <p:cNvSpPr/>
          <p:nvPr/>
        </p:nvSpPr>
        <p:spPr>
          <a:xfrm>
            <a:off x="2832100" y="44577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432" name="Shape 428"/>
          <p:cNvSpPr/>
          <p:nvPr/>
        </p:nvSpPr>
        <p:spPr>
          <a:xfrm>
            <a:off x="3016250" y="44577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33" name="Text 429"/>
          <p:cNvSpPr/>
          <p:nvPr/>
        </p:nvSpPr>
        <p:spPr>
          <a:xfrm>
            <a:off x="2832100" y="44450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434" name="Shape 430"/>
          <p:cNvSpPr/>
          <p:nvPr/>
        </p:nvSpPr>
        <p:spPr>
          <a:xfrm>
            <a:off x="4330700" y="3022600"/>
            <a:ext cx="723900" cy="1778000"/>
          </a:xfrm>
          <a:prstGeom prst="rect">
            <a:avLst/>
          </a:prstGeom>
          <a:solidFill>
            <a:srgbClr val="D8C8B8"/>
          </a:solidFill>
          <a:ln w="9525">
            <a:solidFill>
              <a:srgbClr val="B09078"/>
            </a:solidFill>
            <a:prstDash val="solid"/>
          </a:ln>
        </p:spPr>
      </p:sp>
      <p:sp>
        <p:nvSpPr>
          <p:cNvPr id="435" name="Text 431"/>
          <p:cNvSpPr/>
          <p:nvPr/>
        </p:nvSpPr>
        <p:spPr>
          <a:xfrm>
            <a:off x="4330700" y="3035300"/>
            <a:ext cx="7239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5C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8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5C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800" dirty="0"/>
          </a:p>
        </p:txBody>
      </p:sp>
      <p:sp>
        <p:nvSpPr>
          <p:cNvPr id="436" name="Shape 432"/>
          <p:cNvSpPr/>
          <p:nvPr/>
        </p:nvSpPr>
        <p:spPr>
          <a:xfrm>
            <a:off x="2895600" y="3454400"/>
            <a:ext cx="20129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37" name="Shape 433"/>
          <p:cNvSpPr/>
          <p:nvPr/>
        </p:nvSpPr>
        <p:spPr>
          <a:xfrm>
            <a:off x="5022850" y="3454400"/>
            <a:ext cx="3111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38" name="Shape 434"/>
          <p:cNvSpPr/>
          <p:nvPr/>
        </p:nvSpPr>
        <p:spPr>
          <a:xfrm>
            <a:off x="2895600" y="3810000"/>
            <a:ext cx="18732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39" name="Shape 435"/>
          <p:cNvSpPr/>
          <p:nvPr/>
        </p:nvSpPr>
        <p:spPr>
          <a:xfrm>
            <a:off x="4883150" y="3810000"/>
            <a:ext cx="4508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40" name="Shape 436"/>
          <p:cNvSpPr/>
          <p:nvPr/>
        </p:nvSpPr>
        <p:spPr>
          <a:xfrm>
            <a:off x="2895600" y="4165600"/>
            <a:ext cx="16954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41" name="Shape 437"/>
          <p:cNvSpPr/>
          <p:nvPr/>
        </p:nvSpPr>
        <p:spPr>
          <a:xfrm>
            <a:off x="4705350" y="4165600"/>
            <a:ext cx="6286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42" name="Shape 438"/>
          <p:cNvSpPr/>
          <p:nvPr/>
        </p:nvSpPr>
        <p:spPr>
          <a:xfrm>
            <a:off x="2895600" y="4533900"/>
            <a:ext cx="15430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43" name="Shape 439"/>
          <p:cNvSpPr/>
          <p:nvPr/>
        </p:nvSpPr>
        <p:spPr>
          <a:xfrm>
            <a:off x="4552950" y="4533900"/>
            <a:ext cx="7810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44" name="Shape 440"/>
          <p:cNvSpPr/>
          <p:nvPr/>
        </p:nvSpPr>
        <p:spPr>
          <a:xfrm>
            <a:off x="3454400" y="33401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445" name="Text 441"/>
          <p:cNvSpPr/>
          <p:nvPr/>
        </p:nvSpPr>
        <p:spPr>
          <a:xfrm>
            <a:off x="3454400" y="33401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446" name="Shape 442"/>
          <p:cNvSpPr/>
          <p:nvPr/>
        </p:nvSpPr>
        <p:spPr>
          <a:xfrm>
            <a:off x="3822700" y="33655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47" name="Shape 443"/>
          <p:cNvSpPr/>
          <p:nvPr/>
        </p:nvSpPr>
        <p:spPr>
          <a:xfrm>
            <a:off x="3921760" y="33655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48" name="Shape 444"/>
          <p:cNvSpPr/>
          <p:nvPr/>
        </p:nvSpPr>
        <p:spPr>
          <a:xfrm>
            <a:off x="4020820" y="33655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49" name="Text 445"/>
          <p:cNvSpPr/>
          <p:nvPr/>
        </p:nvSpPr>
        <p:spPr>
          <a:xfrm>
            <a:off x="4127500" y="33528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450" name="Shape 446"/>
          <p:cNvSpPr/>
          <p:nvPr/>
        </p:nvSpPr>
        <p:spPr>
          <a:xfrm>
            <a:off x="3454400" y="36957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451" name="Text 447"/>
          <p:cNvSpPr/>
          <p:nvPr/>
        </p:nvSpPr>
        <p:spPr>
          <a:xfrm>
            <a:off x="3454400" y="36957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452" name="Shape 448"/>
          <p:cNvSpPr/>
          <p:nvPr/>
        </p:nvSpPr>
        <p:spPr>
          <a:xfrm>
            <a:off x="3822700" y="37211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53" name="Shape 449"/>
          <p:cNvSpPr/>
          <p:nvPr/>
        </p:nvSpPr>
        <p:spPr>
          <a:xfrm>
            <a:off x="3921760" y="37211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54" name="Shape 450"/>
          <p:cNvSpPr/>
          <p:nvPr/>
        </p:nvSpPr>
        <p:spPr>
          <a:xfrm>
            <a:off x="4020820" y="37211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55" name="Text 451"/>
          <p:cNvSpPr/>
          <p:nvPr/>
        </p:nvSpPr>
        <p:spPr>
          <a:xfrm>
            <a:off x="4127500" y="37084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456" name="Shape 452"/>
          <p:cNvSpPr/>
          <p:nvPr/>
        </p:nvSpPr>
        <p:spPr>
          <a:xfrm>
            <a:off x="3454400" y="40513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457" name="Text 453"/>
          <p:cNvSpPr/>
          <p:nvPr/>
        </p:nvSpPr>
        <p:spPr>
          <a:xfrm>
            <a:off x="3454400" y="40513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458" name="Shape 454"/>
          <p:cNvSpPr/>
          <p:nvPr/>
        </p:nvSpPr>
        <p:spPr>
          <a:xfrm>
            <a:off x="3822700" y="40767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59" name="Shape 455"/>
          <p:cNvSpPr/>
          <p:nvPr/>
        </p:nvSpPr>
        <p:spPr>
          <a:xfrm>
            <a:off x="3921760" y="40767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60" name="Shape 456"/>
          <p:cNvSpPr/>
          <p:nvPr/>
        </p:nvSpPr>
        <p:spPr>
          <a:xfrm>
            <a:off x="4020820" y="40767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61" name="Text 457"/>
          <p:cNvSpPr/>
          <p:nvPr/>
        </p:nvSpPr>
        <p:spPr>
          <a:xfrm>
            <a:off x="4127500" y="40640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462" name="Shape 458"/>
          <p:cNvSpPr/>
          <p:nvPr/>
        </p:nvSpPr>
        <p:spPr>
          <a:xfrm>
            <a:off x="3454400" y="44323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463" name="Text 459"/>
          <p:cNvSpPr/>
          <p:nvPr/>
        </p:nvSpPr>
        <p:spPr>
          <a:xfrm>
            <a:off x="3454400" y="44323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464" name="Shape 460"/>
          <p:cNvSpPr/>
          <p:nvPr/>
        </p:nvSpPr>
        <p:spPr>
          <a:xfrm>
            <a:off x="3822700" y="44577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65" name="Shape 461"/>
          <p:cNvSpPr/>
          <p:nvPr/>
        </p:nvSpPr>
        <p:spPr>
          <a:xfrm>
            <a:off x="3921760" y="44577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66" name="Shape 462"/>
          <p:cNvSpPr/>
          <p:nvPr/>
        </p:nvSpPr>
        <p:spPr>
          <a:xfrm>
            <a:off x="4020820" y="44577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467" name="Text 463"/>
          <p:cNvSpPr/>
          <p:nvPr/>
        </p:nvSpPr>
        <p:spPr>
          <a:xfrm>
            <a:off x="4127500" y="44450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468" name="Shape 464"/>
          <p:cNvSpPr/>
          <p:nvPr/>
        </p:nvSpPr>
        <p:spPr>
          <a:xfrm flipV="1">
            <a:off x="4495800" y="3454400"/>
            <a:ext cx="469900" cy="10922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69" name="Shape 465"/>
          <p:cNvSpPr/>
          <p:nvPr/>
        </p:nvSpPr>
        <p:spPr>
          <a:xfrm flipV="1">
            <a:off x="4495800" y="3810000"/>
            <a:ext cx="330200" cy="7366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70" name="Shape 466"/>
          <p:cNvSpPr/>
          <p:nvPr/>
        </p:nvSpPr>
        <p:spPr>
          <a:xfrm flipV="1">
            <a:off x="4495800" y="4165600"/>
            <a:ext cx="152400" cy="3810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71" name="Shape 467"/>
          <p:cNvSpPr/>
          <p:nvPr/>
        </p:nvSpPr>
        <p:spPr>
          <a:xfrm flipH="1">
            <a:off x="4876800" y="3454400"/>
            <a:ext cx="889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472" name="Shape 468"/>
          <p:cNvSpPr/>
          <p:nvPr/>
        </p:nvSpPr>
        <p:spPr>
          <a:xfrm flipV="1">
            <a:off x="4826000" y="3632200"/>
            <a:ext cx="508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473" name="Shape 469"/>
          <p:cNvSpPr/>
          <p:nvPr/>
        </p:nvSpPr>
        <p:spPr>
          <a:xfrm flipH="1">
            <a:off x="4724400" y="3810000"/>
            <a:ext cx="1016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474" name="Shape 470"/>
          <p:cNvSpPr/>
          <p:nvPr/>
        </p:nvSpPr>
        <p:spPr>
          <a:xfrm flipH="1">
            <a:off x="4648200" y="3987800"/>
            <a:ext cx="762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475" name="Shape 471"/>
          <p:cNvSpPr/>
          <p:nvPr/>
        </p:nvSpPr>
        <p:spPr>
          <a:xfrm flipH="1">
            <a:off x="4559300" y="4165600"/>
            <a:ext cx="889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476" name="Shape 472"/>
          <p:cNvSpPr/>
          <p:nvPr/>
        </p:nvSpPr>
        <p:spPr>
          <a:xfrm flipV="1">
            <a:off x="4495800" y="4343400"/>
            <a:ext cx="63500" cy="2032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477" name="Shape 473"/>
          <p:cNvSpPr/>
          <p:nvPr/>
        </p:nvSpPr>
        <p:spPr>
          <a:xfrm flipV="1">
            <a:off x="4775200" y="3810000"/>
            <a:ext cx="50800" cy="5334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478" name="Shape 474"/>
          <p:cNvSpPr/>
          <p:nvPr/>
        </p:nvSpPr>
        <p:spPr>
          <a:xfrm flipV="1">
            <a:off x="4495800" y="4343400"/>
            <a:ext cx="279400" cy="2032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479" name="Shape 475"/>
          <p:cNvSpPr/>
          <p:nvPr/>
        </p:nvSpPr>
        <p:spPr>
          <a:xfrm flipH="1">
            <a:off x="4826000" y="3454400"/>
            <a:ext cx="139700" cy="3556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480" name="Shape 476"/>
          <p:cNvSpPr/>
          <p:nvPr/>
        </p:nvSpPr>
        <p:spPr>
          <a:xfrm flipH="1">
            <a:off x="4648200" y="3810000"/>
            <a:ext cx="177800" cy="3556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481" name="Shape 477"/>
          <p:cNvSpPr/>
          <p:nvPr/>
        </p:nvSpPr>
        <p:spPr>
          <a:xfrm flipH="1">
            <a:off x="4495800" y="4165600"/>
            <a:ext cx="152400" cy="3810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482" name="Shape 478"/>
          <p:cNvSpPr/>
          <p:nvPr/>
        </p:nvSpPr>
        <p:spPr>
          <a:xfrm>
            <a:off x="4921250" y="34099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483" name="Shape 479"/>
          <p:cNvSpPr/>
          <p:nvPr/>
        </p:nvSpPr>
        <p:spPr>
          <a:xfrm>
            <a:off x="4781550" y="37655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484" name="Shape 480"/>
          <p:cNvSpPr/>
          <p:nvPr/>
        </p:nvSpPr>
        <p:spPr>
          <a:xfrm>
            <a:off x="4603750" y="41211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485" name="Shape 481"/>
          <p:cNvSpPr/>
          <p:nvPr/>
        </p:nvSpPr>
        <p:spPr>
          <a:xfrm>
            <a:off x="4451350" y="45021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486" name="Shape 482"/>
          <p:cNvSpPr/>
          <p:nvPr/>
        </p:nvSpPr>
        <p:spPr>
          <a:xfrm>
            <a:off x="4848225" y="36036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487" name="Shape 483"/>
          <p:cNvSpPr/>
          <p:nvPr/>
        </p:nvSpPr>
        <p:spPr>
          <a:xfrm>
            <a:off x="4695825" y="39592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488" name="Shape 484"/>
          <p:cNvSpPr/>
          <p:nvPr/>
        </p:nvSpPr>
        <p:spPr>
          <a:xfrm>
            <a:off x="4530725" y="43148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489" name="Shape 485"/>
          <p:cNvSpPr/>
          <p:nvPr/>
        </p:nvSpPr>
        <p:spPr>
          <a:xfrm>
            <a:off x="4746625" y="43148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490" name="Text 486"/>
          <p:cNvSpPr/>
          <p:nvPr/>
        </p:nvSpPr>
        <p:spPr>
          <a:xfrm>
            <a:off x="5092700" y="2997200"/>
            <a:ext cx="266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K,q</a:t>
            </a:r>
            <a:endParaRPr lang="en-US" sz="750" dirty="0"/>
          </a:p>
        </p:txBody>
      </p:sp>
      <p:sp>
        <p:nvSpPr>
          <p:cNvPr id="491" name="Shape 487"/>
          <p:cNvSpPr/>
          <p:nvPr/>
        </p:nvSpPr>
        <p:spPr>
          <a:xfrm flipH="1">
            <a:off x="5054600" y="3086100"/>
            <a:ext cx="317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pic>
        <p:nvPicPr>
          <p:cNvPr id="492" name="Image 2" descr="/home/ahmed/Projects/ai_llm_slides/videos/deep-learning/001_transformers_part1/recreated_pptx/build/assets/eq_039_fraction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658" y="2997708"/>
            <a:ext cx="234696" cy="298704"/>
          </a:xfrm>
          <a:prstGeom prst="rect">
            <a:avLst/>
          </a:prstGeom>
        </p:spPr>
      </p:pic>
      <p:sp>
        <p:nvSpPr>
          <p:cNvPr id="493" name="Shape 488"/>
          <p:cNvSpPr/>
          <p:nvPr/>
        </p:nvSpPr>
        <p:spPr>
          <a:xfrm>
            <a:off x="5791200" y="3140710"/>
            <a:ext cx="190500" cy="154940"/>
          </a:xfrm>
          <a:prstGeom prst="rect">
            <a:avLst/>
          </a:prstGeom>
          <a:ln w="6350">
            <a:solidFill>
              <a:srgbClr val="C00000"/>
            </a:solidFill>
            <a:prstDash val="solid"/>
          </a:ln>
        </p:spPr>
      </p:sp>
      <p:sp>
        <p:nvSpPr>
          <p:cNvPr id="494" name="Shape 489"/>
          <p:cNvSpPr/>
          <p:nvPr/>
        </p:nvSpPr>
        <p:spPr>
          <a:xfrm>
            <a:off x="5972175" y="3409950"/>
            <a:ext cx="69850" cy="2667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95" name="Shape 490"/>
          <p:cNvSpPr/>
          <p:nvPr/>
        </p:nvSpPr>
        <p:spPr>
          <a:xfrm>
            <a:off x="5987891" y="3430270"/>
            <a:ext cx="38418" cy="7493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96" name="Shape 491"/>
          <p:cNvSpPr/>
          <p:nvPr/>
        </p:nvSpPr>
        <p:spPr>
          <a:xfrm>
            <a:off x="5384800" y="3035300"/>
            <a:ext cx="266700" cy="1752600"/>
          </a:xfrm>
          <a:prstGeom prst="rect">
            <a:avLst/>
          </a:prstGeom>
          <a:solidFill>
            <a:srgbClr val="FFC4CB"/>
          </a:solidFill>
          <a:ln w="9525">
            <a:solidFill>
              <a:srgbClr val="E8A0AC"/>
            </a:solidFill>
            <a:prstDash val="solid"/>
          </a:ln>
        </p:spPr>
      </p:sp>
      <p:sp>
        <p:nvSpPr>
          <p:cNvPr id="497" name="Text 492"/>
          <p:cNvSpPr/>
          <p:nvPr/>
        </p:nvSpPr>
        <p:spPr>
          <a:xfrm rot="16200000">
            <a:off x="4622800" y="3810000"/>
            <a:ext cx="1790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by √d</a:t>
            </a:r>
            <a:endParaRPr lang="en-US" sz="750" dirty="0"/>
          </a:p>
        </p:txBody>
      </p:sp>
      <p:sp>
        <p:nvSpPr>
          <p:cNvPr id="498" name="Shape 493"/>
          <p:cNvSpPr/>
          <p:nvPr/>
        </p:nvSpPr>
        <p:spPr>
          <a:xfrm>
            <a:off x="6057900" y="3022600"/>
            <a:ext cx="266700" cy="1765300"/>
          </a:xfrm>
          <a:prstGeom prst="rect">
            <a:avLst/>
          </a:prstGeom>
          <a:solidFill>
            <a:srgbClr val="F8DEFA"/>
          </a:solidFill>
          <a:ln w="9525">
            <a:solidFill>
              <a:srgbClr val="D8B0E0"/>
            </a:solidFill>
            <a:prstDash val="solid"/>
          </a:ln>
        </p:spPr>
      </p:sp>
      <p:sp>
        <p:nvSpPr>
          <p:cNvPr id="499" name="Text 494"/>
          <p:cNvSpPr/>
          <p:nvPr/>
        </p:nvSpPr>
        <p:spPr>
          <a:xfrm rot="16200000">
            <a:off x="5295900" y="3803650"/>
            <a:ext cx="1765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3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750" dirty="0"/>
          </a:p>
        </p:txBody>
      </p:sp>
      <p:sp>
        <p:nvSpPr>
          <p:cNvPr id="500" name="Shape 495"/>
          <p:cNvSpPr/>
          <p:nvPr/>
        </p:nvSpPr>
        <p:spPr>
          <a:xfrm>
            <a:off x="6578600" y="3022600"/>
            <a:ext cx="1155700" cy="190500"/>
          </a:xfrm>
          <a:prstGeom prst="rect">
            <a:avLst/>
          </a:prstGeom>
          <a:solidFill>
            <a:srgbClr val="E8F8F8"/>
          </a:solidFill>
          <a:ln w="9525">
            <a:solidFill>
              <a:srgbClr val="AEBDB8"/>
            </a:solidFill>
            <a:prstDash val="solid"/>
          </a:ln>
        </p:spPr>
      </p:sp>
      <p:sp>
        <p:nvSpPr>
          <p:cNvPr id="501" name="Text 496"/>
          <p:cNvSpPr/>
          <p:nvPr/>
        </p:nvSpPr>
        <p:spPr>
          <a:xfrm>
            <a:off x="6578600" y="3022600"/>
            <a:ext cx="1155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4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502" name="Shape 497"/>
          <p:cNvSpPr/>
          <p:nvPr/>
        </p:nvSpPr>
        <p:spPr>
          <a:xfrm>
            <a:off x="6375400" y="3251200"/>
            <a:ext cx="298450" cy="1905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03" name="Shape 498"/>
          <p:cNvSpPr/>
          <p:nvPr/>
        </p:nvSpPr>
        <p:spPr>
          <a:xfrm flipV="1">
            <a:off x="6711950" y="3238500"/>
            <a:ext cx="0" cy="762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04" name="Shape 499"/>
          <p:cNvSpPr/>
          <p:nvPr/>
        </p:nvSpPr>
        <p:spPr>
          <a:xfrm>
            <a:off x="6375400" y="3467100"/>
            <a:ext cx="565150" cy="3365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05" name="Shape 500"/>
          <p:cNvSpPr/>
          <p:nvPr/>
        </p:nvSpPr>
        <p:spPr>
          <a:xfrm flipV="1">
            <a:off x="6978650" y="3238500"/>
            <a:ext cx="0" cy="4381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06" name="Shape 501"/>
          <p:cNvSpPr/>
          <p:nvPr/>
        </p:nvSpPr>
        <p:spPr>
          <a:xfrm>
            <a:off x="6375400" y="3683000"/>
            <a:ext cx="819150" cy="4635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07" name="Shape 502"/>
          <p:cNvSpPr/>
          <p:nvPr/>
        </p:nvSpPr>
        <p:spPr>
          <a:xfrm flipV="1">
            <a:off x="7232650" y="3238500"/>
            <a:ext cx="0" cy="7810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08" name="Shape 503"/>
          <p:cNvSpPr/>
          <p:nvPr/>
        </p:nvSpPr>
        <p:spPr>
          <a:xfrm>
            <a:off x="6375400" y="3898900"/>
            <a:ext cx="1104900" cy="6350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09" name="Shape 504"/>
          <p:cNvSpPr/>
          <p:nvPr/>
        </p:nvSpPr>
        <p:spPr>
          <a:xfrm flipV="1">
            <a:off x="7518400" y="3238500"/>
            <a:ext cx="0" cy="11684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10" name="Shape 505"/>
          <p:cNvSpPr/>
          <p:nvPr/>
        </p:nvSpPr>
        <p:spPr>
          <a:xfrm>
            <a:off x="8699500" y="3251200"/>
            <a:ext cx="736600" cy="1651000"/>
          </a:xfrm>
          <a:prstGeom prst="roundRect">
            <a:avLst>
              <a:gd name="adj" fmla="val 7448"/>
            </a:avLst>
          </a:prstGeom>
          <a:solidFill>
            <a:srgbClr val="E7FEE8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511" name="Shape 506"/>
          <p:cNvSpPr/>
          <p:nvPr/>
        </p:nvSpPr>
        <p:spPr>
          <a:xfrm>
            <a:off x="8204200" y="32893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512" name="Text 507"/>
          <p:cNvSpPr/>
          <p:nvPr/>
        </p:nvSpPr>
        <p:spPr>
          <a:xfrm>
            <a:off x="8204200" y="32893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513" name="Text 508"/>
          <p:cNvSpPr/>
          <p:nvPr/>
        </p:nvSpPr>
        <p:spPr>
          <a:xfrm>
            <a:off x="7708900" y="32893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514" name="Shape 509"/>
          <p:cNvSpPr/>
          <p:nvPr/>
        </p:nvSpPr>
        <p:spPr>
          <a:xfrm>
            <a:off x="7899400" y="33274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15" name="Shape 510"/>
          <p:cNvSpPr/>
          <p:nvPr/>
        </p:nvSpPr>
        <p:spPr>
          <a:xfrm>
            <a:off x="7988300" y="33274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16" name="Shape 511"/>
          <p:cNvSpPr/>
          <p:nvPr/>
        </p:nvSpPr>
        <p:spPr>
          <a:xfrm>
            <a:off x="8077200" y="33274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17" name="Shape 512"/>
          <p:cNvSpPr/>
          <p:nvPr/>
        </p:nvSpPr>
        <p:spPr>
          <a:xfrm>
            <a:off x="8705850" y="33337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518" name="Shape 513"/>
          <p:cNvSpPr/>
          <p:nvPr/>
        </p:nvSpPr>
        <p:spPr>
          <a:xfrm>
            <a:off x="8712200" y="33401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19" name="Shape 514"/>
          <p:cNvSpPr/>
          <p:nvPr/>
        </p:nvSpPr>
        <p:spPr>
          <a:xfrm>
            <a:off x="8940800" y="33401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20" name="Shape 515"/>
          <p:cNvSpPr/>
          <p:nvPr/>
        </p:nvSpPr>
        <p:spPr>
          <a:xfrm>
            <a:off x="9067800" y="33401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21" name="Shape 516"/>
          <p:cNvSpPr/>
          <p:nvPr/>
        </p:nvSpPr>
        <p:spPr>
          <a:xfrm>
            <a:off x="9309100" y="33401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22" name="Text 517"/>
          <p:cNvSpPr/>
          <p:nvPr/>
        </p:nvSpPr>
        <p:spPr>
          <a:xfrm>
            <a:off x="8940800" y="33528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523" name="Shape 518"/>
          <p:cNvSpPr/>
          <p:nvPr/>
        </p:nvSpPr>
        <p:spPr>
          <a:xfrm>
            <a:off x="8204200" y="36449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524" name="Text 519"/>
          <p:cNvSpPr/>
          <p:nvPr/>
        </p:nvSpPr>
        <p:spPr>
          <a:xfrm>
            <a:off x="8204200" y="36449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525" name="Text 520"/>
          <p:cNvSpPr/>
          <p:nvPr/>
        </p:nvSpPr>
        <p:spPr>
          <a:xfrm>
            <a:off x="7708900" y="36449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526" name="Shape 521"/>
          <p:cNvSpPr/>
          <p:nvPr/>
        </p:nvSpPr>
        <p:spPr>
          <a:xfrm>
            <a:off x="7899400" y="36830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27" name="Shape 522"/>
          <p:cNvSpPr/>
          <p:nvPr/>
        </p:nvSpPr>
        <p:spPr>
          <a:xfrm>
            <a:off x="7988300" y="36830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28" name="Shape 523"/>
          <p:cNvSpPr/>
          <p:nvPr/>
        </p:nvSpPr>
        <p:spPr>
          <a:xfrm>
            <a:off x="8077200" y="36830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29" name="Shape 524"/>
          <p:cNvSpPr/>
          <p:nvPr/>
        </p:nvSpPr>
        <p:spPr>
          <a:xfrm>
            <a:off x="8705850" y="36893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530" name="Shape 525"/>
          <p:cNvSpPr/>
          <p:nvPr/>
        </p:nvSpPr>
        <p:spPr>
          <a:xfrm>
            <a:off x="8712200" y="36957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31" name="Shape 526"/>
          <p:cNvSpPr/>
          <p:nvPr/>
        </p:nvSpPr>
        <p:spPr>
          <a:xfrm>
            <a:off x="8940800" y="36957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32" name="Shape 527"/>
          <p:cNvSpPr/>
          <p:nvPr/>
        </p:nvSpPr>
        <p:spPr>
          <a:xfrm>
            <a:off x="9067800" y="36957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33" name="Shape 528"/>
          <p:cNvSpPr/>
          <p:nvPr/>
        </p:nvSpPr>
        <p:spPr>
          <a:xfrm>
            <a:off x="9309100" y="36957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34" name="Text 529"/>
          <p:cNvSpPr/>
          <p:nvPr/>
        </p:nvSpPr>
        <p:spPr>
          <a:xfrm>
            <a:off x="8940800" y="37084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535" name="Shape 530"/>
          <p:cNvSpPr/>
          <p:nvPr/>
        </p:nvSpPr>
        <p:spPr>
          <a:xfrm>
            <a:off x="8204200" y="40005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536" name="Text 531"/>
          <p:cNvSpPr/>
          <p:nvPr/>
        </p:nvSpPr>
        <p:spPr>
          <a:xfrm>
            <a:off x="8204200" y="40005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537" name="Text 532"/>
          <p:cNvSpPr/>
          <p:nvPr/>
        </p:nvSpPr>
        <p:spPr>
          <a:xfrm>
            <a:off x="7708900" y="40005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538" name="Shape 533"/>
          <p:cNvSpPr/>
          <p:nvPr/>
        </p:nvSpPr>
        <p:spPr>
          <a:xfrm>
            <a:off x="7899400" y="40386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39" name="Shape 534"/>
          <p:cNvSpPr/>
          <p:nvPr/>
        </p:nvSpPr>
        <p:spPr>
          <a:xfrm>
            <a:off x="7988300" y="40386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40" name="Shape 535"/>
          <p:cNvSpPr/>
          <p:nvPr/>
        </p:nvSpPr>
        <p:spPr>
          <a:xfrm>
            <a:off x="8077200" y="40386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41" name="Shape 536"/>
          <p:cNvSpPr/>
          <p:nvPr/>
        </p:nvSpPr>
        <p:spPr>
          <a:xfrm>
            <a:off x="8705850" y="40449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542" name="Shape 537"/>
          <p:cNvSpPr/>
          <p:nvPr/>
        </p:nvSpPr>
        <p:spPr>
          <a:xfrm>
            <a:off x="8712200" y="40513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43" name="Shape 538"/>
          <p:cNvSpPr/>
          <p:nvPr/>
        </p:nvSpPr>
        <p:spPr>
          <a:xfrm>
            <a:off x="8940800" y="40513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44" name="Shape 539"/>
          <p:cNvSpPr/>
          <p:nvPr/>
        </p:nvSpPr>
        <p:spPr>
          <a:xfrm>
            <a:off x="9067800" y="40513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45" name="Shape 540"/>
          <p:cNvSpPr/>
          <p:nvPr/>
        </p:nvSpPr>
        <p:spPr>
          <a:xfrm>
            <a:off x="9309100" y="40513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46" name="Text 541"/>
          <p:cNvSpPr/>
          <p:nvPr/>
        </p:nvSpPr>
        <p:spPr>
          <a:xfrm>
            <a:off x="8940800" y="40640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547" name="Shape 542"/>
          <p:cNvSpPr/>
          <p:nvPr/>
        </p:nvSpPr>
        <p:spPr>
          <a:xfrm>
            <a:off x="8204200" y="43815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548" name="Text 543"/>
          <p:cNvSpPr/>
          <p:nvPr/>
        </p:nvSpPr>
        <p:spPr>
          <a:xfrm>
            <a:off x="8204200" y="43815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549" name="Text 544"/>
          <p:cNvSpPr/>
          <p:nvPr/>
        </p:nvSpPr>
        <p:spPr>
          <a:xfrm>
            <a:off x="7708900" y="43688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550" name="Shape 545"/>
          <p:cNvSpPr/>
          <p:nvPr/>
        </p:nvSpPr>
        <p:spPr>
          <a:xfrm>
            <a:off x="7899400" y="44069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51" name="Shape 546"/>
          <p:cNvSpPr/>
          <p:nvPr/>
        </p:nvSpPr>
        <p:spPr>
          <a:xfrm>
            <a:off x="7988300" y="44069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52" name="Shape 547"/>
          <p:cNvSpPr/>
          <p:nvPr/>
        </p:nvSpPr>
        <p:spPr>
          <a:xfrm>
            <a:off x="8077200" y="44069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553" name="Shape 548"/>
          <p:cNvSpPr/>
          <p:nvPr/>
        </p:nvSpPr>
        <p:spPr>
          <a:xfrm>
            <a:off x="8705850" y="44132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554" name="Shape 549"/>
          <p:cNvSpPr/>
          <p:nvPr/>
        </p:nvSpPr>
        <p:spPr>
          <a:xfrm>
            <a:off x="8712200" y="44196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55" name="Shape 550"/>
          <p:cNvSpPr/>
          <p:nvPr/>
        </p:nvSpPr>
        <p:spPr>
          <a:xfrm>
            <a:off x="8940800" y="44196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56" name="Shape 551"/>
          <p:cNvSpPr/>
          <p:nvPr/>
        </p:nvSpPr>
        <p:spPr>
          <a:xfrm>
            <a:off x="9067800" y="44196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57" name="Shape 552"/>
          <p:cNvSpPr/>
          <p:nvPr/>
        </p:nvSpPr>
        <p:spPr>
          <a:xfrm>
            <a:off x="9309100" y="44196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558" name="Text 553"/>
          <p:cNvSpPr/>
          <p:nvPr/>
        </p:nvSpPr>
        <p:spPr>
          <a:xfrm>
            <a:off x="8940800" y="44323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559" name="Shape 554"/>
          <p:cNvSpPr/>
          <p:nvPr/>
        </p:nvSpPr>
        <p:spPr>
          <a:xfrm>
            <a:off x="6642100" y="338455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560" name="Shape 555"/>
          <p:cNvSpPr/>
          <p:nvPr/>
        </p:nvSpPr>
        <p:spPr>
          <a:xfrm>
            <a:off x="6673850" y="34163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61" name="Shape 556"/>
          <p:cNvSpPr/>
          <p:nvPr/>
        </p:nvSpPr>
        <p:spPr>
          <a:xfrm flipV="1">
            <a:off x="6673850" y="34163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62" name="Shape 557"/>
          <p:cNvSpPr/>
          <p:nvPr/>
        </p:nvSpPr>
        <p:spPr>
          <a:xfrm>
            <a:off x="6673850" y="345440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63" name="Shape 558"/>
          <p:cNvSpPr/>
          <p:nvPr/>
        </p:nvSpPr>
        <p:spPr>
          <a:xfrm>
            <a:off x="6908800" y="374650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564" name="Shape 559"/>
          <p:cNvSpPr/>
          <p:nvPr/>
        </p:nvSpPr>
        <p:spPr>
          <a:xfrm>
            <a:off x="6940550" y="37782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65" name="Shape 560"/>
          <p:cNvSpPr/>
          <p:nvPr/>
        </p:nvSpPr>
        <p:spPr>
          <a:xfrm flipV="1">
            <a:off x="6940550" y="37782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66" name="Shape 561"/>
          <p:cNvSpPr/>
          <p:nvPr/>
        </p:nvSpPr>
        <p:spPr>
          <a:xfrm>
            <a:off x="6940550" y="381635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67" name="Shape 562"/>
          <p:cNvSpPr/>
          <p:nvPr/>
        </p:nvSpPr>
        <p:spPr>
          <a:xfrm>
            <a:off x="7162800" y="408940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568" name="Shape 563"/>
          <p:cNvSpPr/>
          <p:nvPr/>
        </p:nvSpPr>
        <p:spPr>
          <a:xfrm>
            <a:off x="7194550" y="41211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69" name="Shape 564"/>
          <p:cNvSpPr/>
          <p:nvPr/>
        </p:nvSpPr>
        <p:spPr>
          <a:xfrm flipV="1">
            <a:off x="7194550" y="41211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70" name="Shape 565"/>
          <p:cNvSpPr/>
          <p:nvPr/>
        </p:nvSpPr>
        <p:spPr>
          <a:xfrm>
            <a:off x="7194550" y="415925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71" name="Shape 566"/>
          <p:cNvSpPr/>
          <p:nvPr/>
        </p:nvSpPr>
        <p:spPr>
          <a:xfrm>
            <a:off x="7448550" y="447675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572" name="Shape 567"/>
          <p:cNvSpPr/>
          <p:nvPr/>
        </p:nvSpPr>
        <p:spPr>
          <a:xfrm>
            <a:off x="7480300" y="45085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73" name="Shape 568"/>
          <p:cNvSpPr/>
          <p:nvPr/>
        </p:nvSpPr>
        <p:spPr>
          <a:xfrm flipV="1">
            <a:off x="7480300" y="45085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74" name="Shape 569"/>
          <p:cNvSpPr/>
          <p:nvPr/>
        </p:nvSpPr>
        <p:spPr>
          <a:xfrm>
            <a:off x="7480300" y="454660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75" name="Shape 570"/>
          <p:cNvSpPr/>
          <p:nvPr/>
        </p:nvSpPr>
        <p:spPr>
          <a:xfrm>
            <a:off x="4686300" y="4800600"/>
            <a:ext cx="0" cy="1143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76" name="Shape 571"/>
          <p:cNvSpPr/>
          <p:nvPr/>
        </p:nvSpPr>
        <p:spPr>
          <a:xfrm>
            <a:off x="4737100" y="4902200"/>
            <a:ext cx="266700" cy="114300"/>
          </a:xfrm>
          <a:prstGeom prst="rect">
            <a:avLst/>
          </a:prstGeom>
          <a:solidFill>
            <a:srgbClr val="F7E8B8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577" name="Shape 572"/>
          <p:cNvSpPr/>
          <p:nvPr/>
        </p:nvSpPr>
        <p:spPr>
          <a:xfrm>
            <a:off x="4483100" y="5016500"/>
            <a:ext cx="381000" cy="29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78" name="Text 573"/>
          <p:cNvSpPr/>
          <p:nvPr/>
        </p:nvSpPr>
        <p:spPr>
          <a:xfrm>
            <a:off x="4483100" y="5016500"/>
            <a:ext cx="381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579" name="Text 574"/>
          <p:cNvSpPr/>
          <p:nvPr/>
        </p:nvSpPr>
        <p:spPr>
          <a:xfrm>
            <a:off x="4470400" y="49022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580" name="Shape 575"/>
          <p:cNvSpPr/>
          <p:nvPr/>
        </p:nvSpPr>
        <p:spPr>
          <a:xfrm>
            <a:off x="4292600" y="5422900"/>
            <a:ext cx="2717800" cy="381000"/>
          </a:xfrm>
          <a:prstGeom prst="roundRect">
            <a:avLst>
              <a:gd name="adj" fmla="val 12000"/>
            </a:avLst>
          </a:prstGeom>
          <a:solidFill>
            <a:srgbClr val="EAF6E1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581" name="Shape 576"/>
          <p:cNvSpPr/>
          <p:nvPr/>
        </p:nvSpPr>
        <p:spPr>
          <a:xfrm>
            <a:off x="4318000" y="5461000"/>
            <a:ext cx="7366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582" name="Shape 577"/>
          <p:cNvSpPr/>
          <p:nvPr/>
        </p:nvSpPr>
        <p:spPr>
          <a:xfrm>
            <a:off x="4368800" y="5511800"/>
            <a:ext cx="584200" cy="2286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583" name="Shape 578"/>
          <p:cNvSpPr/>
          <p:nvPr/>
        </p:nvSpPr>
        <p:spPr>
          <a:xfrm>
            <a:off x="4483100" y="5511800"/>
            <a:ext cx="38100" cy="228600"/>
          </a:xfrm>
          <a:prstGeom prst="rect">
            <a:avLst/>
          </a:prstGeom>
          <a:solidFill>
            <a:srgbClr val="E8D8EE"/>
          </a:solidFill>
          <a:ln/>
        </p:spPr>
      </p:sp>
      <p:sp>
        <p:nvSpPr>
          <p:cNvPr id="584" name="Shape 579"/>
          <p:cNvSpPr/>
          <p:nvPr/>
        </p:nvSpPr>
        <p:spPr>
          <a:xfrm>
            <a:off x="4800600" y="5511800"/>
            <a:ext cx="38100" cy="228600"/>
          </a:xfrm>
          <a:prstGeom prst="rect">
            <a:avLst/>
          </a:prstGeom>
          <a:solidFill>
            <a:srgbClr val="E8D8EE"/>
          </a:solidFill>
          <a:ln/>
        </p:spPr>
      </p:sp>
      <p:sp>
        <p:nvSpPr>
          <p:cNvPr id="585" name="Shape 580"/>
          <p:cNvSpPr/>
          <p:nvPr/>
        </p:nvSpPr>
        <p:spPr>
          <a:xfrm>
            <a:off x="4400550" y="5562600"/>
            <a:ext cx="0" cy="12700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586" name="Text 581"/>
          <p:cNvSpPr/>
          <p:nvPr/>
        </p:nvSpPr>
        <p:spPr>
          <a:xfrm>
            <a:off x="4533900" y="549910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587" name="Shape 582"/>
          <p:cNvSpPr/>
          <p:nvPr/>
        </p:nvSpPr>
        <p:spPr>
          <a:xfrm>
            <a:off x="5105400" y="54610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588" name="Shape 583"/>
          <p:cNvSpPr/>
          <p:nvPr/>
        </p:nvSpPr>
        <p:spPr>
          <a:xfrm>
            <a:off x="5168900" y="55245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589" name="Shape 584"/>
          <p:cNvSpPr/>
          <p:nvPr/>
        </p:nvSpPr>
        <p:spPr>
          <a:xfrm>
            <a:off x="5245100" y="55245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590" name="Shape 585"/>
          <p:cNvSpPr/>
          <p:nvPr/>
        </p:nvSpPr>
        <p:spPr>
          <a:xfrm>
            <a:off x="5410200" y="55245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591" name="Shape 586"/>
          <p:cNvSpPr/>
          <p:nvPr/>
        </p:nvSpPr>
        <p:spPr>
          <a:xfrm>
            <a:off x="5486400" y="55245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592" name="Text 587"/>
          <p:cNvSpPr/>
          <p:nvPr/>
        </p:nvSpPr>
        <p:spPr>
          <a:xfrm>
            <a:off x="5207000" y="54864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593" name="Shape 588"/>
          <p:cNvSpPr/>
          <p:nvPr/>
        </p:nvSpPr>
        <p:spPr>
          <a:xfrm>
            <a:off x="5715000" y="54610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594" name="Shape 589"/>
          <p:cNvSpPr/>
          <p:nvPr/>
        </p:nvSpPr>
        <p:spPr>
          <a:xfrm>
            <a:off x="5778500" y="55245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595" name="Shape 590"/>
          <p:cNvSpPr/>
          <p:nvPr/>
        </p:nvSpPr>
        <p:spPr>
          <a:xfrm>
            <a:off x="5854700" y="55245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596" name="Shape 591"/>
          <p:cNvSpPr/>
          <p:nvPr/>
        </p:nvSpPr>
        <p:spPr>
          <a:xfrm>
            <a:off x="6019800" y="55245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597" name="Shape 592"/>
          <p:cNvSpPr/>
          <p:nvPr/>
        </p:nvSpPr>
        <p:spPr>
          <a:xfrm>
            <a:off x="6096000" y="55245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598" name="Text 593"/>
          <p:cNvSpPr/>
          <p:nvPr/>
        </p:nvSpPr>
        <p:spPr>
          <a:xfrm>
            <a:off x="5816600" y="54864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599" name="Shape 594"/>
          <p:cNvSpPr/>
          <p:nvPr/>
        </p:nvSpPr>
        <p:spPr>
          <a:xfrm>
            <a:off x="6324600" y="54610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600" name="Shape 595"/>
          <p:cNvSpPr/>
          <p:nvPr/>
        </p:nvSpPr>
        <p:spPr>
          <a:xfrm>
            <a:off x="6388100" y="55245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601" name="Shape 596"/>
          <p:cNvSpPr/>
          <p:nvPr/>
        </p:nvSpPr>
        <p:spPr>
          <a:xfrm>
            <a:off x="6464300" y="55245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602" name="Shape 597"/>
          <p:cNvSpPr/>
          <p:nvPr/>
        </p:nvSpPr>
        <p:spPr>
          <a:xfrm>
            <a:off x="6629400" y="55245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603" name="Shape 598"/>
          <p:cNvSpPr/>
          <p:nvPr/>
        </p:nvSpPr>
        <p:spPr>
          <a:xfrm>
            <a:off x="6705600" y="55245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604" name="Text 599"/>
          <p:cNvSpPr/>
          <p:nvPr/>
        </p:nvSpPr>
        <p:spPr>
          <a:xfrm>
            <a:off x="6426200" y="54864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05" name="Shape 600"/>
          <p:cNvSpPr/>
          <p:nvPr/>
        </p:nvSpPr>
        <p:spPr>
          <a:xfrm>
            <a:off x="1612900" y="3009900"/>
            <a:ext cx="6972300" cy="3200400"/>
          </a:xfrm>
          <a:prstGeom prst="roundRect">
            <a:avLst>
              <a:gd name="adj" fmla="val 2857"/>
            </a:avLst>
          </a:prstGeom>
          <a:solidFill>
            <a:srgbClr val="F0E0C8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606" name="Shape 601"/>
          <p:cNvSpPr/>
          <p:nvPr/>
        </p:nvSpPr>
        <p:spPr>
          <a:xfrm>
            <a:off x="3530600" y="3067050"/>
            <a:ext cx="5461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607" name="Text 602"/>
          <p:cNvSpPr/>
          <p:nvPr/>
        </p:nvSpPr>
        <p:spPr>
          <a:xfrm>
            <a:off x="3530600" y="3073400"/>
            <a:ext cx="546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750" dirty="0"/>
          </a:p>
        </p:txBody>
      </p:sp>
      <p:sp>
        <p:nvSpPr>
          <p:cNvPr id="608" name="Shape 603"/>
          <p:cNvSpPr/>
          <p:nvPr/>
        </p:nvSpPr>
        <p:spPr>
          <a:xfrm>
            <a:off x="4902200" y="3067050"/>
            <a:ext cx="7112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609" name="Text 604"/>
          <p:cNvSpPr/>
          <p:nvPr/>
        </p:nvSpPr>
        <p:spPr>
          <a:xfrm>
            <a:off x="4902200" y="3073400"/>
            <a:ext cx="711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750" dirty="0"/>
          </a:p>
        </p:txBody>
      </p:sp>
      <p:sp>
        <p:nvSpPr>
          <p:cNvPr id="610" name="Shape 605"/>
          <p:cNvSpPr/>
          <p:nvPr/>
        </p:nvSpPr>
        <p:spPr>
          <a:xfrm>
            <a:off x="6350000" y="3067050"/>
            <a:ext cx="787400" cy="177800"/>
          </a:xfrm>
          <a:prstGeom prst="ellipse">
            <a:avLst/>
          </a:prstGeom>
          <a:solidFill>
            <a:srgbClr val="F8F8E2"/>
          </a:solidFill>
          <a:ln w="6350">
            <a:solidFill>
              <a:srgbClr val="D8D0A8"/>
            </a:solidFill>
            <a:prstDash val="solid"/>
          </a:ln>
        </p:spPr>
      </p:sp>
      <p:sp>
        <p:nvSpPr>
          <p:cNvPr id="611" name="Text 606"/>
          <p:cNvSpPr/>
          <p:nvPr/>
        </p:nvSpPr>
        <p:spPr>
          <a:xfrm>
            <a:off x="6350000" y="3073400"/>
            <a:ext cx="787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750" dirty="0"/>
          </a:p>
        </p:txBody>
      </p:sp>
      <p:sp>
        <p:nvSpPr>
          <p:cNvPr id="612" name="Shape 607"/>
          <p:cNvSpPr/>
          <p:nvPr/>
        </p:nvSpPr>
        <p:spPr>
          <a:xfrm>
            <a:off x="1676400" y="3619500"/>
            <a:ext cx="698500" cy="1473200"/>
          </a:xfrm>
          <a:prstGeom prst="roundRect">
            <a:avLst>
              <a:gd name="adj" fmla="val 7855"/>
            </a:avLst>
          </a:prstGeom>
          <a:solidFill>
            <a:srgbClr val="E3F4E1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613" name="Shape 608"/>
          <p:cNvSpPr/>
          <p:nvPr/>
        </p:nvSpPr>
        <p:spPr>
          <a:xfrm>
            <a:off x="1701800" y="365760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614" name="Shape 609"/>
          <p:cNvSpPr/>
          <p:nvPr/>
        </p:nvSpPr>
        <p:spPr>
          <a:xfrm>
            <a:off x="1708150" y="37211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15" name="Shape 610"/>
          <p:cNvSpPr/>
          <p:nvPr/>
        </p:nvSpPr>
        <p:spPr>
          <a:xfrm>
            <a:off x="1905000" y="37211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616" name="Shape 611"/>
          <p:cNvSpPr/>
          <p:nvPr/>
        </p:nvSpPr>
        <p:spPr>
          <a:xfrm>
            <a:off x="2089150" y="37211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17" name="Text 612"/>
          <p:cNvSpPr/>
          <p:nvPr/>
        </p:nvSpPr>
        <p:spPr>
          <a:xfrm>
            <a:off x="1905000" y="37084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618" name="Shape 613"/>
          <p:cNvSpPr/>
          <p:nvPr/>
        </p:nvSpPr>
        <p:spPr>
          <a:xfrm>
            <a:off x="1701800" y="401955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619" name="Shape 614"/>
          <p:cNvSpPr/>
          <p:nvPr/>
        </p:nvSpPr>
        <p:spPr>
          <a:xfrm>
            <a:off x="1708150" y="40767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20" name="Shape 615"/>
          <p:cNvSpPr/>
          <p:nvPr/>
        </p:nvSpPr>
        <p:spPr>
          <a:xfrm>
            <a:off x="1905000" y="40767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621" name="Shape 616"/>
          <p:cNvSpPr/>
          <p:nvPr/>
        </p:nvSpPr>
        <p:spPr>
          <a:xfrm>
            <a:off x="2089150" y="40767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22" name="Text 617"/>
          <p:cNvSpPr/>
          <p:nvPr/>
        </p:nvSpPr>
        <p:spPr>
          <a:xfrm>
            <a:off x="1905000" y="40640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623" name="Shape 618"/>
          <p:cNvSpPr/>
          <p:nvPr/>
        </p:nvSpPr>
        <p:spPr>
          <a:xfrm>
            <a:off x="1701800" y="438150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624" name="Shape 619"/>
          <p:cNvSpPr/>
          <p:nvPr/>
        </p:nvSpPr>
        <p:spPr>
          <a:xfrm>
            <a:off x="1708150" y="44323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25" name="Shape 620"/>
          <p:cNvSpPr/>
          <p:nvPr/>
        </p:nvSpPr>
        <p:spPr>
          <a:xfrm>
            <a:off x="1905000" y="44323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626" name="Shape 621"/>
          <p:cNvSpPr/>
          <p:nvPr/>
        </p:nvSpPr>
        <p:spPr>
          <a:xfrm>
            <a:off x="2089150" y="44323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27" name="Text 622"/>
          <p:cNvSpPr/>
          <p:nvPr/>
        </p:nvSpPr>
        <p:spPr>
          <a:xfrm>
            <a:off x="1905000" y="44196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628" name="Shape 623"/>
          <p:cNvSpPr/>
          <p:nvPr/>
        </p:nvSpPr>
        <p:spPr>
          <a:xfrm>
            <a:off x="1701800" y="4743450"/>
            <a:ext cx="647700" cy="330200"/>
          </a:xfrm>
          <a:prstGeom prst="rect">
            <a:avLst/>
          </a:prstGeom>
          <a:solidFill>
            <a:srgbClr val="E3F4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629" name="Shape 624"/>
          <p:cNvSpPr/>
          <p:nvPr/>
        </p:nvSpPr>
        <p:spPr>
          <a:xfrm>
            <a:off x="1708150" y="4800600"/>
            <a:ext cx="177800" cy="152400"/>
          </a:xfrm>
          <a:prstGeom prst="rect">
            <a:avLst/>
          </a:prstGeom>
          <a:solidFill>
            <a:srgbClr val="E7EFC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30" name="Shape 625"/>
          <p:cNvSpPr/>
          <p:nvPr/>
        </p:nvSpPr>
        <p:spPr>
          <a:xfrm>
            <a:off x="1905000" y="4800600"/>
            <a:ext cx="165100" cy="15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631" name="Shape 626"/>
          <p:cNvSpPr/>
          <p:nvPr/>
        </p:nvSpPr>
        <p:spPr>
          <a:xfrm>
            <a:off x="2089150" y="4800600"/>
            <a:ext cx="254000" cy="152400"/>
          </a:xfrm>
          <a:prstGeom prst="rect">
            <a:avLst/>
          </a:prstGeom>
          <a:solidFill>
            <a:srgbClr val="E9DCE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32" name="Text 627"/>
          <p:cNvSpPr/>
          <p:nvPr/>
        </p:nvSpPr>
        <p:spPr>
          <a:xfrm>
            <a:off x="1905000" y="47879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633" name="Shape 628"/>
          <p:cNvSpPr/>
          <p:nvPr/>
        </p:nvSpPr>
        <p:spPr>
          <a:xfrm>
            <a:off x="3403600" y="3365500"/>
            <a:ext cx="723900" cy="1778000"/>
          </a:xfrm>
          <a:prstGeom prst="rect">
            <a:avLst/>
          </a:prstGeom>
          <a:solidFill>
            <a:srgbClr val="D8C8B8"/>
          </a:solidFill>
          <a:ln w="9525">
            <a:solidFill>
              <a:srgbClr val="B09078"/>
            </a:solidFill>
            <a:prstDash val="solid"/>
          </a:ln>
        </p:spPr>
      </p:sp>
      <p:sp>
        <p:nvSpPr>
          <p:cNvPr id="634" name="Text 629"/>
          <p:cNvSpPr/>
          <p:nvPr/>
        </p:nvSpPr>
        <p:spPr>
          <a:xfrm>
            <a:off x="3403600" y="3378200"/>
            <a:ext cx="7239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5C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8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5C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800" dirty="0"/>
          </a:p>
        </p:txBody>
      </p:sp>
      <p:sp>
        <p:nvSpPr>
          <p:cNvPr id="635" name="Shape 630"/>
          <p:cNvSpPr/>
          <p:nvPr/>
        </p:nvSpPr>
        <p:spPr>
          <a:xfrm>
            <a:off x="1968500" y="3797300"/>
            <a:ext cx="20129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36" name="Shape 631"/>
          <p:cNvSpPr/>
          <p:nvPr/>
        </p:nvSpPr>
        <p:spPr>
          <a:xfrm>
            <a:off x="4095750" y="3797300"/>
            <a:ext cx="3111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37" name="Shape 632"/>
          <p:cNvSpPr/>
          <p:nvPr/>
        </p:nvSpPr>
        <p:spPr>
          <a:xfrm>
            <a:off x="1968500" y="4152900"/>
            <a:ext cx="18732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38" name="Shape 633"/>
          <p:cNvSpPr/>
          <p:nvPr/>
        </p:nvSpPr>
        <p:spPr>
          <a:xfrm>
            <a:off x="3956050" y="4152900"/>
            <a:ext cx="4508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39" name="Shape 634"/>
          <p:cNvSpPr/>
          <p:nvPr/>
        </p:nvSpPr>
        <p:spPr>
          <a:xfrm>
            <a:off x="1968500" y="4508500"/>
            <a:ext cx="16954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40" name="Shape 635"/>
          <p:cNvSpPr/>
          <p:nvPr/>
        </p:nvSpPr>
        <p:spPr>
          <a:xfrm>
            <a:off x="3778250" y="4508500"/>
            <a:ext cx="6286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41" name="Shape 636"/>
          <p:cNvSpPr/>
          <p:nvPr/>
        </p:nvSpPr>
        <p:spPr>
          <a:xfrm>
            <a:off x="1968500" y="4876800"/>
            <a:ext cx="15430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42" name="Shape 637"/>
          <p:cNvSpPr/>
          <p:nvPr/>
        </p:nvSpPr>
        <p:spPr>
          <a:xfrm>
            <a:off x="3625850" y="4876800"/>
            <a:ext cx="7810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43" name="Shape 638"/>
          <p:cNvSpPr/>
          <p:nvPr/>
        </p:nvSpPr>
        <p:spPr>
          <a:xfrm>
            <a:off x="2527300" y="36830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644" name="Text 639"/>
          <p:cNvSpPr/>
          <p:nvPr/>
        </p:nvSpPr>
        <p:spPr>
          <a:xfrm>
            <a:off x="2527300" y="36830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645" name="Shape 640"/>
          <p:cNvSpPr/>
          <p:nvPr/>
        </p:nvSpPr>
        <p:spPr>
          <a:xfrm>
            <a:off x="2895600" y="37084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46" name="Shape 641"/>
          <p:cNvSpPr/>
          <p:nvPr/>
        </p:nvSpPr>
        <p:spPr>
          <a:xfrm>
            <a:off x="2994660" y="37084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47" name="Shape 642"/>
          <p:cNvSpPr/>
          <p:nvPr/>
        </p:nvSpPr>
        <p:spPr>
          <a:xfrm>
            <a:off x="3093720" y="37084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48" name="Text 643"/>
          <p:cNvSpPr/>
          <p:nvPr/>
        </p:nvSpPr>
        <p:spPr>
          <a:xfrm>
            <a:off x="3200400" y="36957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649" name="Shape 644"/>
          <p:cNvSpPr/>
          <p:nvPr/>
        </p:nvSpPr>
        <p:spPr>
          <a:xfrm>
            <a:off x="2527300" y="40386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650" name="Text 645"/>
          <p:cNvSpPr/>
          <p:nvPr/>
        </p:nvSpPr>
        <p:spPr>
          <a:xfrm>
            <a:off x="2527300" y="40386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651" name="Shape 646"/>
          <p:cNvSpPr/>
          <p:nvPr/>
        </p:nvSpPr>
        <p:spPr>
          <a:xfrm>
            <a:off x="2895600" y="40640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52" name="Shape 647"/>
          <p:cNvSpPr/>
          <p:nvPr/>
        </p:nvSpPr>
        <p:spPr>
          <a:xfrm>
            <a:off x="2994660" y="40640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53" name="Shape 648"/>
          <p:cNvSpPr/>
          <p:nvPr/>
        </p:nvSpPr>
        <p:spPr>
          <a:xfrm>
            <a:off x="3093720" y="40640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54" name="Text 649"/>
          <p:cNvSpPr/>
          <p:nvPr/>
        </p:nvSpPr>
        <p:spPr>
          <a:xfrm>
            <a:off x="3200400" y="40513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655" name="Shape 650"/>
          <p:cNvSpPr/>
          <p:nvPr/>
        </p:nvSpPr>
        <p:spPr>
          <a:xfrm>
            <a:off x="2527300" y="43942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656" name="Text 651"/>
          <p:cNvSpPr/>
          <p:nvPr/>
        </p:nvSpPr>
        <p:spPr>
          <a:xfrm>
            <a:off x="2527300" y="43942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657" name="Shape 652"/>
          <p:cNvSpPr/>
          <p:nvPr/>
        </p:nvSpPr>
        <p:spPr>
          <a:xfrm>
            <a:off x="2895600" y="44196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58" name="Shape 653"/>
          <p:cNvSpPr/>
          <p:nvPr/>
        </p:nvSpPr>
        <p:spPr>
          <a:xfrm>
            <a:off x="2994660" y="44196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59" name="Shape 654"/>
          <p:cNvSpPr/>
          <p:nvPr/>
        </p:nvSpPr>
        <p:spPr>
          <a:xfrm>
            <a:off x="3093720" y="44196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60" name="Text 655"/>
          <p:cNvSpPr/>
          <p:nvPr/>
        </p:nvSpPr>
        <p:spPr>
          <a:xfrm>
            <a:off x="3200400" y="44069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661" name="Shape 656"/>
          <p:cNvSpPr/>
          <p:nvPr/>
        </p:nvSpPr>
        <p:spPr>
          <a:xfrm>
            <a:off x="2527300" y="4775200"/>
            <a:ext cx="342900" cy="228600"/>
          </a:xfrm>
          <a:prstGeom prst="rect">
            <a:avLst/>
          </a:prstGeom>
          <a:solidFill>
            <a:srgbClr val="96D6A2"/>
          </a:solidFill>
          <a:ln w="12700">
            <a:solidFill>
              <a:srgbClr val="5FA873"/>
            </a:solidFill>
            <a:prstDash val="solid"/>
          </a:ln>
        </p:spPr>
      </p:sp>
      <p:sp>
        <p:nvSpPr>
          <p:cNvPr id="662" name="Text 657"/>
          <p:cNvSpPr/>
          <p:nvPr/>
        </p:nvSpPr>
        <p:spPr>
          <a:xfrm>
            <a:off x="2527300" y="47752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650" dirty="0"/>
          </a:p>
        </p:txBody>
      </p:sp>
      <p:sp>
        <p:nvSpPr>
          <p:cNvPr id="663" name="Shape 658"/>
          <p:cNvSpPr/>
          <p:nvPr/>
        </p:nvSpPr>
        <p:spPr>
          <a:xfrm>
            <a:off x="2895600" y="48006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64" name="Shape 659"/>
          <p:cNvSpPr/>
          <p:nvPr/>
        </p:nvSpPr>
        <p:spPr>
          <a:xfrm>
            <a:off x="2994660" y="48006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65" name="Shape 660"/>
          <p:cNvSpPr/>
          <p:nvPr/>
        </p:nvSpPr>
        <p:spPr>
          <a:xfrm>
            <a:off x="3093720" y="4800600"/>
            <a:ext cx="91440" cy="177800"/>
          </a:xfrm>
          <a:prstGeom prst="rect">
            <a:avLst/>
          </a:prstGeom>
          <a:solidFill>
            <a:srgbClr val="F7E8B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666" name="Text 661"/>
          <p:cNvSpPr/>
          <p:nvPr/>
        </p:nvSpPr>
        <p:spPr>
          <a:xfrm>
            <a:off x="3200400" y="4787900"/>
            <a:ext cx="16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667" name="Shape 662"/>
          <p:cNvSpPr/>
          <p:nvPr/>
        </p:nvSpPr>
        <p:spPr>
          <a:xfrm flipV="1">
            <a:off x="3568700" y="3797300"/>
            <a:ext cx="469900" cy="10922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68" name="Shape 663"/>
          <p:cNvSpPr/>
          <p:nvPr/>
        </p:nvSpPr>
        <p:spPr>
          <a:xfrm flipV="1">
            <a:off x="3568700" y="4152900"/>
            <a:ext cx="330200" cy="7366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69" name="Shape 664"/>
          <p:cNvSpPr/>
          <p:nvPr/>
        </p:nvSpPr>
        <p:spPr>
          <a:xfrm flipV="1">
            <a:off x="3568700" y="4508500"/>
            <a:ext cx="152400" cy="38100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70" name="Shape 665"/>
          <p:cNvSpPr/>
          <p:nvPr/>
        </p:nvSpPr>
        <p:spPr>
          <a:xfrm flipH="1">
            <a:off x="3949700" y="3797300"/>
            <a:ext cx="889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671" name="Shape 666"/>
          <p:cNvSpPr/>
          <p:nvPr/>
        </p:nvSpPr>
        <p:spPr>
          <a:xfrm flipV="1">
            <a:off x="3898900" y="3975100"/>
            <a:ext cx="508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672" name="Shape 667"/>
          <p:cNvSpPr/>
          <p:nvPr/>
        </p:nvSpPr>
        <p:spPr>
          <a:xfrm flipH="1">
            <a:off x="3797300" y="4152900"/>
            <a:ext cx="1016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673" name="Shape 668"/>
          <p:cNvSpPr/>
          <p:nvPr/>
        </p:nvSpPr>
        <p:spPr>
          <a:xfrm flipH="1">
            <a:off x="3721100" y="4330700"/>
            <a:ext cx="762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674" name="Shape 669"/>
          <p:cNvSpPr/>
          <p:nvPr/>
        </p:nvSpPr>
        <p:spPr>
          <a:xfrm flipH="1">
            <a:off x="3632200" y="4508500"/>
            <a:ext cx="88900" cy="1778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675" name="Shape 670"/>
          <p:cNvSpPr/>
          <p:nvPr/>
        </p:nvSpPr>
        <p:spPr>
          <a:xfrm flipV="1">
            <a:off x="3568700" y="4686300"/>
            <a:ext cx="63500" cy="2032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676" name="Shape 671"/>
          <p:cNvSpPr/>
          <p:nvPr/>
        </p:nvSpPr>
        <p:spPr>
          <a:xfrm flipV="1">
            <a:off x="3848100" y="4152900"/>
            <a:ext cx="50800" cy="5334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677" name="Shape 672"/>
          <p:cNvSpPr/>
          <p:nvPr/>
        </p:nvSpPr>
        <p:spPr>
          <a:xfrm flipV="1">
            <a:off x="3568700" y="4686300"/>
            <a:ext cx="279400" cy="2032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  <a:tailEnd type="triangle"/>
          </a:ln>
        </p:spPr>
      </p:sp>
      <p:sp>
        <p:nvSpPr>
          <p:cNvPr id="678" name="Shape 673"/>
          <p:cNvSpPr/>
          <p:nvPr/>
        </p:nvSpPr>
        <p:spPr>
          <a:xfrm flipH="1">
            <a:off x="3898900" y="3797300"/>
            <a:ext cx="139700" cy="3556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679" name="Shape 674"/>
          <p:cNvSpPr/>
          <p:nvPr/>
        </p:nvSpPr>
        <p:spPr>
          <a:xfrm flipH="1">
            <a:off x="3721100" y="4152900"/>
            <a:ext cx="177800" cy="3556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680" name="Shape 675"/>
          <p:cNvSpPr/>
          <p:nvPr/>
        </p:nvSpPr>
        <p:spPr>
          <a:xfrm flipH="1">
            <a:off x="3568700" y="4508500"/>
            <a:ext cx="152400" cy="381000"/>
          </a:xfrm>
          <a:prstGeom prst="line">
            <a:avLst/>
          </a:prstGeom>
          <a:noFill/>
          <a:ln w="6350">
            <a:solidFill>
              <a:srgbClr val="414495"/>
            </a:solidFill>
            <a:prstDash val="solid"/>
          </a:ln>
        </p:spPr>
      </p:sp>
      <p:sp>
        <p:nvSpPr>
          <p:cNvPr id="681" name="Shape 676"/>
          <p:cNvSpPr/>
          <p:nvPr/>
        </p:nvSpPr>
        <p:spPr>
          <a:xfrm>
            <a:off x="3994150" y="37528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682" name="Shape 677"/>
          <p:cNvSpPr/>
          <p:nvPr/>
        </p:nvSpPr>
        <p:spPr>
          <a:xfrm>
            <a:off x="3854450" y="41084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683" name="Shape 678"/>
          <p:cNvSpPr/>
          <p:nvPr/>
        </p:nvSpPr>
        <p:spPr>
          <a:xfrm>
            <a:off x="3676650" y="44640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684" name="Shape 679"/>
          <p:cNvSpPr/>
          <p:nvPr/>
        </p:nvSpPr>
        <p:spPr>
          <a:xfrm>
            <a:off x="3524250" y="4845050"/>
            <a:ext cx="88900" cy="8890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685" name="Shape 680"/>
          <p:cNvSpPr/>
          <p:nvPr/>
        </p:nvSpPr>
        <p:spPr>
          <a:xfrm>
            <a:off x="3921125" y="39465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686" name="Shape 681"/>
          <p:cNvSpPr/>
          <p:nvPr/>
        </p:nvSpPr>
        <p:spPr>
          <a:xfrm>
            <a:off x="3768725" y="43021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687" name="Shape 682"/>
          <p:cNvSpPr/>
          <p:nvPr/>
        </p:nvSpPr>
        <p:spPr>
          <a:xfrm>
            <a:off x="3603625" y="46577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688" name="Shape 683"/>
          <p:cNvSpPr/>
          <p:nvPr/>
        </p:nvSpPr>
        <p:spPr>
          <a:xfrm>
            <a:off x="3819525" y="4657725"/>
            <a:ext cx="57150" cy="57150"/>
          </a:xfrm>
          <a:prstGeom prst="ellipse">
            <a:avLst/>
          </a:prstGeom>
          <a:solidFill>
            <a:srgbClr val="1F3FBF"/>
          </a:solidFill>
          <a:ln w="9525">
            <a:solidFill>
              <a:srgbClr val="C9DFF5"/>
            </a:solidFill>
            <a:prstDash val="solid"/>
          </a:ln>
        </p:spPr>
      </p:sp>
      <p:sp>
        <p:nvSpPr>
          <p:cNvPr id="689" name="Text 684"/>
          <p:cNvSpPr/>
          <p:nvPr/>
        </p:nvSpPr>
        <p:spPr>
          <a:xfrm>
            <a:off x="4165600" y="3340100"/>
            <a:ext cx="266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K,q</a:t>
            </a:r>
            <a:endParaRPr lang="en-US" sz="750" dirty="0"/>
          </a:p>
        </p:txBody>
      </p:sp>
      <p:sp>
        <p:nvSpPr>
          <p:cNvPr id="690" name="Shape 685"/>
          <p:cNvSpPr/>
          <p:nvPr/>
        </p:nvSpPr>
        <p:spPr>
          <a:xfrm flipH="1">
            <a:off x="4127500" y="3429000"/>
            <a:ext cx="317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pic>
        <p:nvPicPr>
          <p:cNvPr id="691" name="Image 3" descr="/home/ahmed/Projects/ai_llm_slides/videos/deep-learning/001_transformers_part1/recreated_pptx/build/assets/eq_039_fraction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558" y="3340608"/>
            <a:ext cx="234696" cy="298704"/>
          </a:xfrm>
          <a:prstGeom prst="rect">
            <a:avLst/>
          </a:prstGeom>
        </p:spPr>
      </p:pic>
      <p:sp>
        <p:nvSpPr>
          <p:cNvPr id="692" name="Shape 686"/>
          <p:cNvSpPr/>
          <p:nvPr/>
        </p:nvSpPr>
        <p:spPr>
          <a:xfrm>
            <a:off x="4864100" y="3483610"/>
            <a:ext cx="190500" cy="154940"/>
          </a:xfrm>
          <a:prstGeom prst="rect">
            <a:avLst/>
          </a:prstGeom>
          <a:ln w="6350">
            <a:solidFill>
              <a:srgbClr val="C00000"/>
            </a:solidFill>
            <a:prstDash val="solid"/>
          </a:ln>
        </p:spPr>
      </p:sp>
      <p:sp>
        <p:nvSpPr>
          <p:cNvPr id="693" name="Shape 687"/>
          <p:cNvSpPr/>
          <p:nvPr/>
        </p:nvSpPr>
        <p:spPr>
          <a:xfrm>
            <a:off x="5045075" y="3752850"/>
            <a:ext cx="69850" cy="2667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694" name="Shape 688"/>
          <p:cNvSpPr/>
          <p:nvPr/>
        </p:nvSpPr>
        <p:spPr>
          <a:xfrm>
            <a:off x="5060791" y="3773170"/>
            <a:ext cx="38418" cy="7493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95" name="Shape 689"/>
          <p:cNvSpPr/>
          <p:nvPr/>
        </p:nvSpPr>
        <p:spPr>
          <a:xfrm>
            <a:off x="4457700" y="3378200"/>
            <a:ext cx="266700" cy="1752600"/>
          </a:xfrm>
          <a:prstGeom prst="rect">
            <a:avLst/>
          </a:prstGeom>
          <a:solidFill>
            <a:srgbClr val="FFC4CB"/>
          </a:solidFill>
          <a:ln w="9525">
            <a:solidFill>
              <a:srgbClr val="E8A0AC"/>
            </a:solidFill>
            <a:prstDash val="solid"/>
          </a:ln>
        </p:spPr>
      </p:sp>
      <p:sp>
        <p:nvSpPr>
          <p:cNvPr id="696" name="Text 690"/>
          <p:cNvSpPr/>
          <p:nvPr/>
        </p:nvSpPr>
        <p:spPr>
          <a:xfrm rot="16200000">
            <a:off x="3695700" y="4152900"/>
            <a:ext cx="1790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by √d</a:t>
            </a:r>
            <a:endParaRPr lang="en-US" sz="750" dirty="0"/>
          </a:p>
        </p:txBody>
      </p:sp>
      <p:sp>
        <p:nvSpPr>
          <p:cNvPr id="697" name="Shape 691"/>
          <p:cNvSpPr/>
          <p:nvPr/>
        </p:nvSpPr>
        <p:spPr>
          <a:xfrm>
            <a:off x="5130800" y="3365500"/>
            <a:ext cx="266700" cy="1765300"/>
          </a:xfrm>
          <a:prstGeom prst="rect">
            <a:avLst/>
          </a:prstGeom>
          <a:solidFill>
            <a:srgbClr val="F8DEFA"/>
          </a:solidFill>
          <a:ln w="9525">
            <a:solidFill>
              <a:srgbClr val="D8B0E0"/>
            </a:solidFill>
            <a:prstDash val="solid"/>
          </a:ln>
        </p:spPr>
      </p:sp>
      <p:sp>
        <p:nvSpPr>
          <p:cNvPr id="698" name="Text 692"/>
          <p:cNvSpPr/>
          <p:nvPr/>
        </p:nvSpPr>
        <p:spPr>
          <a:xfrm rot="16200000">
            <a:off x="4368800" y="4146550"/>
            <a:ext cx="1765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3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750" dirty="0"/>
          </a:p>
        </p:txBody>
      </p:sp>
      <p:sp>
        <p:nvSpPr>
          <p:cNvPr id="699" name="Shape 693"/>
          <p:cNvSpPr/>
          <p:nvPr/>
        </p:nvSpPr>
        <p:spPr>
          <a:xfrm>
            <a:off x="5651500" y="3365500"/>
            <a:ext cx="1155700" cy="190500"/>
          </a:xfrm>
          <a:prstGeom prst="rect">
            <a:avLst/>
          </a:prstGeom>
          <a:solidFill>
            <a:srgbClr val="E8F8F8"/>
          </a:solidFill>
          <a:ln w="9525">
            <a:solidFill>
              <a:srgbClr val="AEBDB8"/>
            </a:solidFill>
            <a:prstDash val="solid"/>
          </a:ln>
        </p:spPr>
      </p:sp>
      <p:sp>
        <p:nvSpPr>
          <p:cNvPr id="700" name="Text 694"/>
          <p:cNvSpPr/>
          <p:nvPr/>
        </p:nvSpPr>
        <p:spPr>
          <a:xfrm>
            <a:off x="5651500" y="3365500"/>
            <a:ext cx="1155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4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701" name="Shape 695"/>
          <p:cNvSpPr/>
          <p:nvPr/>
        </p:nvSpPr>
        <p:spPr>
          <a:xfrm>
            <a:off x="5448300" y="3594100"/>
            <a:ext cx="298450" cy="1905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02" name="Shape 696"/>
          <p:cNvSpPr/>
          <p:nvPr/>
        </p:nvSpPr>
        <p:spPr>
          <a:xfrm flipV="1">
            <a:off x="5784850" y="3581400"/>
            <a:ext cx="0" cy="762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03" name="Shape 697"/>
          <p:cNvSpPr/>
          <p:nvPr/>
        </p:nvSpPr>
        <p:spPr>
          <a:xfrm>
            <a:off x="5448300" y="3810000"/>
            <a:ext cx="565150" cy="3365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04" name="Shape 698"/>
          <p:cNvSpPr/>
          <p:nvPr/>
        </p:nvSpPr>
        <p:spPr>
          <a:xfrm flipV="1">
            <a:off x="6051550" y="3581400"/>
            <a:ext cx="0" cy="4381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05" name="Shape 699"/>
          <p:cNvSpPr/>
          <p:nvPr/>
        </p:nvSpPr>
        <p:spPr>
          <a:xfrm>
            <a:off x="5448300" y="4025900"/>
            <a:ext cx="819150" cy="4635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06" name="Shape 700"/>
          <p:cNvSpPr/>
          <p:nvPr/>
        </p:nvSpPr>
        <p:spPr>
          <a:xfrm flipV="1">
            <a:off x="6305550" y="3581400"/>
            <a:ext cx="0" cy="7810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07" name="Shape 701"/>
          <p:cNvSpPr/>
          <p:nvPr/>
        </p:nvSpPr>
        <p:spPr>
          <a:xfrm>
            <a:off x="5448300" y="4241800"/>
            <a:ext cx="1104900" cy="6350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08" name="Shape 702"/>
          <p:cNvSpPr/>
          <p:nvPr/>
        </p:nvSpPr>
        <p:spPr>
          <a:xfrm flipV="1">
            <a:off x="6591300" y="3581400"/>
            <a:ext cx="0" cy="11684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09" name="Shape 703"/>
          <p:cNvSpPr/>
          <p:nvPr/>
        </p:nvSpPr>
        <p:spPr>
          <a:xfrm>
            <a:off x="7772400" y="3594100"/>
            <a:ext cx="736600" cy="1651000"/>
          </a:xfrm>
          <a:prstGeom prst="roundRect">
            <a:avLst>
              <a:gd name="adj" fmla="val 7448"/>
            </a:avLst>
          </a:prstGeom>
          <a:solidFill>
            <a:srgbClr val="E7FEE8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710" name="Shape 704"/>
          <p:cNvSpPr/>
          <p:nvPr/>
        </p:nvSpPr>
        <p:spPr>
          <a:xfrm>
            <a:off x="7277100" y="36322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711" name="Text 705"/>
          <p:cNvSpPr/>
          <p:nvPr/>
        </p:nvSpPr>
        <p:spPr>
          <a:xfrm>
            <a:off x="7277100" y="36322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712" name="Text 706"/>
          <p:cNvSpPr/>
          <p:nvPr/>
        </p:nvSpPr>
        <p:spPr>
          <a:xfrm>
            <a:off x="6781800" y="36322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713" name="Shape 707"/>
          <p:cNvSpPr/>
          <p:nvPr/>
        </p:nvSpPr>
        <p:spPr>
          <a:xfrm>
            <a:off x="6972300" y="36703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14" name="Shape 708"/>
          <p:cNvSpPr/>
          <p:nvPr/>
        </p:nvSpPr>
        <p:spPr>
          <a:xfrm>
            <a:off x="7061200" y="36703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15" name="Shape 709"/>
          <p:cNvSpPr/>
          <p:nvPr/>
        </p:nvSpPr>
        <p:spPr>
          <a:xfrm>
            <a:off x="7150100" y="36703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16" name="Shape 710"/>
          <p:cNvSpPr/>
          <p:nvPr/>
        </p:nvSpPr>
        <p:spPr>
          <a:xfrm>
            <a:off x="7778750" y="36766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717" name="Shape 711"/>
          <p:cNvSpPr/>
          <p:nvPr/>
        </p:nvSpPr>
        <p:spPr>
          <a:xfrm>
            <a:off x="7785100" y="36830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18" name="Shape 712"/>
          <p:cNvSpPr/>
          <p:nvPr/>
        </p:nvSpPr>
        <p:spPr>
          <a:xfrm>
            <a:off x="8013700" y="36830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19" name="Shape 713"/>
          <p:cNvSpPr/>
          <p:nvPr/>
        </p:nvSpPr>
        <p:spPr>
          <a:xfrm>
            <a:off x="8140700" y="36830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20" name="Shape 714"/>
          <p:cNvSpPr/>
          <p:nvPr/>
        </p:nvSpPr>
        <p:spPr>
          <a:xfrm>
            <a:off x="8382000" y="36830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21" name="Text 715"/>
          <p:cNvSpPr/>
          <p:nvPr/>
        </p:nvSpPr>
        <p:spPr>
          <a:xfrm>
            <a:off x="8013700" y="36957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722" name="Shape 716"/>
          <p:cNvSpPr/>
          <p:nvPr/>
        </p:nvSpPr>
        <p:spPr>
          <a:xfrm>
            <a:off x="7277100" y="39878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723" name="Text 717"/>
          <p:cNvSpPr/>
          <p:nvPr/>
        </p:nvSpPr>
        <p:spPr>
          <a:xfrm>
            <a:off x="7277100" y="39878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724" name="Text 718"/>
          <p:cNvSpPr/>
          <p:nvPr/>
        </p:nvSpPr>
        <p:spPr>
          <a:xfrm>
            <a:off x="6781800" y="39878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725" name="Shape 719"/>
          <p:cNvSpPr/>
          <p:nvPr/>
        </p:nvSpPr>
        <p:spPr>
          <a:xfrm>
            <a:off x="6972300" y="40259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26" name="Shape 720"/>
          <p:cNvSpPr/>
          <p:nvPr/>
        </p:nvSpPr>
        <p:spPr>
          <a:xfrm>
            <a:off x="7061200" y="40259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27" name="Shape 721"/>
          <p:cNvSpPr/>
          <p:nvPr/>
        </p:nvSpPr>
        <p:spPr>
          <a:xfrm>
            <a:off x="7150100" y="40259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28" name="Shape 722"/>
          <p:cNvSpPr/>
          <p:nvPr/>
        </p:nvSpPr>
        <p:spPr>
          <a:xfrm>
            <a:off x="7778750" y="40322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729" name="Shape 723"/>
          <p:cNvSpPr/>
          <p:nvPr/>
        </p:nvSpPr>
        <p:spPr>
          <a:xfrm>
            <a:off x="7785100" y="40386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30" name="Shape 724"/>
          <p:cNvSpPr/>
          <p:nvPr/>
        </p:nvSpPr>
        <p:spPr>
          <a:xfrm>
            <a:off x="8013700" y="40386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31" name="Shape 725"/>
          <p:cNvSpPr/>
          <p:nvPr/>
        </p:nvSpPr>
        <p:spPr>
          <a:xfrm>
            <a:off x="8140700" y="40386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32" name="Shape 726"/>
          <p:cNvSpPr/>
          <p:nvPr/>
        </p:nvSpPr>
        <p:spPr>
          <a:xfrm>
            <a:off x="8382000" y="40386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33" name="Text 727"/>
          <p:cNvSpPr/>
          <p:nvPr/>
        </p:nvSpPr>
        <p:spPr>
          <a:xfrm>
            <a:off x="8013700" y="40513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734" name="Shape 728"/>
          <p:cNvSpPr/>
          <p:nvPr/>
        </p:nvSpPr>
        <p:spPr>
          <a:xfrm>
            <a:off x="7277100" y="43434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735" name="Text 729"/>
          <p:cNvSpPr/>
          <p:nvPr/>
        </p:nvSpPr>
        <p:spPr>
          <a:xfrm>
            <a:off x="7277100" y="43434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736" name="Text 730"/>
          <p:cNvSpPr/>
          <p:nvPr/>
        </p:nvSpPr>
        <p:spPr>
          <a:xfrm>
            <a:off x="6781800" y="43434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737" name="Shape 731"/>
          <p:cNvSpPr/>
          <p:nvPr/>
        </p:nvSpPr>
        <p:spPr>
          <a:xfrm>
            <a:off x="6972300" y="43815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38" name="Shape 732"/>
          <p:cNvSpPr/>
          <p:nvPr/>
        </p:nvSpPr>
        <p:spPr>
          <a:xfrm>
            <a:off x="7061200" y="43815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39" name="Shape 733"/>
          <p:cNvSpPr/>
          <p:nvPr/>
        </p:nvSpPr>
        <p:spPr>
          <a:xfrm>
            <a:off x="7150100" y="43815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40" name="Shape 734"/>
          <p:cNvSpPr/>
          <p:nvPr/>
        </p:nvSpPr>
        <p:spPr>
          <a:xfrm>
            <a:off x="7778750" y="43878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741" name="Shape 735"/>
          <p:cNvSpPr/>
          <p:nvPr/>
        </p:nvSpPr>
        <p:spPr>
          <a:xfrm>
            <a:off x="7785100" y="43942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42" name="Shape 736"/>
          <p:cNvSpPr/>
          <p:nvPr/>
        </p:nvSpPr>
        <p:spPr>
          <a:xfrm>
            <a:off x="8013700" y="43942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43" name="Shape 737"/>
          <p:cNvSpPr/>
          <p:nvPr/>
        </p:nvSpPr>
        <p:spPr>
          <a:xfrm>
            <a:off x="8140700" y="43942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44" name="Shape 738"/>
          <p:cNvSpPr/>
          <p:nvPr/>
        </p:nvSpPr>
        <p:spPr>
          <a:xfrm>
            <a:off x="8382000" y="43942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45" name="Text 739"/>
          <p:cNvSpPr/>
          <p:nvPr/>
        </p:nvSpPr>
        <p:spPr>
          <a:xfrm>
            <a:off x="8013700" y="44069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746" name="Shape 740"/>
          <p:cNvSpPr/>
          <p:nvPr/>
        </p:nvSpPr>
        <p:spPr>
          <a:xfrm>
            <a:off x="7277100" y="4724400"/>
            <a:ext cx="431800" cy="304800"/>
          </a:xfrm>
          <a:prstGeom prst="rect">
            <a:avLst/>
          </a:prstGeom>
          <a:solidFill>
            <a:srgbClr val="A9CFDC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747" name="Text 741"/>
          <p:cNvSpPr/>
          <p:nvPr/>
        </p:nvSpPr>
        <p:spPr>
          <a:xfrm>
            <a:off x="7277100" y="47244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748" name="Text 742"/>
          <p:cNvSpPr/>
          <p:nvPr/>
        </p:nvSpPr>
        <p:spPr>
          <a:xfrm>
            <a:off x="6781800" y="47117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749" name="Shape 743"/>
          <p:cNvSpPr/>
          <p:nvPr/>
        </p:nvSpPr>
        <p:spPr>
          <a:xfrm>
            <a:off x="6972300" y="4749800"/>
            <a:ext cx="88900" cy="127000"/>
          </a:xfrm>
          <a:prstGeom prst="rect">
            <a:avLst/>
          </a:prstGeom>
          <a:solidFill>
            <a:srgbClr val="FCFED0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50" name="Shape 744"/>
          <p:cNvSpPr/>
          <p:nvPr/>
        </p:nvSpPr>
        <p:spPr>
          <a:xfrm>
            <a:off x="7061200" y="4749800"/>
            <a:ext cx="88900" cy="127000"/>
          </a:xfrm>
          <a:prstGeom prst="rect">
            <a:avLst/>
          </a:prstGeom>
          <a:solidFill>
            <a:srgbClr val="F8DDEF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51" name="Shape 745"/>
          <p:cNvSpPr/>
          <p:nvPr/>
        </p:nvSpPr>
        <p:spPr>
          <a:xfrm>
            <a:off x="7150100" y="4749800"/>
            <a:ext cx="88900" cy="127000"/>
          </a:xfrm>
          <a:prstGeom prst="rect">
            <a:avLst/>
          </a:prstGeom>
          <a:solidFill>
            <a:srgbClr val="E4E6F5"/>
          </a:solidFill>
          <a:ln w="5080">
            <a:solidFill>
              <a:srgbClr val="9B9B8A"/>
            </a:solidFill>
            <a:prstDash val="solid"/>
          </a:ln>
        </p:spPr>
      </p:sp>
      <p:sp>
        <p:nvSpPr>
          <p:cNvPr id="752" name="Shape 746"/>
          <p:cNvSpPr/>
          <p:nvPr/>
        </p:nvSpPr>
        <p:spPr>
          <a:xfrm>
            <a:off x="7778750" y="4756150"/>
            <a:ext cx="723900" cy="254000"/>
          </a:xfrm>
          <a:prstGeom prst="rect">
            <a:avLst/>
          </a:prstGeom>
          <a:ln w="5080">
            <a:solidFill>
              <a:srgbClr val="A65B4F"/>
            </a:solidFill>
            <a:prstDash val="solid"/>
          </a:ln>
        </p:spPr>
      </p:sp>
      <p:sp>
        <p:nvSpPr>
          <p:cNvPr id="753" name="Shape 747"/>
          <p:cNvSpPr/>
          <p:nvPr/>
        </p:nvSpPr>
        <p:spPr>
          <a:xfrm>
            <a:off x="7785100" y="4762500"/>
            <a:ext cx="228600" cy="241300"/>
          </a:xfrm>
          <a:prstGeom prst="rect">
            <a:avLst/>
          </a:prstGeom>
          <a:solidFill>
            <a:srgbClr val="E8F1C6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54" name="Shape 748"/>
          <p:cNvSpPr/>
          <p:nvPr/>
        </p:nvSpPr>
        <p:spPr>
          <a:xfrm>
            <a:off x="8013700" y="4762500"/>
            <a:ext cx="127000" cy="241300"/>
          </a:xfrm>
          <a:prstGeom prst="rect">
            <a:avLst/>
          </a:prstGeom>
          <a:solidFill>
            <a:srgbClr val="FFFFFF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55" name="Shape 749"/>
          <p:cNvSpPr/>
          <p:nvPr/>
        </p:nvSpPr>
        <p:spPr>
          <a:xfrm>
            <a:off x="8140700" y="4762500"/>
            <a:ext cx="241300" cy="241300"/>
          </a:xfrm>
          <a:prstGeom prst="rect">
            <a:avLst/>
          </a:prstGeom>
          <a:solidFill>
            <a:srgbClr val="E2E0EE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56" name="Shape 750"/>
          <p:cNvSpPr/>
          <p:nvPr/>
        </p:nvSpPr>
        <p:spPr>
          <a:xfrm>
            <a:off x="8382000" y="4762500"/>
            <a:ext cx="120650" cy="241300"/>
          </a:xfrm>
          <a:prstGeom prst="rect">
            <a:avLst/>
          </a:prstGeom>
          <a:solidFill>
            <a:srgbClr val="EBD9E8"/>
          </a:solidFill>
          <a:ln w="5080">
            <a:solidFill>
              <a:srgbClr val="AEB098"/>
            </a:solidFill>
            <a:prstDash val="solid"/>
          </a:ln>
        </p:spPr>
      </p:sp>
      <p:sp>
        <p:nvSpPr>
          <p:cNvPr id="757" name="Text 751"/>
          <p:cNvSpPr/>
          <p:nvPr/>
        </p:nvSpPr>
        <p:spPr>
          <a:xfrm>
            <a:off x="8013700" y="47752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758" name="Shape 752"/>
          <p:cNvSpPr/>
          <p:nvPr/>
        </p:nvSpPr>
        <p:spPr>
          <a:xfrm>
            <a:off x="5715000" y="372745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759" name="Shape 753"/>
          <p:cNvSpPr/>
          <p:nvPr/>
        </p:nvSpPr>
        <p:spPr>
          <a:xfrm>
            <a:off x="5746750" y="37592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60" name="Shape 754"/>
          <p:cNvSpPr/>
          <p:nvPr/>
        </p:nvSpPr>
        <p:spPr>
          <a:xfrm flipV="1">
            <a:off x="5746750" y="37592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61" name="Shape 755"/>
          <p:cNvSpPr/>
          <p:nvPr/>
        </p:nvSpPr>
        <p:spPr>
          <a:xfrm>
            <a:off x="5746750" y="379730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62" name="Shape 756"/>
          <p:cNvSpPr/>
          <p:nvPr/>
        </p:nvSpPr>
        <p:spPr>
          <a:xfrm>
            <a:off x="5981700" y="408940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763" name="Shape 757"/>
          <p:cNvSpPr/>
          <p:nvPr/>
        </p:nvSpPr>
        <p:spPr>
          <a:xfrm>
            <a:off x="6013450" y="41211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64" name="Shape 758"/>
          <p:cNvSpPr/>
          <p:nvPr/>
        </p:nvSpPr>
        <p:spPr>
          <a:xfrm flipV="1">
            <a:off x="6013450" y="41211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65" name="Shape 759"/>
          <p:cNvSpPr/>
          <p:nvPr/>
        </p:nvSpPr>
        <p:spPr>
          <a:xfrm>
            <a:off x="6013450" y="415925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66" name="Shape 760"/>
          <p:cNvSpPr/>
          <p:nvPr/>
        </p:nvSpPr>
        <p:spPr>
          <a:xfrm>
            <a:off x="6235700" y="443230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767" name="Shape 761"/>
          <p:cNvSpPr/>
          <p:nvPr/>
        </p:nvSpPr>
        <p:spPr>
          <a:xfrm>
            <a:off x="6267450" y="44640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68" name="Shape 762"/>
          <p:cNvSpPr/>
          <p:nvPr/>
        </p:nvSpPr>
        <p:spPr>
          <a:xfrm flipV="1">
            <a:off x="6267450" y="446405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69" name="Shape 763"/>
          <p:cNvSpPr/>
          <p:nvPr/>
        </p:nvSpPr>
        <p:spPr>
          <a:xfrm>
            <a:off x="6267450" y="450215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70" name="Shape 764"/>
          <p:cNvSpPr/>
          <p:nvPr/>
        </p:nvSpPr>
        <p:spPr>
          <a:xfrm>
            <a:off x="6521450" y="4819650"/>
            <a:ext cx="139700" cy="13970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771" name="Shape 765"/>
          <p:cNvSpPr/>
          <p:nvPr/>
        </p:nvSpPr>
        <p:spPr>
          <a:xfrm>
            <a:off x="6553200" y="48514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72" name="Shape 766"/>
          <p:cNvSpPr/>
          <p:nvPr/>
        </p:nvSpPr>
        <p:spPr>
          <a:xfrm flipV="1">
            <a:off x="6553200" y="4851400"/>
            <a:ext cx="76200" cy="762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73" name="Shape 767"/>
          <p:cNvSpPr/>
          <p:nvPr/>
        </p:nvSpPr>
        <p:spPr>
          <a:xfrm>
            <a:off x="6553200" y="4889500"/>
            <a:ext cx="762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74" name="Shape 768"/>
          <p:cNvSpPr/>
          <p:nvPr/>
        </p:nvSpPr>
        <p:spPr>
          <a:xfrm>
            <a:off x="3759200" y="5143500"/>
            <a:ext cx="0" cy="1143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775" name="Shape 769"/>
          <p:cNvSpPr/>
          <p:nvPr/>
        </p:nvSpPr>
        <p:spPr>
          <a:xfrm>
            <a:off x="3810000" y="5245100"/>
            <a:ext cx="266700" cy="114300"/>
          </a:xfrm>
          <a:prstGeom prst="rect">
            <a:avLst/>
          </a:prstGeom>
          <a:solidFill>
            <a:srgbClr val="F7E8B8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76" name="Shape 770"/>
          <p:cNvSpPr/>
          <p:nvPr/>
        </p:nvSpPr>
        <p:spPr>
          <a:xfrm>
            <a:off x="3556000" y="5359400"/>
            <a:ext cx="381000" cy="29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77" name="Text 771"/>
          <p:cNvSpPr/>
          <p:nvPr/>
        </p:nvSpPr>
        <p:spPr>
          <a:xfrm>
            <a:off x="3556000" y="5359400"/>
            <a:ext cx="381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0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700" dirty="0"/>
          </a:p>
        </p:txBody>
      </p:sp>
      <p:sp>
        <p:nvSpPr>
          <p:cNvPr id="778" name="Text 772"/>
          <p:cNvSpPr/>
          <p:nvPr/>
        </p:nvSpPr>
        <p:spPr>
          <a:xfrm>
            <a:off x="3543300" y="52451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779" name="Shape 773"/>
          <p:cNvSpPr/>
          <p:nvPr/>
        </p:nvSpPr>
        <p:spPr>
          <a:xfrm>
            <a:off x="3365500" y="5765800"/>
            <a:ext cx="2717800" cy="381000"/>
          </a:xfrm>
          <a:prstGeom prst="roundRect">
            <a:avLst>
              <a:gd name="adj" fmla="val 12000"/>
            </a:avLst>
          </a:prstGeom>
          <a:solidFill>
            <a:srgbClr val="EAF6E1"/>
          </a:solidFill>
          <a:ln w="12700">
            <a:solidFill>
              <a:srgbClr val="00A651"/>
            </a:solidFill>
            <a:prstDash val="dash"/>
          </a:ln>
        </p:spPr>
      </p:sp>
      <p:sp>
        <p:nvSpPr>
          <p:cNvPr id="780" name="Shape 774"/>
          <p:cNvSpPr/>
          <p:nvPr/>
        </p:nvSpPr>
        <p:spPr>
          <a:xfrm>
            <a:off x="3390900" y="5803900"/>
            <a:ext cx="7366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781" name="Shape 775"/>
          <p:cNvSpPr/>
          <p:nvPr/>
        </p:nvSpPr>
        <p:spPr>
          <a:xfrm>
            <a:off x="3441700" y="5854700"/>
            <a:ext cx="584200" cy="2286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782" name="Shape 776"/>
          <p:cNvSpPr/>
          <p:nvPr/>
        </p:nvSpPr>
        <p:spPr>
          <a:xfrm>
            <a:off x="3556000" y="5854700"/>
            <a:ext cx="38100" cy="228600"/>
          </a:xfrm>
          <a:prstGeom prst="rect">
            <a:avLst/>
          </a:prstGeom>
          <a:solidFill>
            <a:srgbClr val="E8D8EE"/>
          </a:solidFill>
          <a:ln/>
        </p:spPr>
      </p:sp>
      <p:sp>
        <p:nvSpPr>
          <p:cNvPr id="783" name="Shape 777"/>
          <p:cNvSpPr/>
          <p:nvPr/>
        </p:nvSpPr>
        <p:spPr>
          <a:xfrm>
            <a:off x="3873500" y="5854700"/>
            <a:ext cx="38100" cy="228600"/>
          </a:xfrm>
          <a:prstGeom prst="rect">
            <a:avLst/>
          </a:prstGeom>
          <a:solidFill>
            <a:srgbClr val="E8D8EE"/>
          </a:solidFill>
          <a:ln/>
        </p:spPr>
      </p:sp>
      <p:sp>
        <p:nvSpPr>
          <p:cNvPr id="784" name="Shape 778"/>
          <p:cNvSpPr/>
          <p:nvPr/>
        </p:nvSpPr>
        <p:spPr>
          <a:xfrm>
            <a:off x="3473450" y="5905500"/>
            <a:ext cx="0" cy="12700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785" name="Text 779"/>
          <p:cNvSpPr/>
          <p:nvPr/>
        </p:nvSpPr>
        <p:spPr>
          <a:xfrm>
            <a:off x="3606800" y="584200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86" name="Shape 780"/>
          <p:cNvSpPr/>
          <p:nvPr/>
        </p:nvSpPr>
        <p:spPr>
          <a:xfrm>
            <a:off x="4178300" y="58039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787" name="Shape 781"/>
          <p:cNvSpPr/>
          <p:nvPr/>
        </p:nvSpPr>
        <p:spPr>
          <a:xfrm>
            <a:off x="4241800" y="58674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788" name="Shape 782"/>
          <p:cNvSpPr/>
          <p:nvPr/>
        </p:nvSpPr>
        <p:spPr>
          <a:xfrm>
            <a:off x="4318000" y="58674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789" name="Shape 783"/>
          <p:cNvSpPr/>
          <p:nvPr/>
        </p:nvSpPr>
        <p:spPr>
          <a:xfrm>
            <a:off x="4483100" y="58674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790" name="Shape 784"/>
          <p:cNvSpPr/>
          <p:nvPr/>
        </p:nvSpPr>
        <p:spPr>
          <a:xfrm>
            <a:off x="4559300" y="58674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791" name="Text 785"/>
          <p:cNvSpPr/>
          <p:nvPr/>
        </p:nvSpPr>
        <p:spPr>
          <a:xfrm>
            <a:off x="4279900" y="58293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792" name="Shape 786"/>
          <p:cNvSpPr/>
          <p:nvPr/>
        </p:nvSpPr>
        <p:spPr>
          <a:xfrm>
            <a:off x="4787900" y="58039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793" name="Shape 787"/>
          <p:cNvSpPr/>
          <p:nvPr/>
        </p:nvSpPr>
        <p:spPr>
          <a:xfrm>
            <a:off x="4851400" y="58674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794" name="Shape 788"/>
          <p:cNvSpPr/>
          <p:nvPr/>
        </p:nvSpPr>
        <p:spPr>
          <a:xfrm>
            <a:off x="4927600" y="58674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795" name="Shape 789"/>
          <p:cNvSpPr/>
          <p:nvPr/>
        </p:nvSpPr>
        <p:spPr>
          <a:xfrm>
            <a:off x="5092700" y="58674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796" name="Shape 790"/>
          <p:cNvSpPr/>
          <p:nvPr/>
        </p:nvSpPr>
        <p:spPr>
          <a:xfrm>
            <a:off x="5168900" y="58674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797" name="Text 791"/>
          <p:cNvSpPr/>
          <p:nvPr/>
        </p:nvSpPr>
        <p:spPr>
          <a:xfrm>
            <a:off x="4889500" y="58293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798" name="Shape 792"/>
          <p:cNvSpPr/>
          <p:nvPr/>
        </p:nvSpPr>
        <p:spPr>
          <a:xfrm>
            <a:off x="5397500" y="5803900"/>
            <a:ext cx="558800" cy="304800"/>
          </a:xfrm>
          <a:prstGeom prst="rect">
            <a:avLst/>
          </a:prstGeom>
          <a:solidFill>
            <a:srgbClr val="EAF6E1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799" name="Shape 793"/>
          <p:cNvSpPr/>
          <p:nvPr/>
        </p:nvSpPr>
        <p:spPr>
          <a:xfrm>
            <a:off x="5461000" y="58674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800" name="Shape 794"/>
          <p:cNvSpPr/>
          <p:nvPr/>
        </p:nvSpPr>
        <p:spPr>
          <a:xfrm>
            <a:off x="5537200" y="58674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801" name="Shape 795"/>
          <p:cNvSpPr/>
          <p:nvPr/>
        </p:nvSpPr>
        <p:spPr>
          <a:xfrm>
            <a:off x="5702300" y="5867400"/>
            <a:ext cx="31750" cy="203200"/>
          </a:xfrm>
          <a:prstGeom prst="rect">
            <a:avLst/>
          </a:prstGeom>
          <a:solidFill>
            <a:srgbClr val="DCC8E8"/>
          </a:solidFill>
          <a:ln/>
        </p:spPr>
      </p:sp>
      <p:sp>
        <p:nvSpPr>
          <p:cNvPr id="802" name="Shape 796"/>
          <p:cNvSpPr/>
          <p:nvPr/>
        </p:nvSpPr>
        <p:spPr>
          <a:xfrm>
            <a:off x="5778500" y="5867400"/>
            <a:ext cx="31750" cy="203200"/>
          </a:xfrm>
          <a:prstGeom prst="rect">
            <a:avLst/>
          </a:prstGeom>
          <a:solidFill>
            <a:srgbClr val="F2C6DE"/>
          </a:solidFill>
          <a:ln/>
        </p:spPr>
      </p:sp>
      <p:sp>
        <p:nvSpPr>
          <p:cNvPr id="803" name="Text 797"/>
          <p:cNvSpPr/>
          <p:nvPr/>
        </p:nvSpPr>
        <p:spPr>
          <a:xfrm>
            <a:off x="5499100" y="58293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804" name="Shape 798"/>
          <p:cNvSpPr/>
          <p:nvPr/>
        </p:nvSpPr>
        <p:spPr>
          <a:xfrm>
            <a:off x="6178550" y="2197100"/>
            <a:ext cx="114300" cy="64008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805" name="Shape 799"/>
          <p:cNvSpPr/>
          <p:nvPr/>
        </p:nvSpPr>
        <p:spPr>
          <a:xfrm>
            <a:off x="6204267" y="2254758"/>
            <a:ext cx="62865" cy="17094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06" name="Shape 800"/>
          <p:cNvSpPr/>
          <p:nvPr/>
        </p:nvSpPr>
        <p:spPr>
          <a:xfrm>
            <a:off x="5753100" y="2451100"/>
            <a:ext cx="965200" cy="215900"/>
          </a:xfrm>
          <a:prstGeom prst="roundRect">
            <a:avLst>
              <a:gd name="adj" fmla="val 21176"/>
            </a:avLst>
          </a:prstGeom>
          <a:ln w="12700">
            <a:solidFill>
              <a:srgbClr val="00A651"/>
            </a:solidFill>
            <a:prstDash val="dash"/>
          </a:ln>
        </p:spPr>
      </p:sp>
      <p:sp>
        <p:nvSpPr>
          <p:cNvPr id="807" name="Shape 801"/>
          <p:cNvSpPr/>
          <p:nvPr/>
        </p:nvSpPr>
        <p:spPr>
          <a:xfrm>
            <a:off x="5791200" y="24765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08" name="Text 802"/>
          <p:cNvSpPr/>
          <p:nvPr/>
        </p:nvSpPr>
        <p:spPr>
          <a:xfrm>
            <a:off x="5791200" y="24765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09" name="Shape 803"/>
          <p:cNvSpPr/>
          <p:nvPr/>
        </p:nvSpPr>
        <p:spPr>
          <a:xfrm>
            <a:off x="6013450" y="24765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10" name="Text 804"/>
          <p:cNvSpPr/>
          <p:nvPr/>
        </p:nvSpPr>
        <p:spPr>
          <a:xfrm>
            <a:off x="6013450" y="24765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11" name="Shape 805"/>
          <p:cNvSpPr/>
          <p:nvPr/>
        </p:nvSpPr>
        <p:spPr>
          <a:xfrm>
            <a:off x="6235700" y="24765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12" name="Text 806"/>
          <p:cNvSpPr/>
          <p:nvPr/>
        </p:nvSpPr>
        <p:spPr>
          <a:xfrm>
            <a:off x="6235700" y="24765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13" name="Shape 807"/>
          <p:cNvSpPr/>
          <p:nvPr/>
        </p:nvSpPr>
        <p:spPr>
          <a:xfrm>
            <a:off x="6457950" y="24765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14" name="Text 808"/>
          <p:cNvSpPr/>
          <p:nvPr/>
        </p:nvSpPr>
        <p:spPr>
          <a:xfrm>
            <a:off x="6457950" y="24765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15" name="Shape 809"/>
          <p:cNvSpPr/>
          <p:nvPr/>
        </p:nvSpPr>
        <p:spPr>
          <a:xfrm flipV="1">
            <a:off x="6235700" y="2679700"/>
            <a:ext cx="0" cy="1905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16" name="Text 810"/>
          <p:cNvSpPr/>
          <p:nvPr/>
        </p:nvSpPr>
        <p:spPr>
          <a:xfrm>
            <a:off x="6019800" y="1790700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0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20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17" name="Shape 811"/>
          <p:cNvSpPr/>
          <p:nvPr/>
        </p:nvSpPr>
        <p:spPr>
          <a:xfrm>
            <a:off x="7105650" y="1854200"/>
            <a:ext cx="114300" cy="64008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818" name="Shape 812"/>
          <p:cNvSpPr/>
          <p:nvPr/>
        </p:nvSpPr>
        <p:spPr>
          <a:xfrm>
            <a:off x="7131368" y="1911858"/>
            <a:ext cx="62865" cy="17094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19" name="Shape 813"/>
          <p:cNvSpPr/>
          <p:nvPr/>
        </p:nvSpPr>
        <p:spPr>
          <a:xfrm>
            <a:off x="6680200" y="2108200"/>
            <a:ext cx="965200" cy="215900"/>
          </a:xfrm>
          <a:prstGeom prst="roundRect">
            <a:avLst>
              <a:gd name="adj" fmla="val 21176"/>
            </a:avLst>
          </a:prstGeom>
          <a:ln w="12700">
            <a:solidFill>
              <a:srgbClr val="00A651"/>
            </a:solidFill>
            <a:prstDash val="dash"/>
          </a:ln>
        </p:spPr>
      </p:sp>
      <p:sp>
        <p:nvSpPr>
          <p:cNvPr id="820" name="Shape 814"/>
          <p:cNvSpPr/>
          <p:nvPr/>
        </p:nvSpPr>
        <p:spPr>
          <a:xfrm>
            <a:off x="6718300" y="21336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21" name="Text 815"/>
          <p:cNvSpPr/>
          <p:nvPr/>
        </p:nvSpPr>
        <p:spPr>
          <a:xfrm>
            <a:off x="6718300" y="21336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22" name="Shape 816"/>
          <p:cNvSpPr/>
          <p:nvPr/>
        </p:nvSpPr>
        <p:spPr>
          <a:xfrm>
            <a:off x="6940550" y="21336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23" name="Text 817"/>
          <p:cNvSpPr/>
          <p:nvPr/>
        </p:nvSpPr>
        <p:spPr>
          <a:xfrm>
            <a:off x="6940550" y="21336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24" name="Shape 818"/>
          <p:cNvSpPr/>
          <p:nvPr/>
        </p:nvSpPr>
        <p:spPr>
          <a:xfrm>
            <a:off x="7162800" y="21336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25" name="Text 819"/>
          <p:cNvSpPr/>
          <p:nvPr/>
        </p:nvSpPr>
        <p:spPr>
          <a:xfrm>
            <a:off x="7162800" y="21336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26" name="Shape 820"/>
          <p:cNvSpPr/>
          <p:nvPr/>
        </p:nvSpPr>
        <p:spPr>
          <a:xfrm>
            <a:off x="7385050" y="21336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27" name="Text 821"/>
          <p:cNvSpPr/>
          <p:nvPr/>
        </p:nvSpPr>
        <p:spPr>
          <a:xfrm>
            <a:off x="7385050" y="21336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28" name="Shape 822"/>
          <p:cNvSpPr/>
          <p:nvPr/>
        </p:nvSpPr>
        <p:spPr>
          <a:xfrm flipV="1">
            <a:off x="7162800" y="2336800"/>
            <a:ext cx="0" cy="1905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29" name="Text 823"/>
          <p:cNvSpPr/>
          <p:nvPr/>
        </p:nvSpPr>
        <p:spPr>
          <a:xfrm>
            <a:off x="7061200" y="1587500"/>
            <a:ext cx="254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0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20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30" name="Shape 824"/>
          <p:cNvSpPr/>
          <p:nvPr/>
        </p:nvSpPr>
        <p:spPr>
          <a:xfrm>
            <a:off x="8032750" y="1511300"/>
            <a:ext cx="114300" cy="64008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831" name="Shape 825"/>
          <p:cNvSpPr/>
          <p:nvPr/>
        </p:nvSpPr>
        <p:spPr>
          <a:xfrm>
            <a:off x="8058468" y="1568958"/>
            <a:ext cx="62865" cy="17094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32" name="Shape 826"/>
          <p:cNvSpPr/>
          <p:nvPr/>
        </p:nvSpPr>
        <p:spPr>
          <a:xfrm>
            <a:off x="7607300" y="1765300"/>
            <a:ext cx="965200" cy="215900"/>
          </a:xfrm>
          <a:prstGeom prst="roundRect">
            <a:avLst>
              <a:gd name="adj" fmla="val 21176"/>
            </a:avLst>
          </a:prstGeom>
          <a:ln w="12700">
            <a:solidFill>
              <a:srgbClr val="00A651"/>
            </a:solidFill>
            <a:prstDash val="dash"/>
          </a:ln>
        </p:spPr>
      </p:sp>
      <p:sp>
        <p:nvSpPr>
          <p:cNvPr id="833" name="Shape 827"/>
          <p:cNvSpPr/>
          <p:nvPr/>
        </p:nvSpPr>
        <p:spPr>
          <a:xfrm>
            <a:off x="7645400" y="17907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34" name="Text 828"/>
          <p:cNvSpPr/>
          <p:nvPr/>
        </p:nvSpPr>
        <p:spPr>
          <a:xfrm>
            <a:off x="7645400" y="17907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35" name="Shape 829"/>
          <p:cNvSpPr/>
          <p:nvPr/>
        </p:nvSpPr>
        <p:spPr>
          <a:xfrm>
            <a:off x="7867650" y="17907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36" name="Text 830"/>
          <p:cNvSpPr/>
          <p:nvPr/>
        </p:nvSpPr>
        <p:spPr>
          <a:xfrm>
            <a:off x="7867650" y="17907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37" name="Shape 831"/>
          <p:cNvSpPr/>
          <p:nvPr/>
        </p:nvSpPr>
        <p:spPr>
          <a:xfrm>
            <a:off x="8089900" y="17907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38" name="Text 832"/>
          <p:cNvSpPr/>
          <p:nvPr/>
        </p:nvSpPr>
        <p:spPr>
          <a:xfrm>
            <a:off x="8089900" y="17907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39" name="Shape 833"/>
          <p:cNvSpPr/>
          <p:nvPr/>
        </p:nvSpPr>
        <p:spPr>
          <a:xfrm>
            <a:off x="8312150" y="17907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40" name="Text 834"/>
          <p:cNvSpPr/>
          <p:nvPr/>
        </p:nvSpPr>
        <p:spPr>
          <a:xfrm>
            <a:off x="8312150" y="17907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41" name="Shape 835"/>
          <p:cNvSpPr/>
          <p:nvPr/>
        </p:nvSpPr>
        <p:spPr>
          <a:xfrm flipV="1">
            <a:off x="8089900" y="1993900"/>
            <a:ext cx="0" cy="1905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42" name="Text 836"/>
          <p:cNvSpPr/>
          <p:nvPr/>
        </p:nvSpPr>
        <p:spPr>
          <a:xfrm>
            <a:off x="8026400" y="1270000"/>
            <a:ext cx="266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0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20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43" name="Shape 837"/>
          <p:cNvSpPr/>
          <p:nvPr/>
        </p:nvSpPr>
        <p:spPr>
          <a:xfrm>
            <a:off x="8959850" y="1168400"/>
            <a:ext cx="114300" cy="64008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844" name="Shape 838"/>
          <p:cNvSpPr/>
          <p:nvPr/>
        </p:nvSpPr>
        <p:spPr>
          <a:xfrm>
            <a:off x="8985567" y="1226058"/>
            <a:ext cx="62865" cy="17094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45" name="Shape 839"/>
          <p:cNvSpPr/>
          <p:nvPr/>
        </p:nvSpPr>
        <p:spPr>
          <a:xfrm>
            <a:off x="8534400" y="1422400"/>
            <a:ext cx="965200" cy="215900"/>
          </a:xfrm>
          <a:prstGeom prst="roundRect">
            <a:avLst>
              <a:gd name="adj" fmla="val 21176"/>
            </a:avLst>
          </a:prstGeom>
          <a:ln w="12700">
            <a:solidFill>
              <a:srgbClr val="00A651"/>
            </a:solidFill>
            <a:prstDash val="dash"/>
          </a:ln>
        </p:spPr>
      </p:sp>
      <p:sp>
        <p:nvSpPr>
          <p:cNvPr id="846" name="Shape 840"/>
          <p:cNvSpPr/>
          <p:nvPr/>
        </p:nvSpPr>
        <p:spPr>
          <a:xfrm>
            <a:off x="8572500" y="14478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47" name="Text 841"/>
          <p:cNvSpPr/>
          <p:nvPr/>
        </p:nvSpPr>
        <p:spPr>
          <a:xfrm>
            <a:off x="8572500" y="14478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48" name="Shape 842"/>
          <p:cNvSpPr/>
          <p:nvPr/>
        </p:nvSpPr>
        <p:spPr>
          <a:xfrm>
            <a:off x="8794750" y="14478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49" name="Text 843"/>
          <p:cNvSpPr/>
          <p:nvPr/>
        </p:nvSpPr>
        <p:spPr>
          <a:xfrm>
            <a:off x="8794750" y="14478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50" name="Shape 844"/>
          <p:cNvSpPr/>
          <p:nvPr/>
        </p:nvSpPr>
        <p:spPr>
          <a:xfrm>
            <a:off x="9017000" y="14478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51" name="Text 845"/>
          <p:cNvSpPr/>
          <p:nvPr/>
        </p:nvSpPr>
        <p:spPr>
          <a:xfrm>
            <a:off x="9017000" y="14478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52" name="Shape 846"/>
          <p:cNvSpPr/>
          <p:nvPr/>
        </p:nvSpPr>
        <p:spPr>
          <a:xfrm>
            <a:off x="9239250" y="1447800"/>
            <a:ext cx="196850" cy="165100"/>
          </a:xfrm>
          <a:prstGeom prst="rect">
            <a:avLst/>
          </a:prstGeom>
          <a:solidFill>
            <a:srgbClr val="E3EFE3"/>
          </a:solidFill>
          <a:ln w="6350">
            <a:solidFill>
              <a:srgbClr val="AEB098"/>
            </a:solidFill>
            <a:prstDash val="solid"/>
          </a:ln>
        </p:spPr>
      </p:sp>
      <p:sp>
        <p:nvSpPr>
          <p:cNvPr id="853" name="Text 847"/>
          <p:cNvSpPr/>
          <p:nvPr/>
        </p:nvSpPr>
        <p:spPr>
          <a:xfrm>
            <a:off x="9239250" y="1447800"/>
            <a:ext cx="1968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750" dirty="0"/>
          </a:p>
        </p:txBody>
      </p:sp>
      <p:sp>
        <p:nvSpPr>
          <p:cNvPr id="854" name="Shape 848"/>
          <p:cNvSpPr/>
          <p:nvPr/>
        </p:nvSpPr>
        <p:spPr>
          <a:xfrm flipV="1">
            <a:off x="9017000" y="1651000"/>
            <a:ext cx="0" cy="1905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55" name="Text 849"/>
          <p:cNvSpPr/>
          <p:nvPr/>
        </p:nvSpPr>
        <p:spPr>
          <a:xfrm>
            <a:off x="8902700" y="9906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0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20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856" name="Shape 850"/>
          <p:cNvSpPr/>
          <p:nvPr/>
        </p:nvSpPr>
        <p:spPr>
          <a:xfrm flipH="1" flipV="1">
            <a:off x="2730500" y="5867400"/>
            <a:ext cx="609600" cy="1270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</a:ln>
        </p:spPr>
      </p:sp>
      <p:sp>
        <p:nvSpPr>
          <p:cNvPr id="857" name="Shape 851"/>
          <p:cNvSpPr/>
          <p:nvPr/>
        </p:nvSpPr>
        <p:spPr>
          <a:xfrm flipH="1" flipV="1">
            <a:off x="2184400" y="5588000"/>
            <a:ext cx="546100" cy="2794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</a:ln>
        </p:spPr>
      </p:sp>
      <p:sp>
        <p:nvSpPr>
          <p:cNvPr id="858" name="Shape 852"/>
          <p:cNvSpPr/>
          <p:nvPr/>
        </p:nvSpPr>
        <p:spPr>
          <a:xfrm flipH="1" flipV="1">
            <a:off x="2006600" y="5207000"/>
            <a:ext cx="177800" cy="3810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  <a:tailEnd type="triangle"/>
          </a:ln>
        </p:spPr>
      </p:sp>
      <p:sp>
        <p:nvSpPr>
          <p:cNvPr id="859" name="Shape 853"/>
          <p:cNvSpPr/>
          <p:nvPr/>
        </p:nvSpPr>
        <p:spPr>
          <a:xfrm flipV="1">
            <a:off x="3454400" y="5943600"/>
            <a:ext cx="2514600" cy="1016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</a:ln>
        </p:spPr>
      </p:sp>
      <p:sp>
        <p:nvSpPr>
          <p:cNvPr id="860" name="Shape 854"/>
          <p:cNvSpPr/>
          <p:nvPr/>
        </p:nvSpPr>
        <p:spPr>
          <a:xfrm>
            <a:off x="5969000" y="5943600"/>
            <a:ext cx="2159000" cy="3048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</a:ln>
        </p:spPr>
      </p:sp>
      <p:sp>
        <p:nvSpPr>
          <p:cNvPr id="861" name="Shape 855"/>
          <p:cNvSpPr/>
          <p:nvPr/>
        </p:nvSpPr>
        <p:spPr>
          <a:xfrm flipV="1">
            <a:off x="8128000" y="6096000"/>
            <a:ext cx="2032000" cy="1524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</a:ln>
        </p:spPr>
      </p:sp>
      <p:sp>
        <p:nvSpPr>
          <p:cNvPr id="862" name="Shape 856"/>
          <p:cNvSpPr/>
          <p:nvPr/>
        </p:nvSpPr>
        <p:spPr>
          <a:xfrm flipV="1">
            <a:off x="10160000" y="5334000"/>
            <a:ext cx="1016000" cy="7620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</a:ln>
        </p:spPr>
      </p:sp>
      <p:sp>
        <p:nvSpPr>
          <p:cNvPr id="863" name="Shape 857"/>
          <p:cNvSpPr/>
          <p:nvPr/>
        </p:nvSpPr>
        <p:spPr>
          <a:xfrm flipH="1" flipV="1">
            <a:off x="11074400" y="4318000"/>
            <a:ext cx="101600" cy="10160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</a:ln>
        </p:spPr>
      </p:sp>
      <p:sp>
        <p:nvSpPr>
          <p:cNvPr id="864" name="Shape 858"/>
          <p:cNvSpPr/>
          <p:nvPr/>
        </p:nvSpPr>
        <p:spPr>
          <a:xfrm flipV="1">
            <a:off x="8140700" y="5168900"/>
            <a:ext cx="0" cy="2921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  <a:tailEnd type="triangle"/>
          </a:ln>
        </p:spPr>
      </p:sp>
      <p:sp>
        <p:nvSpPr>
          <p:cNvPr id="865" name="Shape 859"/>
          <p:cNvSpPr/>
          <p:nvPr/>
        </p:nvSpPr>
        <p:spPr>
          <a:xfrm flipV="1">
            <a:off x="9055100" y="4826000"/>
            <a:ext cx="0" cy="2540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  <a:tailEnd type="triangle"/>
          </a:ln>
        </p:spPr>
      </p:sp>
      <p:sp>
        <p:nvSpPr>
          <p:cNvPr id="866" name="Shape 860"/>
          <p:cNvSpPr/>
          <p:nvPr/>
        </p:nvSpPr>
        <p:spPr>
          <a:xfrm flipV="1">
            <a:off x="10007600" y="4470400"/>
            <a:ext cx="0" cy="2286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  <a:tailEnd type="triangle"/>
          </a:ln>
        </p:spPr>
      </p:sp>
      <p:sp>
        <p:nvSpPr>
          <p:cNvPr id="867" name="Shape 861"/>
          <p:cNvSpPr/>
          <p:nvPr/>
        </p:nvSpPr>
        <p:spPr>
          <a:xfrm flipV="1">
            <a:off x="10922000" y="4127500"/>
            <a:ext cx="0" cy="190500"/>
          </a:xfrm>
          <a:prstGeom prst="line">
            <a:avLst/>
          </a:prstGeom>
          <a:noFill/>
          <a:ln w="12700">
            <a:solidFill>
              <a:srgbClr val="A5D6A7"/>
            </a:solidFill>
            <a:prstDash val="dash"/>
            <a:tailEnd type="triangle"/>
          </a:ln>
        </p:spPr>
      </p:sp>
      <p:sp>
        <p:nvSpPr>
          <p:cNvPr id="868" name="Shape 862"/>
          <p:cNvSpPr/>
          <p:nvPr/>
        </p:nvSpPr>
        <p:spPr>
          <a:xfrm>
            <a:off x="3797300" y="6223000"/>
            <a:ext cx="139700" cy="304800"/>
          </a:xfrm>
          <a:prstGeom prst="upArrow">
            <a:avLst/>
          </a:prstGeom>
          <a:solidFill>
            <a:srgbClr val="C00000"/>
          </a:solidFill>
          <a:ln/>
        </p:spPr>
      </p:sp>
      <p:sp>
        <p:nvSpPr>
          <p:cNvPr id="869" name="Text 863"/>
          <p:cNvSpPr/>
          <p:nvPr/>
        </p:nvSpPr>
        <p:spPr>
          <a:xfrm>
            <a:off x="3714750" y="6540500"/>
            <a:ext cx="304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70" name="Shape 864"/>
          <p:cNvSpPr/>
          <p:nvPr/>
        </p:nvSpPr>
        <p:spPr>
          <a:xfrm>
            <a:off x="4953000" y="6223000"/>
            <a:ext cx="101600" cy="3048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71" name="Text 865"/>
          <p:cNvSpPr/>
          <p:nvPr/>
        </p:nvSpPr>
        <p:spPr>
          <a:xfrm>
            <a:off x="4851400" y="6540500"/>
            <a:ext cx="304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72" name="Shape 866"/>
          <p:cNvSpPr/>
          <p:nvPr/>
        </p:nvSpPr>
        <p:spPr>
          <a:xfrm>
            <a:off x="6121400" y="6223000"/>
            <a:ext cx="101600" cy="3048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73" name="Text 867"/>
          <p:cNvSpPr/>
          <p:nvPr/>
        </p:nvSpPr>
        <p:spPr>
          <a:xfrm>
            <a:off x="6019800" y="6540500"/>
            <a:ext cx="304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74" name="Shape 868"/>
          <p:cNvSpPr/>
          <p:nvPr/>
        </p:nvSpPr>
        <p:spPr>
          <a:xfrm>
            <a:off x="7486650" y="6223000"/>
            <a:ext cx="101600" cy="3048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75" name="Text 869"/>
          <p:cNvSpPr/>
          <p:nvPr/>
        </p:nvSpPr>
        <p:spPr>
          <a:xfrm>
            <a:off x="7385050" y="6540500"/>
            <a:ext cx="304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876" name="Shape 870"/>
          <p:cNvSpPr/>
          <p:nvPr/>
        </p:nvSpPr>
        <p:spPr>
          <a:xfrm rot="-1308000">
            <a:off x="8794750" y="5899150"/>
            <a:ext cx="2489200" cy="2540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877" name="Text 871"/>
          <p:cNvSpPr/>
          <p:nvPr/>
        </p:nvSpPr>
        <p:spPr>
          <a:xfrm rot="-1308000">
            <a:off x="8794750" y="5899150"/>
            <a:ext cx="248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80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 Run In Parallel ***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2026-10-12T05:55:25Z</dcterms:created>
  <dcterms:modified xsi:type="dcterms:W3CDTF">2026-10-12T05:55:25Z</dcterms:modified>
</cp:coreProperties>
</file>