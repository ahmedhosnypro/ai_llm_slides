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46100"/>
            <a:ext cx="944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31800" y="2667000"/>
            <a:ext cx="2133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6600" y="3403600"/>
            <a:ext cx="1676400" cy="279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4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11400" y="3416300"/>
            <a:ext cx="101600" cy="10160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9" name="Shape 7"/>
          <p:cNvSpPr/>
          <p:nvPr/>
        </p:nvSpPr>
        <p:spPr>
          <a:xfrm>
            <a:off x="2311400" y="6096000"/>
            <a:ext cx="101600" cy="10160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0" name="Shape 8"/>
          <p:cNvSpPr/>
          <p:nvPr/>
        </p:nvSpPr>
        <p:spPr>
          <a:xfrm>
            <a:off x="1333500" y="3759200"/>
            <a:ext cx="863600" cy="203200"/>
          </a:xfrm>
          <a:prstGeom prst="rect">
            <a:avLst/>
          </a:prstGeom>
          <a:solidFill>
            <a:srgbClr val="C5CAE9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3759200"/>
            <a:ext cx="86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90600" y="4165600"/>
            <a:ext cx="838200" cy="254000"/>
          </a:xfrm>
          <a:prstGeom prst="rect">
            <a:avLst/>
          </a:prstGeom>
          <a:solidFill>
            <a:srgbClr val="C8E6C9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416560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14400" y="4572000"/>
            <a:ext cx="965200" cy="254000"/>
          </a:xfrm>
          <a:prstGeom prst="rect">
            <a:avLst/>
          </a:prstGeom>
          <a:solidFill>
            <a:srgbClr val="F8BBD0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72000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66800" y="4991100"/>
            <a:ext cx="660400" cy="254000"/>
          </a:xfrm>
          <a:prstGeom prst="rect">
            <a:avLst/>
          </a:prstGeom>
          <a:solidFill>
            <a:srgbClr val="FFF9C4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6800" y="4991100"/>
            <a:ext cx="66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90600" y="5435600"/>
            <a:ext cx="838200" cy="228600"/>
          </a:xfrm>
          <a:prstGeom prst="rect">
            <a:avLst/>
          </a:prstGeom>
          <a:solidFill>
            <a:srgbClr val="C5CAE9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600" y="54356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41400" y="5880100"/>
            <a:ext cx="241300" cy="241300"/>
          </a:xfrm>
          <a:prstGeom prst="ellipse">
            <a:avLst/>
          </a:prstGeom>
          <a:solidFill>
            <a:srgbClr val="CC2222"/>
          </a:solidFill>
          <a:ln w="9525">
            <a:solidFill>
              <a:srgbClr val="CC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1400" y="588010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11300" y="5880100"/>
            <a:ext cx="254000" cy="2540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11300" y="58801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987550" y="5880100"/>
            <a:ext cx="254000" cy="2540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87550" y="58801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 flipV="1">
            <a:off x="1162050" y="5689600"/>
            <a:ext cx="0" cy="17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 flipV="1">
            <a:off x="1549400" y="5689600"/>
            <a:ext cx="88900" cy="17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1409700" y="5270500"/>
            <a:ext cx="0" cy="152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1397000" y="4851400"/>
            <a:ext cx="0" cy="127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1397000" y="4445000"/>
            <a:ext cx="0" cy="11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409700" y="3987800"/>
            <a:ext cx="139700" cy="165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2114550" y="3987800"/>
            <a:ext cx="0" cy="1879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765300" y="3429000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27900" y="1346200"/>
            <a:ext cx="2006600" cy="5295900"/>
          </a:xfrm>
          <a:prstGeom prst="rect">
            <a:avLst/>
          </a:prstGeom>
          <a:solidFill>
            <a:srgbClr val="FDE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9347200" y="1346200"/>
            <a:ext cx="2006600" cy="5295900"/>
          </a:xfrm>
          <a:prstGeom prst="rect">
            <a:avLst/>
          </a:prstGeom>
          <a:solidFill>
            <a:srgbClr val="CFFFE2"/>
          </a:solidFill>
          <a:ln/>
        </p:spPr>
      </p:sp>
      <p:sp>
        <p:nvSpPr>
          <p:cNvPr id="36" name="Shape 34"/>
          <p:cNvSpPr/>
          <p:nvPr/>
        </p:nvSpPr>
        <p:spPr>
          <a:xfrm>
            <a:off x="7302500" y="1320800"/>
            <a:ext cx="4064000" cy="5346700"/>
          </a:xfrm>
          <a:prstGeom prst="rect">
            <a:avLst/>
          </a:prstGeom>
          <a:ln w="25400">
            <a:solidFill>
              <a:srgbClr val="00A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10600" y="3200400"/>
            <a:ext cx="850900" cy="889000"/>
          </a:xfrm>
          <a:prstGeom prst="rect">
            <a:avLst/>
          </a:prstGeom>
          <a:solidFill>
            <a:srgbClr val="FFFF00">
              <a:alpha val="4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404100" y="1397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50400" y="1600200"/>
            <a:ext cx="93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V="1">
            <a:off x="9474200" y="1485900"/>
            <a:ext cx="0" cy="29210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8001000" y="3429000"/>
            <a:ext cx="0" cy="1549400"/>
          </a:xfrm>
          <a:prstGeom prst="line">
            <a:avLst/>
          </a:prstGeom>
          <a:noFill/>
          <a:ln w="15875">
            <a:solidFill>
              <a:srgbClr val="98A8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4978400"/>
            <a:ext cx="317500" cy="0"/>
          </a:xfrm>
          <a:prstGeom prst="line">
            <a:avLst/>
          </a:prstGeom>
          <a:noFill/>
          <a:ln w="15875">
            <a:solidFill>
              <a:srgbClr val="98A86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3429000"/>
            <a:ext cx="317500" cy="0"/>
          </a:xfrm>
          <a:prstGeom prst="line">
            <a:avLst/>
          </a:prstGeom>
          <a:noFill/>
          <a:ln w="15875">
            <a:solidFill>
              <a:srgbClr val="98A8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2800" y="62992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 flipV="1">
            <a:off x="8382000" y="6172200"/>
            <a:ext cx="0" cy="31750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280400" y="5651500"/>
            <a:ext cx="914400" cy="482600"/>
          </a:xfrm>
          <a:prstGeom prst="rect">
            <a:avLst/>
          </a:prstGeom>
          <a:solidFill>
            <a:srgbClr val="A97C52"/>
          </a:solidFill>
          <a:ln/>
        </p:spPr>
      </p:sp>
      <p:sp>
        <p:nvSpPr>
          <p:cNvPr id="47" name="Text 45"/>
          <p:cNvSpPr/>
          <p:nvPr/>
        </p:nvSpPr>
        <p:spPr>
          <a:xfrm>
            <a:off x="8280400" y="5651500"/>
            <a:ext cx="914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Embedding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280400" y="5295900"/>
            <a:ext cx="914400" cy="355600"/>
          </a:xfrm>
          <a:prstGeom prst="rect">
            <a:avLst/>
          </a:prstGeom>
          <a:solidFill>
            <a:srgbClr val="7E5226"/>
          </a:solidFill>
          <a:ln/>
        </p:spPr>
      </p:sp>
      <p:sp>
        <p:nvSpPr>
          <p:cNvPr id="49" name="Shape 47"/>
          <p:cNvSpPr/>
          <p:nvPr/>
        </p:nvSpPr>
        <p:spPr>
          <a:xfrm>
            <a:off x="8572500" y="5359400"/>
            <a:ext cx="228600" cy="228600"/>
          </a:xfrm>
          <a:prstGeom prst="ellipse">
            <a:avLst/>
          </a:prstGeom>
          <a:ln w="1587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15934" y="5473700"/>
            <a:ext cx="1417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6800" y="5402834"/>
            <a:ext cx="0" cy="14173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31200" y="5384800"/>
            <a:ext cx="177800" cy="1778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322310" y="5473700"/>
            <a:ext cx="48895" cy="53785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71205" y="5419916"/>
            <a:ext cx="48895" cy="53785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43800" y="5207000"/>
            <a:ext cx="736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8312150" y="5010150"/>
            <a:ext cx="190500" cy="190500"/>
          </a:xfrm>
          <a:prstGeom prst="ellipse">
            <a:avLst/>
          </a:prstGeom>
          <a:solidFill>
            <a:srgbClr val="358A22"/>
          </a:solidFill>
          <a:ln w="9525">
            <a:solidFill>
              <a:srgbClr val="358A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12150" y="50101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8731250" y="4997450"/>
            <a:ext cx="190500" cy="1905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31250" y="4997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8997950" y="5022850"/>
            <a:ext cx="190500" cy="190500"/>
          </a:xfrm>
          <a:prstGeom prst="ellipse">
            <a:avLst/>
          </a:prstGeom>
          <a:solidFill>
            <a:srgbClr val="CC2222"/>
          </a:solidFill>
          <a:ln w="9525">
            <a:solidFill>
              <a:srgbClr val="CC22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97950" y="5022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8077200" y="3390900"/>
            <a:ext cx="1092200" cy="1778000"/>
          </a:xfrm>
          <a:prstGeom prst="roundRect">
            <a:avLst>
              <a:gd name="adj" fmla="val 5023"/>
            </a:avLst>
          </a:prstGeom>
          <a:ln w="22225">
            <a:solidFill>
              <a:srgbClr val="6B5E1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29600" y="4495800"/>
            <a:ext cx="952500" cy="469900"/>
          </a:xfrm>
          <a:prstGeom prst="rect">
            <a:avLst/>
          </a:prstGeom>
          <a:solidFill>
            <a:srgbClr val="CE805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29600" y="4495800"/>
            <a:ext cx="952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3A2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3A2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8318500" y="4356100"/>
            <a:ext cx="800100" cy="1270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66" name="Text 64"/>
          <p:cNvSpPr/>
          <p:nvPr/>
        </p:nvSpPr>
        <p:spPr>
          <a:xfrm>
            <a:off x="8318500" y="4356100"/>
            <a:ext cx="8001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8305800" y="3657600"/>
            <a:ext cx="838200" cy="673100"/>
          </a:xfrm>
          <a:prstGeom prst="rect">
            <a:avLst/>
          </a:prstGeom>
          <a:solidFill>
            <a:srgbClr val="6B5C46"/>
          </a:solidFill>
          <a:ln/>
        </p:spPr>
      </p:sp>
      <p:sp>
        <p:nvSpPr>
          <p:cNvPr id="68" name="Text 66"/>
          <p:cNvSpPr/>
          <p:nvPr/>
        </p:nvSpPr>
        <p:spPr>
          <a:xfrm>
            <a:off x="8305800" y="3657600"/>
            <a:ext cx="8382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2E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2E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8318500" y="3505200"/>
            <a:ext cx="800100" cy="1270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70" name="Text 68"/>
          <p:cNvSpPr/>
          <p:nvPr/>
        </p:nvSpPr>
        <p:spPr>
          <a:xfrm>
            <a:off x="8318500" y="3505200"/>
            <a:ext cx="8001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7620000" y="3784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 flipV="1">
            <a:off x="8724900" y="5207000"/>
            <a:ext cx="0" cy="63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8724900" y="4978400"/>
            <a:ext cx="0" cy="25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V="1">
            <a:off x="8724900" y="4343400"/>
            <a:ext cx="0" cy="12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8724900" y="3644900"/>
            <a:ext cx="0" cy="12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8724900" y="3048000"/>
            <a:ext cx="0" cy="330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0617200" y="2667000"/>
            <a:ext cx="0" cy="2514600"/>
          </a:xfrm>
          <a:prstGeom prst="line">
            <a:avLst/>
          </a:prstGeom>
          <a:noFill/>
          <a:ln w="15875">
            <a:solidFill>
              <a:srgbClr val="7CBF2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>
            <a:off x="10160000" y="5181600"/>
            <a:ext cx="457200" cy="0"/>
          </a:xfrm>
          <a:prstGeom prst="line">
            <a:avLst/>
          </a:prstGeom>
          <a:noFill/>
          <a:ln w="15875">
            <a:solidFill>
              <a:srgbClr val="7CBF2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10160000" y="2667000"/>
            <a:ext cx="457200" cy="0"/>
          </a:xfrm>
          <a:prstGeom prst="line">
            <a:avLst/>
          </a:prstGeom>
          <a:noFill/>
          <a:ln w="15875">
            <a:solidFill>
              <a:srgbClr val="7CBF2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23400" y="4140200"/>
            <a:ext cx="1244600" cy="1066800"/>
          </a:xfrm>
          <a:prstGeom prst="roundRect">
            <a:avLst>
              <a:gd name="adj" fmla="val 5143"/>
            </a:avLst>
          </a:prstGeom>
          <a:ln w="12700">
            <a:solidFill>
              <a:srgbClr val="8A9A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652000" y="6172200"/>
            <a:ext cx="685800" cy="317500"/>
          </a:xfrm>
          <a:prstGeom prst="rect">
            <a:avLst/>
          </a:prstGeom>
          <a:solidFill>
            <a:srgbClr val="FFFF00">
              <a:alpha val="55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9525000" y="6172200"/>
            <a:ext cx="101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60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9537700" y="5638800"/>
            <a:ext cx="901700" cy="482600"/>
          </a:xfrm>
          <a:prstGeom prst="rect">
            <a:avLst/>
          </a:prstGeom>
          <a:solidFill>
            <a:srgbClr val="9A4F4C"/>
          </a:solidFill>
          <a:ln/>
        </p:spPr>
      </p:sp>
      <p:sp>
        <p:nvSpPr>
          <p:cNvPr id="84" name="Text 82"/>
          <p:cNvSpPr/>
          <p:nvPr/>
        </p:nvSpPr>
        <p:spPr>
          <a:xfrm>
            <a:off x="9537700" y="5638800"/>
            <a:ext cx="9017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9550400" y="5283200"/>
            <a:ext cx="889000" cy="330200"/>
          </a:xfrm>
          <a:prstGeom prst="rect">
            <a:avLst/>
          </a:prstGeom>
          <a:solidFill>
            <a:srgbClr val="9A5F58"/>
          </a:solidFill>
          <a:ln/>
        </p:spPr>
      </p:sp>
      <p:sp>
        <p:nvSpPr>
          <p:cNvPr id="86" name="Shape 84"/>
          <p:cNvSpPr/>
          <p:nvPr/>
        </p:nvSpPr>
        <p:spPr>
          <a:xfrm>
            <a:off x="9880600" y="5334000"/>
            <a:ext cx="228600" cy="228600"/>
          </a:xfrm>
          <a:prstGeom prst="ellipse">
            <a:avLst/>
          </a:prstGeom>
          <a:ln w="15875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24034" y="5448300"/>
            <a:ext cx="1417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94900" y="5377434"/>
            <a:ext cx="0" cy="14173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72700" y="5359400"/>
            <a:ext cx="177800" cy="17780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10163810" y="5448300"/>
            <a:ext cx="48895" cy="53785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212705" y="5394516"/>
            <a:ext cx="48895" cy="53785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464800" y="5156200"/>
            <a:ext cx="86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9455150" y="4883150"/>
            <a:ext cx="165100" cy="1651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455150" y="48831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9848850" y="4883150"/>
            <a:ext cx="165100" cy="165100"/>
          </a:xfrm>
          <a:prstGeom prst="ellipse">
            <a:avLst/>
          </a:prstGeom>
          <a:solidFill>
            <a:srgbClr val="2222AA"/>
          </a:solidFill>
          <a:ln w="9525">
            <a:solidFill>
              <a:srgbClr val="2222A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848850" y="48831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10102850" y="4883150"/>
            <a:ext cx="165100" cy="165100"/>
          </a:xfrm>
          <a:prstGeom prst="ellipse">
            <a:avLst/>
          </a:prstGeom>
          <a:solidFill>
            <a:srgbClr val="CC2222"/>
          </a:solidFill>
          <a:ln w="9525">
            <a:solidFill>
              <a:srgbClr val="CC222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102850" y="48831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9499600" y="4368800"/>
            <a:ext cx="990600" cy="787400"/>
          </a:xfrm>
          <a:prstGeom prst="rect">
            <a:avLst/>
          </a:prstGeom>
          <a:solidFill>
            <a:srgbClr val="BC74C4"/>
          </a:solidFill>
          <a:ln w="15875">
            <a:solidFill>
              <a:srgbClr val="CC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499600" y="4368800"/>
            <a:ext cx="990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9563100" y="4191000"/>
            <a:ext cx="812800" cy="1524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102" name="Text 100"/>
          <p:cNvSpPr/>
          <p:nvPr/>
        </p:nvSpPr>
        <p:spPr>
          <a:xfrm>
            <a:off x="9563100" y="4191000"/>
            <a:ext cx="81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9448800" y="2514600"/>
            <a:ext cx="1219200" cy="1612900"/>
          </a:xfrm>
          <a:prstGeom prst="roundRect">
            <a:avLst>
              <a:gd name="adj" fmla="val 4500"/>
            </a:avLst>
          </a:prstGeom>
          <a:ln w="22225">
            <a:solidFill>
              <a:srgbClr val="8A9A3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86900" y="3505200"/>
            <a:ext cx="965200" cy="444500"/>
          </a:xfrm>
          <a:prstGeom prst="rect">
            <a:avLst/>
          </a:prstGeom>
          <a:solidFill>
            <a:srgbClr val="B4855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86900" y="3505200"/>
            <a:ext cx="965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600" dirty="0">
                <a:solidFill>
                  <a:srgbClr val="3A2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600" dirty="0">
                <a:solidFill>
                  <a:srgbClr val="3A2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9563100" y="3365500"/>
            <a:ext cx="812800" cy="1270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107" name="Text 105"/>
          <p:cNvSpPr/>
          <p:nvPr/>
        </p:nvSpPr>
        <p:spPr>
          <a:xfrm>
            <a:off x="9563100" y="336550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9537700" y="2819400"/>
            <a:ext cx="850900" cy="381000"/>
          </a:xfrm>
          <a:prstGeom prst="rect">
            <a:avLst/>
          </a:prstGeom>
          <a:solidFill>
            <a:srgbClr val="6B5C46"/>
          </a:solidFill>
          <a:ln/>
        </p:spPr>
      </p:sp>
      <p:sp>
        <p:nvSpPr>
          <p:cNvPr id="109" name="Text 107"/>
          <p:cNvSpPr/>
          <p:nvPr/>
        </p:nvSpPr>
        <p:spPr>
          <a:xfrm>
            <a:off x="9537700" y="2819400"/>
            <a:ext cx="85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2E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2E2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9563100" y="2641600"/>
            <a:ext cx="812800" cy="139700"/>
          </a:xfrm>
          <a:prstGeom prst="rect">
            <a:avLst/>
          </a:prstGeom>
          <a:solidFill>
            <a:srgbClr val="6497B5"/>
          </a:solidFill>
          <a:ln/>
        </p:spPr>
      </p:sp>
      <p:sp>
        <p:nvSpPr>
          <p:cNvPr id="111" name="Text 109"/>
          <p:cNvSpPr/>
          <p:nvPr/>
        </p:nvSpPr>
        <p:spPr>
          <a:xfrm>
            <a:off x="9563100" y="264160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12" name="Text 110"/>
          <p:cNvSpPr/>
          <p:nvPr/>
        </p:nvSpPr>
        <p:spPr>
          <a:xfrm>
            <a:off x="10642600" y="3810000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9575800" y="2247900"/>
            <a:ext cx="787400" cy="190500"/>
          </a:xfrm>
          <a:prstGeom prst="rect">
            <a:avLst/>
          </a:prstGeom>
          <a:solidFill>
            <a:srgbClr val="AEEFC4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575800" y="22479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9575800" y="1917700"/>
            <a:ext cx="787400" cy="190500"/>
          </a:xfrm>
          <a:prstGeom prst="rect">
            <a:avLst/>
          </a:prstGeom>
          <a:solidFill>
            <a:srgbClr val="B9EBD2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575800" y="19177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9652000" y="1397000"/>
            <a:ext cx="685800" cy="241300"/>
          </a:xfrm>
          <a:prstGeom prst="rect">
            <a:avLst/>
          </a:prstGeom>
          <a:solidFill>
            <a:srgbClr val="FFFF00">
              <a:alpha val="55000"/>
            </a:srgbClr>
          </a:solidFill>
          <a:ln/>
        </p:spPr>
      </p:sp>
      <p:sp>
        <p:nvSpPr>
          <p:cNvPr id="118" name="Text 116"/>
          <p:cNvSpPr/>
          <p:nvPr/>
        </p:nvSpPr>
        <p:spPr>
          <a:xfrm>
            <a:off x="9525000" y="1346200"/>
            <a:ext cx="990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 flipV="1">
            <a:off x="9994900" y="6134100"/>
            <a:ext cx="0" cy="12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9994900" y="5080000"/>
            <a:ext cx="0" cy="190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9994900" y="4356100"/>
            <a:ext cx="0" cy="12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9994900" y="4140200"/>
            <a:ext cx="0" cy="38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 flipV="1">
            <a:off x="9994900" y="2451100"/>
            <a:ext cx="0" cy="50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 flipV="1">
            <a:off x="9994900" y="2120900"/>
            <a:ext cx="0" cy="11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 flipV="1">
            <a:off x="9994900" y="1663700"/>
            <a:ext cx="0" cy="241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10160000" y="1346200"/>
            <a:ext cx="1117600" cy="5080000"/>
          </a:xfrm>
          <a:prstGeom prst="arc">
            <a:avLst>
              <a:gd name="adj1" fmla="val 16200000"/>
              <a:gd name="adj2" fmla="val 5400000"/>
            </a:avLst>
          </a:prstGeom>
          <a:noFill/>
          <a:ln w="19050">
            <a:solidFill>
              <a:srgbClr val="8B0000"/>
            </a:solidFill>
            <a:prstDash val="dash"/>
            <a:headEnd type="triangle"/>
          </a:ln>
        </p:spPr>
      </p:sp>
      <p:sp>
        <p:nvSpPr>
          <p:cNvPr id="127" name="Shape 125"/>
          <p:cNvSpPr/>
          <p:nvPr/>
        </p:nvSpPr>
        <p:spPr>
          <a:xfrm>
            <a:off x="3632200" y="2628900"/>
            <a:ext cx="3009900" cy="4051300"/>
          </a:xfrm>
          <a:prstGeom prst="roundRect">
            <a:avLst>
              <a:gd name="adj" fmla="val 2430"/>
            </a:avLst>
          </a:prstGeom>
          <a:solidFill>
            <a:srgbClr val="DFAA75"/>
          </a:solidFill>
          <a:ln/>
        </p:spPr>
      </p:sp>
      <p:sp>
        <p:nvSpPr>
          <p:cNvPr id="128" name="Shape 126"/>
          <p:cNvSpPr/>
          <p:nvPr/>
        </p:nvSpPr>
        <p:spPr>
          <a:xfrm>
            <a:off x="3759200" y="3124200"/>
            <a:ext cx="2730500" cy="3429000"/>
          </a:xfrm>
          <a:prstGeom prst="rect">
            <a:avLst/>
          </a:prstGeom>
          <a:solidFill>
            <a:srgbClr val="E9C084"/>
          </a:solidFill>
          <a:ln w="15875">
            <a:solidFill>
              <a:srgbClr val="7C7A1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97300" y="3162300"/>
            <a:ext cx="17780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975100" y="31623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975100" y="31623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975100" y="3162300"/>
            <a:ext cx="0" cy="15240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H="1">
            <a:off x="6273800" y="3162300"/>
            <a:ext cx="17780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273800" y="31623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273800" y="31623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273800" y="3162300"/>
            <a:ext cx="0" cy="15240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797300" y="6515100"/>
            <a:ext cx="17780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975100" y="65151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975100" y="65151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3975100" y="6362700"/>
            <a:ext cx="0" cy="15240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H="1">
            <a:off x="6273800" y="6515100"/>
            <a:ext cx="17780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273800" y="65151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273800" y="6515100"/>
            <a:ext cx="0" cy="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6273800" y="6362700"/>
            <a:ext cx="0" cy="152400"/>
          </a:xfrm>
          <a:prstGeom prst="line">
            <a:avLst/>
          </a:prstGeom>
          <a:noFill/>
          <a:ln w="31750">
            <a:solidFill>
              <a:srgbClr val="7C7A12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759200" y="2616200"/>
            <a:ext cx="2730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06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300" dirty="0"/>
          </a:p>
        </p:txBody>
      </p:sp>
      <p:sp>
        <p:nvSpPr>
          <p:cNvPr id="146" name="Shape 144"/>
          <p:cNvSpPr/>
          <p:nvPr/>
        </p:nvSpPr>
        <p:spPr>
          <a:xfrm>
            <a:off x="4038600" y="4178300"/>
            <a:ext cx="2197100" cy="546100"/>
          </a:xfrm>
          <a:prstGeom prst="rect">
            <a:avLst/>
          </a:prstGeom>
          <a:solidFill>
            <a:srgbClr val="BC895C"/>
          </a:solidFill>
          <a:ln w="9525">
            <a:solidFill>
              <a:srgbClr val="9A6B3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975100" y="4279900"/>
            <a:ext cx="2197100" cy="546100"/>
          </a:xfrm>
          <a:prstGeom prst="rect">
            <a:avLst/>
          </a:prstGeom>
          <a:solidFill>
            <a:srgbClr val="BC895C"/>
          </a:solidFill>
          <a:ln w="9525">
            <a:solidFill>
              <a:srgbClr val="9A6B3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911600" y="4381500"/>
            <a:ext cx="2197100" cy="546100"/>
          </a:xfrm>
          <a:prstGeom prst="rect">
            <a:avLst/>
          </a:prstGeom>
          <a:solidFill>
            <a:srgbClr val="BC895C"/>
          </a:solidFill>
          <a:ln w="9525">
            <a:solidFill>
              <a:srgbClr val="9A6B3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835400" y="4483100"/>
            <a:ext cx="2273300" cy="546100"/>
          </a:xfrm>
          <a:prstGeom prst="rect">
            <a:avLst/>
          </a:prstGeom>
          <a:solidFill>
            <a:srgbClr val="C8815A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835400" y="4483100"/>
            <a:ext cx="22733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E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E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6070600" y="454660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h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4584700" y="3898900"/>
            <a:ext cx="660400" cy="292100"/>
          </a:xfrm>
          <a:prstGeom prst="rect">
            <a:avLst/>
          </a:prstGeom>
          <a:solidFill>
            <a:srgbClr val="E5B166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584700" y="3898900"/>
            <a:ext cx="660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4584700" y="3378200"/>
            <a:ext cx="673100" cy="292100"/>
          </a:xfrm>
          <a:prstGeom prst="rect">
            <a:avLst/>
          </a:prstGeom>
          <a:solidFill>
            <a:srgbClr val="C3925A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584700" y="3378200"/>
            <a:ext cx="673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4216400" y="5118100"/>
            <a:ext cx="508000" cy="431800"/>
          </a:xfrm>
          <a:prstGeom prst="rect">
            <a:avLst/>
          </a:prstGeom>
          <a:solidFill>
            <a:srgbClr val="DFAC78"/>
          </a:solidFill>
          <a:ln w="9525">
            <a:solidFill>
              <a:srgbClr val="7A470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140200" y="5194300"/>
            <a:ext cx="508000" cy="431800"/>
          </a:xfrm>
          <a:prstGeom prst="rect">
            <a:avLst/>
          </a:prstGeom>
          <a:solidFill>
            <a:srgbClr val="DFAC78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140200" y="5194300"/>
            <a:ext cx="50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4927600" y="5118100"/>
            <a:ext cx="508000" cy="431800"/>
          </a:xfrm>
          <a:prstGeom prst="rect">
            <a:avLst/>
          </a:prstGeom>
          <a:solidFill>
            <a:srgbClr val="DFAC78"/>
          </a:solidFill>
          <a:ln w="9525">
            <a:solidFill>
              <a:srgbClr val="7A470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851400" y="5194300"/>
            <a:ext cx="508000" cy="431800"/>
          </a:xfrm>
          <a:prstGeom prst="rect">
            <a:avLst/>
          </a:prstGeom>
          <a:solidFill>
            <a:srgbClr val="DFAC78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851400" y="5194300"/>
            <a:ext cx="50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5638800" y="5118100"/>
            <a:ext cx="508000" cy="431800"/>
          </a:xfrm>
          <a:prstGeom prst="rect">
            <a:avLst/>
          </a:prstGeom>
          <a:solidFill>
            <a:srgbClr val="DFAC78"/>
          </a:solidFill>
          <a:ln w="9525">
            <a:solidFill>
              <a:srgbClr val="7A470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562600" y="5194300"/>
            <a:ext cx="508000" cy="431800"/>
          </a:xfrm>
          <a:prstGeom prst="rect">
            <a:avLst/>
          </a:prstGeom>
          <a:solidFill>
            <a:srgbClr val="DFAC78"/>
          </a:solidFill>
          <a:ln w="12700">
            <a:solidFill>
              <a:srgbClr val="7A470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562600" y="5194300"/>
            <a:ext cx="50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4064000" y="6178550"/>
            <a:ext cx="266700" cy="266700"/>
          </a:xfrm>
          <a:prstGeom prst="ellipse">
            <a:avLst/>
          </a:prstGeom>
          <a:solidFill>
            <a:srgbClr val="7B4FA0"/>
          </a:solidFill>
          <a:ln w="9525">
            <a:solidFill>
              <a:srgbClr val="7B4FA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064000" y="61785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4781550" y="6178550"/>
            <a:ext cx="266700" cy="266700"/>
          </a:xfrm>
          <a:prstGeom prst="ellipse">
            <a:avLst/>
          </a:prstGeom>
          <a:solidFill>
            <a:srgbClr val="7B4FA0"/>
          </a:solidFill>
          <a:ln w="9525">
            <a:solidFill>
              <a:srgbClr val="7B4FA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781550" y="61785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5492750" y="6172200"/>
            <a:ext cx="279400" cy="279400"/>
          </a:xfrm>
          <a:prstGeom prst="ellipse">
            <a:avLst/>
          </a:prstGeom>
          <a:solidFill>
            <a:srgbClr val="CC2222"/>
          </a:solidFill>
          <a:ln w="9525">
            <a:solidFill>
              <a:srgbClr val="CC222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492750" y="61722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 flipV="1">
            <a:off x="4203700" y="5651500"/>
            <a:ext cx="0" cy="520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4914900" y="5651500"/>
            <a:ext cx="0" cy="5207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5626100" y="5740400"/>
            <a:ext cx="0" cy="431800"/>
          </a:xfrm>
          <a:prstGeom prst="line">
            <a:avLst/>
          </a:prstGeom>
          <a:noFill/>
          <a:ln w="50800">
            <a:solidFill>
              <a:srgbClr val="CC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410200" y="5346700"/>
            <a:ext cx="304800" cy="35560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75" name="Shape 173"/>
          <p:cNvSpPr/>
          <p:nvPr/>
        </p:nvSpPr>
        <p:spPr>
          <a:xfrm flipV="1">
            <a:off x="4699000" y="4292600"/>
            <a:ext cx="0" cy="177800"/>
          </a:xfrm>
          <a:prstGeom prst="line">
            <a:avLst/>
          </a:prstGeom>
          <a:noFill/>
          <a:ln w="12700">
            <a:solidFill>
              <a:srgbClr val="4A2A08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 flipV="1">
            <a:off x="4927600" y="4241800"/>
            <a:ext cx="0" cy="228600"/>
          </a:xfrm>
          <a:prstGeom prst="line">
            <a:avLst/>
          </a:prstGeom>
          <a:noFill/>
          <a:ln w="12700">
            <a:solidFill>
              <a:srgbClr val="4A2A08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 flipV="1">
            <a:off x="5156200" y="4292600"/>
            <a:ext cx="0" cy="177800"/>
          </a:xfrm>
          <a:prstGeom prst="line">
            <a:avLst/>
          </a:prstGeom>
          <a:noFill/>
          <a:ln w="12700">
            <a:solidFill>
              <a:srgbClr val="4A2A08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4927600" y="3695700"/>
            <a:ext cx="0" cy="17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 flipV="1">
            <a:off x="4927600" y="3149600"/>
            <a:ext cx="0" cy="2159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2438400" y="3810000"/>
            <a:ext cx="1371600" cy="787400"/>
          </a:xfrm>
          <a:prstGeom prst="line">
            <a:avLst/>
          </a:prstGeom>
          <a:noFill/>
          <a:ln w="12700">
            <a:solidFill>
              <a:srgbClr val="CC0000"/>
            </a:solidFill>
            <a:prstDash val="sysDot"/>
          </a:ln>
        </p:spPr>
      </p:sp>
      <p:sp>
        <p:nvSpPr>
          <p:cNvPr id="181" name="Shape 179"/>
          <p:cNvSpPr/>
          <p:nvPr/>
        </p:nvSpPr>
        <p:spPr>
          <a:xfrm flipV="1">
            <a:off x="2438400" y="4953000"/>
            <a:ext cx="1371600" cy="444500"/>
          </a:xfrm>
          <a:prstGeom prst="line">
            <a:avLst/>
          </a:prstGeom>
          <a:noFill/>
          <a:ln w="12700">
            <a:solidFill>
              <a:srgbClr val="CC0000"/>
            </a:solidFill>
            <a:prstDash val="sysDot"/>
          </a:ln>
        </p:spPr>
      </p:sp>
      <p:sp>
        <p:nvSpPr>
          <p:cNvPr id="182" name="Shape 180"/>
          <p:cNvSpPr/>
          <p:nvPr/>
        </p:nvSpPr>
        <p:spPr>
          <a:xfrm flipV="1">
            <a:off x="6654800" y="4470400"/>
            <a:ext cx="1574800" cy="38100"/>
          </a:xfrm>
          <a:prstGeom prst="line">
            <a:avLst/>
          </a:prstGeom>
          <a:noFill/>
          <a:ln w="12700">
            <a:solidFill>
              <a:srgbClr val="CC0000"/>
            </a:solidFill>
            <a:prstDash val="sysDot"/>
          </a:ln>
        </p:spPr>
      </p:sp>
      <p:sp>
        <p:nvSpPr>
          <p:cNvPr id="183" name="Shape 181"/>
          <p:cNvSpPr/>
          <p:nvPr/>
        </p:nvSpPr>
        <p:spPr>
          <a:xfrm flipV="1">
            <a:off x="6654800" y="4826000"/>
            <a:ext cx="1574800" cy="254000"/>
          </a:xfrm>
          <a:prstGeom prst="line">
            <a:avLst/>
          </a:prstGeom>
          <a:noFill/>
          <a:ln w="12700">
            <a:solidFill>
              <a:srgbClr val="CC0000"/>
            </a:solidFill>
            <a:prstDash val="sysDot"/>
          </a:ln>
        </p:spPr>
      </p:sp>
      <p:sp>
        <p:nvSpPr>
          <p:cNvPr id="184" name="Shape 182"/>
          <p:cNvSpPr/>
          <p:nvPr/>
        </p:nvSpPr>
        <p:spPr>
          <a:xfrm flipV="1" rot="19500000">
            <a:off x="3708400" y="2489200"/>
            <a:ext cx="330200" cy="50800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85" name="Shape 183"/>
          <p:cNvSpPr/>
          <p:nvPr/>
        </p:nvSpPr>
        <p:spPr>
          <a:xfrm rot="21120000">
            <a:off x="3136900" y="1663700"/>
            <a:ext cx="787400" cy="78740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86" name="Text 184"/>
          <p:cNvSpPr/>
          <p:nvPr/>
        </p:nvSpPr>
        <p:spPr>
          <a:xfrm rot="21120000">
            <a:off x="3136900" y="1663700"/>
            <a:ext cx="7874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2026-10-11T21:38:53Z</dcterms:created>
  <dcterms:modified xsi:type="dcterms:W3CDTF">2026-10-11T21:38:53Z</dcterms:modified>
</cp:coreProperties>
</file>