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46550" y="30797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9" name="Shape 7"/>
          <p:cNvSpPr/>
          <p:nvPr/>
        </p:nvSpPr>
        <p:spPr>
          <a:xfrm>
            <a:off x="3943350" y="36004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2050" y="411480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1" name="Shape 9"/>
          <p:cNvSpPr/>
          <p:nvPr/>
        </p:nvSpPr>
        <p:spPr>
          <a:xfrm>
            <a:off x="3460750" y="46799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24" name="Text 22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0" name="Text 28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38" name="Text 36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765300" y="3124200"/>
            <a:ext cx="2381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8150" y="3124200"/>
            <a:ext cx="1543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765300" y="3644900"/>
            <a:ext cx="2178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44950" y="3644900"/>
            <a:ext cx="1746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5300" y="4165600"/>
            <a:ext cx="19367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650" y="4165600"/>
            <a:ext cx="19875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765300" y="4724400"/>
            <a:ext cx="16954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4724400"/>
            <a:ext cx="22288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23000" y="4724400"/>
            <a:ext cx="2514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756400" y="2806700"/>
            <a:ext cx="0" cy="2921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7150100" y="2806700"/>
            <a:ext cx="0" cy="8128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7505700" y="2806700"/>
            <a:ext cx="0" cy="1333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7899400" y="2806700"/>
            <a:ext cx="0" cy="18669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" name="Shape 82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5" name="Shape 83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86" name="Shape 84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378200" y="2032000"/>
            <a:ext cx="952500" cy="3556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88" name="Text 86"/>
          <p:cNvSpPr/>
          <p:nvPr/>
        </p:nvSpPr>
        <p:spPr>
          <a:xfrm>
            <a:off x="3378200" y="2032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435600" y="2044700"/>
            <a:ext cx="1117600" cy="3937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90" name="Text 88"/>
          <p:cNvSpPr/>
          <p:nvPr/>
        </p:nvSpPr>
        <p:spPr>
          <a:xfrm>
            <a:off x="5435600" y="2044700"/>
            <a:ext cx="1117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7213600" y="1930400"/>
            <a:ext cx="1587500" cy="4445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92" name="Text 90"/>
          <p:cNvSpPr/>
          <p:nvPr/>
        </p:nvSpPr>
        <p:spPr>
          <a:xfrm>
            <a:off x="7670800" y="1930400"/>
            <a:ext cx="990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95" name="Shape 93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97" name="Shape 95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98" name="Shape 96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99" name="Text 97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3" name="Text 141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45" name="Shape 143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50" name="Text 148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 flipV="1">
            <a:off x="3784600" y="5156200"/>
            <a:ext cx="0" cy="85090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6" name="Shape 154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7" name="Shape 155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8" name="Shape 156"/>
          <p:cNvSpPr/>
          <p:nvPr/>
        </p:nvSpPr>
        <p:spPr>
          <a:xfrm flipV="1">
            <a:off x="6311900" y="6248400"/>
            <a:ext cx="800100" cy="25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9" name="Shape 157"/>
          <p:cNvSpPr/>
          <p:nvPr/>
        </p:nvSpPr>
        <p:spPr>
          <a:xfrm flipV="1">
            <a:off x="7112000" y="6184900"/>
            <a:ext cx="698500" cy="635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0" name="Shape 158"/>
          <p:cNvSpPr/>
          <p:nvPr/>
        </p:nvSpPr>
        <p:spPr>
          <a:xfrm flipV="1">
            <a:off x="7810500" y="6108700"/>
            <a:ext cx="546100" cy="762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1" name="Shape 159"/>
          <p:cNvSpPr/>
          <p:nvPr/>
        </p:nvSpPr>
        <p:spPr>
          <a:xfrm flipV="1">
            <a:off x="8356600" y="6019800"/>
            <a:ext cx="469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2" name="Shape 160"/>
          <p:cNvSpPr/>
          <p:nvPr/>
        </p:nvSpPr>
        <p:spPr>
          <a:xfrm flipV="1">
            <a:off x="8826500" y="5930900"/>
            <a:ext cx="342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3" name="Shape 161"/>
          <p:cNvSpPr/>
          <p:nvPr/>
        </p:nvSpPr>
        <p:spPr>
          <a:xfrm flipV="1">
            <a:off x="9169400" y="5842000"/>
            <a:ext cx="2667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4" name="Shape 162"/>
          <p:cNvSpPr/>
          <p:nvPr/>
        </p:nvSpPr>
        <p:spPr>
          <a:xfrm flipV="1">
            <a:off x="9436100" y="5740400"/>
            <a:ext cx="2159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5" name="Shape 163"/>
          <p:cNvSpPr/>
          <p:nvPr/>
        </p:nvSpPr>
        <p:spPr>
          <a:xfrm flipV="1">
            <a:off x="9652000" y="5613400"/>
            <a:ext cx="190500" cy="1270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6" name="Shape 164"/>
          <p:cNvSpPr/>
          <p:nvPr/>
        </p:nvSpPr>
        <p:spPr>
          <a:xfrm flipV="1">
            <a:off x="9842500" y="5461000"/>
            <a:ext cx="1397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7" name="Shape 165"/>
          <p:cNvSpPr/>
          <p:nvPr/>
        </p:nvSpPr>
        <p:spPr>
          <a:xfrm flipV="1">
            <a:off x="9982200" y="5283200"/>
            <a:ext cx="114300" cy="177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 flipV="1">
            <a:off x="10096500" y="5130800"/>
            <a:ext cx="762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9" name="Shape 167"/>
          <p:cNvSpPr/>
          <p:nvPr/>
        </p:nvSpPr>
        <p:spPr>
          <a:xfrm>
            <a:off x="12382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1409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71" name="Shape 169"/>
          <p:cNvSpPr/>
          <p:nvPr/>
        </p:nvSpPr>
        <p:spPr>
          <a:xfrm>
            <a:off x="3949700" y="3073400"/>
            <a:ext cx="127000" cy="1143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746500" y="3587750"/>
            <a:ext cx="127000" cy="1143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3511550" y="4114800"/>
            <a:ext cx="127000" cy="1016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3270250" y="4667250"/>
            <a:ext cx="127000" cy="1143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4121150" y="3244850"/>
            <a:ext cx="114300" cy="1270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3943350" y="3759200"/>
            <a:ext cx="101600" cy="1270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3721100" y="4286250"/>
            <a:ext cx="101600" cy="1270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3524250" y="4832350"/>
            <a:ext cx="114300" cy="114300"/>
          </a:xfrm>
          <a:prstGeom prst="diamond">
            <a:avLst/>
          </a:prstGeom>
          <a:solidFill>
            <a:srgbClr val="C0000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4851400" y="5410200"/>
            <a:ext cx="4279900" cy="431800"/>
          </a:xfrm>
          <a:prstGeom prst="roundRect">
            <a:avLst>
              <a:gd name="adj" fmla="val 31765"/>
            </a:avLst>
          </a:prstGeom>
          <a:solidFill>
            <a:srgbClr val="FFFFFF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80" name="Text 178"/>
          <p:cNvSpPr/>
          <p:nvPr/>
        </p:nvSpPr>
        <p:spPr>
          <a:xfrm>
            <a:off x="4851400" y="5410200"/>
            <a:ext cx="42799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nature of the input is IGNORED</a:t>
            </a:r>
            <a:endParaRPr lang="en-US" sz="1550" dirty="0"/>
          </a:p>
        </p:txBody>
      </p:sp>
      <p:sp>
        <p:nvSpPr>
          <p:cNvPr id="181" name="Shape 179"/>
          <p:cNvSpPr/>
          <p:nvPr/>
        </p:nvSpPr>
        <p:spPr>
          <a:xfrm>
            <a:off x="9207500" y="5829300"/>
            <a:ext cx="2171700" cy="819150"/>
          </a:xfrm>
          <a:prstGeom prst="roundRect">
            <a:avLst>
              <a:gd name="adj" fmla="val 16744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82" name="Text 180"/>
          <p:cNvSpPr/>
          <p:nvPr/>
        </p:nvSpPr>
        <p:spPr>
          <a:xfrm>
            <a:off x="9207500" y="5829300"/>
            <a:ext cx="2171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Later with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Encoder</a:t>
            </a:r>
            <a:endParaRPr lang="en-US" sz="1650" dirty="0"/>
          </a:p>
        </p:txBody>
      </p:sp>
      <p:sp>
        <p:nvSpPr>
          <p:cNvPr id="183" name="Text 181"/>
          <p:cNvSpPr/>
          <p:nvPr/>
        </p:nvSpPr>
        <p:spPr>
          <a:xfrm>
            <a:off x="834390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BF29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(Not Sensitive to Words Order)</a:t>
            </a:r>
            <a:endParaRPr lang="en-US" sz="2000" dirty="0"/>
          </a:p>
        </p:txBody>
      </p:sp>
      <p:sp>
        <p:nvSpPr>
          <p:cNvPr id="184" name="Text 182"/>
          <p:cNvSpPr/>
          <p:nvPr/>
        </p:nvSpPr>
        <p:spPr>
          <a:xfrm>
            <a:off x="770839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2026-10-11T11:41:29Z</dcterms:created>
  <dcterms:modified xsi:type="dcterms:W3CDTF">2026-10-11T11:41:29Z</dcterms:modified>
</cp:coreProperties>
</file>