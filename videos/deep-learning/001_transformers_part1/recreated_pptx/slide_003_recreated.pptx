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8280" y="74221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– Part 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402690" y="1901038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33"/>
              </a:lnSpc>
              <a:buNone/>
            </a:pPr>
            <a:r>
              <a:rPr lang="en-US" sz="2000" b="1" dirty="0">
                <a:solidFill>
                  <a:srgbClr val="1F1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Sequential Data</a:t>
            </a:r>
            <a:endParaRPr lang="en-US" sz="2000" dirty="0"/>
          </a:p>
          <a:p>
            <a:pPr algn="l" indent="0" marL="0">
              <a:lnSpc>
                <a:spcPts val="4133"/>
              </a:lnSpc>
              <a:buNone/>
            </a:pPr>
            <a:r>
              <a:rPr lang="en-US" sz="2000" b="1" dirty="0">
                <a:solidFill>
                  <a:srgbClr val="1F1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Building Blocks</a:t>
            </a:r>
            <a:endParaRPr lang="en-US" sz="2000" dirty="0"/>
          </a:p>
          <a:p>
            <a:pPr algn="l" indent="0" marL="0">
              <a:lnSpc>
                <a:spcPts val="4133"/>
              </a:lnSpc>
              <a:buNone/>
            </a:pPr>
            <a:r>
              <a:rPr lang="en-US" sz="2000" b="1" dirty="0">
                <a:solidFill>
                  <a:srgbClr val="1F1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</a:t>
            </a:r>
            <a:endParaRPr lang="en-US" sz="2000" dirty="0"/>
          </a:p>
          <a:p>
            <a:pPr algn="l" indent="0" marL="0">
              <a:lnSpc>
                <a:spcPts val="4133"/>
              </a:lnSpc>
              <a:buNone/>
            </a:pPr>
            <a:r>
              <a:rPr lang="en-US" sz="2000" b="1" dirty="0">
                <a:solidFill>
                  <a:srgbClr val="1F1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 Attention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2026-10-12T14:38:28Z</dcterms:created>
  <dcterms:modified xsi:type="dcterms:W3CDTF">2026-10-12T14:38:28Z</dcterms:modified>
</cp:coreProperties>
</file>