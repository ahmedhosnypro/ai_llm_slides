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1712" y="274320"/>
            <a:ext cx="457200" cy="457200"/>
          </a:xfrm>
          <a:prstGeom prst="ellipse">
            <a:avLst/>
          </a:prstGeom>
          <a:solidFill>
            <a:srgbClr val="FFF9C4"/>
          </a:solidFill>
          <a:ln w="6350">
            <a:solidFill>
              <a:srgbClr val="FFF9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11712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5603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 – Part 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402690" y="1901038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33"/>
              </a:lnSpc>
              <a:buNone/>
            </a:pPr>
            <a:r>
              <a:rPr lang="en-US" sz="2000" b="1" dirty="0">
                <a:solidFill>
                  <a:srgbClr val="1F1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 Sequential Data</a:t>
            </a:r>
            <a:endParaRPr lang="en-US" sz="2000" dirty="0"/>
          </a:p>
          <a:p>
            <a:pPr algn="l" indent="0" marL="0">
              <a:lnSpc>
                <a:spcPts val="4133"/>
              </a:lnSpc>
              <a:buNone/>
            </a:pPr>
            <a:r>
              <a:rPr lang="en-US" sz="2000" b="1" dirty="0">
                <a:solidFill>
                  <a:srgbClr val="1F1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Building Blocks</a:t>
            </a:r>
            <a:endParaRPr lang="en-US" sz="2000" dirty="0"/>
          </a:p>
          <a:p>
            <a:pPr algn="l" indent="0" marL="0">
              <a:lnSpc>
                <a:spcPts val="4133"/>
              </a:lnSpc>
              <a:buNone/>
            </a:pPr>
            <a:r>
              <a:rPr lang="en-US" sz="2000" b="1" dirty="0">
                <a:solidFill>
                  <a:srgbClr val="1F1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Mechanism</a:t>
            </a:r>
            <a:endParaRPr lang="en-US" sz="2000" dirty="0"/>
          </a:p>
          <a:p>
            <a:pPr algn="l" indent="0" marL="0">
              <a:lnSpc>
                <a:spcPts val="4133"/>
              </a:lnSpc>
              <a:buNone/>
            </a:pPr>
            <a:r>
              <a:rPr lang="en-US" sz="2000" b="1" dirty="0">
                <a:solidFill>
                  <a:srgbClr val="1F1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 Attention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82600" y="6838950"/>
            <a:ext cx="112268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2026-10-11T07:53:56Z</dcterms:created>
  <dcterms:modified xsi:type="dcterms:W3CDTF">2026-10-11T07:53:56Z</dcterms:modified>
</cp:coreProperties>
</file>