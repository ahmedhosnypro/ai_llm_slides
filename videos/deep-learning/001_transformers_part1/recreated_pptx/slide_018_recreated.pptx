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solidFill>
            <a:srgbClr val="F2C699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Encoder and Decoder Blocks Contain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block</a:t>
            </a:r>
            <a:endParaRPr lang="en-US" sz="1600" dirty="0"/>
          </a:p>
        </p:txBody>
      </p:sp>
      <p:sp>
        <p:nvSpPr>
          <p:cNvPr id="137" name="Shape 135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solidFill>
            <a:srgbClr val="DECDBB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“h”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Heads are 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40" name="Shape 138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70" name="Shape 168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5" name="Shape 203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3" name="Shape 211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4" name="Shape 212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5" name="Shape 213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21" name="Shape 219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3" name="Shape 221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4" name="Shape 222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5" name="Shape 223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6" name="Shape 224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32" name="Text 230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33" name="Shape 231"/>
          <p:cNvSpPr/>
          <p:nvPr/>
        </p:nvSpPr>
        <p:spPr>
          <a:xfrm>
            <a:off x="6108700" y="1854200"/>
            <a:ext cx="63500" cy="6858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72200" y="2540000"/>
            <a:ext cx="25400" cy="5842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172200" y="3124200"/>
            <a:ext cx="50800" cy="68580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223000" y="3810000"/>
            <a:ext cx="38100" cy="63500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flipV="1">
            <a:off x="6216650" y="4406900"/>
            <a:ext cx="88900" cy="101600"/>
          </a:xfrm>
          <a:prstGeom prst="triangle">
            <a:avLst/>
          </a:prstGeom>
          <a:solidFill>
            <a:srgbClr val="653716"/>
          </a:solidFill>
          <a:ln w="6350">
            <a:solidFill>
              <a:srgbClr val="65371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5295900" y="2311400"/>
            <a:ext cx="355600" cy="3810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651500" y="2692400"/>
            <a:ext cx="317500" cy="3302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Encoder – Decoder Transformer (slide 18 recreation)</dc:title>
  <dc:subject>PptxGenJS Presentation</dc:subject>
  <dc:creator>slide-recreation worker</dc:creator>
  <cp:lastModifiedBy>slide-recreation worker</cp:lastModifiedBy>
  <cp:revision>1</cp:revision>
  <dcterms:created xsi:type="dcterms:W3CDTF">2026-10-11T18:46:11Z</dcterms:created>
  <dcterms:modified xsi:type="dcterms:W3CDTF">2026-10-11T18:46:11Z</dcterms:modified>
</cp:coreProperties>
</file>