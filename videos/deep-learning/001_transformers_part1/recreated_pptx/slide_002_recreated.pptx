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006" y="545897"/>
            <a:ext cx="11188598" cy="6302959"/>
          </a:xfrm>
          <a:prstGeom prst="rect">
            <a:avLst/>
          </a:prstGeom>
          <a:solidFill>
            <a:srgbClr val="E9E9E7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75213" y="672998"/>
            <a:ext cx="533095" cy="470002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75213" y="672998"/>
            <a:ext cx="533095" cy="470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006" y="2243938"/>
            <a:ext cx="111885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Transformers</a:t>
            </a:r>
            <a:endParaRPr lang="en-US" sz="7350" dirty="0"/>
          </a:p>
        </p:txBody>
      </p:sp>
      <p:sp>
        <p:nvSpPr>
          <p:cNvPr id="6" name="Text 4"/>
          <p:cNvSpPr/>
          <p:nvPr/>
        </p:nvSpPr>
        <p:spPr>
          <a:xfrm>
            <a:off x="502006" y="3300984"/>
            <a:ext cx="111885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spc="140" kern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5314493" y="4131259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Aug. 2020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2026-10-11T07:56:10Z</dcterms:created>
  <dcterms:modified xsi:type="dcterms:W3CDTF">2026-10-11T07:56:10Z</dcterms:modified>
</cp:coreProperties>
</file>