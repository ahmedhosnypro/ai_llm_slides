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914400"/>
            <a:ext cx="1038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Self Attention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62000" y="1885950"/>
            <a:ext cx="1041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several self attention mechanisms  give the self attention greater</a:t>
            </a:r>
            <a:endParaRPr lang="en-US" sz="2000" dirty="0"/>
          </a:p>
          <a:p>
            <a:pPr algn="ctr" indent="0" marL="0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of discrimination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2489200"/>
            <a:ext cx="10261600" cy="3644900"/>
          </a:xfrm>
          <a:prstGeom prst="rect">
            <a:avLst/>
          </a:prstGeom>
          <a:solidFill>
            <a:srgbClr val="E9E9E7"/>
          </a:solidFill>
          <a:ln w="25400">
            <a:solidFill>
              <a:srgbClr val="99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1400" y="2889250"/>
            <a:ext cx="965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Head is indexed with “</a:t>
            </a:r>
            <a:pPr algn="l" indent="0" marL="0">
              <a:buNone/>
            </a:pPr>
            <a:r>
              <a:rPr lang="en-US" sz="2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1041400" y="3543300"/>
            <a:ext cx="965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head has its own matrices </a:t>
            </a:r>
            <a:pPr algn="l" indent="0" marL="0">
              <a:buNone/>
            </a:pPr>
            <a:r>
              <a:rPr lang="en-US" sz="24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2400" baseline="43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buNone/>
            </a:pPr>
            <a:r>
              <a:rPr lang="en-US" sz="2400" baseline="-40000" dirty="0">
                <a:solidFill>
                  <a:srgbClr val="00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,  </a:t>
            </a:r>
            <a:pPr algn="l" indent="0" marL="0">
              <a:buNone/>
            </a:pPr>
            <a:r>
              <a:rPr lang="en-US" sz="24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2400" baseline="43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buNone/>
            </a:pPr>
            <a:r>
              <a:rPr lang="en-US" sz="2400" baseline="-40000" dirty="0">
                <a:solidFill>
                  <a:srgbClr val="00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, </a:t>
            </a:r>
            <a:pPr algn="l" indent="0" marL="0">
              <a:buNone/>
            </a:pPr>
            <a:r>
              <a:rPr lang="en-US" sz="24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buNone/>
            </a:pPr>
            <a:r>
              <a:rPr lang="en-US" sz="2400" baseline="43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buNone/>
            </a:pPr>
            <a:r>
              <a:rPr lang="en-US" sz="2400" baseline="-40000" dirty="0">
                <a:solidFill>
                  <a:srgbClr val="00A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1041400" y="4318000"/>
            <a:ext cx="965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input </a:t>
            </a:r>
            <a:pPr algn="l" indent="0" marL="0">
              <a:buNone/>
            </a:pPr>
            <a:r>
              <a:rPr lang="en-US" sz="2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attention head produces a different output vector </a:t>
            </a:r>
            <a:pPr algn="l" indent="0" marL="0">
              <a:buNone/>
            </a:pPr>
            <a:r>
              <a:rPr lang="en-US" sz="2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2400" baseline="43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1041400" y="4965700"/>
            <a:ext cx="10160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Output vectors are concatenated , and pass through a </a:t>
            </a:r>
            <a:pPr algn="l" indent="0" marL="0">
              <a:lnSpc>
                <a:spcPts val="3000"/>
              </a:lnSpc>
              <a:buNone/>
            </a:pPr>
            <a:r>
              <a:rPr lang="en-US" sz="24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245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4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pPr algn="l" indent="0" marL="0">
              <a:lnSpc>
                <a:spcPts val="3000"/>
              </a:lnSpc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reduce the dimension back to </a:t>
            </a:r>
            <a:pPr algn="l" indent="0" marL="0">
              <a:lnSpc>
                <a:spcPts val="3000"/>
              </a:lnSpc>
              <a:buNone/>
            </a:pPr>
            <a:r>
              <a:rPr lang="en-US" sz="24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</a:t>
            </a:r>
            <a:pPr algn="l" indent="0" marL="0">
              <a:lnSpc>
                <a:spcPts val="3000"/>
              </a:lnSpc>
              <a:buNone/>
            </a:pPr>
            <a:r>
              <a:rPr lang="en-US" sz="2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3000"/>
              </a:lnSpc>
              <a:buNone/>
            </a:pPr>
            <a:r>
              <a:rPr lang="en-US" sz="245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dimension.</a:t>
            </a:r>
            <a:endParaRPr lang="en-US" sz="2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2026-10-12T03:25:20Z</dcterms:created>
  <dcterms:modified xsi:type="dcterms:W3CDTF">2026-10-12T03:25:20Z</dcterms:modified>
</cp:coreProperties>
</file>