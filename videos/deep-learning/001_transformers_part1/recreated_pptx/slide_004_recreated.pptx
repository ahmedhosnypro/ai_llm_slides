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368296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Sequential Data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1106424" y="3739896"/>
            <a:ext cx="10561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3550" b="1" dirty="0">
                <a:solidFill>
                  <a:srgbClr val="000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1-D Convolutional Neural Network   (1-D CNN)</a:t>
            </a:r>
            <a:endParaRPr lang="en-US" sz="3550" dirty="0"/>
          </a:p>
          <a:p>
            <a:pPr algn="l" indent="0" marL="0">
              <a:lnSpc>
                <a:spcPts val="8000"/>
              </a:lnSpc>
              <a:buNone/>
            </a:pPr>
            <a:r>
              <a:rPr lang="en-US" sz="3550" b="1" dirty="0">
                <a:solidFill>
                  <a:srgbClr val="000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 Neural Network  (RNN)</a:t>
            </a:r>
            <a:endParaRPr lang="en-US" sz="3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2026-10-11T08:17:58Z</dcterms:created>
  <dcterms:modified xsi:type="dcterms:W3CDTF">2026-10-11T08:17:58Z</dcterms:modified>
</cp:coreProperties>
</file>