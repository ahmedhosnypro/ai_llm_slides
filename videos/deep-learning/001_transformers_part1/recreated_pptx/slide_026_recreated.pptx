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0400" y="1371600"/>
            <a:ext cx="10350500" cy="5270500"/>
          </a:xfrm>
          <a:prstGeom prst="roundRect">
            <a:avLst>
              <a:gd name="adj" fmla="val 1214"/>
            </a:avLst>
          </a:prstGeom>
          <a:solidFill>
            <a:srgbClr val="F7E2CD"/>
          </a:solidFill>
          <a:ln/>
        </p:spPr>
      </p:sp>
      <p:sp>
        <p:nvSpPr>
          <p:cNvPr id="6" name="Shape 4"/>
          <p:cNvSpPr/>
          <p:nvPr/>
        </p:nvSpPr>
        <p:spPr>
          <a:xfrm>
            <a:off x="3213100" y="2463800"/>
            <a:ext cx="1155700" cy="2679700"/>
          </a:xfrm>
          <a:prstGeom prst="rect">
            <a:avLst/>
          </a:prstGeom>
          <a:solidFill>
            <a:srgbClr val="DBCBBB"/>
          </a:solidFill>
          <a:ln/>
        </p:spPr>
      </p:sp>
      <p:sp>
        <p:nvSpPr>
          <p:cNvPr id="7" name="Text 5"/>
          <p:cNvSpPr/>
          <p:nvPr/>
        </p:nvSpPr>
        <p:spPr>
          <a:xfrm>
            <a:off x="3213100" y="2501900"/>
            <a:ext cx="1155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C3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C3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46550" y="3079750"/>
            <a:ext cx="101600" cy="1016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9" name="Shape 7"/>
          <p:cNvSpPr/>
          <p:nvPr/>
        </p:nvSpPr>
        <p:spPr>
          <a:xfrm>
            <a:off x="3943350" y="3600450"/>
            <a:ext cx="101600" cy="1016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10" name="Shape 8"/>
          <p:cNvSpPr/>
          <p:nvPr/>
        </p:nvSpPr>
        <p:spPr>
          <a:xfrm>
            <a:off x="3702050" y="4114800"/>
            <a:ext cx="101600" cy="1016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11" name="Shape 9"/>
          <p:cNvSpPr/>
          <p:nvPr/>
        </p:nvSpPr>
        <p:spPr>
          <a:xfrm>
            <a:off x="3460750" y="4679950"/>
            <a:ext cx="101600" cy="1016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12" name="Shape 10"/>
          <p:cNvSpPr/>
          <p:nvPr/>
        </p:nvSpPr>
        <p:spPr>
          <a:xfrm>
            <a:off x="723900" y="2870200"/>
            <a:ext cx="1054100" cy="2159000"/>
          </a:xfrm>
          <a:prstGeom prst="roundRect">
            <a:avLst>
              <a:gd name="adj" fmla="val 6072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509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1100" y="30416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6" name="Shape 14"/>
          <p:cNvSpPr/>
          <p:nvPr/>
        </p:nvSpPr>
        <p:spPr>
          <a:xfrm>
            <a:off x="1346200" y="30416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7" name="Shape 15"/>
          <p:cNvSpPr/>
          <p:nvPr/>
        </p:nvSpPr>
        <p:spPr>
          <a:xfrm>
            <a:off x="1511300" y="30416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8" name="Text 16"/>
          <p:cNvSpPr/>
          <p:nvPr/>
        </p:nvSpPr>
        <p:spPr>
          <a:xfrm>
            <a:off x="1126236" y="30162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09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60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1100" y="35623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22" name="Shape 20"/>
          <p:cNvSpPr/>
          <p:nvPr/>
        </p:nvSpPr>
        <p:spPr>
          <a:xfrm>
            <a:off x="1346200" y="35623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23" name="Shape 21"/>
          <p:cNvSpPr/>
          <p:nvPr/>
        </p:nvSpPr>
        <p:spPr>
          <a:xfrm>
            <a:off x="1511300" y="35623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24" name="Text 22"/>
          <p:cNvSpPr/>
          <p:nvPr/>
        </p:nvSpPr>
        <p:spPr>
          <a:xfrm>
            <a:off x="1126236" y="35369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9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60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27" name="Shape 25"/>
          <p:cNvSpPr/>
          <p:nvPr/>
        </p:nvSpPr>
        <p:spPr>
          <a:xfrm>
            <a:off x="1181100" y="40830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28" name="Shape 26"/>
          <p:cNvSpPr/>
          <p:nvPr/>
        </p:nvSpPr>
        <p:spPr>
          <a:xfrm>
            <a:off x="1346200" y="40830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29" name="Shape 27"/>
          <p:cNvSpPr/>
          <p:nvPr/>
        </p:nvSpPr>
        <p:spPr>
          <a:xfrm>
            <a:off x="1511300" y="40830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30" name="Text 28"/>
          <p:cNvSpPr/>
          <p:nvPr/>
        </p:nvSpPr>
        <p:spPr>
          <a:xfrm>
            <a:off x="1126236" y="40576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09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60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3" name="Shape 31"/>
          <p:cNvSpPr/>
          <p:nvPr/>
        </p:nvSpPr>
        <p:spPr>
          <a:xfrm>
            <a:off x="1181100" y="46418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34" name="Shape 32"/>
          <p:cNvSpPr/>
          <p:nvPr/>
        </p:nvSpPr>
        <p:spPr>
          <a:xfrm>
            <a:off x="1346200" y="46418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35" name="Shape 33"/>
          <p:cNvSpPr/>
          <p:nvPr/>
        </p:nvSpPr>
        <p:spPr>
          <a:xfrm>
            <a:off x="1511300" y="46418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36" name="Text 34"/>
          <p:cNvSpPr/>
          <p:nvPr/>
        </p:nvSpPr>
        <p:spPr>
          <a:xfrm>
            <a:off x="1126236" y="46164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816600" y="2489200"/>
            <a:ext cx="393700" cy="2616200"/>
          </a:xfrm>
          <a:prstGeom prst="roundRect">
            <a:avLst>
              <a:gd name="adj" fmla="val 11613"/>
            </a:avLst>
          </a:prstGeom>
          <a:solidFill>
            <a:srgbClr val="F8DEFB"/>
          </a:solidFill>
          <a:ln/>
        </p:spPr>
      </p:sp>
      <p:sp>
        <p:nvSpPr>
          <p:cNvPr id="38" name="Text 36"/>
          <p:cNvSpPr/>
          <p:nvPr/>
        </p:nvSpPr>
        <p:spPr>
          <a:xfrm rot="16200000">
            <a:off x="4824730" y="356235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6B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6553200" y="2489200"/>
            <a:ext cx="1701800" cy="279400"/>
          </a:xfrm>
          <a:prstGeom prst="rect">
            <a:avLst/>
          </a:prstGeom>
          <a:solidFill>
            <a:srgbClr val="EAFEFC"/>
          </a:solidFill>
          <a:ln/>
        </p:spPr>
      </p:sp>
      <p:sp>
        <p:nvSpPr>
          <p:cNvPr id="40" name="Text 38"/>
          <p:cNvSpPr/>
          <p:nvPr/>
        </p:nvSpPr>
        <p:spPr>
          <a:xfrm>
            <a:off x="6553200" y="2489200"/>
            <a:ext cx="1701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1765300" y="3124200"/>
            <a:ext cx="23812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48150" y="3124200"/>
            <a:ext cx="15430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765300" y="3644900"/>
            <a:ext cx="21780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44950" y="3644900"/>
            <a:ext cx="17462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765300" y="4165600"/>
            <a:ext cx="19367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03650" y="4165600"/>
            <a:ext cx="19875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765300" y="4724400"/>
            <a:ext cx="16954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62350" y="4724400"/>
            <a:ext cx="22288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223000" y="3124200"/>
            <a:ext cx="34417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23000" y="3644900"/>
            <a:ext cx="34417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23000" y="4165600"/>
            <a:ext cx="34417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23000" y="4724400"/>
            <a:ext cx="25146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6756400" y="2806700"/>
            <a:ext cx="0" cy="2921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 flipV="1">
            <a:off x="7150100" y="2806700"/>
            <a:ext cx="0" cy="8128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V="1">
            <a:off x="7505700" y="2806700"/>
            <a:ext cx="0" cy="13335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 flipV="1">
            <a:off x="7899400" y="2806700"/>
            <a:ext cx="0" cy="18669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6273800" y="28702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273800" y="33909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273800" y="39116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73800" y="44704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692900" y="30607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05600" y="31242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18300" y="30988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6718300" y="30988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5400000">
            <a:off x="6559550" y="30543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66" name="Shape 64"/>
          <p:cNvSpPr/>
          <p:nvPr/>
        </p:nvSpPr>
        <p:spPr>
          <a:xfrm rot="16200000">
            <a:off x="6851650" y="30543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67" name="Shape 65"/>
          <p:cNvSpPr/>
          <p:nvPr/>
        </p:nvSpPr>
        <p:spPr>
          <a:xfrm>
            <a:off x="7086600" y="35814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099300" y="36449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12000" y="36195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7112000" y="36195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5400000">
            <a:off x="6953250" y="35750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2" name="Shape 70"/>
          <p:cNvSpPr/>
          <p:nvPr/>
        </p:nvSpPr>
        <p:spPr>
          <a:xfrm rot="16200000">
            <a:off x="7245350" y="35750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3" name="Shape 71"/>
          <p:cNvSpPr/>
          <p:nvPr/>
        </p:nvSpPr>
        <p:spPr>
          <a:xfrm>
            <a:off x="7442200" y="41021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454900" y="41656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467600" y="41402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7467600" y="41402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5400000">
            <a:off x="7308850" y="40957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8" name="Shape 76"/>
          <p:cNvSpPr/>
          <p:nvPr/>
        </p:nvSpPr>
        <p:spPr>
          <a:xfrm rot="16200000">
            <a:off x="7600950" y="40957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9" name="Shape 77"/>
          <p:cNvSpPr/>
          <p:nvPr/>
        </p:nvSpPr>
        <p:spPr>
          <a:xfrm>
            <a:off x="7835900" y="46609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848600" y="47244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861300" y="46990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V="1">
            <a:off x="7861300" y="46990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5400000">
            <a:off x="7702550" y="46545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84" name="Shape 82"/>
          <p:cNvSpPr/>
          <p:nvPr/>
        </p:nvSpPr>
        <p:spPr>
          <a:xfrm rot="16200000">
            <a:off x="7994650" y="46545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85" name="Shape 83"/>
          <p:cNvSpPr/>
          <p:nvPr/>
        </p:nvSpPr>
        <p:spPr>
          <a:xfrm rot="1560000">
            <a:off x="6972300" y="1854200"/>
            <a:ext cx="304800" cy="266700"/>
          </a:xfrm>
          <a:prstGeom prst="upArrow">
            <a:avLst/>
          </a:prstGeom>
          <a:solidFill>
            <a:srgbClr val="12B45A"/>
          </a:solidFill>
          <a:ln/>
        </p:spPr>
      </p:sp>
      <p:sp>
        <p:nvSpPr>
          <p:cNvPr id="86" name="Shape 84"/>
          <p:cNvSpPr/>
          <p:nvPr/>
        </p:nvSpPr>
        <p:spPr>
          <a:xfrm flipV="1">
            <a:off x="7404100" y="1917700"/>
            <a:ext cx="0" cy="533400"/>
          </a:xfrm>
          <a:prstGeom prst="line">
            <a:avLst/>
          </a:prstGeom>
          <a:noFill/>
          <a:ln w="19050">
            <a:solidFill>
              <a:srgbClr val="8C0007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3378200" y="2032000"/>
            <a:ext cx="952500" cy="355600"/>
          </a:xfrm>
          <a:prstGeom prst="ellipse">
            <a:avLst/>
          </a:prstGeom>
          <a:solidFill>
            <a:srgbClr val="F9FCDB"/>
          </a:solidFill>
          <a:ln/>
        </p:spPr>
      </p:sp>
      <p:sp>
        <p:nvSpPr>
          <p:cNvPr id="88" name="Text 86"/>
          <p:cNvSpPr/>
          <p:nvPr/>
        </p:nvSpPr>
        <p:spPr>
          <a:xfrm>
            <a:off x="3378200" y="2032000"/>
            <a:ext cx="95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5435600" y="2044700"/>
            <a:ext cx="1117600" cy="393700"/>
          </a:xfrm>
          <a:prstGeom prst="ellipse">
            <a:avLst/>
          </a:prstGeom>
          <a:solidFill>
            <a:srgbClr val="F9FCDB"/>
          </a:solidFill>
          <a:ln/>
        </p:spPr>
      </p:sp>
      <p:sp>
        <p:nvSpPr>
          <p:cNvPr id="90" name="Text 88"/>
          <p:cNvSpPr/>
          <p:nvPr/>
        </p:nvSpPr>
        <p:spPr>
          <a:xfrm>
            <a:off x="5435600" y="2044700"/>
            <a:ext cx="11176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7213600" y="1930400"/>
            <a:ext cx="1587500" cy="444500"/>
          </a:xfrm>
          <a:prstGeom prst="ellipse">
            <a:avLst/>
          </a:prstGeom>
          <a:solidFill>
            <a:srgbClr val="F9FCDB"/>
          </a:solidFill>
          <a:ln/>
        </p:spPr>
      </p:sp>
      <p:sp>
        <p:nvSpPr>
          <p:cNvPr id="92" name="Text 90"/>
          <p:cNvSpPr/>
          <p:nvPr/>
        </p:nvSpPr>
        <p:spPr>
          <a:xfrm>
            <a:off x="7670800" y="1930400"/>
            <a:ext cx="9906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6946900" y="1511300"/>
            <a:ext cx="901700" cy="368300"/>
          </a:xfrm>
          <a:prstGeom prst="roundRect">
            <a:avLst>
              <a:gd name="adj" fmla="val 9931"/>
            </a:avLst>
          </a:prstGeom>
          <a:ln w="15875">
            <a:solidFill>
              <a:srgbClr val="3B7A40"/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>
            <a:off x="6972300" y="1536700"/>
            <a:ext cx="165100" cy="304800"/>
          </a:xfrm>
          <a:prstGeom prst="rect">
            <a:avLst/>
          </a:prstGeom>
          <a:solidFill>
            <a:srgbClr val="B2DCA5"/>
          </a:solidFill>
          <a:ln/>
        </p:spPr>
      </p:sp>
      <p:sp>
        <p:nvSpPr>
          <p:cNvPr id="95" name="Shape 93"/>
          <p:cNvSpPr/>
          <p:nvPr/>
        </p:nvSpPr>
        <p:spPr>
          <a:xfrm>
            <a:off x="7142480" y="1536700"/>
            <a:ext cx="165100" cy="304800"/>
          </a:xfrm>
          <a:prstGeom prst="rect">
            <a:avLst/>
          </a:prstGeom>
          <a:solidFill>
            <a:srgbClr val="AFDAA6"/>
          </a:solidFill>
          <a:ln/>
        </p:spPr>
      </p:sp>
      <p:sp>
        <p:nvSpPr>
          <p:cNvPr id="96" name="Shape 94"/>
          <p:cNvSpPr/>
          <p:nvPr/>
        </p:nvSpPr>
        <p:spPr>
          <a:xfrm>
            <a:off x="7312660" y="1536700"/>
            <a:ext cx="165100" cy="304800"/>
          </a:xfrm>
          <a:prstGeom prst="rect">
            <a:avLst/>
          </a:prstGeom>
          <a:solidFill>
            <a:srgbClr val="96CE91"/>
          </a:solidFill>
          <a:ln/>
        </p:spPr>
      </p:sp>
      <p:sp>
        <p:nvSpPr>
          <p:cNvPr id="97" name="Shape 95"/>
          <p:cNvSpPr/>
          <p:nvPr/>
        </p:nvSpPr>
        <p:spPr>
          <a:xfrm>
            <a:off x="7482840" y="1536700"/>
            <a:ext cx="165100" cy="304800"/>
          </a:xfrm>
          <a:prstGeom prst="rect">
            <a:avLst/>
          </a:prstGeom>
          <a:solidFill>
            <a:srgbClr val="A0CC9A"/>
          </a:solidFill>
          <a:ln/>
        </p:spPr>
      </p:sp>
      <p:sp>
        <p:nvSpPr>
          <p:cNvPr id="98" name="Shape 96"/>
          <p:cNvSpPr/>
          <p:nvPr/>
        </p:nvSpPr>
        <p:spPr>
          <a:xfrm>
            <a:off x="7653020" y="1536700"/>
            <a:ext cx="175260" cy="304800"/>
          </a:xfrm>
          <a:prstGeom prst="rect">
            <a:avLst/>
          </a:prstGeom>
          <a:solidFill>
            <a:srgbClr val="A5C8BD"/>
          </a:solidFill>
          <a:ln/>
        </p:spPr>
      </p:sp>
      <p:sp>
        <p:nvSpPr>
          <p:cNvPr id="99" name="Text 97"/>
          <p:cNvSpPr/>
          <p:nvPr/>
        </p:nvSpPr>
        <p:spPr>
          <a:xfrm>
            <a:off x="7251700" y="1511300"/>
            <a:ext cx="317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8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600" dirty="0"/>
          </a:p>
        </p:txBody>
      </p:sp>
      <p:sp>
        <p:nvSpPr>
          <p:cNvPr id="100" name="Shape 98"/>
          <p:cNvSpPr/>
          <p:nvPr/>
        </p:nvSpPr>
        <p:spPr>
          <a:xfrm>
            <a:off x="9664700" y="2870200"/>
            <a:ext cx="1054100" cy="2159000"/>
          </a:xfrm>
          <a:prstGeom prst="roundRect">
            <a:avLst>
              <a:gd name="adj" fmla="val 6072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>
            <a:off x="97917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02" name="Shape 100"/>
          <p:cNvSpPr/>
          <p:nvPr/>
        </p:nvSpPr>
        <p:spPr>
          <a:xfrm>
            <a:off x="99568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121900" y="30416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287000" y="30416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452100" y="30416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06" name="Text 104"/>
          <p:cNvSpPr/>
          <p:nvPr/>
        </p:nvSpPr>
        <p:spPr>
          <a:xfrm>
            <a:off x="10067036" y="30162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97917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08" name="Shape 106"/>
          <p:cNvSpPr/>
          <p:nvPr/>
        </p:nvSpPr>
        <p:spPr>
          <a:xfrm>
            <a:off x="99568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0121900" y="35623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0287000" y="35623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0452100" y="35623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12" name="Text 110"/>
          <p:cNvSpPr/>
          <p:nvPr/>
        </p:nvSpPr>
        <p:spPr>
          <a:xfrm>
            <a:off x="10067036" y="35369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97917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14" name="Shape 112"/>
          <p:cNvSpPr/>
          <p:nvPr/>
        </p:nvSpPr>
        <p:spPr>
          <a:xfrm>
            <a:off x="99568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121900" y="40830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0287000" y="40830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0452100" y="40830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18" name="Text 116"/>
          <p:cNvSpPr/>
          <p:nvPr/>
        </p:nvSpPr>
        <p:spPr>
          <a:xfrm>
            <a:off x="10067036" y="40576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97917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0" name="Shape 118"/>
          <p:cNvSpPr/>
          <p:nvPr/>
        </p:nvSpPr>
        <p:spPr>
          <a:xfrm>
            <a:off x="99568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0121900" y="46418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0287000" y="46418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23" name="Shape 121"/>
          <p:cNvSpPr/>
          <p:nvPr/>
        </p:nvSpPr>
        <p:spPr>
          <a:xfrm>
            <a:off x="10452100" y="46418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24" name="Text 122"/>
          <p:cNvSpPr/>
          <p:nvPr/>
        </p:nvSpPr>
        <p:spPr>
          <a:xfrm>
            <a:off x="10067036" y="46164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2260600" y="6007100"/>
            <a:ext cx="4000500" cy="571500"/>
          </a:xfrm>
          <a:prstGeom prst="roundRect">
            <a:avLst>
              <a:gd name="adj" fmla="val 11200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26" name="Shape 124"/>
          <p:cNvSpPr/>
          <p:nvPr/>
        </p:nvSpPr>
        <p:spPr>
          <a:xfrm>
            <a:off x="24257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7" name="Shape 125"/>
          <p:cNvSpPr/>
          <p:nvPr/>
        </p:nvSpPr>
        <p:spPr>
          <a:xfrm>
            <a:off x="25908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8" name="Shape 126"/>
          <p:cNvSpPr/>
          <p:nvPr/>
        </p:nvSpPr>
        <p:spPr>
          <a:xfrm>
            <a:off x="27559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29" name="Shape 127"/>
          <p:cNvSpPr/>
          <p:nvPr/>
        </p:nvSpPr>
        <p:spPr>
          <a:xfrm>
            <a:off x="29210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30" name="Shape 128"/>
          <p:cNvSpPr/>
          <p:nvPr/>
        </p:nvSpPr>
        <p:spPr>
          <a:xfrm>
            <a:off x="30861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31" name="Text 129"/>
          <p:cNvSpPr/>
          <p:nvPr/>
        </p:nvSpPr>
        <p:spPr>
          <a:xfrm>
            <a:off x="27010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43053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3" name="Shape 131"/>
          <p:cNvSpPr/>
          <p:nvPr/>
        </p:nvSpPr>
        <p:spPr>
          <a:xfrm>
            <a:off x="44704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4" name="Shape 132"/>
          <p:cNvSpPr/>
          <p:nvPr/>
        </p:nvSpPr>
        <p:spPr>
          <a:xfrm>
            <a:off x="46355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35" name="Shape 133"/>
          <p:cNvSpPr/>
          <p:nvPr/>
        </p:nvSpPr>
        <p:spPr>
          <a:xfrm>
            <a:off x="48006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36" name="Shape 134"/>
          <p:cNvSpPr/>
          <p:nvPr/>
        </p:nvSpPr>
        <p:spPr>
          <a:xfrm>
            <a:off x="49657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37" name="Text 135"/>
          <p:cNvSpPr/>
          <p:nvPr/>
        </p:nvSpPr>
        <p:spPr>
          <a:xfrm>
            <a:off x="45806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52578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9" name="Shape 137"/>
          <p:cNvSpPr/>
          <p:nvPr/>
        </p:nvSpPr>
        <p:spPr>
          <a:xfrm>
            <a:off x="54229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40" name="Shape 138"/>
          <p:cNvSpPr/>
          <p:nvPr/>
        </p:nvSpPr>
        <p:spPr>
          <a:xfrm>
            <a:off x="55880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41" name="Shape 139"/>
          <p:cNvSpPr/>
          <p:nvPr/>
        </p:nvSpPr>
        <p:spPr>
          <a:xfrm>
            <a:off x="57531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42" name="Shape 140"/>
          <p:cNvSpPr/>
          <p:nvPr/>
        </p:nvSpPr>
        <p:spPr>
          <a:xfrm>
            <a:off x="59182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43" name="Text 141"/>
          <p:cNvSpPr/>
          <p:nvPr/>
        </p:nvSpPr>
        <p:spPr>
          <a:xfrm>
            <a:off x="55331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44" name="Shape 142"/>
          <p:cNvSpPr/>
          <p:nvPr/>
        </p:nvSpPr>
        <p:spPr>
          <a:xfrm>
            <a:off x="3314700" y="5994400"/>
            <a:ext cx="965200" cy="444500"/>
          </a:xfrm>
          <a:prstGeom prst="roundRect">
            <a:avLst>
              <a:gd name="adj" fmla="val 10286"/>
            </a:avLst>
          </a:prstGeom>
          <a:ln w="19050">
            <a:solidFill>
              <a:srgbClr val="A01450"/>
            </a:solidFill>
            <a:prstDash val="sysDot"/>
          </a:ln>
        </p:spPr>
      </p:sp>
      <p:sp>
        <p:nvSpPr>
          <p:cNvPr id="145" name="Shape 143"/>
          <p:cNvSpPr/>
          <p:nvPr/>
        </p:nvSpPr>
        <p:spPr>
          <a:xfrm>
            <a:off x="3365500" y="6191250"/>
            <a:ext cx="152400" cy="177800"/>
          </a:xfrm>
          <a:prstGeom prst="rect">
            <a:avLst/>
          </a:prstGeom>
          <a:solidFill>
            <a:srgbClr val="E39FB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3530600" y="6191250"/>
            <a:ext cx="152400" cy="177800"/>
          </a:xfrm>
          <a:prstGeom prst="rect">
            <a:avLst/>
          </a:prstGeom>
          <a:solidFill>
            <a:srgbClr val="E0A5D3"/>
          </a:solidFill>
          <a:ln/>
        </p:spPr>
      </p:sp>
      <p:sp>
        <p:nvSpPr>
          <p:cNvPr id="147" name="Shape 145"/>
          <p:cNvSpPr/>
          <p:nvPr/>
        </p:nvSpPr>
        <p:spPr>
          <a:xfrm>
            <a:off x="3695700" y="6191250"/>
            <a:ext cx="152400" cy="177800"/>
          </a:xfrm>
          <a:prstGeom prst="rect">
            <a:avLst/>
          </a:prstGeom>
          <a:solidFill>
            <a:srgbClr val="C44C88"/>
          </a:solidFill>
          <a:ln/>
        </p:spPr>
      </p:sp>
      <p:sp>
        <p:nvSpPr>
          <p:cNvPr id="148" name="Shape 146"/>
          <p:cNvSpPr/>
          <p:nvPr/>
        </p:nvSpPr>
        <p:spPr>
          <a:xfrm>
            <a:off x="3860800" y="6191250"/>
            <a:ext cx="152400" cy="177800"/>
          </a:xfrm>
          <a:prstGeom prst="rect">
            <a:avLst/>
          </a:prstGeom>
          <a:solidFill>
            <a:srgbClr val="D595E2"/>
          </a:solidFill>
          <a:ln/>
        </p:spPr>
      </p:sp>
      <p:sp>
        <p:nvSpPr>
          <p:cNvPr id="149" name="Shape 147"/>
          <p:cNvSpPr/>
          <p:nvPr/>
        </p:nvSpPr>
        <p:spPr>
          <a:xfrm>
            <a:off x="4025900" y="6191250"/>
            <a:ext cx="157480" cy="177800"/>
          </a:xfrm>
          <a:prstGeom prst="rect">
            <a:avLst/>
          </a:prstGeom>
          <a:solidFill>
            <a:srgbClr val="DC92E3"/>
          </a:solidFill>
          <a:ln/>
        </p:spPr>
      </p:sp>
      <p:sp>
        <p:nvSpPr>
          <p:cNvPr id="150" name="Text 148"/>
          <p:cNvSpPr/>
          <p:nvPr/>
        </p:nvSpPr>
        <p:spPr>
          <a:xfrm>
            <a:off x="3543300" y="60706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1" name="Shape 149"/>
          <p:cNvSpPr/>
          <p:nvPr/>
        </p:nvSpPr>
        <p:spPr>
          <a:xfrm flipV="1">
            <a:off x="3784600" y="5156200"/>
            <a:ext cx="0" cy="85090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2" name="Shape 150"/>
          <p:cNvSpPr/>
          <p:nvPr/>
        </p:nvSpPr>
        <p:spPr>
          <a:xfrm flipV="1">
            <a:off x="3378200" y="6502400"/>
            <a:ext cx="228600" cy="177800"/>
          </a:xfrm>
          <a:prstGeom prst="line">
            <a:avLst/>
          </a:prstGeom>
          <a:noFill/>
          <a:ln w="50800">
            <a:solidFill>
              <a:srgbClr val="C5000F"/>
            </a:solidFill>
            <a:prstDash val="solid"/>
            <a:tailEnd type="triangle"/>
          </a:ln>
        </p:spPr>
      </p:sp>
      <p:sp>
        <p:nvSpPr>
          <p:cNvPr id="153" name="Shape 151"/>
          <p:cNvSpPr/>
          <p:nvPr/>
        </p:nvSpPr>
        <p:spPr>
          <a:xfrm flipH="1" flipV="1">
            <a:off x="1651000" y="5943600"/>
            <a:ext cx="508000" cy="508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54" name="Shape 152"/>
          <p:cNvSpPr/>
          <p:nvPr/>
        </p:nvSpPr>
        <p:spPr>
          <a:xfrm flipH="1" flipV="1">
            <a:off x="1422400" y="5842000"/>
            <a:ext cx="228600" cy="1016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55" name="Shape 153"/>
          <p:cNvSpPr/>
          <p:nvPr/>
        </p:nvSpPr>
        <p:spPr>
          <a:xfrm flipH="1" flipV="1">
            <a:off x="1320800" y="5689600"/>
            <a:ext cx="101600" cy="1524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56" name="Shape 154"/>
          <p:cNvSpPr/>
          <p:nvPr/>
        </p:nvSpPr>
        <p:spPr>
          <a:xfrm flipH="1" flipV="1">
            <a:off x="1295400" y="5461000"/>
            <a:ext cx="25400" cy="2286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57" name="Shape 155"/>
          <p:cNvSpPr/>
          <p:nvPr/>
        </p:nvSpPr>
        <p:spPr>
          <a:xfrm flipV="1">
            <a:off x="1295400" y="5194300"/>
            <a:ext cx="0" cy="2667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58" name="Shape 156"/>
          <p:cNvSpPr/>
          <p:nvPr/>
        </p:nvSpPr>
        <p:spPr>
          <a:xfrm flipV="1">
            <a:off x="6311900" y="6248400"/>
            <a:ext cx="800100" cy="254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59" name="Shape 157"/>
          <p:cNvSpPr/>
          <p:nvPr/>
        </p:nvSpPr>
        <p:spPr>
          <a:xfrm flipV="1">
            <a:off x="7112000" y="6184900"/>
            <a:ext cx="698500" cy="635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0" name="Shape 158"/>
          <p:cNvSpPr/>
          <p:nvPr/>
        </p:nvSpPr>
        <p:spPr>
          <a:xfrm flipV="1">
            <a:off x="7810500" y="6108700"/>
            <a:ext cx="546100" cy="762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1" name="Shape 159"/>
          <p:cNvSpPr/>
          <p:nvPr/>
        </p:nvSpPr>
        <p:spPr>
          <a:xfrm flipV="1">
            <a:off x="8356600" y="6019800"/>
            <a:ext cx="469900" cy="889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2" name="Shape 160"/>
          <p:cNvSpPr/>
          <p:nvPr/>
        </p:nvSpPr>
        <p:spPr>
          <a:xfrm flipV="1">
            <a:off x="8826500" y="5930900"/>
            <a:ext cx="342900" cy="889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3" name="Shape 161"/>
          <p:cNvSpPr/>
          <p:nvPr/>
        </p:nvSpPr>
        <p:spPr>
          <a:xfrm flipV="1">
            <a:off x="9169400" y="5842000"/>
            <a:ext cx="266700" cy="889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4" name="Shape 162"/>
          <p:cNvSpPr/>
          <p:nvPr/>
        </p:nvSpPr>
        <p:spPr>
          <a:xfrm flipV="1">
            <a:off x="9436100" y="5740400"/>
            <a:ext cx="215900" cy="1016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5" name="Shape 163"/>
          <p:cNvSpPr/>
          <p:nvPr/>
        </p:nvSpPr>
        <p:spPr>
          <a:xfrm flipV="1">
            <a:off x="9652000" y="5613400"/>
            <a:ext cx="190500" cy="1270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6" name="Shape 164"/>
          <p:cNvSpPr/>
          <p:nvPr/>
        </p:nvSpPr>
        <p:spPr>
          <a:xfrm flipV="1">
            <a:off x="9842500" y="5461000"/>
            <a:ext cx="139700" cy="1524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7" name="Shape 165"/>
          <p:cNvSpPr/>
          <p:nvPr/>
        </p:nvSpPr>
        <p:spPr>
          <a:xfrm flipV="1">
            <a:off x="9982200" y="5283200"/>
            <a:ext cx="114300" cy="1778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8" name="Shape 166"/>
          <p:cNvSpPr/>
          <p:nvPr/>
        </p:nvSpPr>
        <p:spPr>
          <a:xfrm flipV="1">
            <a:off x="10096500" y="5130800"/>
            <a:ext cx="76200" cy="1524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9" name="Shape 167"/>
          <p:cNvSpPr/>
          <p:nvPr/>
        </p:nvSpPr>
        <p:spPr>
          <a:xfrm>
            <a:off x="1238250" y="5029200"/>
            <a:ext cx="114300" cy="127000"/>
          </a:xfrm>
          <a:prstGeom prst="triangle">
            <a:avLst/>
          </a:prstGeom>
          <a:solidFill>
            <a:srgbClr val="1E7A34"/>
          </a:solidFill>
          <a:ln/>
        </p:spPr>
      </p:sp>
      <p:sp>
        <p:nvSpPr>
          <p:cNvPr id="170" name="Shape 168"/>
          <p:cNvSpPr/>
          <p:nvPr/>
        </p:nvSpPr>
        <p:spPr>
          <a:xfrm>
            <a:off x="10140950" y="5029200"/>
            <a:ext cx="114300" cy="127000"/>
          </a:xfrm>
          <a:prstGeom prst="triangle">
            <a:avLst/>
          </a:prstGeom>
          <a:solidFill>
            <a:srgbClr val="1E7A34"/>
          </a:solidFill>
          <a:ln/>
        </p:spPr>
      </p:sp>
      <p:sp>
        <p:nvSpPr>
          <p:cNvPr id="171" name="Text 169"/>
          <p:cNvSpPr/>
          <p:nvPr/>
        </p:nvSpPr>
        <p:spPr>
          <a:xfrm>
            <a:off x="834390" y="66294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highlight>
                  <a:srgbClr val="FBF29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(Fundamental Operation)</a:t>
            </a:r>
            <a:endParaRPr lang="en-US" sz="2000" dirty="0"/>
          </a:p>
        </p:txBody>
      </p:sp>
      <p:sp>
        <p:nvSpPr>
          <p:cNvPr id="172" name="Text 170"/>
          <p:cNvSpPr/>
          <p:nvPr/>
        </p:nvSpPr>
        <p:spPr>
          <a:xfrm>
            <a:off x="770839" y="961949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(Self Attention of word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w.r.t All words in Sentence (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2026-10-11T10:02:36Z</dcterms:created>
  <dcterms:modified xsi:type="dcterms:W3CDTF">2026-10-11T10:02:36Z</dcterms:modified>
</cp:coreProperties>
</file>