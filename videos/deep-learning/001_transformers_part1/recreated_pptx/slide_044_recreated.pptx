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2" name="Shape 40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6" name="Shape 44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1" name="Text 59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9" name="Text 67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7" name="Text 75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5" name="Text 83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3" name="Shape 111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16" name="Shape 114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26" name="Shape 124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6" name="Shape 144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0" name="Text 148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52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53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154" name="Shape 150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55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56" name="Shape 151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57" name="Shape 152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59" name="Shape 154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61" name="Shape 156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2" name="Text 157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63" name="Shape 158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68" name="Text 163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69" name="Shape 164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71" name="Shape 166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2" name="Text 167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73" name="Shape 168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4" name="Shape 169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78" name="Text 173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79" name="Shape 174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80" name="Text 175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81" name="Shape 176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2" name="Text 177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83" name="Shape 178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88" name="Text 183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89" name="Shape 184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91" name="Shape 186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2" name="Text 187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93" name="Shape 188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99" name="Shape 194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00" name="Text 195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01" name="Shape 196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4" name="Text 199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05" name="Shape 200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09" name="Shape 204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13" name="Shape 208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7" name="Text 212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18" name="Shape 213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9" name="Text 214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220" name="Shape 215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1" name="Shape 216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22" name="Shape 217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3" name="Text 218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24" name="Shape 219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6" name="Shape 221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28" name="Shape 223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9" name="Text 224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30" name="Shape 225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31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32" name="Shape 226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3" name="Text 227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4" name="Shape 228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5" name="Shape 229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Text 231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8" name="Shape 232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Text 235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2" name="Shape 236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Text 239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6" name="Shape 240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50" name="Shape 244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1" name="Text 245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2" name="Shape 246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3" name="Shape 247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4" name="Shape 248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5" name="Text 249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6" name="Shape 250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7" name="Shape 251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8" name="Shape 252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9" name="Text 253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Shape 254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1" name="Shape 255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2" name="Shape 256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3" name="Text 257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4" name="Shape 258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5" name="Shape 259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6" name="Shape 260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68" name="Shape 262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69" name="Text 263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Shape 264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1" name="Shape 265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2" name="Shape 266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3" name="Text 267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4" name="Shape 268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Shape 269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6" name="Shape 270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Text 271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8" name="Shape 272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9" name="Shape 273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0" name="Shape 274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1" name="Text 275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2" name="Shape 276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86" name="Shape 280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87" name="Text 281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88" name="Shape 282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1" name="Text 285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92" name="Shape 286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4" name="Shape 288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5" name="Text 289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96" name="Shape 290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7" name="Shape 291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8" name="Shape 292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9" name="Text 293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0" name="Shape 294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04" name="Shape 298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5" name="Text 299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7" name="Text 321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28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127500"/>
            <a:ext cx="2222504" cy="1904997"/>
          </a:xfrm>
          <a:prstGeom prst="rect">
            <a:avLst/>
          </a:prstGeom>
        </p:spPr>
      </p:pic>
      <p:sp>
        <p:nvSpPr>
          <p:cNvPr id="329" name="Text 322"/>
          <p:cNvSpPr/>
          <p:nvPr/>
        </p:nvSpPr>
        <p:spPr>
          <a:xfrm rot="19320000">
            <a:off x="7772400" y="49784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  <p:sp>
        <p:nvSpPr>
          <p:cNvPr id="330" name="Shape 323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331" name="Shape 324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2" name="Shape 325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3" name="Shape 326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7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Shape 328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6" name="Shape 329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0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1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340" name="Shape 333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342" name="Text 335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343" name="Shape 336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4" name="Shape 337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5" name="Shape 338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6" name="Shape 339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7" name="Shape 340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8" name="Shape 341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9" name="Shape 342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0" name="Text 343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351" name="Text 344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  <p:sp>
        <p:nvSpPr>
          <p:cNvPr id="352" name="Text 345"/>
          <p:cNvSpPr/>
          <p:nvPr/>
        </p:nvSpPr>
        <p:spPr>
          <a:xfrm>
            <a:off x="62357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53" name="Text 346"/>
          <p:cNvSpPr/>
          <p:nvPr/>
        </p:nvSpPr>
        <p:spPr>
          <a:xfrm>
            <a:off x="6235700" y="9779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2000" b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Architecture</a:t>
            </a:r>
            <a:endParaRPr lang="en-US" sz="2000" dirty="0"/>
          </a:p>
        </p:txBody>
      </p:sp>
      <p:sp>
        <p:nvSpPr>
          <p:cNvPr id="354" name="Shape 347"/>
          <p:cNvSpPr/>
          <p:nvPr/>
        </p:nvSpPr>
        <p:spPr>
          <a:xfrm>
            <a:off x="9398000" y="1041400"/>
            <a:ext cx="2108200" cy="2717800"/>
          </a:xfrm>
          <a:prstGeom prst="rect">
            <a:avLst/>
          </a:prstGeom>
          <a:solidFill>
            <a:srgbClr val="FFFFFF"/>
          </a:solidFill>
          <a:ln w="44450">
            <a:solidFill>
              <a:srgbClr val="1F8A1C"/>
            </a:solidFill>
            <a:prstDash val="solid"/>
          </a:ln>
        </p:spPr>
      </p:sp>
      <p:sp>
        <p:nvSpPr>
          <p:cNvPr id="355" name="Shape 348"/>
          <p:cNvSpPr/>
          <p:nvPr/>
        </p:nvSpPr>
        <p:spPr>
          <a:xfrm>
            <a:off x="10293350" y="1085850"/>
            <a:ext cx="0" cy="13335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356" name="Shape 349"/>
          <p:cNvSpPr/>
          <p:nvPr/>
        </p:nvSpPr>
        <p:spPr>
          <a:xfrm>
            <a:off x="10033000" y="1219200"/>
            <a:ext cx="520700" cy="254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57" name="Text 350"/>
          <p:cNvSpPr/>
          <p:nvPr/>
        </p:nvSpPr>
        <p:spPr>
          <a:xfrm>
            <a:off x="10033000" y="12192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358" name="Shape 351"/>
          <p:cNvSpPr/>
          <p:nvPr/>
        </p:nvSpPr>
        <p:spPr>
          <a:xfrm>
            <a:off x="10293350" y="1473200"/>
            <a:ext cx="0" cy="15240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359" name="Shape 352"/>
          <p:cNvSpPr/>
          <p:nvPr/>
        </p:nvSpPr>
        <p:spPr>
          <a:xfrm>
            <a:off x="9982200" y="1625600"/>
            <a:ext cx="584200" cy="266700"/>
          </a:xfrm>
          <a:prstGeom prst="rect">
            <a:avLst/>
          </a:prstGeom>
          <a:solidFill>
            <a:srgbClr val="F5FEC7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60" name="Text 353"/>
          <p:cNvSpPr/>
          <p:nvPr/>
        </p:nvSpPr>
        <p:spPr>
          <a:xfrm>
            <a:off x="9982200" y="1625600"/>
            <a:ext cx="58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850" dirty="0"/>
          </a:p>
        </p:txBody>
      </p:sp>
      <p:sp>
        <p:nvSpPr>
          <p:cNvPr id="361" name="Shape 354"/>
          <p:cNvSpPr/>
          <p:nvPr/>
        </p:nvSpPr>
        <p:spPr>
          <a:xfrm>
            <a:off x="9652000" y="1993900"/>
            <a:ext cx="1638300" cy="393700"/>
          </a:xfrm>
          <a:prstGeom prst="roundRect">
            <a:avLst>
              <a:gd name="adj" fmla="val 13935"/>
            </a:avLst>
          </a:prstGeom>
          <a:solidFill>
            <a:srgbClr val="ECECF2"/>
          </a:solidFill>
          <a:ln w="9525">
            <a:solidFill>
              <a:srgbClr val="A8A8B2"/>
            </a:solidFill>
            <a:prstDash val="solid"/>
          </a:ln>
        </p:spPr>
      </p:sp>
      <p:sp>
        <p:nvSpPr>
          <p:cNvPr id="362" name="Shape 355"/>
          <p:cNvSpPr/>
          <p:nvPr/>
        </p:nvSpPr>
        <p:spPr>
          <a:xfrm>
            <a:off x="9563100" y="2070100"/>
            <a:ext cx="1638300" cy="393700"/>
          </a:xfrm>
          <a:prstGeom prst="roundRect">
            <a:avLst>
              <a:gd name="adj" fmla="val 13935"/>
            </a:avLst>
          </a:prstGeom>
          <a:solidFill>
            <a:srgbClr val="E4E4EE"/>
          </a:solidFill>
          <a:ln w="12700">
            <a:solidFill>
              <a:srgbClr val="999AA4"/>
            </a:solidFill>
            <a:prstDash val="solid"/>
          </a:ln>
        </p:spPr>
      </p:sp>
      <p:sp>
        <p:nvSpPr>
          <p:cNvPr id="363" name="Shape 356"/>
          <p:cNvSpPr/>
          <p:nvPr/>
        </p:nvSpPr>
        <p:spPr>
          <a:xfrm>
            <a:off x="10229850" y="1898650"/>
            <a:ext cx="0" cy="19685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triangle"/>
          </a:ln>
        </p:spPr>
      </p:sp>
      <p:sp>
        <p:nvSpPr>
          <p:cNvPr id="364" name="Shape 357"/>
          <p:cNvSpPr/>
          <p:nvPr/>
        </p:nvSpPr>
        <p:spPr>
          <a:xfrm>
            <a:off x="10293350" y="1898650"/>
            <a:ext cx="0" cy="19685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</a:ln>
        </p:spPr>
      </p:sp>
      <p:sp>
        <p:nvSpPr>
          <p:cNvPr id="365" name="Shape 358"/>
          <p:cNvSpPr/>
          <p:nvPr/>
        </p:nvSpPr>
        <p:spPr>
          <a:xfrm>
            <a:off x="10356850" y="1898650"/>
            <a:ext cx="0" cy="19685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triangle"/>
          </a:ln>
        </p:spPr>
      </p:sp>
      <p:sp>
        <p:nvSpPr>
          <p:cNvPr id="366" name="Shape 359"/>
          <p:cNvSpPr/>
          <p:nvPr/>
        </p:nvSpPr>
        <p:spPr>
          <a:xfrm>
            <a:off x="10033000" y="1968500"/>
            <a:ext cx="120650" cy="15875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67" name="Shape 360"/>
          <p:cNvSpPr/>
          <p:nvPr/>
        </p:nvSpPr>
        <p:spPr>
          <a:xfrm>
            <a:off x="9474200" y="2152650"/>
            <a:ext cx="1638300" cy="387350"/>
          </a:xfrm>
          <a:prstGeom prst="roundRect">
            <a:avLst>
              <a:gd name="adj" fmla="val 18885"/>
            </a:avLst>
          </a:prstGeom>
          <a:solidFill>
            <a:srgbClr val="BEB4D4"/>
          </a:solidFill>
          <a:ln w="22225">
            <a:solidFill>
              <a:srgbClr val="141414"/>
            </a:solidFill>
            <a:prstDash val="solid"/>
          </a:ln>
        </p:spPr>
      </p:sp>
      <p:sp>
        <p:nvSpPr>
          <p:cNvPr id="368" name="Text 361"/>
          <p:cNvSpPr/>
          <p:nvPr/>
        </p:nvSpPr>
        <p:spPr>
          <a:xfrm>
            <a:off x="9474200" y="2152650"/>
            <a:ext cx="16383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369" name="Shape 362"/>
          <p:cNvSpPr/>
          <p:nvPr/>
        </p:nvSpPr>
        <p:spPr>
          <a:xfrm flipH="1">
            <a:off x="11226800" y="2184400"/>
            <a:ext cx="76200" cy="13970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370" name="Shape 363"/>
          <p:cNvSpPr/>
          <p:nvPr/>
        </p:nvSpPr>
        <p:spPr>
          <a:xfrm>
            <a:off x="11150600" y="2343150"/>
            <a:ext cx="1397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71" name="Text 364"/>
          <p:cNvSpPr/>
          <p:nvPr/>
        </p:nvSpPr>
        <p:spPr>
          <a:xfrm>
            <a:off x="11188700" y="23495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800" dirty="0"/>
          </a:p>
        </p:txBody>
      </p:sp>
      <p:sp>
        <p:nvSpPr>
          <p:cNvPr id="372" name="Shape 365"/>
          <p:cNvSpPr/>
          <p:nvPr/>
        </p:nvSpPr>
        <p:spPr>
          <a:xfrm>
            <a:off x="9563100" y="2654300"/>
            <a:ext cx="520700" cy="254000"/>
          </a:xfrm>
          <a:prstGeom prst="roundRect">
            <a:avLst>
              <a:gd name="adj" fmla="val 21600"/>
            </a:avLst>
          </a:prstGeom>
          <a:solidFill>
            <a:srgbClr val="D6D8D5"/>
          </a:solidFill>
          <a:ln w="9525">
            <a:solidFill>
              <a:srgbClr val="9A9C98"/>
            </a:solidFill>
            <a:prstDash val="solid"/>
          </a:ln>
        </p:spPr>
      </p:sp>
      <p:sp>
        <p:nvSpPr>
          <p:cNvPr id="373" name="Shape 366"/>
          <p:cNvSpPr/>
          <p:nvPr/>
        </p:nvSpPr>
        <p:spPr>
          <a:xfrm>
            <a:off x="9512300" y="2717800"/>
            <a:ext cx="546100" cy="254000"/>
          </a:xfrm>
          <a:prstGeom prst="roundRect">
            <a:avLst>
              <a:gd name="adj" fmla="val 21600"/>
            </a:avLst>
          </a:prstGeom>
          <a:solidFill>
            <a:srgbClr val="C6C8C5"/>
          </a:solidFill>
          <a:ln w="12700">
            <a:solidFill>
              <a:srgbClr val="8A8C88"/>
            </a:solidFill>
            <a:prstDash val="solid"/>
          </a:ln>
        </p:spPr>
      </p:sp>
      <p:sp>
        <p:nvSpPr>
          <p:cNvPr id="374" name="Shape 367"/>
          <p:cNvSpPr/>
          <p:nvPr/>
        </p:nvSpPr>
        <p:spPr>
          <a:xfrm>
            <a:off x="9461500" y="2794000"/>
            <a:ext cx="495300" cy="254000"/>
          </a:xfrm>
          <a:prstGeom prst="rect">
            <a:avLst/>
          </a:prstGeom>
          <a:solidFill>
            <a:srgbClr val="E9EDE9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75" name="Text 368"/>
          <p:cNvSpPr/>
          <p:nvPr/>
        </p:nvSpPr>
        <p:spPr>
          <a:xfrm>
            <a:off x="9461500" y="27940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376" name="Shape 369"/>
          <p:cNvSpPr/>
          <p:nvPr/>
        </p:nvSpPr>
        <p:spPr>
          <a:xfrm>
            <a:off x="10147300" y="2654300"/>
            <a:ext cx="520700" cy="254000"/>
          </a:xfrm>
          <a:prstGeom prst="roundRect">
            <a:avLst>
              <a:gd name="adj" fmla="val 21600"/>
            </a:avLst>
          </a:prstGeom>
          <a:solidFill>
            <a:srgbClr val="D6D8D5"/>
          </a:solidFill>
          <a:ln w="9525">
            <a:solidFill>
              <a:srgbClr val="9A9C98"/>
            </a:solidFill>
            <a:prstDash val="solid"/>
          </a:ln>
        </p:spPr>
      </p:sp>
      <p:sp>
        <p:nvSpPr>
          <p:cNvPr id="377" name="Shape 370"/>
          <p:cNvSpPr/>
          <p:nvPr/>
        </p:nvSpPr>
        <p:spPr>
          <a:xfrm>
            <a:off x="10096500" y="2717800"/>
            <a:ext cx="546100" cy="254000"/>
          </a:xfrm>
          <a:prstGeom prst="roundRect">
            <a:avLst>
              <a:gd name="adj" fmla="val 21600"/>
            </a:avLst>
          </a:prstGeom>
          <a:solidFill>
            <a:srgbClr val="C6C8C5"/>
          </a:solidFill>
          <a:ln w="12700">
            <a:solidFill>
              <a:srgbClr val="8A8C88"/>
            </a:solidFill>
            <a:prstDash val="solid"/>
          </a:ln>
        </p:spPr>
      </p:sp>
      <p:sp>
        <p:nvSpPr>
          <p:cNvPr id="378" name="Shape 371"/>
          <p:cNvSpPr/>
          <p:nvPr/>
        </p:nvSpPr>
        <p:spPr>
          <a:xfrm>
            <a:off x="10045700" y="2794000"/>
            <a:ext cx="495300" cy="254000"/>
          </a:xfrm>
          <a:prstGeom prst="rect">
            <a:avLst/>
          </a:prstGeom>
          <a:solidFill>
            <a:srgbClr val="E9EDE9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79" name="Text 372"/>
          <p:cNvSpPr/>
          <p:nvPr/>
        </p:nvSpPr>
        <p:spPr>
          <a:xfrm>
            <a:off x="10045700" y="27940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380" name="Shape 373"/>
          <p:cNvSpPr/>
          <p:nvPr/>
        </p:nvSpPr>
        <p:spPr>
          <a:xfrm>
            <a:off x="10731500" y="2654300"/>
            <a:ext cx="520700" cy="254000"/>
          </a:xfrm>
          <a:prstGeom prst="roundRect">
            <a:avLst>
              <a:gd name="adj" fmla="val 21600"/>
            </a:avLst>
          </a:prstGeom>
          <a:solidFill>
            <a:srgbClr val="D6D8D5"/>
          </a:solidFill>
          <a:ln w="9525">
            <a:solidFill>
              <a:srgbClr val="9A9C98"/>
            </a:solidFill>
            <a:prstDash val="solid"/>
          </a:ln>
        </p:spPr>
      </p:sp>
      <p:sp>
        <p:nvSpPr>
          <p:cNvPr id="381" name="Shape 374"/>
          <p:cNvSpPr/>
          <p:nvPr/>
        </p:nvSpPr>
        <p:spPr>
          <a:xfrm>
            <a:off x="10680700" y="2717800"/>
            <a:ext cx="546100" cy="254000"/>
          </a:xfrm>
          <a:prstGeom prst="roundRect">
            <a:avLst>
              <a:gd name="adj" fmla="val 21600"/>
            </a:avLst>
          </a:prstGeom>
          <a:solidFill>
            <a:srgbClr val="C6C8C5"/>
          </a:solidFill>
          <a:ln w="12700">
            <a:solidFill>
              <a:srgbClr val="8A8C88"/>
            </a:solidFill>
            <a:prstDash val="solid"/>
          </a:ln>
        </p:spPr>
      </p:sp>
      <p:sp>
        <p:nvSpPr>
          <p:cNvPr id="382" name="Shape 375"/>
          <p:cNvSpPr/>
          <p:nvPr/>
        </p:nvSpPr>
        <p:spPr>
          <a:xfrm>
            <a:off x="10629900" y="2794000"/>
            <a:ext cx="495300" cy="254000"/>
          </a:xfrm>
          <a:prstGeom prst="rect">
            <a:avLst/>
          </a:prstGeom>
          <a:solidFill>
            <a:srgbClr val="E9EDE9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83" name="Text 376"/>
          <p:cNvSpPr/>
          <p:nvPr/>
        </p:nvSpPr>
        <p:spPr>
          <a:xfrm>
            <a:off x="10629900" y="27940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384" name="Shape 377"/>
          <p:cNvSpPr/>
          <p:nvPr/>
        </p:nvSpPr>
        <p:spPr>
          <a:xfrm>
            <a:off x="9677400" y="2552700"/>
            <a:ext cx="101600" cy="2413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85" name="Shape 378"/>
          <p:cNvSpPr/>
          <p:nvPr/>
        </p:nvSpPr>
        <p:spPr>
          <a:xfrm>
            <a:off x="9671050" y="2552700"/>
            <a:ext cx="114300" cy="57150"/>
          </a:xfrm>
          <a:prstGeom prst="triangle">
            <a:avLst/>
          </a:prstGeom>
          <a:solidFill>
            <a:srgbClr val="333333"/>
          </a:solidFill>
          <a:ln/>
        </p:spPr>
      </p:sp>
      <p:sp>
        <p:nvSpPr>
          <p:cNvPr id="386" name="Shape 379"/>
          <p:cNvSpPr/>
          <p:nvPr/>
        </p:nvSpPr>
        <p:spPr>
          <a:xfrm>
            <a:off x="10261600" y="2552700"/>
            <a:ext cx="101600" cy="2413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87" name="Shape 380"/>
          <p:cNvSpPr/>
          <p:nvPr/>
        </p:nvSpPr>
        <p:spPr>
          <a:xfrm>
            <a:off x="10255250" y="2552700"/>
            <a:ext cx="114300" cy="57150"/>
          </a:xfrm>
          <a:prstGeom prst="triangle">
            <a:avLst/>
          </a:prstGeom>
          <a:solidFill>
            <a:srgbClr val="333333"/>
          </a:solidFill>
          <a:ln/>
        </p:spPr>
      </p:sp>
      <p:sp>
        <p:nvSpPr>
          <p:cNvPr id="388" name="Shape 381"/>
          <p:cNvSpPr/>
          <p:nvPr/>
        </p:nvSpPr>
        <p:spPr>
          <a:xfrm>
            <a:off x="10845800" y="2552700"/>
            <a:ext cx="101600" cy="2413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89" name="Shape 382"/>
          <p:cNvSpPr/>
          <p:nvPr/>
        </p:nvSpPr>
        <p:spPr>
          <a:xfrm>
            <a:off x="10839450" y="2552700"/>
            <a:ext cx="114300" cy="57150"/>
          </a:xfrm>
          <a:prstGeom prst="triangle">
            <a:avLst/>
          </a:prstGeom>
          <a:solidFill>
            <a:srgbClr val="333333"/>
          </a:solidFill>
          <a:ln/>
        </p:spPr>
      </p:sp>
      <p:sp>
        <p:nvSpPr>
          <p:cNvPr id="390" name="Shape 383"/>
          <p:cNvSpPr/>
          <p:nvPr/>
        </p:nvSpPr>
        <p:spPr>
          <a:xfrm>
            <a:off x="9696450" y="3048000"/>
            <a:ext cx="0" cy="482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391" name="Shape 384"/>
          <p:cNvSpPr/>
          <p:nvPr/>
        </p:nvSpPr>
        <p:spPr>
          <a:xfrm>
            <a:off x="10280650" y="3048000"/>
            <a:ext cx="0" cy="482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392" name="Shape 385"/>
          <p:cNvSpPr/>
          <p:nvPr/>
        </p:nvSpPr>
        <p:spPr>
          <a:xfrm>
            <a:off x="10864850" y="3048000"/>
            <a:ext cx="0" cy="482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393" name="Text 386"/>
          <p:cNvSpPr/>
          <p:nvPr/>
        </p:nvSpPr>
        <p:spPr>
          <a:xfrm>
            <a:off x="9594850" y="35433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394" name="Text 387"/>
          <p:cNvSpPr/>
          <p:nvPr/>
        </p:nvSpPr>
        <p:spPr>
          <a:xfrm>
            <a:off x="10179050" y="35433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395" name="Text 388"/>
          <p:cNvSpPr/>
          <p:nvPr/>
        </p:nvSpPr>
        <p:spPr>
          <a:xfrm>
            <a:off x="10763250" y="35433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2026-10-11T15:32:53Z</dcterms:created>
  <dcterms:modified xsi:type="dcterms:W3CDTF">2026-10-11T15:32:53Z</dcterms:modified>
</cp:coreProperties>
</file>