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62200" y="609600"/>
            <a:ext cx="746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58800" y="2667000"/>
            <a:ext cx="2070100" cy="3975100"/>
          </a:xfrm>
          <a:prstGeom prst="roundRect">
            <a:avLst>
              <a:gd name="adj" fmla="val 2209"/>
            </a:avLst>
          </a:prstGeom>
          <a:solidFill>
            <a:srgbClr val="DEAA75"/>
          </a:solidFill>
          <a:ln w="12700">
            <a:solidFill>
              <a:srgbClr val="9A8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2870200"/>
            <a:ext cx="198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600" y="3403600"/>
            <a:ext cx="1689100" cy="2844800"/>
          </a:xfrm>
          <a:prstGeom prst="rect">
            <a:avLst/>
          </a:prstGeom>
          <a:solidFill>
            <a:srgbClr val="E9B57F"/>
          </a:solidFill>
          <a:ln w="12700">
            <a:solidFill>
              <a:srgbClr val="7A72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600" y="34036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600" y="34036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4700" y="34417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73300" y="34036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87600" y="34036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24100" y="34417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600" y="62103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600" y="60960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700" y="61468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73300" y="62103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87600" y="60960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4100" y="61468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solidFill>
            <a:srgbClr val="C890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3300" y="4191000"/>
            <a:ext cx="812800" cy="203200"/>
          </a:xfrm>
          <a:prstGeom prst="rect">
            <a:avLst/>
          </a:prstGeom>
          <a:solidFill>
            <a:srgbClr val="D0A8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3300" y="4191000"/>
            <a:ext cx="81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5200" y="4610100"/>
            <a:ext cx="889000" cy="203200"/>
          </a:xfrm>
          <a:prstGeom prst="rect">
            <a:avLst/>
          </a:prstGeom>
          <a:solidFill>
            <a:srgbClr val="D890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200" y="46101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30300" y="5029200"/>
            <a:ext cx="558800" cy="203200"/>
          </a:xfrm>
          <a:prstGeom prst="rect">
            <a:avLst/>
          </a:prstGeom>
          <a:solidFill>
            <a:srgbClr val="E0B060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0300" y="50292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16000" y="5461000"/>
            <a:ext cx="787400" cy="203200"/>
          </a:xfrm>
          <a:prstGeom prst="rect">
            <a:avLst/>
          </a:prstGeom>
          <a:solidFill>
            <a:srgbClr val="C890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000" y="54610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22350" y="5886450"/>
            <a:ext cx="254000" cy="254000"/>
          </a:xfrm>
          <a:prstGeom prst="ellipse">
            <a:avLst/>
          </a:prstGeom>
          <a:solidFill>
            <a:srgbClr val="B23010"/>
          </a:solidFill>
          <a:ln w="6350">
            <a:solidFill>
              <a:srgbClr val="B23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2350" y="58864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17650" y="5899150"/>
            <a:ext cx="228600" cy="228600"/>
          </a:xfrm>
          <a:prstGeom prst="ellipse">
            <a:avLst/>
          </a:prstGeom>
          <a:solidFill>
            <a:srgbClr val="682C46"/>
          </a:solidFill>
          <a:ln w="6350">
            <a:solidFill>
              <a:srgbClr val="682C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650" y="5899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00250" y="5899150"/>
            <a:ext cx="228600" cy="228600"/>
          </a:xfrm>
          <a:prstGeom prst="ellipse">
            <a:avLst/>
          </a:prstGeom>
          <a:solidFill>
            <a:srgbClr val="682C46"/>
          </a:solidFill>
          <a:ln w="6350">
            <a:solidFill>
              <a:srgbClr val="682C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00250" y="5899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V="1">
            <a:off x="1149350" y="56896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631950" y="56896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409700" y="5257800"/>
            <a:ext cx="0" cy="1905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409700" y="48387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409700" y="44196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409700" y="3987800"/>
            <a:ext cx="0" cy="1905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765300" y="3594100"/>
            <a:ext cx="0" cy="1397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2120900" y="5511800"/>
            <a:ext cx="88900" cy="3556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2209800" y="3924300"/>
            <a:ext cx="0" cy="15875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rot="18900000">
            <a:off x="2844800" y="2387600"/>
            <a:ext cx="457200" cy="482600"/>
          </a:xfrm>
          <a:prstGeom prst="triangle">
            <a:avLst/>
          </a:prstGeom>
          <a:solidFill>
            <a:srgbClr val="9E1B1B"/>
          </a:solidFill>
          <a:ln w="6350">
            <a:solidFill>
              <a:srgbClr val="9E1B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36800" y="1651000"/>
            <a:ext cx="812800" cy="812800"/>
          </a:xfrm>
          <a:prstGeom prst="ellipse">
            <a:avLst/>
          </a:prstGeom>
          <a:solidFill>
            <a:srgbClr val="9E1B1B"/>
          </a:solidFill>
          <a:ln w="6350">
            <a:solidFill>
              <a:srgbClr val="9E1B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36800" y="1651000"/>
            <a:ext cx="81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733800" y="2641600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810000" y="3124200"/>
            <a:ext cx="2641600" cy="342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723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71900" y="6515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13500" y="6515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 flipV="1">
            <a:off x="4914900" y="31877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7A722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 flipV="1">
            <a:off x="4914900" y="3695700"/>
            <a:ext cx="0" cy="2540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4813300" y="3708400"/>
            <a:ext cx="0" cy="2413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5016500" y="3708400"/>
            <a:ext cx="0" cy="2413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22700" y="4470400"/>
            <a:ext cx="2247900" cy="5588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98900" y="4495800"/>
            <a:ext cx="2108200" cy="508000"/>
          </a:xfrm>
          <a:prstGeom prst="rect">
            <a:avLst/>
          </a:prstGeom>
          <a:solidFill>
            <a:srgbClr val="BA90AE"/>
          </a:solidFill>
          <a:ln w="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98900" y="4495800"/>
            <a:ext cx="210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 flipV="1">
            <a:off x="4191000" y="5029200"/>
            <a:ext cx="0" cy="76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41148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42672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 flipV="1">
            <a:off x="4864100" y="5029200"/>
            <a:ext cx="0" cy="76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47879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49403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 flipV="1">
            <a:off x="5588000" y="5029200"/>
            <a:ext cx="0" cy="76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55118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56642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083050" y="6216650"/>
            <a:ext cx="241300" cy="241300"/>
          </a:xfrm>
          <a:prstGeom prst="ellipse">
            <a:avLst/>
          </a:prstGeom>
          <a:solidFill>
            <a:srgbClr val="5A55D8"/>
          </a:solidFill>
          <a:ln w="6350">
            <a:solidFill>
              <a:srgbClr val="5A55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83050" y="62166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94250" y="6216650"/>
            <a:ext cx="241300" cy="241300"/>
          </a:xfrm>
          <a:prstGeom prst="ellipse">
            <a:avLst/>
          </a:prstGeom>
          <a:solidFill>
            <a:srgbClr val="5A55D8"/>
          </a:solidFill>
          <a:ln w="6350">
            <a:solidFill>
              <a:srgbClr val="5A55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94250" y="62166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524500" y="6223000"/>
            <a:ext cx="228600" cy="228600"/>
          </a:xfrm>
          <a:prstGeom prst="ellipse">
            <a:avLst/>
          </a:prstGeom>
          <a:solidFill>
            <a:srgbClr val="C85060"/>
          </a:solidFill>
          <a:ln w="6350">
            <a:solidFill>
              <a:srgbClr val="C8506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24500" y="622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 flipV="1">
            <a:off x="4203700" y="5372100"/>
            <a:ext cx="0" cy="838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4914900" y="5372100"/>
            <a:ext cx="0" cy="838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 flipV="1">
            <a:off x="5638800" y="5372100"/>
            <a:ext cx="0" cy="838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 flipV="1">
            <a:off x="4914900" y="4165600"/>
            <a:ext cx="0" cy="2921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6235700" y="4584700"/>
            <a:ext cx="215900" cy="2159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6057900" y="4775200"/>
            <a:ext cx="50800" cy="1270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46800" y="4533900"/>
            <a:ext cx="215900" cy="2159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46800" y="453390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264400" y="1320800"/>
            <a:ext cx="4102100" cy="5346700"/>
          </a:xfrm>
          <a:prstGeom prst="rect">
            <a:avLst/>
          </a:prstGeom>
          <a:ln w="19050">
            <a:solidFill>
              <a:srgbClr val="0E8A1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00" y="1371600"/>
            <a:ext cx="2019300" cy="5245100"/>
          </a:xfrm>
          <a:prstGeom prst="rect">
            <a:avLst/>
          </a:prstGeom>
          <a:solidFill>
            <a:srgbClr val="FDEED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347200" y="1371600"/>
            <a:ext cx="1993900" cy="5245100"/>
          </a:xfrm>
          <a:prstGeom prst="rect">
            <a:avLst/>
          </a:prstGeom>
          <a:solidFill>
            <a:srgbClr val="CDFCD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610600" y="3175000"/>
            <a:ext cx="1422400" cy="2159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258300" y="3175000"/>
            <a:ext cx="190500" cy="9144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105" name="Text 103"/>
          <p:cNvSpPr/>
          <p:nvPr/>
        </p:nvSpPr>
        <p:spPr>
          <a:xfrm>
            <a:off x="73914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10160000" y="1422400"/>
            <a:ext cx="109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7988300" y="3390900"/>
            <a:ext cx="1244600" cy="1841500"/>
          </a:xfrm>
          <a:prstGeom prst="roundRect">
            <a:avLst>
              <a:gd name="adj" fmla="val 2939"/>
            </a:avLst>
          </a:prstGeom>
          <a:solidFill>
            <a:srgbClr val="C9AC86"/>
          </a:solidFill>
          <a:ln w="15875">
            <a:solidFill>
              <a:srgbClr val="4A3A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280400" y="3530600"/>
            <a:ext cx="812800" cy="1270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280400" y="353060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8280400" y="3683000"/>
            <a:ext cx="812800" cy="330200"/>
          </a:xfrm>
          <a:prstGeom prst="rect">
            <a:avLst/>
          </a:prstGeom>
          <a:solidFill>
            <a:srgbClr val="5E5E5E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280400" y="3683000"/>
            <a:ext cx="81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280400" y="4343400"/>
            <a:ext cx="812800" cy="1397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280400" y="434340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8229600" y="4495800"/>
            <a:ext cx="939800" cy="444500"/>
          </a:xfrm>
          <a:prstGeom prst="roundRect">
            <a:avLst>
              <a:gd name="adj" fmla="val 8229"/>
            </a:avLst>
          </a:prstGeom>
          <a:solidFill>
            <a:srgbClr val="C67E54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229600" y="4495800"/>
            <a:ext cx="939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140700" y="5054600"/>
            <a:ext cx="584200" cy="1143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324850" y="5003800"/>
            <a:ext cx="190500" cy="190500"/>
          </a:xfrm>
          <a:prstGeom prst="ellipse">
            <a:avLst/>
          </a:prstGeom>
          <a:solidFill>
            <a:srgbClr val="3E9C1F"/>
          </a:solidFill>
          <a:ln w="6350">
            <a:solidFill>
              <a:srgbClr val="3E9C1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24850" y="5003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8699500" y="5010150"/>
            <a:ext cx="177800" cy="1778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699500" y="501015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8940800" y="5010150"/>
            <a:ext cx="177800" cy="177800"/>
          </a:xfrm>
          <a:prstGeom prst="ellipse">
            <a:avLst/>
          </a:prstGeom>
          <a:solidFill>
            <a:srgbClr val="B02020"/>
          </a:solidFill>
          <a:ln w="6350">
            <a:solidFill>
              <a:srgbClr val="B0202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940800" y="501015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051800" y="3505200"/>
            <a:ext cx="114300" cy="16637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051800" y="4114800"/>
            <a:ext cx="635000" cy="1143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680450" y="36639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680450" y="40322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680450" y="43370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80450" y="44767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680450" y="49530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680450" y="52324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55000" y="5295900"/>
            <a:ext cx="914400" cy="876300"/>
          </a:xfrm>
          <a:prstGeom prst="roundRect">
            <a:avLst>
              <a:gd name="adj" fmla="val 5217"/>
            </a:avLst>
          </a:prstGeom>
          <a:solidFill>
            <a:srgbClr val="A3764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305800" y="5353050"/>
            <a:ext cx="215900" cy="215900"/>
          </a:xfrm>
          <a:prstGeom prst="ellipse">
            <a:avLst/>
          </a:prstGeom>
          <a:ln w="15875">
            <a:solidFill>
              <a:srgbClr val="3A241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362950" y="5461000"/>
            <a:ext cx="101600" cy="0"/>
          </a:xfrm>
          <a:prstGeom prst="line">
            <a:avLst/>
          </a:prstGeom>
          <a:noFill/>
          <a:ln w="15875">
            <a:solidFill>
              <a:srgbClr val="3A241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13750" y="5410200"/>
            <a:ext cx="0" cy="101600"/>
          </a:xfrm>
          <a:prstGeom prst="line">
            <a:avLst/>
          </a:prstGeom>
          <a:noFill/>
          <a:ln w="15875">
            <a:solidFill>
              <a:srgbClr val="3A241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8610600" y="5432425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8651240" y="5406858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8691880" y="5397500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732520" y="5397500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773160" y="5406858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813800" y="5432425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854440" y="5467350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895080" y="5502275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935720" y="5527842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8976360" y="5527842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9017000" y="5502275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9057640" y="5467350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305800" y="5664200"/>
            <a:ext cx="838200" cy="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302500" y="5257800"/>
            <a:ext cx="73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7594600" y="4178300"/>
            <a:ext cx="330200" cy="330200"/>
          </a:xfrm>
          <a:prstGeom prst="ellipse">
            <a:avLst/>
          </a:prstGeom>
          <a:solidFill>
            <a:srgbClr val="E8CBA8"/>
          </a:solidFill>
          <a:ln w="9525">
            <a:solidFill>
              <a:srgbClr val="8A6A4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594600" y="41783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8255000" y="5676900"/>
            <a:ext cx="914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8051800" y="6273800"/>
            <a:ext cx="127000" cy="228600"/>
          </a:xfrm>
          <a:prstGeom prst="rect">
            <a:avLst/>
          </a:prstGeom>
          <a:solidFill>
            <a:srgbClr val="B03020"/>
          </a:solidFill>
          <a:ln w="6350">
            <a:solidFill>
              <a:srgbClr val="B0302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01000" y="6172200"/>
            <a:ext cx="228600" cy="114300"/>
          </a:xfrm>
          <a:prstGeom prst="triangle">
            <a:avLst/>
          </a:prstGeom>
          <a:solidFill>
            <a:srgbClr val="B03020"/>
          </a:solidFill>
          <a:ln w="6350">
            <a:solidFill>
              <a:srgbClr val="B0302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305800" y="62992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9448800" y="2590800"/>
            <a:ext cx="1219200" cy="2641600"/>
          </a:xfrm>
          <a:prstGeom prst="roundRect">
            <a:avLst>
              <a:gd name="adj" fmla="val 3000"/>
            </a:avLst>
          </a:prstGeom>
          <a:solidFill>
            <a:srgbClr val="A8B492"/>
          </a:solidFill>
          <a:ln w="15875">
            <a:solidFill>
              <a:srgbClr val="47684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474200" y="3949700"/>
            <a:ext cx="571500" cy="1524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499600" y="2616200"/>
            <a:ext cx="876300" cy="1651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499600" y="2616200"/>
            <a:ext cx="876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9499600" y="2806700"/>
            <a:ext cx="876300" cy="355600"/>
          </a:xfrm>
          <a:prstGeom prst="rect">
            <a:avLst/>
          </a:prstGeom>
          <a:solidFill>
            <a:srgbClr val="5E5E5E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499600" y="2806700"/>
            <a:ext cx="87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9499600" y="3187700"/>
            <a:ext cx="876300" cy="2921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499600" y="3187700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9486900" y="3505200"/>
            <a:ext cx="939800" cy="431800"/>
          </a:xfrm>
          <a:prstGeom prst="roundRect">
            <a:avLst>
              <a:gd name="adj" fmla="val 8471"/>
            </a:avLst>
          </a:prstGeom>
          <a:solidFill>
            <a:srgbClr val="AD8458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486900" y="3505200"/>
            <a:ext cx="939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9442450" y="3956050"/>
            <a:ext cx="139700" cy="1397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442450" y="39560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9747250" y="3956050"/>
            <a:ext cx="139700" cy="1397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747250" y="39560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344150" y="3956050"/>
            <a:ext cx="139700" cy="139700"/>
          </a:xfrm>
          <a:prstGeom prst="ellipse">
            <a:avLst/>
          </a:prstGeom>
          <a:solidFill>
            <a:srgbClr val="B02020"/>
          </a:solidFill>
          <a:ln w="6350">
            <a:solidFill>
              <a:srgbClr val="B0202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344150" y="39560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9937750" y="41148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537700" y="4191000"/>
            <a:ext cx="850900" cy="165100"/>
          </a:xfrm>
          <a:prstGeom prst="rect">
            <a:avLst/>
          </a:prstGeom>
          <a:solidFill>
            <a:srgbClr val="6982DE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537700" y="4191000"/>
            <a:ext cx="8509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650" dirty="0"/>
          </a:p>
        </p:txBody>
      </p:sp>
      <p:sp>
        <p:nvSpPr>
          <p:cNvPr id="174" name="Shape 172"/>
          <p:cNvSpPr/>
          <p:nvPr/>
        </p:nvSpPr>
        <p:spPr>
          <a:xfrm>
            <a:off x="9474200" y="4368800"/>
            <a:ext cx="1066800" cy="812800"/>
          </a:xfrm>
          <a:prstGeom prst="roundRect">
            <a:avLst>
              <a:gd name="adj" fmla="val 5625"/>
            </a:avLst>
          </a:prstGeom>
          <a:solidFill>
            <a:srgbClr val="D284C6"/>
          </a:solidFill>
          <a:ln w="12700">
            <a:solidFill>
              <a:srgbClr val="5A2A6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499600" y="4883150"/>
            <a:ext cx="1016000" cy="0"/>
          </a:xfrm>
          <a:prstGeom prst="line">
            <a:avLst/>
          </a:prstGeom>
          <a:noFill/>
          <a:ln w="9525">
            <a:solidFill>
              <a:srgbClr val="5A2A66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499600" y="4406900"/>
            <a:ext cx="10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10007600" y="5029200"/>
            <a:ext cx="571500" cy="1397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569450" y="4959350"/>
            <a:ext cx="165100" cy="1651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569450" y="49593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10026650" y="4959350"/>
            <a:ext cx="165100" cy="1651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026650" y="49593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10236200" y="4965700"/>
            <a:ext cx="152400" cy="152400"/>
          </a:xfrm>
          <a:prstGeom prst="ellipse">
            <a:avLst/>
          </a:prstGeom>
          <a:solidFill>
            <a:srgbClr val="B02020"/>
          </a:solidFill>
          <a:ln w="6350">
            <a:solidFill>
              <a:srgbClr val="B0202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236200" y="49657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10464800" y="2628900"/>
            <a:ext cx="165100" cy="25400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0033000" y="3187700"/>
            <a:ext cx="609600" cy="1270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86" name="Shape 184"/>
          <p:cNvSpPr/>
          <p:nvPr/>
        </p:nvSpPr>
        <p:spPr>
          <a:xfrm>
            <a:off x="10033000" y="4038600"/>
            <a:ext cx="609600" cy="1143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969500" y="18415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937750" y="17907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969500" y="21590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937750" y="21082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969500" y="2489200"/>
            <a:ext cx="0" cy="381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937750" y="24384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37750" y="27940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937750" y="31750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937750" y="34925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937750" y="52324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25000" y="5295900"/>
            <a:ext cx="939800" cy="876300"/>
          </a:xfrm>
          <a:prstGeom prst="roundRect">
            <a:avLst>
              <a:gd name="adj" fmla="val 5217"/>
            </a:avLst>
          </a:prstGeom>
          <a:solidFill>
            <a:srgbClr val="B4726C"/>
          </a:solidFill>
          <a:ln w="12700">
            <a:solidFill>
              <a:srgbClr val="5A2A2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75800" y="5353050"/>
            <a:ext cx="215900" cy="215900"/>
          </a:xfrm>
          <a:prstGeom prst="ellipse">
            <a:avLst/>
          </a:prstGeom>
          <a:ln w="15875">
            <a:solidFill>
              <a:srgbClr val="3A181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626600" y="5461000"/>
            <a:ext cx="101600" cy="0"/>
          </a:xfrm>
          <a:prstGeom prst="line">
            <a:avLst/>
          </a:prstGeom>
          <a:noFill/>
          <a:ln w="15875">
            <a:solidFill>
              <a:srgbClr val="3A181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677400" y="5410200"/>
            <a:ext cx="0" cy="101600"/>
          </a:xfrm>
          <a:prstGeom prst="line">
            <a:avLst/>
          </a:prstGeom>
          <a:noFill/>
          <a:ln w="15875">
            <a:solidFill>
              <a:srgbClr val="3A181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9880600" y="543560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9918700" y="5412357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9956800" y="5403850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994900" y="5403850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033000" y="5412357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071100" y="543560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9200" y="546735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47300" y="5499100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85400" y="5522343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flipV="1">
            <a:off x="10223500" y="5522343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flipV="1">
            <a:off x="10261600" y="5499100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10299700" y="546735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75800" y="5664200"/>
            <a:ext cx="863600" cy="0"/>
          </a:xfrm>
          <a:prstGeom prst="line">
            <a:avLst/>
          </a:prstGeom>
          <a:noFill/>
          <a:ln w="12700">
            <a:solidFill>
              <a:srgbClr val="5A2A24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0591800" y="52578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10731500" y="3810000"/>
            <a:ext cx="304800" cy="304800"/>
          </a:xfrm>
          <a:prstGeom prst="ellipse">
            <a:avLst/>
          </a:prstGeom>
          <a:solidFill>
            <a:srgbClr val="B9BF9C"/>
          </a:solidFill>
          <a:ln w="9525">
            <a:solidFill>
              <a:srgbClr val="6A7A4A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0731500" y="3810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9525000" y="5676900"/>
            <a:ext cx="939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9436100" y="1536700"/>
            <a:ext cx="63500" cy="2159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385300" y="142240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664700" y="1409700"/>
            <a:ext cx="660400" cy="2286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221" name="Text 219"/>
          <p:cNvSpPr/>
          <p:nvPr/>
        </p:nvSpPr>
        <p:spPr>
          <a:xfrm>
            <a:off x="9664700" y="140970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22" name="Text 220"/>
          <p:cNvSpPr/>
          <p:nvPr/>
        </p:nvSpPr>
        <p:spPr>
          <a:xfrm>
            <a:off x="9486900" y="1625600"/>
            <a:ext cx="939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00" dirty="0"/>
          </a:p>
        </p:txBody>
      </p:sp>
      <p:sp>
        <p:nvSpPr>
          <p:cNvPr id="223" name="Shape 221"/>
          <p:cNvSpPr/>
          <p:nvPr/>
        </p:nvSpPr>
        <p:spPr>
          <a:xfrm>
            <a:off x="9550400" y="1930400"/>
            <a:ext cx="876300" cy="177800"/>
          </a:xfrm>
          <a:prstGeom prst="rect">
            <a:avLst/>
          </a:prstGeom>
          <a:solidFill>
            <a:srgbClr val="CDFCE2"/>
          </a:solidFill>
          <a:ln w="9525">
            <a:solidFill>
              <a:srgbClr val="316B43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550400" y="19304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4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650" dirty="0"/>
          </a:p>
        </p:txBody>
      </p:sp>
      <p:sp>
        <p:nvSpPr>
          <p:cNvPr id="225" name="Shape 223"/>
          <p:cNvSpPr/>
          <p:nvPr/>
        </p:nvSpPr>
        <p:spPr>
          <a:xfrm>
            <a:off x="9550400" y="2260600"/>
            <a:ext cx="876300" cy="165100"/>
          </a:xfrm>
          <a:prstGeom prst="rect">
            <a:avLst/>
          </a:prstGeom>
          <a:solidFill>
            <a:srgbClr val="CDFCE2"/>
          </a:solidFill>
          <a:ln w="9525">
            <a:solidFill>
              <a:srgbClr val="316B43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550400" y="2260600"/>
            <a:ext cx="876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4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9677400" y="6261100"/>
            <a:ext cx="609600" cy="2159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228" name="Text 226"/>
          <p:cNvSpPr/>
          <p:nvPr/>
        </p:nvSpPr>
        <p:spPr>
          <a:xfrm>
            <a:off x="9677400" y="6261100"/>
            <a:ext cx="609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000" dirty="0"/>
          </a:p>
        </p:txBody>
      </p:sp>
      <p:sp>
        <p:nvSpPr>
          <p:cNvPr id="229" name="Text 227"/>
          <p:cNvSpPr/>
          <p:nvPr/>
        </p:nvSpPr>
        <p:spPr>
          <a:xfrm>
            <a:off x="9499600" y="6464300"/>
            <a:ext cx="965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2628900" y="3644900"/>
            <a:ext cx="546100" cy="5969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1" name="Shape 229"/>
          <p:cNvSpPr/>
          <p:nvPr/>
        </p:nvSpPr>
        <p:spPr>
          <a:xfrm>
            <a:off x="3175000" y="4241800"/>
            <a:ext cx="584200" cy="558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2" name="Shape 230"/>
          <p:cNvSpPr/>
          <p:nvPr/>
        </p:nvSpPr>
        <p:spPr>
          <a:xfrm flipV="1">
            <a:off x="2628900" y="5461000"/>
            <a:ext cx="571500" cy="533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3" name="Shape 231"/>
          <p:cNvSpPr/>
          <p:nvPr/>
        </p:nvSpPr>
        <p:spPr>
          <a:xfrm flipV="1">
            <a:off x="3200400" y="4953000"/>
            <a:ext cx="558800" cy="5080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4" name="Shape 232"/>
          <p:cNvSpPr/>
          <p:nvPr/>
        </p:nvSpPr>
        <p:spPr>
          <a:xfrm>
            <a:off x="6464300" y="3225800"/>
            <a:ext cx="774700" cy="609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5" name="Shape 233"/>
          <p:cNvSpPr/>
          <p:nvPr/>
        </p:nvSpPr>
        <p:spPr>
          <a:xfrm>
            <a:off x="7239000" y="3835400"/>
            <a:ext cx="965200" cy="736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6" name="Shape 234"/>
          <p:cNvSpPr/>
          <p:nvPr/>
        </p:nvSpPr>
        <p:spPr>
          <a:xfrm flipV="1">
            <a:off x="6464300" y="5029200"/>
            <a:ext cx="1536700" cy="149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7" name="Shape 235"/>
          <p:cNvSpPr/>
          <p:nvPr/>
        </p:nvSpPr>
        <p:spPr>
          <a:xfrm flipV="1">
            <a:off x="8001000" y="3556000"/>
            <a:ext cx="1460500" cy="1473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8" name="Shape 236"/>
          <p:cNvSpPr/>
          <p:nvPr/>
        </p:nvSpPr>
        <p:spPr>
          <a:xfrm>
            <a:off x="11176000" y="2781300"/>
            <a:ext cx="101600" cy="6477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39" name="Shape 237"/>
          <p:cNvSpPr/>
          <p:nvPr/>
        </p:nvSpPr>
        <p:spPr>
          <a:xfrm>
            <a:off x="11277600" y="3429000"/>
            <a:ext cx="25400" cy="6350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0" name="Shape 238"/>
          <p:cNvSpPr/>
          <p:nvPr/>
        </p:nvSpPr>
        <p:spPr>
          <a:xfrm flipH="1">
            <a:off x="11264900" y="4064000"/>
            <a:ext cx="38100" cy="6096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1" name="Shape 239"/>
          <p:cNvSpPr/>
          <p:nvPr/>
        </p:nvSpPr>
        <p:spPr>
          <a:xfrm flipH="1">
            <a:off x="11137900" y="4673600"/>
            <a:ext cx="127000" cy="6604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2" name="Shape 240"/>
          <p:cNvSpPr/>
          <p:nvPr/>
        </p:nvSpPr>
        <p:spPr>
          <a:xfrm flipH="1">
            <a:off x="10922000" y="5334000"/>
            <a:ext cx="215900" cy="4826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3" name="Shape 241"/>
          <p:cNvSpPr/>
          <p:nvPr/>
        </p:nvSpPr>
        <p:spPr>
          <a:xfrm flipH="1">
            <a:off x="10744200" y="5816600"/>
            <a:ext cx="177800" cy="330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Encoder – Decoder Transformer (slide 25 recreation)</dc:title>
  <dc:subject>PptxGenJS Presentation</dc:subject>
  <dc:creator>slide-recreation worker</dc:creator>
  <cp:lastModifiedBy>slide-recreation worker</cp:lastModifiedBy>
  <cp:revision>1</cp:revision>
  <dcterms:created xsi:type="dcterms:W3CDTF">2026-10-12T02:00:48Z</dcterms:created>
  <dcterms:modified xsi:type="dcterms:W3CDTF">2026-10-12T02:00:48Z</dcterms:modified>
</cp:coreProperties>
</file>