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7900" y="6007100"/>
            <a:ext cx="4000500" cy="558800"/>
          </a:xfrm>
          <a:prstGeom prst="roundRect">
            <a:avLst>
              <a:gd name="adj" fmla="val 9818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BE414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216400" y="2489200"/>
            <a:ext cx="330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08450" y="30416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46550" y="30797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0" name="Shape 88"/>
          <p:cNvSpPr/>
          <p:nvPr/>
        </p:nvSpPr>
        <p:spPr>
          <a:xfrm>
            <a:off x="3905250" y="35623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43350" y="36004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2" name="Shape 90"/>
          <p:cNvSpPr/>
          <p:nvPr/>
        </p:nvSpPr>
        <p:spPr>
          <a:xfrm>
            <a:off x="3676650" y="40830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14750" y="41211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4" name="Shape 92"/>
          <p:cNvSpPr/>
          <p:nvPr/>
        </p:nvSpPr>
        <p:spPr>
          <a:xfrm>
            <a:off x="3435350" y="46418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73450" y="46799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6" name="Shape 94"/>
          <p:cNvSpPr/>
          <p:nvPr/>
        </p:nvSpPr>
        <p:spPr>
          <a:xfrm>
            <a:off x="17653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653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7653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653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40000" y="3143250"/>
            <a:ext cx="15494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2540000" y="3657600"/>
            <a:ext cx="13462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540000" y="4178300"/>
            <a:ext cx="1117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2540000" y="4730750"/>
            <a:ext cx="876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H="1">
            <a:off x="95631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95631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95631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95631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810000" y="3124200"/>
            <a:ext cx="381000" cy="19431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810000" y="3644900"/>
            <a:ext cx="177800" cy="1422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59200" y="4165600"/>
            <a:ext cx="50800" cy="9017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517900" y="4724400"/>
            <a:ext cx="292100" cy="3429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05000" y="28702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64600" y="29083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3" name="Text 171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6" name="Text 174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186" name="Shape 184"/>
          <p:cNvSpPr/>
          <p:nvPr/>
        </p:nvSpPr>
        <p:spPr>
          <a:xfrm>
            <a:off x="6635750" y="30035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635750" y="30035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88" name="Shape 186"/>
          <p:cNvSpPr/>
          <p:nvPr/>
        </p:nvSpPr>
        <p:spPr>
          <a:xfrm>
            <a:off x="7029450" y="3536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029450" y="3536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0" name="Shape 188"/>
          <p:cNvSpPr/>
          <p:nvPr/>
        </p:nvSpPr>
        <p:spPr>
          <a:xfrm>
            <a:off x="7397750" y="4044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397750" y="4044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2" name="Shape 190"/>
          <p:cNvSpPr/>
          <p:nvPr/>
        </p:nvSpPr>
        <p:spPr>
          <a:xfrm>
            <a:off x="7778750" y="46037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778750" y="46037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4" name="Shape 192"/>
          <p:cNvSpPr/>
          <p:nvPr/>
        </p:nvSpPr>
        <p:spPr>
          <a:xfrm flipV="1">
            <a:off x="6743700" y="2857500"/>
            <a:ext cx="0" cy="2032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7150100" y="2857500"/>
            <a:ext cx="0" cy="736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 flipV="1">
            <a:off x="7518400" y="2857500"/>
            <a:ext cx="0" cy="1244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7" name="Shape 195"/>
          <p:cNvSpPr/>
          <p:nvPr/>
        </p:nvSpPr>
        <p:spPr>
          <a:xfrm flipV="1">
            <a:off x="7912100" y="2857500"/>
            <a:ext cx="0" cy="1803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 flipH="1">
            <a:off x="7289800" y="3657600"/>
            <a:ext cx="1270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 flipH="1">
            <a:off x="7543800" y="4178300"/>
            <a:ext cx="228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H="1">
            <a:off x="7924800" y="4730750"/>
            <a:ext cx="241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4" name="Shape 202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3797300" y="58928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69723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1501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279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5057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6835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972300" y="1536700"/>
            <a:ext cx="889000" cy="3175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17" name="Text 215"/>
          <p:cNvSpPr/>
          <p:nvPr/>
        </p:nvSpPr>
        <p:spPr>
          <a:xfrm>
            <a:off x="7302500" y="1562100"/>
            <a:ext cx="21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218" name="Text 216"/>
          <p:cNvSpPr/>
          <p:nvPr/>
        </p:nvSpPr>
        <p:spPr>
          <a:xfrm>
            <a:off x="7416800" y="1701800"/>
            <a:ext cx="101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3" name="Text 221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24" name="Shape 222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5" name="Text 223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26" name="Shape 224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7" name="Text 225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28" name="Shape 226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229" name="Shape 227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0" name="Shape 238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42" name="Text 240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43" name="Text 241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44" name="Text 242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5" name="Text 243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246" name="Shape 244"/>
          <p:cNvSpPr/>
          <p:nvPr/>
        </p:nvSpPr>
        <p:spPr>
          <a:xfrm rot="5400000">
            <a:off x="18034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7" name="Shape 245"/>
          <p:cNvSpPr/>
          <p:nvPr/>
        </p:nvSpPr>
        <p:spPr>
          <a:xfrm rot="5400000">
            <a:off x="18034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8" name="Shape 246"/>
          <p:cNvSpPr/>
          <p:nvPr/>
        </p:nvSpPr>
        <p:spPr>
          <a:xfrm rot="5400000">
            <a:off x="18034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9" name="Shape 247"/>
          <p:cNvSpPr/>
          <p:nvPr/>
        </p:nvSpPr>
        <p:spPr>
          <a:xfrm rot="5400000">
            <a:off x="18034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0" name="Shape 248"/>
          <p:cNvSpPr/>
          <p:nvPr/>
        </p:nvSpPr>
        <p:spPr>
          <a:xfrm rot="16200000">
            <a:off x="94107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1" name="Shape 249"/>
          <p:cNvSpPr/>
          <p:nvPr/>
        </p:nvSpPr>
        <p:spPr>
          <a:xfrm rot="16200000">
            <a:off x="94107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2" name="Shape 250"/>
          <p:cNvSpPr/>
          <p:nvPr/>
        </p:nvSpPr>
        <p:spPr>
          <a:xfrm rot="16200000">
            <a:off x="94107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3" name="Shape 251"/>
          <p:cNvSpPr/>
          <p:nvPr/>
        </p:nvSpPr>
        <p:spPr>
          <a:xfrm rot="16200000">
            <a:off x="94107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4" name="Shape 252"/>
          <p:cNvSpPr/>
          <p:nvPr/>
        </p:nvSpPr>
        <p:spPr>
          <a:xfrm>
            <a:off x="2730500" y="3822700"/>
            <a:ext cx="457200" cy="457200"/>
          </a:xfrm>
          <a:prstGeom prst="ellipse">
            <a:avLst/>
          </a:prstGeom>
          <a:solidFill>
            <a:srgbClr val="A00000">
              <a:alpha val="65000"/>
            </a:srgbClr>
          </a:solidFill>
          <a:ln/>
        </p:spPr>
      </p:sp>
      <p:sp>
        <p:nvSpPr>
          <p:cNvPr id="255" name="Shape 253"/>
          <p:cNvSpPr/>
          <p:nvPr/>
        </p:nvSpPr>
        <p:spPr>
          <a:xfrm rot="19920000">
            <a:off x="3340100" y="6489700"/>
            <a:ext cx="330200" cy="1778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56" name="Text 254"/>
          <p:cNvSpPr/>
          <p:nvPr/>
        </p:nvSpPr>
        <p:spPr>
          <a:xfrm>
            <a:off x="2324100" y="6731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57" name="Text 255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2026-10-11T22:00:51Z</dcterms:created>
  <dcterms:modified xsi:type="dcterms:W3CDTF">2026-10-11T22:00:51Z</dcterms:modified>
</cp:coreProperties>
</file>