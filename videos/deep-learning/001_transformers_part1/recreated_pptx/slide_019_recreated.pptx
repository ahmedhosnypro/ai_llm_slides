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Text 163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8" name="Text 226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790700" y="1295400"/>
            <a:ext cx="2552700" cy="355600"/>
          </a:xfrm>
          <a:prstGeom prst="rect">
            <a:avLst/>
          </a:prstGeom>
          <a:solidFill>
            <a:srgbClr val="C8FCFC"/>
          </a:solidFill>
          <a:ln w="12700">
            <a:solidFill>
              <a:srgbClr val="8FA6BE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790700" y="12954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Layer</a:t>
            </a:r>
            <a:endParaRPr lang="en-US" sz="1500" dirty="0"/>
          </a:p>
        </p:txBody>
      </p:sp>
      <p:sp>
        <p:nvSpPr>
          <p:cNvPr id="235" name="Shape 233"/>
          <p:cNvSpPr/>
          <p:nvPr/>
        </p:nvSpPr>
        <p:spPr>
          <a:xfrm>
            <a:off x="3949700" y="1816100"/>
            <a:ext cx="2578100" cy="355600"/>
          </a:xfrm>
          <a:prstGeom prst="rect">
            <a:avLst/>
          </a:prstGeom>
          <a:solidFill>
            <a:srgbClr val="9CA0A0"/>
          </a:solidFill>
          <a:ln w="12700">
            <a:solidFill>
              <a:srgbClr val="8E9296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3949700" y="1816100"/>
            <a:ext cx="257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Layer</a:t>
            </a:r>
            <a:endParaRPr lang="en-US" sz="1500" dirty="0"/>
          </a:p>
        </p:txBody>
      </p:sp>
      <p:sp>
        <p:nvSpPr>
          <p:cNvPr id="237" name="Shape 235"/>
          <p:cNvSpPr/>
          <p:nvPr/>
        </p:nvSpPr>
        <p:spPr>
          <a:xfrm>
            <a:off x="3352800" y="2298700"/>
            <a:ext cx="2552700" cy="355600"/>
          </a:xfrm>
          <a:prstGeom prst="rect">
            <a:avLst/>
          </a:prstGeom>
          <a:solidFill>
            <a:srgbClr val="DCFCC0"/>
          </a:solidFill>
          <a:ln w="12700">
            <a:solidFill>
              <a:srgbClr val="A9CC98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3352800" y="22987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1500" dirty="0"/>
          </a:p>
        </p:txBody>
      </p:sp>
      <p:sp>
        <p:nvSpPr>
          <p:cNvPr id="239" name="Shape 237"/>
          <p:cNvSpPr/>
          <p:nvPr/>
        </p:nvSpPr>
        <p:spPr>
          <a:xfrm>
            <a:off x="4343400" y="1498600"/>
            <a:ext cx="1625600" cy="254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969000" y="1524000"/>
            <a:ext cx="1270000" cy="50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239000" y="1574800"/>
            <a:ext cx="660400" cy="177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899400" y="1752600"/>
            <a:ext cx="7366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636000" y="1866900"/>
            <a:ext cx="5842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220200" y="1930400"/>
            <a:ext cx="3175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892800" y="1549400"/>
            <a:ext cx="939800" cy="1524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832600" y="1701800"/>
            <a:ext cx="4064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239000" y="1816100"/>
            <a:ext cx="660400" cy="304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899400" y="2120900"/>
            <a:ext cx="9906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890000" y="2184400"/>
            <a:ext cx="330200" cy="127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220200" y="2197100"/>
            <a:ext cx="177800" cy="1016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398000" y="2298700"/>
            <a:ext cx="1397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527800" y="1993900"/>
            <a:ext cx="711200" cy="508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239000" y="2044700"/>
            <a:ext cx="660400" cy="279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899400" y="2324100"/>
            <a:ext cx="406400" cy="1270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305800" y="2451100"/>
            <a:ext cx="279400" cy="3937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585200" y="2844800"/>
            <a:ext cx="304800" cy="889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890000" y="2933700"/>
            <a:ext cx="279400" cy="63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515100" y="1930400"/>
            <a:ext cx="3175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832600" y="2044700"/>
            <a:ext cx="304800" cy="190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137400" y="2235200"/>
            <a:ext cx="203200" cy="3810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340600" y="2616200"/>
            <a:ext cx="203200" cy="7366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43800" y="3352800"/>
            <a:ext cx="203200" cy="330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747000" y="3683000"/>
            <a:ext cx="1524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899400" y="3797300"/>
            <a:ext cx="355600" cy="1778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5842000" y="2476500"/>
            <a:ext cx="584200" cy="76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426200" y="2552700"/>
            <a:ext cx="2540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680200" y="2667000"/>
            <a:ext cx="152400" cy="190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6832600" y="2857500"/>
            <a:ext cx="152400" cy="330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985000" y="3187700"/>
            <a:ext cx="152400" cy="571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137400" y="3759200"/>
            <a:ext cx="101600" cy="279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239000" y="4038600"/>
            <a:ext cx="177800" cy="152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416800" y="4191000"/>
            <a:ext cx="165100" cy="889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013700" y="3403600"/>
            <a:ext cx="1193800" cy="10795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013700" y="4419600"/>
            <a:ext cx="228600" cy="2794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solidFill>
            <a:srgbClr val="807560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81" name="Shape 279"/>
          <p:cNvSpPr/>
          <p:nvPr/>
        </p:nvSpPr>
        <p:spPr>
          <a:xfrm>
            <a:off x="8089900" y="3517900"/>
            <a:ext cx="0" cy="162560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089900" y="3568700"/>
            <a:ext cx="1524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5400000">
            <a:off x="8235950" y="3530600"/>
            <a:ext cx="76200" cy="76200"/>
          </a:xfrm>
          <a:prstGeom prst="triangle">
            <a:avLst/>
          </a:prstGeom>
          <a:solidFill>
            <a:srgbClr val="2F6476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089900" y="4445000"/>
            <a:ext cx="1905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5400000">
            <a:off x="8274050" y="4406900"/>
            <a:ext cx="76200" cy="76200"/>
          </a:xfrm>
          <a:prstGeom prst="triangle">
            <a:avLst/>
          </a:prstGeom>
          <a:solidFill>
            <a:srgbClr val="2F6476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102600" y="4178300"/>
            <a:ext cx="6096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089900" y="5105400"/>
            <a:ext cx="635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563100" y="2622550"/>
            <a:ext cx="812800" cy="1524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563100" y="2622550"/>
            <a:ext cx="81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95" name="Shape 293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97" name="Shape 295"/>
          <p:cNvSpPr/>
          <p:nvPr/>
        </p:nvSpPr>
        <p:spPr>
          <a:xfrm>
            <a:off x="9563100" y="3371850"/>
            <a:ext cx="812800" cy="1143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9563100" y="3371850"/>
            <a:ext cx="812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99" name="Shape 297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303" name="Shape 301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2026-10-11T22:01:55Z</dcterms:created>
  <dcterms:modified xsi:type="dcterms:W3CDTF">2026-10-11T22:01:55Z</dcterms:modified>
</cp:coreProperties>
</file>