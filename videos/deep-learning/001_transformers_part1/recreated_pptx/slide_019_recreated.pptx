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778000" y="609600"/>
            <a:ext cx="8636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– Decoder Transformer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264400" y="1308100"/>
            <a:ext cx="4114800" cy="5372100"/>
          </a:xfrm>
          <a:prstGeom prst="rect">
            <a:avLst/>
          </a:prstGeom>
          <a:ln w="19050">
            <a:solidFill>
              <a:srgbClr val="00A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27900" y="1371600"/>
            <a:ext cx="2044700" cy="5257800"/>
          </a:xfrm>
          <a:prstGeom prst="rect">
            <a:avLst/>
          </a:prstGeom>
          <a:solidFill>
            <a:srgbClr val="FBECDB"/>
          </a:solidFill>
          <a:ln/>
        </p:spPr>
      </p:sp>
      <p:sp>
        <p:nvSpPr>
          <p:cNvPr id="8" name="Shape 6"/>
          <p:cNvSpPr/>
          <p:nvPr/>
        </p:nvSpPr>
        <p:spPr>
          <a:xfrm>
            <a:off x="9398000" y="1371600"/>
            <a:ext cx="1955800" cy="5257800"/>
          </a:xfrm>
          <a:prstGeom prst="rect">
            <a:avLst/>
          </a:prstGeom>
          <a:solidFill>
            <a:srgbClr val="C8F8E0"/>
          </a:solidFill>
          <a:ln/>
        </p:spPr>
      </p:sp>
      <p:sp>
        <p:nvSpPr>
          <p:cNvPr id="9" name="Text 7"/>
          <p:cNvSpPr/>
          <p:nvPr/>
        </p:nvSpPr>
        <p:spPr>
          <a:xfrm>
            <a:off x="7378700" y="1422400"/>
            <a:ext cx="1066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388600" y="1422400"/>
            <a:ext cx="91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0E7D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10600" y="3187700"/>
            <a:ext cx="850900" cy="2032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9271000" y="3390900"/>
            <a:ext cx="190500" cy="5207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3" name="Shape 11"/>
          <p:cNvSpPr/>
          <p:nvPr/>
        </p:nvSpPr>
        <p:spPr>
          <a:xfrm>
            <a:off x="9398000" y="3898900"/>
            <a:ext cx="596900" cy="2032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4" name="Shape 12"/>
          <p:cNvSpPr/>
          <p:nvPr/>
        </p:nvSpPr>
        <p:spPr>
          <a:xfrm>
            <a:off x="7975600" y="3390900"/>
            <a:ext cx="1270000" cy="1803400"/>
          </a:xfrm>
          <a:prstGeom prst="roundRect">
            <a:avLst>
              <a:gd name="adj" fmla="val 4320"/>
            </a:avLst>
          </a:prstGeom>
          <a:solidFill>
            <a:srgbClr val="C8A888"/>
          </a:solidFill>
          <a:ln w="15875">
            <a:solidFill>
              <a:srgbClr val="7B4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0" y="36512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0" y="40068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0" y="45402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26400" y="3708400"/>
            <a:ext cx="0" cy="1422400"/>
          </a:xfrm>
          <a:prstGeom prst="line">
            <a:avLst/>
          </a:prstGeom>
          <a:noFill/>
          <a:ln w="9525">
            <a:solidFill>
              <a:srgbClr val="7B4B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3400" y="4038600"/>
            <a:ext cx="0" cy="330200"/>
          </a:xfrm>
          <a:prstGeom prst="line">
            <a:avLst/>
          </a:prstGeom>
          <a:noFill/>
          <a:ln w="9525">
            <a:solidFill>
              <a:srgbClr val="7B4B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67700" y="3657600"/>
            <a:ext cx="876300" cy="342900"/>
          </a:xfrm>
          <a:prstGeom prst="rect">
            <a:avLst/>
          </a:prstGeom>
          <a:solidFill>
            <a:srgbClr val="B0B070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67700" y="3657600"/>
            <a:ext cx="876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01000" y="3390900"/>
            <a:ext cx="1231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01000" y="4241800"/>
            <a:ext cx="1231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01000" y="4521200"/>
            <a:ext cx="1231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566150" y="36068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66150" y="39751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66150" y="45085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50250" y="5010150"/>
            <a:ext cx="152400" cy="1524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50250" y="501015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756650" y="5016500"/>
            <a:ext cx="139700" cy="1397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56650" y="501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042400" y="5016500"/>
            <a:ext cx="1397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42400" y="501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8718550" y="5194300"/>
            <a:ext cx="0" cy="762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18550" y="5651500"/>
            <a:ext cx="0" cy="889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4100" y="5632450"/>
            <a:ext cx="88900" cy="762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42300" y="5270500"/>
            <a:ext cx="1003300" cy="381000"/>
          </a:xfrm>
          <a:prstGeom prst="roundRect">
            <a:avLst>
              <a:gd name="adj" fmla="val 12000"/>
            </a:avLst>
          </a:prstGeom>
          <a:solidFill>
            <a:srgbClr val="B08058"/>
          </a:solidFill>
          <a:ln w="12700">
            <a:solidFill>
              <a:srgbClr val="6E442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42300" y="5334000"/>
            <a:ext cx="241300" cy="241300"/>
          </a:xfrm>
          <a:prstGeom prst="ellipse">
            <a:avLst/>
          </a:prstGeom>
          <a:ln w="15875">
            <a:solidFill>
              <a:srgbClr val="6E442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3100" y="5454650"/>
            <a:ext cx="139700" cy="0"/>
          </a:xfrm>
          <a:prstGeom prst="line">
            <a:avLst/>
          </a:prstGeom>
          <a:noFill/>
          <a:ln w="15875">
            <a:solidFill>
              <a:srgbClr val="6E442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62950" y="5384800"/>
            <a:ext cx="0" cy="139700"/>
          </a:xfrm>
          <a:prstGeom prst="line">
            <a:avLst/>
          </a:prstGeom>
          <a:noFill/>
          <a:ln w="15875">
            <a:solidFill>
              <a:srgbClr val="6E442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85598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360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87122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884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43800" y="5283200"/>
            <a:ext cx="71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229600" y="5702300"/>
            <a:ext cx="11176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77200" y="5638800"/>
            <a:ext cx="1155700" cy="508000"/>
          </a:xfrm>
          <a:prstGeom prst="rect">
            <a:avLst>
              <a:gd name="adj" fmla="val 9000"/>
            </a:avLst>
          </a:prstGeom>
          <a:solidFill>
            <a:srgbClr val="B08058"/>
          </a:solidFill>
          <a:ln w="12700">
            <a:solidFill>
              <a:srgbClr val="6E442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93100" y="5664200"/>
            <a:ext cx="863600" cy="317500"/>
          </a:xfrm>
          <a:prstGeom prst="rect">
            <a:avLst/>
          </a:prstGeom>
          <a:solidFill>
            <a:srgbClr val="C8A888"/>
          </a:solidFill>
          <a:ln w="9525">
            <a:solidFill>
              <a:srgbClr val="6E442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93100" y="5664200"/>
            <a:ext cx="863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 flipH="1">
            <a:off x="8128000" y="5664200"/>
            <a:ext cx="101600" cy="8890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359900" y="5664200"/>
            <a:ext cx="101600" cy="8890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12150" y="6286500"/>
            <a:ext cx="127000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67700" y="6197600"/>
            <a:ext cx="215900" cy="10160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32800" y="6273800"/>
            <a:ext cx="558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588250" y="4184650"/>
            <a:ext cx="317500" cy="317500"/>
          </a:xfrm>
          <a:prstGeom prst="ellipse">
            <a:avLst/>
          </a:prstGeom>
          <a:solidFill>
            <a:srgbClr val="C8A888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88250" y="4184650"/>
            <a:ext cx="317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448800" y="2552700"/>
            <a:ext cx="1231900" cy="1333500"/>
          </a:xfrm>
          <a:prstGeom prst="roundRect">
            <a:avLst>
              <a:gd name="adj" fmla="val 3711"/>
            </a:avLst>
          </a:prstGeom>
          <a:solidFill>
            <a:srgbClr val="B0B070"/>
          </a:solidFill>
          <a:ln w="12700">
            <a:solidFill>
              <a:srgbClr val="4A736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461500" y="27876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461500" y="31686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461500" y="33591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569450" y="2565400"/>
            <a:ext cx="0" cy="1308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394950" y="2565400"/>
            <a:ext cx="0" cy="1308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74200" y="2565400"/>
            <a:ext cx="1193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9474200" y="2806700"/>
            <a:ext cx="1193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9474200" y="3175000"/>
            <a:ext cx="119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9474200" y="3365500"/>
            <a:ext cx="1193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9474200" y="4152900"/>
            <a:ext cx="1117600" cy="1028700"/>
          </a:xfrm>
          <a:prstGeom prst="roundRect">
            <a:avLst>
              <a:gd name="adj" fmla="val 5333"/>
            </a:avLst>
          </a:prstGeom>
          <a:solidFill>
            <a:srgbClr val="CE8ADC"/>
          </a:solidFill>
          <a:ln w="12700">
            <a:solidFill>
              <a:srgbClr val="56236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499600" y="41973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499600" y="44132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99600" y="48704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94950" y="4191000"/>
            <a:ext cx="0" cy="96520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499600" y="4203700"/>
            <a:ext cx="8763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499600" y="4419600"/>
            <a:ext cx="8763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9467850" y="4889500"/>
            <a:ext cx="165100" cy="1651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467850" y="48895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10001250" y="4876800"/>
            <a:ext cx="190500" cy="1905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01250" y="48768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10363200" y="4902200"/>
            <a:ext cx="1397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0363200" y="49022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9442450" y="3949700"/>
            <a:ext cx="127000" cy="1270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442450" y="3949700"/>
            <a:ext cx="12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9759950" y="3962400"/>
            <a:ext cx="114300" cy="1143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759950" y="396240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10350500" y="3956050"/>
            <a:ext cx="127000" cy="1270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350500" y="3956050"/>
            <a:ext cx="12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9423400" y="1511300"/>
            <a:ext cx="101600" cy="2667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499600" y="1454150"/>
            <a:ext cx="165100" cy="11430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410700" y="1485900"/>
            <a:ext cx="0" cy="2794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664700" y="1422400"/>
            <a:ext cx="647700" cy="203200"/>
          </a:xfrm>
          <a:prstGeom prst="roundRect">
            <a:avLst>
              <a:gd name="adj" fmla="val 18000"/>
            </a:avLst>
          </a:prstGeom>
          <a:solidFill>
            <a:srgbClr val="FFFF00"/>
          </a:solidFill>
          <a:ln/>
        </p:spPr>
      </p:sp>
      <p:sp>
        <p:nvSpPr>
          <p:cNvPr id="90" name="Text 88"/>
          <p:cNvSpPr/>
          <p:nvPr/>
        </p:nvSpPr>
        <p:spPr>
          <a:xfrm>
            <a:off x="9664700" y="1422400"/>
            <a:ext cx="6477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9601200" y="16129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9550400" y="1930400"/>
            <a:ext cx="850900" cy="177800"/>
          </a:xfrm>
          <a:prstGeom prst="rect">
            <a:avLst/>
          </a:prstGeom>
          <a:solidFill>
            <a:srgbClr val="A8ECBC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550400" y="1930400"/>
            <a:ext cx="850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9550400" y="2247900"/>
            <a:ext cx="850900" cy="177800"/>
          </a:xfrm>
          <a:prstGeom prst="rect">
            <a:avLst/>
          </a:prstGeom>
          <a:solidFill>
            <a:srgbClr val="B0E4CE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550400" y="2247900"/>
            <a:ext cx="850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9975850" y="1790700"/>
            <a:ext cx="0" cy="1397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975850" y="2095500"/>
            <a:ext cx="0" cy="1524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975850" y="2425700"/>
            <a:ext cx="0" cy="1270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975850" y="3886200"/>
            <a:ext cx="0" cy="23495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937750" y="17970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937750" y="21018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937750" y="24320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867900" y="5226050"/>
            <a:ext cx="203200" cy="203200"/>
          </a:xfrm>
          <a:prstGeom prst="ellipse">
            <a:avLst/>
          </a:prstGeom>
          <a:solidFill>
            <a:srgbClr val="C8F8E0"/>
          </a:solidFill>
          <a:ln w="15875">
            <a:solidFill>
              <a:srgbClr val="2F2F2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912350" y="5327650"/>
            <a:ext cx="114300" cy="0"/>
          </a:xfrm>
          <a:prstGeom prst="line">
            <a:avLst/>
          </a:prstGeom>
          <a:noFill/>
          <a:ln w="15875">
            <a:solidFill>
              <a:srgbClr val="2F2F2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969500" y="5270500"/>
            <a:ext cx="0" cy="114300"/>
          </a:xfrm>
          <a:prstGeom prst="line">
            <a:avLst/>
          </a:prstGeom>
          <a:noFill/>
          <a:ln w="15875">
            <a:solidFill>
              <a:srgbClr val="2F2F2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071100" y="5327650"/>
            <a:ext cx="38100" cy="0"/>
          </a:xfrm>
          <a:prstGeom prst="line">
            <a:avLst/>
          </a:prstGeom>
          <a:noFill/>
          <a:ln w="15875">
            <a:solidFill>
              <a:srgbClr val="2F2F2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096500" y="5219700"/>
            <a:ext cx="228600" cy="228600"/>
          </a:xfrm>
          <a:prstGeom prst="ellipse">
            <a:avLst/>
          </a:prstGeom>
          <a:solidFill>
            <a:srgbClr val="C8F8E0"/>
          </a:solidFill>
          <a:ln w="15875">
            <a:solidFill>
              <a:srgbClr val="2F2F2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10140950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175875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10210800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0245725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617200" y="5321300"/>
            <a:ext cx="609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5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9512300" y="5295900"/>
            <a:ext cx="965200" cy="825500"/>
          </a:xfrm>
          <a:prstGeom prst="roundRect">
            <a:avLst>
              <a:gd name="adj" fmla="val 5538"/>
            </a:avLst>
          </a:prstGeom>
          <a:solidFill>
            <a:srgbClr val="B8706C"/>
          </a:solidFill>
          <a:ln w="12700">
            <a:solidFill>
              <a:srgbClr val="75302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601200" y="5664200"/>
            <a:ext cx="800100" cy="317500"/>
          </a:xfrm>
          <a:prstGeom prst="rect">
            <a:avLst/>
          </a:prstGeom>
          <a:ln w="9525">
            <a:solidFill>
              <a:srgbClr val="753029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5664200"/>
            <a:ext cx="800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9664700" y="6248400"/>
            <a:ext cx="647700" cy="2413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17" name="Text 115"/>
          <p:cNvSpPr/>
          <p:nvPr/>
        </p:nvSpPr>
        <p:spPr>
          <a:xfrm>
            <a:off x="9664700" y="6248400"/>
            <a:ext cx="647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1100" dirty="0"/>
          </a:p>
        </p:txBody>
      </p:sp>
      <p:sp>
        <p:nvSpPr>
          <p:cNvPr id="118" name="Text 116"/>
          <p:cNvSpPr/>
          <p:nvPr/>
        </p:nvSpPr>
        <p:spPr>
          <a:xfrm>
            <a:off x="9499600" y="6451600"/>
            <a:ext cx="965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C8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(shifted right)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10737850" y="3816350"/>
            <a:ext cx="266700" cy="266700"/>
          </a:xfrm>
          <a:prstGeom prst="ellipse">
            <a:avLst/>
          </a:prstGeom>
          <a:solidFill>
            <a:srgbClr val="B0B070"/>
          </a:solidFill>
          <a:ln w="9525">
            <a:solidFill>
              <a:srgbClr val="4A736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737850" y="381635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10680700" y="2578100"/>
            <a:ext cx="0" cy="2692400"/>
          </a:xfrm>
          <a:prstGeom prst="line">
            <a:avLst/>
          </a:prstGeom>
          <a:noFill/>
          <a:ln w="12700">
            <a:solidFill>
              <a:srgbClr val="4A736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8788400" y="3276600"/>
            <a:ext cx="0" cy="114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788400" y="3276600"/>
            <a:ext cx="5588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347200" y="3276600"/>
            <a:ext cx="0" cy="6731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347200" y="3949700"/>
            <a:ext cx="952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8890000" y="3327400"/>
            <a:ext cx="0" cy="635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890000" y="3327400"/>
            <a:ext cx="5207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410700" y="3327400"/>
            <a:ext cx="0" cy="6858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410700" y="4013200"/>
            <a:ext cx="3492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0414000" y="1511300"/>
            <a:ext cx="381000" cy="3937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1" name="Shape 129"/>
          <p:cNvSpPr/>
          <p:nvPr/>
        </p:nvSpPr>
        <p:spPr>
          <a:xfrm>
            <a:off x="10795000" y="1905000"/>
            <a:ext cx="330200" cy="635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2" name="Shape 130"/>
          <p:cNvSpPr/>
          <p:nvPr/>
        </p:nvSpPr>
        <p:spPr>
          <a:xfrm>
            <a:off x="11125200" y="2540000"/>
            <a:ext cx="152400" cy="1270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3" name="Shape 131"/>
          <p:cNvSpPr/>
          <p:nvPr/>
        </p:nvSpPr>
        <p:spPr>
          <a:xfrm flipH="1">
            <a:off x="11226800" y="3810000"/>
            <a:ext cx="50800" cy="1524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4" name="Shape 132"/>
          <p:cNvSpPr/>
          <p:nvPr/>
        </p:nvSpPr>
        <p:spPr>
          <a:xfrm flipH="1">
            <a:off x="10388600" y="5334000"/>
            <a:ext cx="838200" cy="9144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685800" y="2882900"/>
            <a:ext cx="187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</a:t>
            </a:r>
            <a:endParaRPr lang="en-US" sz="15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136" name="Shape 134"/>
          <p:cNvSpPr/>
          <p:nvPr/>
        </p:nvSpPr>
        <p:spPr>
          <a:xfrm>
            <a:off x="749300" y="3416300"/>
            <a:ext cx="1651000" cy="2819400"/>
          </a:xfrm>
          <a:prstGeom prst="rect">
            <a:avLst/>
          </a:prstGeom>
          <a:ln w="28575">
            <a:solidFill>
              <a:srgbClr val="1B723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11200" y="33782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362200" y="33782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11200" y="61976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362200" y="61976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66800" y="5918200"/>
            <a:ext cx="190500" cy="190500"/>
          </a:xfrm>
          <a:prstGeom prst="ellipse">
            <a:avLst/>
          </a:prstGeom>
          <a:solidFill>
            <a:srgbClr val="990000"/>
          </a:solidFill>
          <a:ln w="6350">
            <a:solidFill>
              <a:srgbClr val="99000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066800" y="59182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1517650" y="5899150"/>
            <a:ext cx="215900" cy="2159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517650" y="5899150"/>
            <a:ext cx="215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2000250" y="58928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2000250" y="58928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50" dirty="0"/>
          </a:p>
        </p:txBody>
      </p:sp>
      <p:sp>
        <p:nvSpPr>
          <p:cNvPr id="147" name="Shape 145"/>
          <p:cNvSpPr/>
          <p:nvPr/>
        </p:nvSpPr>
        <p:spPr>
          <a:xfrm>
            <a:off x="965200" y="5448300"/>
            <a:ext cx="1117600" cy="203200"/>
          </a:xfrm>
          <a:prstGeom prst="rect">
            <a:avLst/>
          </a:prstGeom>
          <a:solidFill>
            <a:srgbClr val="C0B9DA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65200" y="5448300"/>
            <a:ext cx="1117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800" dirty="0"/>
          </a:p>
        </p:txBody>
      </p:sp>
      <p:sp>
        <p:nvSpPr>
          <p:cNvPr id="149" name="Shape 147"/>
          <p:cNvSpPr/>
          <p:nvPr/>
        </p:nvSpPr>
        <p:spPr>
          <a:xfrm>
            <a:off x="1181100" y="5041900"/>
            <a:ext cx="482600" cy="152400"/>
          </a:xfrm>
          <a:prstGeom prst="rect">
            <a:avLst/>
          </a:prstGeom>
          <a:solidFill>
            <a:srgbClr val="FCFBC5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181100" y="5041900"/>
            <a:ext cx="482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977900" y="4610100"/>
            <a:ext cx="876300" cy="177800"/>
          </a:xfrm>
          <a:prstGeom prst="rect">
            <a:avLst/>
          </a:prstGeom>
          <a:solidFill>
            <a:srgbClr val="EEC3D7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77900" y="4610100"/>
            <a:ext cx="876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(opt.)</a:t>
            </a:r>
            <a:endParaRPr lang="en-US" sz="700" dirty="0"/>
          </a:p>
        </p:txBody>
      </p:sp>
      <p:sp>
        <p:nvSpPr>
          <p:cNvPr id="153" name="Shape 151"/>
          <p:cNvSpPr/>
          <p:nvPr/>
        </p:nvSpPr>
        <p:spPr>
          <a:xfrm>
            <a:off x="1016000" y="4191000"/>
            <a:ext cx="787400" cy="190500"/>
          </a:xfrm>
          <a:prstGeom prst="rect">
            <a:avLst/>
          </a:prstGeom>
          <a:solidFill>
            <a:srgbClr val="C8E9CE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1016000" y="4191000"/>
            <a:ext cx="787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1333500" y="3733800"/>
            <a:ext cx="863600" cy="228600"/>
          </a:xfrm>
          <a:prstGeom prst="rect">
            <a:avLst/>
          </a:prstGeom>
          <a:solidFill>
            <a:srgbClr val="C0B9DA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333500" y="3733800"/>
            <a:ext cx="86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 flipV="1">
            <a:off x="1162050" y="5664200"/>
            <a:ext cx="0" cy="2540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58" name="Shape 156"/>
          <p:cNvSpPr/>
          <p:nvPr/>
        </p:nvSpPr>
        <p:spPr>
          <a:xfrm flipV="1">
            <a:off x="1625600" y="5664200"/>
            <a:ext cx="0" cy="228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59" name="Shape 157"/>
          <p:cNvSpPr/>
          <p:nvPr/>
        </p:nvSpPr>
        <p:spPr>
          <a:xfrm flipV="1">
            <a:off x="1422400" y="5207000"/>
            <a:ext cx="0" cy="241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0" name="Shape 158"/>
          <p:cNvSpPr/>
          <p:nvPr/>
        </p:nvSpPr>
        <p:spPr>
          <a:xfrm flipV="1">
            <a:off x="1422400" y="4800600"/>
            <a:ext cx="0" cy="241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1" name="Shape 159"/>
          <p:cNvSpPr/>
          <p:nvPr/>
        </p:nvSpPr>
        <p:spPr>
          <a:xfrm flipV="1">
            <a:off x="1422400" y="4394200"/>
            <a:ext cx="0" cy="215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2" name="Shape 160"/>
          <p:cNvSpPr/>
          <p:nvPr/>
        </p:nvSpPr>
        <p:spPr>
          <a:xfrm flipV="1">
            <a:off x="1422400" y="3975100"/>
            <a:ext cx="0" cy="215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 flipV="1">
            <a:off x="1765300" y="3441700"/>
            <a:ext cx="0" cy="2921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4" name="Shape 162"/>
          <p:cNvSpPr/>
          <p:nvPr/>
        </p:nvSpPr>
        <p:spPr>
          <a:xfrm flipV="1">
            <a:off x="2114550" y="3975100"/>
            <a:ext cx="0" cy="19177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5" name="Text 163"/>
          <p:cNvSpPr/>
          <p:nvPr/>
        </p:nvSpPr>
        <p:spPr>
          <a:xfrm>
            <a:off x="3733800" y="2667000"/>
            <a:ext cx="25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Attention</a:t>
            </a:r>
            <a:endParaRPr lang="en-US" sz="1500" dirty="0"/>
          </a:p>
        </p:txBody>
      </p:sp>
      <p:sp>
        <p:nvSpPr>
          <p:cNvPr id="166" name="Shape 164"/>
          <p:cNvSpPr/>
          <p:nvPr/>
        </p:nvSpPr>
        <p:spPr>
          <a:xfrm>
            <a:off x="3810000" y="3124200"/>
            <a:ext cx="2641600" cy="3416300"/>
          </a:xfrm>
          <a:prstGeom prst="rect">
            <a:avLst/>
          </a:prstGeom>
          <a:ln w="28575">
            <a:solidFill>
              <a:srgbClr val="1B723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3771900" y="3086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413500" y="3086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3771900" y="65024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13500" y="65024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724400" y="3289300"/>
            <a:ext cx="596900" cy="2921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622800" y="3378200"/>
            <a:ext cx="596900" cy="2921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4622800" y="3378200"/>
            <a:ext cx="5969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800" dirty="0"/>
          </a:p>
        </p:txBody>
      </p:sp>
      <p:sp>
        <p:nvSpPr>
          <p:cNvPr id="174" name="Shape 172"/>
          <p:cNvSpPr/>
          <p:nvPr/>
        </p:nvSpPr>
        <p:spPr>
          <a:xfrm flipV="1">
            <a:off x="4914900" y="3175000"/>
            <a:ext cx="0" cy="203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622800" y="3962400"/>
            <a:ext cx="584200" cy="177800"/>
          </a:xfrm>
          <a:prstGeom prst="rect">
            <a:avLst/>
          </a:prstGeom>
          <a:solidFill>
            <a:srgbClr val="F8FBC6"/>
          </a:solidFill>
          <a:ln w="6350">
            <a:solidFill>
              <a:srgbClr val="40404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22800" y="3962400"/>
            <a:ext cx="584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</a:t>
            </a:r>
            <a:endParaRPr lang="en-US" sz="750" dirty="0"/>
          </a:p>
        </p:txBody>
      </p:sp>
      <p:sp>
        <p:nvSpPr>
          <p:cNvPr id="177" name="Shape 175"/>
          <p:cNvSpPr/>
          <p:nvPr/>
        </p:nvSpPr>
        <p:spPr>
          <a:xfrm flipV="1">
            <a:off x="4914900" y="3683000"/>
            <a:ext cx="0" cy="2794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 flipV="1">
            <a:off x="4813300" y="3708400"/>
            <a:ext cx="0" cy="2540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79" name="Shape 177"/>
          <p:cNvSpPr/>
          <p:nvPr/>
        </p:nvSpPr>
        <p:spPr>
          <a:xfrm flipV="1">
            <a:off x="5016500" y="3708400"/>
            <a:ext cx="0" cy="2540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80" name="Shape 178"/>
          <p:cNvSpPr/>
          <p:nvPr/>
        </p:nvSpPr>
        <p:spPr>
          <a:xfrm>
            <a:off x="4025900" y="4356100"/>
            <a:ext cx="2044700" cy="4064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848100" y="4495800"/>
            <a:ext cx="2184400" cy="533400"/>
          </a:xfrm>
          <a:prstGeom prst="rect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3924300" y="4572000"/>
            <a:ext cx="2044700" cy="406400"/>
          </a:xfrm>
          <a:prstGeom prst="rect">
            <a:avLst/>
          </a:prstGeom>
          <a:solidFill>
            <a:srgbClr val="BB93AE"/>
          </a:solidFill>
          <a:ln w="12700">
            <a:solidFill>
              <a:srgbClr val="BB93AE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3924300" y="4572000"/>
            <a:ext cx="20447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</a:t>
            </a:r>
            <a:endParaRPr lang="en-US" sz="8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00" dirty="0"/>
          </a:p>
        </p:txBody>
      </p:sp>
      <p:sp>
        <p:nvSpPr>
          <p:cNvPr id="184" name="Shape 182"/>
          <p:cNvSpPr/>
          <p:nvPr/>
        </p:nvSpPr>
        <p:spPr>
          <a:xfrm>
            <a:off x="4013200" y="5041900"/>
            <a:ext cx="5334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924300" y="5118100"/>
            <a:ext cx="5334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3924300" y="51181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87" name="Shape 185"/>
          <p:cNvSpPr/>
          <p:nvPr/>
        </p:nvSpPr>
        <p:spPr>
          <a:xfrm flipV="1">
            <a:off x="41910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V="1">
            <a:off x="41148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89" name="Shape 187"/>
          <p:cNvSpPr/>
          <p:nvPr/>
        </p:nvSpPr>
        <p:spPr>
          <a:xfrm flipV="1">
            <a:off x="42672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90" name="Shape 188"/>
          <p:cNvSpPr/>
          <p:nvPr/>
        </p:nvSpPr>
        <p:spPr>
          <a:xfrm>
            <a:off x="4648200" y="5041900"/>
            <a:ext cx="6096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4559300" y="5118100"/>
            <a:ext cx="6096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4559300" y="51181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93" name="Shape 191"/>
          <p:cNvSpPr/>
          <p:nvPr/>
        </p:nvSpPr>
        <p:spPr>
          <a:xfrm flipV="1">
            <a:off x="48641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 flipV="1">
            <a:off x="47879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95" name="Shape 193"/>
          <p:cNvSpPr/>
          <p:nvPr/>
        </p:nvSpPr>
        <p:spPr>
          <a:xfrm flipV="1">
            <a:off x="49403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96" name="Shape 194"/>
          <p:cNvSpPr/>
          <p:nvPr/>
        </p:nvSpPr>
        <p:spPr>
          <a:xfrm>
            <a:off x="5372100" y="5041900"/>
            <a:ext cx="6096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283200" y="5118100"/>
            <a:ext cx="6096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5283200" y="51181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99" name="Shape 197"/>
          <p:cNvSpPr/>
          <p:nvPr/>
        </p:nvSpPr>
        <p:spPr>
          <a:xfrm flipV="1">
            <a:off x="55880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00" name="Shape 198"/>
          <p:cNvSpPr/>
          <p:nvPr/>
        </p:nvSpPr>
        <p:spPr>
          <a:xfrm flipV="1">
            <a:off x="55118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201" name="Shape 199"/>
          <p:cNvSpPr/>
          <p:nvPr/>
        </p:nvSpPr>
        <p:spPr>
          <a:xfrm flipV="1">
            <a:off x="56642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4076700" y="62103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076700" y="62103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4806950" y="62103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4806950" y="62103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50" dirty="0"/>
          </a:p>
        </p:txBody>
      </p:sp>
      <p:sp>
        <p:nvSpPr>
          <p:cNvPr id="206" name="Shape 204"/>
          <p:cNvSpPr/>
          <p:nvPr/>
        </p:nvSpPr>
        <p:spPr>
          <a:xfrm>
            <a:off x="5549900" y="6229350"/>
            <a:ext cx="203200" cy="203200"/>
          </a:xfrm>
          <a:prstGeom prst="ellipse">
            <a:avLst/>
          </a:prstGeom>
          <a:solidFill>
            <a:srgbClr val="990000"/>
          </a:solidFill>
          <a:ln w="6350">
            <a:solidFill>
              <a:srgbClr val="99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5549900" y="62293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50" dirty="0"/>
          </a:p>
        </p:txBody>
      </p:sp>
      <p:sp>
        <p:nvSpPr>
          <p:cNvPr id="208" name="Shape 206"/>
          <p:cNvSpPr/>
          <p:nvPr/>
        </p:nvSpPr>
        <p:spPr>
          <a:xfrm flipV="1">
            <a:off x="4191000" y="5359400"/>
            <a:ext cx="0" cy="850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09" name="Shape 207"/>
          <p:cNvSpPr/>
          <p:nvPr/>
        </p:nvSpPr>
        <p:spPr>
          <a:xfrm flipV="1">
            <a:off x="4921250" y="5359400"/>
            <a:ext cx="0" cy="850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0" name="Shape 208"/>
          <p:cNvSpPr/>
          <p:nvPr/>
        </p:nvSpPr>
        <p:spPr>
          <a:xfrm flipV="1">
            <a:off x="5651500" y="5359400"/>
            <a:ext cx="0" cy="863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 flipV="1">
            <a:off x="6057900" y="4838700"/>
            <a:ext cx="38100" cy="101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6096000" y="4749800"/>
            <a:ext cx="38100" cy="88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6134100" y="4673600"/>
            <a:ext cx="3810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6203950" y="4489450"/>
            <a:ext cx="241300" cy="241300"/>
          </a:xfrm>
          <a:prstGeom prst="ellipse">
            <a:avLst/>
          </a:prstGeom>
          <a:ln w="9525">
            <a:solidFill>
              <a:srgbClr val="A6A6A6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6153150" y="4540250"/>
            <a:ext cx="241300" cy="241300"/>
          </a:xfrm>
          <a:prstGeom prst="ellipse">
            <a:avLst/>
          </a:prstGeom>
          <a:solidFill>
            <a:srgbClr val="D4BCA0"/>
          </a:solidFill>
          <a:ln w="12700">
            <a:solidFill>
              <a:srgbClr val="8A6A48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6153150" y="4540250"/>
            <a:ext cx="2413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000" dirty="0"/>
          </a:p>
        </p:txBody>
      </p:sp>
      <p:sp>
        <p:nvSpPr>
          <p:cNvPr id="217" name="Shape 215"/>
          <p:cNvSpPr/>
          <p:nvPr/>
        </p:nvSpPr>
        <p:spPr>
          <a:xfrm>
            <a:off x="6413500" y="3111500"/>
            <a:ext cx="901700" cy="6985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18" name="Shape 216"/>
          <p:cNvSpPr/>
          <p:nvPr/>
        </p:nvSpPr>
        <p:spPr>
          <a:xfrm>
            <a:off x="7315200" y="3810000"/>
            <a:ext cx="914400" cy="8636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19" name="Shape 217"/>
          <p:cNvSpPr/>
          <p:nvPr/>
        </p:nvSpPr>
        <p:spPr>
          <a:xfrm>
            <a:off x="2425700" y="3454400"/>
            <a:ext cx="1003300" cy="927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20" name="Shape 218"/>
          <p:cNvSpPr/>
          <p:nvPr/>
        </p:nvSpPr>
        <p:spPr>
          <a:xfrm>
            <a:off x="3429000" y="4381500"/>
            <a:ext cx="304800" cy="1397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21" name="Shape 219"/>
          <p:cNvSpPr/>
          <p:nvPr/>
        </p:nvSpPr>
        <p:spPr>
          <a:xfrm flipV="1">
            <a:off x="2451100" y="5499100"/>
            <a:ext cx="571500" cy="6858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22" name="Shape 220"/>
          <p:cNvSpPr/>
          <p:nvPr/>
        </p:nvSpPr>
        <p:spPr>
          <a:xfrm>
            <a:off x="8255000" y="4508500"/>
            <a:ext cx="914400" cy="406400"/>
          </a:xfrm>
          <a:prstGeom prst="roundRect">
            <a:avLst>
              <a:gd name="adj" fmla="val 9000"/>
            </a:avLst>
          </a:prstGeom>
          <a:solidFill>
            <a:srgbClr val="C87E57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255000" y="4508500"/>
            <a:ext cx="914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00" dirty="0"/>
          </a:p>
        </p:txBody>
      </p:sp>
      <p:sp>
        <p:nvSpPr>
          <p:cNvPr id="224" name="Shape 222"/>
          <p:cNvSpPr/>
          <p:nvPr/>
        </p:nvSpPr>
        <p:spPr>
          <a:xfrm>
            <a:off x="9486900" y="3365500"/>
            <a:ext cx="1168400" cy="1651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569450" y="3365500"/>
            <a:ext cx="0" cy="165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10394950" y="3365500"/>
            <a:ext cx="0" cy="165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499600" y="3517900"/>
            <a:ext cx="927100" cy="419100"/>
          </a:xfrm>
          <a:prstGeom prst="roundRect">
            <a:avLst>
              <a:gd name="adj" fmla="val 8727"/>
            </a:avLst>
          </a:prstGeom>
          <a:solidFill>
            <a:srgbClr val="B28659"/>
          </a:solidFill>
          <a:ln w="15875">
            <a:solidFill>
              <a:srgbClr val="C00000"/>
            </a:solidFill>
            <a:prstDash val="dash"/>
          </a:ln>
        </p:spPr>
      </p:sp>
      <p:sp>
        <p:nvSpPr>
          <p:cNvPr id="228" name="Text 226"/>
          <p:cNvSpPr/>
          <p:nvPr/>
        </p:nvSpPr>
        <p:spPr>
          <a:xfrm>
            <a:off x="9499600" y="3517900"/>
            <a:ext cx="927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50" dirty="0"/>
          </a:p>
        </p:txBody>
      </p:sp>
      <p:sp>
        <p:nvSpPr>
          <p:cNvPr id="229" name="Shape 227"/>
          <p:cNvSpPr/>
          <p:nvPr/>
        </p:nvSpPr>
        <p:spPr>
          <a:xfrm>
            <a:off x="7226300" y="12700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11341100" y="12700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226300" y="6642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11341100" y="6642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13700" y="3403600"/>
            <a:ext cx="1193800" cy="1079500"/>
          </a:xfrm>
          <a:prstGeom prst="rect">
            <a:avLst/>
          </a:prstGeom>
          <a:solidFill>
            <a:srgbClr val="C8A888"/>
          </a:solidFill>
          <a:ln w="3175">
            <a:solidFill>
              <a:srgbClr val="C8A888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13700" y="4419600"/>
            <a:ext cx="228600" cy="279400"/>
          </a:xfrm>
          <a:prstGeom prst="rect">
            <a:avLst/>
          </a:prstGeom>
          <a:solidFill>
            <a:srgbClr val="C8A888"/>
          </a:solidFill>
          <a:ln w="3175">
            <a:solidFill>
              <a:srgbClr val="C8A888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9474200" y="2578100"/>
            <a:ext cx="1181100" cy="2159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9474200" y="2806700"/>
            <a:ext cx="1181100" cy="5588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9474200" y="3365500"/>
            <a:ext cx="1181100" cy="1524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1790700" y="1295400"/>
            <a:ext cx="2552700" cy="355600"/>
          </a:xfrm>
          <a:prstGeom prst="rect">
            <a:avLst/>
          </a:prstGeom>
          <a:solidFill>
            <a:srgbClr val="C8FCFC"/>
          </a:solidFill>
          <a:ln w="12700">
            <a:solidFill>
              <a:srgbClr val="8FA6BE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1790700" y="1295400"/>
            <a:ext cx="2552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Layer</a:t>
            </a:r>
            <a:endParaRPr lang="en-US" sz="1500" dirty="0"/>
          </a:p>
        </p:txBody>
      </p:sp>
      <p:sp>
        <p:nvSpPr>
          <p:cNvPr id="240" name="Shape 238"/>
          <p:cNvSpPr/>
          <p:nvPr/>
        </p:nvSpPr>
        <p:spPr>
          <a:xfrm>
            <a:off x="3949700" y="1816100"/>
            <a:ext cx="2578100" cy="355600"/>
          </a:xfrm>
          <a:prstGeom prst="rect">
            <a:avLst/>
          </a:prstGeom>
          <a:solidFill>
            <a:srgbClr val="9CA0A0"/>
          </a:solidFill>
          <a:ln w="12700">
            <a:solidFill>
              <a:srgbClr val="8E9296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3949700" y="1816100"/>
            <a:ext cx="2578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Layer</a:t>
            </a:r>
            <a:endParaRPr lang="en-US" sz="1500" dirty="0"/>
          </a:p>
        </p:txBody>
      </p:sp>
      <p:sp>
        <p:nvSpPr>
          <p:cNvPr id="242" name="Shape 240"/>
          <p:cNvSpPr/>
          <p:nvPr/>
        </p:nvSpPr>
        <p:spPr>
          <a:xfrm>
            <a:off x="3352800" y="2298700"/>
            <a:ext cx="2552700" cy="355600"/>
          </a:xfrm>
          <a:prstGeom prst="rect">
            <a:avLst/>
          </a:prstGeom>
          <a:solidFill>
            <a:srgbClr val="DCFCC0"/>
          </a:solidFill>
          <a:ln w="12700">
            <a:solidFill>
              <a:srgbClr val="A9CC98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3352800" y="2298700"/>
            <a:ext cx="2552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C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Connections</a:t>
            </a:r>
            <a:endParaRPr lang="en-US" sz="1500" dirty="0"/>
          </a:p>
        </p:txBody>
      </p:sp>
      <p:sp>
        <p:nvSpPr>
          <p:cNvPr id="244" name="Shape 242"/>
          <p:cNvSpPr/>
          <p:nvPr/>
        </p:nvSpPr>
        <p:spPr>
          <a:xfrm>
            <a:off x="4343400" y="1498600"/>
            <a:ext cx="1625600" cy="254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5969000" y="1524000"/>
            <a:ext cx="1270000" cy="508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7239000" y="1574800"/>
            <a:ext cx="660400" cy="1778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7899400" y="1752600"/>
            <a:ext cx="736600" cy="1143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8636000" y="1866900"/>
            <a:ext cx="584200" cy="635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9220200" y="1930400"/>
            <a:ext cx="317500" cy="1143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5892800" y="1549400"/>
            <a:ext cx="939800" cy="1524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6832600" y="1701800"/>
            <a:ext cx="406400" cy="1143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39000" y="1816100"/>
            <a:ext cx="660400" cy="3048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899400" y="2120900"/>
            <a:ext cx="990600" cy="635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8890000" y="2184400"/>
            <a:ext cx="330200" cy="127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9220200" y="2197100"/>
            <a:ext cx="177800" cy="1016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9398000" y="2298700"/>
            <a:ext cx="139700" cy="63500"/>
          </a:xfrm>
          <a:prstGeom prst="line">
            <a:avLst/>
          </a:prstGeom>
          <a:noFill/>
          <a:ln w="9525">
            <a:solidFill>
              <a:srgbClr val="B7CD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6527800" y="1993900"/>
            <a:ext cx="711200" cy="508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239000" y="2044700"/>
            <a:ext cx="660400" cy="2794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7899400" y="2324100"/>
            <a:ext cx="406400" cy="1270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305800" y="2451100"/>
            <a:ext cx="279400" cy="3937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8585200" y="2844800"/>
            <a:ext cx="304800" cy="889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8890000" y="2933700"/>
            <a:ext cx="482600" cy="635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 rot="5400000">
            <a:off x="9404350" y="2959100"/>
            <a:ext cx="76200" cy="76200"/>
          </a:xfrm>
          <a:prstGeom prst="triangle">
            <a:avLst/>
          </a:prstGeom>
          <a:solidFill>
            <a:srgbClr val="1A1000"/>
          </a:solidFill>
          <a:ln w="6350">
            <a:solidFill>
              <a:srgbClr val="1A100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6515100" y="1930400"/>
            <a:ext cx="317500" cy="1143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6832600" y="2044700"/>
            <a:ext cx="304800" cy="1905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7137400" y="2235200"/>
            <a:ext cx="203200" cy="3810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7340600" y="2616200"/>
            <a:ext cx="203200" cy="7366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7543800" y="3352800"/>
            <a:ext cx="203200" cy="3302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7747000" y="3683000"/>
            <a:ext cx="152400" cy="762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7899400" y="3759200"/>
            <a:ext cx="203200" cy="635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 rot="5400000">
            <a:off x="8159750" y="3810000"/>
            <a:ext cx="76200" cy="76200"/>
          </a:xfrm>
          <a:prstGeom prst="triangle">
            <a:avLst/>
          </a:prstGeom>
          <a:solidFill>
            <a:srgbClr val="1A1000"/>
          </a:solidFill>
          <a:ln w="6350">
            <a:solidFill>
              <a:srgbClr val="1A100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5842000" y="2476500"/>
            <a:ext cx="584200" cy="762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426200" y="2552700"/>
            <a:ext cx="254000" cy="1143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680200" y="2667000"/>
            <a:ext cx="152400" cy="1905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832600" y="2857500"/>
            <a:ext cx="152400" cy="3302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6985000" y="3187700"/>
            <a:ext cx="152400" cy="5715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37400" y="3759200"/>
            <a:ext cx="101600" cy="2794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39000" y="4038600"/>
            <a:ext cx="177800" cy="1524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6800" y="4191000"/>
            <a:ext cx="165100" cy="88900"/>
          </a:xfrm>
          <a:prstGeom prst="line">
            <a:avLst/>
          </a:prstGeom>
          <a:noFill/>
          <a:ln w="9525">
            <a:solidFill>
              <a:srgbClr val="C9CDC9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8293100" y="3467100"/>
            <a:ext cx="850900" cy="184150"/>
          </a:xfrm>
          <a:prstGeom prst="rect">
            <a:avLst/>
          </a:prstGeom>
          <a:solidFill>
            <a:srgbClr val="6D99B4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8293100" y="3467100"/>
            <a:ext cx="8509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74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00" dirty="0"/>
          </a:p>
        </p:txBody>
      </p:sp>
      <p:sp>
        <p:nvSpPr>
          <p:cNvPr id="282" name="Shape 280"/>
          <p:cNvSpPr/>
          <p:nvPr/>
        </p:nvSpPr>
        <p:spPr>
          <a:xfrm>
            <a:off x="8293100" y="3657600"/>
            <a:ext cx="850900" cy="342900"/>
          </a:xfrm>
          <a:prstGeom prst="rect">
            <a:avLst/>
          </a:prstGeom>
          <a:solidFill>
            <a:srgbClr val="807560"/>
          </a:solidFill>
          <a:ln w="9525">
            <a:solidFill>
              <a:srgbClr val="3E3A28"/>
            </a:solidFill>
            <a:prstDash val="solid"/>
          </a:ln>
        </p:spPr>
      </p:sp>
      <p:sp>
        <p:nvSpPr>
          <p:cNvPr id="283" name="Text 281"/>
          <p:cNvSpPr/>
          <p:nvPr/>
        </p:nvSpPr>
        <p:spPr>
          <a:xfrm>
            <a:off x="8293100" y="3657600"/>
            <a:ext cx="850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554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554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00" dirty="0"/>
          </a:p>
        </p:txBody>
      </p:sp>
      <p:sp>
        <p:nvSpPr>
          <p:cNvPr id="284" name="Shape 282"/>
          <p:cNvSpPr/>
          <p:nvPr/>
        </p:nvSpPr>
        <p:spPr>
          <a:xfrm>
            <a:off x="8331200" y="4362450"/>
            <a:ext cx="812800" cy="127000"/>
          </a:xfrm>
          <a:prstGeom prst="rect">
            <a:avLst/>
          </a:prstGeom>
          <a:solidFill>
            <a:srgbClr val="6D99B4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8331200" y="4362450"/>
            <a:ext cx="8128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774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286" name="Shape 284"/>
          <p:cNvSpPr/>
          <p:nvPr/>
        </p:nvSpPr>
        <p:spPr>
          <a:xfrm>
            <a:off x="8089900" y="3517900"/>
            <a:ext cx="0" cy="162560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8089900" y="3568700"/>
            <a:ext cx="127000" cy="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 rot="5400000">
            <a:off x="8223250" y="3530600"/>
            <a:ext cx="76200" cy="76200"/>
          </a:xfrm>
          <a:prstGeom prst="triangle">
            <a:avLst/>
          </a:prstGeom>
          <a:solidFill>
            <a:srgbClr val="7FB421"/>
          </a:solidFill>
          <a:ln w="6350">
            <a:solidFill>
              <a:srgbClr val="7FB421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8089900" y="4445000"/>
            <a:ext cx="127000" cy="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 rot="5400000">
            <a:off x="8223250" y="4406900"/>
            <a:ext cx="76200" cy="76200"/>
          </a:xfrm>
          <a:prstGeom prst="triangle">
            <a:avLst/>
          </a:prstGeom>
          <a:solidFill>
            <a:srgbClr val="7FB421"/>
          </a:solidFill>
          <a:ln w="6350">
            <a:solidFill>
              <a:srgbClr val="7FB421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8191500" y="4178300"/>
            <a:ext cx="520700" cy="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 rot="16200000">
            <a:off x="8121650" y="4140200"/>
            <a:ext cx="76200" cy="76200"/>
          </a:xfrm>
          <a:prstGeom prst="triangle">
            <a:avLst/>
          </a:prstGeom>
          <a:solidFill>
            <a:srgbClr val="7FB421"/>
          </a:solidFill>
          <a:ln w="6350">
            <a:solidFill>
              <a:srgbClr val="7FB421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8191500" y="5105400"/>
            <a:ext cx="533400" cy="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 rot="16200000">
            <a:off x="8121650" y="5067300"/>
            <a:ext cx="76200" cy="76200"/>
          </a:xfrm>
          <a:prstGeom prst="triangle">
            <a:avLst/>
          </a:prstGeom>
          <a:solidFill>
            <a:srgbClr val="7FB421"/>
          </a:solidFill>
          <a:ln w="6350">
            <a:solidFill>
              <a:srgbClr val="7FB421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8350250" y="5010150"/>
            <a:ext cx="152400" cy="152400"/>
          </a:xfrm>
          <a:prstGeom prst="ellipse">
            <a:avLst/>
          </a:prstGeom>
          <a:solidFill>
            <a:srgbClr val="55A044"/>
          </a:solidFill>
          <a:ln w="6350">
            <a:solidFill>
              <a:srgbClr val="55A044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8350250" y="501015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297" name="Shape 295"/>
          <p:cNvSpPr/>
          <p:nvPr/>
        </p:nvSpPr>
        <p:spPr>
          <a:xfrm>
            <a:off x="9563100" y="2622550"/>
            <a:ext cx="812800" cy="158750"/>
          </a:xfrm>
          <a:prstGeom prst="rect">
            <a:avLst/>
          </a:prstGeom>
          <a:solidFill>
            <a:srgbClr val="5C9CB7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298" name="Text 296"/>
          <p:cNvSpPr/>
          <p:nvPr/>
        </p:nvSpPr>
        <p:spPr>
          <a:xfrm>
            <a:off x="9563100" y="2622550"/>
            <a:ext cx="8128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273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299" name="Shape 297"/>
          <p:cNvSpPr/>
          <p:nvPr/>
        </p:nvSpPr>
        <p:spPr>
          <a:xfrm>
            <a:off x="9563100" y="2838450"/>
            <a:ext cx="812800" cy="336550"/>
          </a:xfrm>
          <a:prstGeom prst="rect">
            <a:avLst/>
          </a:prstGeom>
          <a:solidFill>
            <a:srgbClr val="6E7E62"/>
          </a:solidFill>
          <a:ln w="9525">
            <a:solidFill>
              <a:srgbClr val="3E3A28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9563100" y="2838450"/>
            <a:ext cx="8128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3A4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3A4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850" dirty="0"/>
          </a:p>
        </p:txBody>
      </p:sp>
      <p:sp>
        <p:nvSpPr>
          <p:cNvPr id="301" name="Shape 299"/>
          <p:cNvSpPr/>
          <p:nvPr/>
        </p:nvSpPr>
        <p:spPr>
          <a:xfrm>
            <a:off x="9563100" y="3346450"/>
            <a:ext cx="812800" cy="139700"/>
          </a:xfrm>
          <a:prstGeom prst="rect">
            <a:avLst/>
          </a:prstGeom>
          <a:solidFill>
            <a:srgbClr val="5C9CB7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9563100" y="3346450"/>
            <a:ext cx="812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273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750" dirty="0"/>
          </a:p>
        </p:txBody>
      </p:sp>
      <p:sp>
        <p:nvSpPr>
          <p:cNvPr id="303" name="Shape 301"/>
          <p:cNvSpPr/>
          <p:nvPr/>
        </p:nvSpPr>
        <p:spPr>
          <a:xfrm>
            <a:off x="9474200" y="4140200"/>
            <a:ext cx="88900" cy="279400"/>
          </a:xfrm>
          <a:prstGeom prst="rect">
            <a:avLst/>
          </a:prstGeom>
          <a:solidFill>
            <a:srgbClr val="C8F8E0"/>
          </a:solidFill>
          <a:ln w="3175">
            <a:solidFill>
              <a:srgbClr val="C8F8E0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10375900" y="4140200"/>
            <a:ext cx="190500" cy="279400"/>
          </a:xfrm>
          <a:prstGeom prst="rect">
            <a:avLst/>
          </a:prstGeom>
          <a:solidFill>
            <a:srgbClr val="B5BB97"/>
          </a:solidFill>
          <a:ln w="3175">
            <a:solidFill>
              <a:srgbClr val="B5BB97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9563100" y="4184650"/>
            <a:ext cx="812800" cy="177800"/>
          </a:xfrm>
          <a:prstGeom prst="rect">
            <a:avLst/>
          </a:prstGeom>
          <a:solidFill>
            <a:srgbClr val="6E87E0"/>
          </a:solidFill>
          <a:ln w="12700">
            <a:solidFill>
              <a:srgbClr val="3A5697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9563100" y="4184650"/>
            <a:ext cx="812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86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307" name="Shape 305"/>
          <p:cNvSpPr/>
          <p:nvPr/>
        </p:nvSpPr>
        <p:spPr>
          <a:xfrm>
            <a:off x="10591800" y="2667000"/>
            <a:ext cx="0" cy="2463800"/>
          </a:xfrm>
          <a:prstGeom prst="line">
            <a:avLst/>
          </a:prstGeom>
          <a:noFill/>
          <a:ln w="50800">
            <a:solidFill>
              <a:srgbClr val="8CC62E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10414000" y="2692400"/>
            <a:ext cx="177800" cy="0"/>
          </a:xfrm>
          <a:prstGeom prst="line">
            <a:avLst/>
          </a:prstGeom>
          <a:noFill/>
          <a:ln w="38100">
            <a:solidFill>
              <a:srgbClr val="8CC62E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10020300" y="3276600"/>
            <a:ext cx="584200" cy="0"/>
          </a:xfrm>
          <a:prstGeom prst="line">
            <a:avLst/>
          </a:prstGeom>
          <a:noFill/>
          <a:ln w="44450">
            <a:solidFill>
              <a:srgbClr val="8CC62E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10401300" y="3454400"/>
            <a:ext cx="190500" cy="0"/>
          </a:xfrm>
          <a:prstGeom prst="line">
            <a:avLst/>
          </a:prstGeom>
          <a:noFill/>
          <a:ln w="38100">
            <a:solidFill>
              <a:srgbClr val="8CC62E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10007600" y="4064000"/>
            <a:ext cx="596900" cy="0"/>
          </a:xfrm>
          <a:prstGeom prst="line">
            <a:avLst/>
          </a:prstGeom>
          <a:noFill/>
          <a:ln w="44450">
            <a:solidFill>
              <a:srgbClr val="8CC62E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10401300" y="4292600"/>
            <a:ext cx="190500" cy="0"/>
          </a:xfrm>
          <a:prstGeom prst="line">
            <a:avLst/>
          </a:prstGeom>
          <a:noFill/>
          <a:ln w="38100">
            <a:solidFill>
              <a:srgbClr val="8CC62E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10045700" y="5105400"/>
            <a:ext cx="558800" cy="0"/>
          </a:xfrm>
          <a:prstGeom prst="line">
            <a:avLst/>
          </a:prstGeom>
          <a:noFill/>
          <a:ln w="44450">
            <a:solidFill>
              <a:srgbClr val="8CC62E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9912350" y="247332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9912350" y="253682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9912350" y="321627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9912350" y="326707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9766300" y="394652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9766300" y="401002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9499600" y="3517900"/>
            <a:ext cx="927100" cy="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9499600" y="3930650"/>
            <a:ext cx="927100" cy="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10420350" y="3517900"/>
            <a:ext cx="0" cy="41910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Encoder – Decoder Transformer (slide 19 recreation)</dc:title>
  <dc:subject>PptxGenJS Presentation</dc:subject>
  <dc:creator>slide-recreation worker</dc:creator>
  <cp:lastModifiedBy>slide-recreation worker</cp:lastModifiedBy>
  <cp:revision>1</cp:revision>
  <dcterms:created xsi:type="dcterms:W3CDTF">2026-10-11T22:57:12Z</dcterms:created>
  <dcterms:modified xsi:type="dcterms:W3CDTF">2026-10-11T22:57:12Z</dcterms:modified>
</cp:coreProperties>
</file>