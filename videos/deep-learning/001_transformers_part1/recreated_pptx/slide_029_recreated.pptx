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89" name="Shape 8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0" name="Shape 8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1" name="Shape 8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2" name="Shape 9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3" name="Text 9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6" name="Shape 9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0" name="Text 9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5" name="Text 12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39" name="Shape 13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44" name="Text 14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1231900" y="5067300"/>
            <a:ext cx="1143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09700" y="5334000"/>
            <a:ext cx="1638300" cy="508000"/>
          </a:xfrm>
          <a:prstGeom prst="roundRect">
            <a:avLst>
              <a:gd name="adj" fmla="val 10800"/>
            </a:avLst>
          </a:prstGeom>
          <a:solidFill>
            <a:srgbClr val="F2C699"/>
          </a:solidFill>
          <a:ln w="12700">
            <a:solidFill>
              <a:srgbClr val="CFB69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409700" y="5346700"/>
            <a:ext cx="1638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7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with X</a:t>
            </a:r>
            <a:pPr algn="ctr" indent="0" marL="0">
              <a:lnSpc>
                <a:spcPts val="1600"/>
              </a:lnSpc>
              <a:buNone/>
            </a:pPr>
            <a:r>
              <a:rPr lang="en-US" sz="10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1917700" y="41910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4" name="Text 152"/>
          <p:cNvSpPr/>
          <p:nvPr/>
        </p:nvSpPr>
        <p:spPr>
          <a:xfrm>
            <a:off x="1917700" y="4191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9340850" y="419735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40850" y="4197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3130550" y="54229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8" name="Text 156"/>
          <p:cNvSpPr/>
          <p:nvPr/>
        </p:nvSpPr>
        <p:spPr>
          <a:xfrm>
            <a:off x="3130550" y="542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12800" y="2413000"/>
            <a:ext cx="889000" cy="304800"/>
          </a:xfrm>
          <a:prstGeom prst="roundRect">
            <a:avLst>
              <a:gd name="adj" fmla="val 18000"/>
            </a:avLst>
          </a:prstGeom>
          <a:solidFill>
            <a:srgbClr val="E8C79A"/>
          </a:solidFill>
          <a:ln/>
        </p:spPr>
      </p:sp>
      <p:sp>
        <p:nvSpPr>
          <p:cNvPr id="160" name="Text 158"/>
          <p:cNvSpPr/>
          <p:nvPr/>
        </p:nvSpPr>
        <p:spPr>
          <a:xfrm>
            <a:off x="812800" y="2413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9677400" y="2451100"/>
            <a:ext cx="927100" cy="317500"/>
          </a:xfrm>
          <a:prstGeom prst="roundRect">
            <a:avLst>
              <a:gd name="adj" fmla="val 17280"/>
            </a:avLst>
          </a:prstGeom>
          <a:solidFill>
            <a:srgbClr val="E8C79A"/>
          </a:solidFill>
          <a:ln/>
        </p:spPr>
      </p:sp>
      <p:sp>
        <p:nvSpPr>
          <p:cNvPr id="162" name="Text 160"/>
          <p:cNvSpPr/>
          <p:nvPr/>
        </p:nvSpPr>
        <p:spPr>
          <a:xfrm>
            <a:off x="9677400" y="2451100"/>
            <a:ext cx="927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4000500" y="1778000"/>
            <a:ext cx="2222500" cy="558800"/>
          </a:xfrm>
          <a:prstGeom prst="roundRect">
            <a:avLst>
              <a:gd name="adj" fmla="val 11455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4" name="Text 162"/>
          <p:cNvSpPr/>
          <p:nvPr/>
        </p:nvSpPr>
        <p:spPr>
          <a:xfrm>
            <a:off x="4140200" y="1841500"/>
            <a:ext cx="20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Percentage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8051800" y="1841500"/>
            <a:ext cx="2692400" cy="546100"/>
          </a:xfrm>
          <a:prstGeom prst="roundRect">
            <a:avLst>
              <a:gd name="adj" fmla="val 11721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6" name="Text 164"/>
          <p:cNvSpPr/>
          <p:nvPr/>
        </p:nvSpPr>
        <p:spPr>
          <a:xfrm>
            <a:off x="8051800" y="1905000"/>
            <a:ext cx="269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their Relevance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7073900" y="5499100"/>
            <a:ext cx="34290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099300" y="5549900"/>
            <a:ext cx="33782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Matched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returned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Running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4184650" y="3238500"/>
            <a:ext cx="10160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911600" y="3771900"/>
            <a:ext cx="1206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689350" y="4279900"/>
            <a:ext cx="952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3511550" y="48387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4" name="Text 172"/>
          <p:cNvSpPr/>
          <p:nvPr/>
        </p:nvSpPr>
        <p:spPr>
          <a:xfrm>
            <a:off x="378717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(as Query and {Key-Value} Dictionary)</a:t>
            </a:r>
            <a:endParaRPr lang="en-US" sz="2000" dirty="0"/>
          </a:p>
        </p:txBody>
      </p:sp>
      <p:sp>
        <p:nvSpPr>
          <p:cNvPr id="175" name="Text 173"/>
          <p:cNvSpPr/>
          <p:nvPr/>
        </p:nvSpPr>
        <p:spPr>
          <a:xfrm>
            <a:off x="385063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2026-10-11T12:01:09Z</dcterms:created>
  <dcterms:modified xsi:type="dcterms:W3CDTF">2026-10-11T12:01:09Z</dcterms:modified>
</cp:coreProperties>
</file>