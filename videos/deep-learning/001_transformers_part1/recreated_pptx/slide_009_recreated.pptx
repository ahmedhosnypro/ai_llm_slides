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06750" y="692150"/>
            <a:ext cx="508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00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RNN  Seq2Seq model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534400" y="1104900"/>
            <a:ext cx="203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50" b="1" i="1" dirty="0">
                <a:solidFill>
                  <a:srgbClr val="A00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 (RNN)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2736850" y="6413500"/>
            <a:ext cx="203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50" b="1" i="1" dirty="0">
                <a:solidFill>
                  <a:srgbClr val="A00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 (RNN)</a:t>
            </a:r>
            <a:endParaRPr lang="en-US" sz="2050" dirty="0"/>
          </a:p>
        </p:txBody>
      </p:sp>
      <p:pic>
        <p:nvPicPr>
          <p:cNvPr id="8" name="Image 0" descr="/home/ahmed/Projects/ai_llm_slides/videos/deep-learning/001_transformers_part1/recreated_pptx/build/assets/bluecurve0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27600" y="1854200"/>
            <a:ext cx="4064000" cy="22098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197600" y="1511300"/>
            <a:ext cx="5372100" cy="2095500"/>
          </a:xfrm>
          <a:prstGeom prst="roundRect">
            <a:avLst>
              <a:gd name="adj" fmla="val 5236"/>
            </a:avLst>
          </a:prstGeom>
          <a:solidFill>
            <a:srgbClr val="FDFF85"/>
          </a:solidFill>
          <a:ln w="9525">
            <a:solidFill>
              <a:srgbClr val="E6E17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84340" y="1587500"/>
            <a:ext cx="7315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448040" y="1587500"/>
            <a:ext cx="7315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0105390" y="1587500"/>
            <a:ext cx="7315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7150100" y="1879600"/>
            <a:ext cx="0" cy="66040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headEnd type="triangle"/>
          </a:ln>
        </p:spPr>
      </p:sp>
      <p:sp>
        <p:nvSpPr>
          <p:cNvPr id="14" name="Shape 11"/>
          <p:cNvSpPr/>
          <p:nvPr/>
        </p:nvSpPr>
        <p:spPr>
          <a:xfrm>
            <a:off x="8813800" y="1879600"/>
            <a:ext cx="0" cy="66040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headEnd type="triangle"/>
          </a:ln>
        </p:spPr>
      </p:sp>
      <p:sp>
        <p:nvSpPr>
          <p:cNvPr id="15" name="Shape 12"/>
          <p:cNvSpPr/>
          <p:nvPr/>
        </p:nvSpPr>
        <p:spPr>
          <a:xfrm>
            <a:off x="10471150" y="1879600"/>
            <a:ext cx="0" cy="66040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headEnd type="triangle"/>
          </a:ln>
        </p:spPr>
      </p:sp>
      <p:sp>
        <p:nvSpPr>
          <p:cNvPr id="16" name="Text 13"/>
          <p:cNvSpPr/>
          <p:nvPr/>
        </p:nvSpPr>
        <p:spPr>
          <a:xfrm>
            <a:off x="5768340" y="2184400"/>
            <a:ext cx="128016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softmax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7432040" y="2184400"/>
            <a:ext cx="128016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softmax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9089390" y="2184400"/>
            <a:ext cx="128016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softmax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6667500" y="2552700"/>
            <a:ext cx="977900" cy="254000"/>
          </a:xfrm>
          <a:prstGeom prst="rect">
            <a:avLst/>
          </a:prstGeom>
          <a:solidFill>
            <a:srgbClr val="E8FF6E"/>
          </a:solidFill>
          <a:ln w="12700">
            <a:solidFill>
              <a:srgbClr val="C2D64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911975" y="25527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156450" y="25527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400925" y="25527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331200" y="2552700"/>
            <a:ext cx="977900" cy="254000"/>
          </a:xfrm>
          <a:prstGeom prst="rect">
            <a:avLst/>
          </a:prstGeom>
          <a:solidFill>
            <a:srgbClr val="E8FF6E"/>
          </a:solidFill>
          <a:ln w="12700">
            <a:solidFill>
              <a:srgbClr val="C2D64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575675" y="25527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820150" y="25527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064625" y="25527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994900" y="2552700"/>
            <a:ext cx="977900" cy="254000"/>
          </a:xfrm>
          <a:prstGeom prst="rect">
            <a:avLst/>
          </a:prstGeom>
          <a:solidFill>
            <a:srgbClr val="E8FF6E"/>
          </a:solidFill>
          <a:ln w="12700">
            <a:solidFill>
              <a:srgbClr val="C2D64A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0239375" y="25527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0483850" y="25527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0728325" y="25527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150100" y="2806700"/>
            <a:ext cx="0" cy="44450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8813800" y="2806700"/>
            <a:ext cx="0" cy="44450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10471150" y="2806700"/>
            <a:ext cx="0" cy="44450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6667500" y="3263900"/>
            <a:ext cx="977900" cy="254000"/>
          </a:xfrm>
          <a:prstGeom prst="rect">
            <a:avLst/>
          </a:prstGeom>
          <a:solidFill>
            <a:srgbClr val="FAEC69"/>
          </a:solidFill>
          <a:ln w="12700">
            <a:solidFill>
              <a:srgbClr val="C2C744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911975" y="32639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156450" y="32639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400925" y="32639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331200" y="3263900"/>
            <a:ext cx="977900" cy="254000"/>
          </a:xfrm>
          <a:prstGeom prst="rect">
            <a:avLst/>
          </a:prstGeom>
          <a:solidFill>
            <a:srgbClr val="FAEC69"/>
          </a:solidFill>
          <a:ln w="12700">
            <a:solidFill>
              <a:srgbClr val="C2C744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575675" y="32639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820150" y="32639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9064625" y="32639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9994900" y="3263900"/>
            <a:ext cx="977900" cy="254000"/>
          </a:xfrm>
          <a:prstGeom prst="rect">
            <a:avLst/>
          </a:prstGeom>
          <a:solidFill>
            <a:srgbClr val="FAEC69"/>
          </a:solidFill>
          <a:ln w="12700">
            <a:solidFill>
              <a:srgbClr val="C2C744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10239375" y="32639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10483850" y="32639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10728325" y="32639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7696200" y="3384550"/>
            <a:ext cx="647700" cy="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tailEnd type="triangle"/>
          </a:ln>
        </p:spPr>
      </p:sp>
      <p:sp>
        <p:nvSpPr>
          <p:cNvPr id="47" name="Shape 44"/>
          <p:cNvSpPr/>
          <p:nvPr/>
        </p:nvSpPr>
        <p:spPr>
          <a:xfrm>
            <a:off x="9359900" y="3384550"/>
            <a:ext cx="647700" cy="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tailEnd type="triangle"/>
          </a:ln>
        </p:spPr>
      </p:sp>
      <p:sp>
        <p:nvSpPr>
          <p:cNvPr id="48" name="Shape 45"/>
          <p:cNvSpPr/>
          <p:nvPr/>
        </p:nvSpPr>
        <p:spPr>
          <a:xfrm>
            <a:off x="11036300" y="3384550"/>
            <a:ext cx="508000" cy="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tailEnd type="triangle"/>
          </a:ln>
        </p:spPr>
      </p:sp>
      <p:sp>
        <p:nvSpPr>
          <p:cNvPr id="49" name="Text 46"/>
          <p:cNvSpPr/>
          <p:nvPr/>
        </p:nvSpPr>
        <p:spPr>
          <a:xfrm>
            <a:off x="7616190" y="3429000"/>
            <a:ext cx="73152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700" dirty="0"/>
          </a:p>
        </p:txBody>
      </p:sp>
      <p:sp>
        <p:nvSpPr>
          <p:cNvPr id="50" name="Text 47"/>
          <p:cNvSpPr/>
          <p:nvPr/>
        </p:nvSpPr>
        <p:spPr>
          <a:xfrm>
            <a:off x="9273540" y="3429000"/>
            <a:ext cx="73152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700" dirty="0"/>
          </a:p>
        </p:txBody>
      </p:sp>
      <p:sp>
        <p:nvSpPr>
          <p:cNvPr id="51" name="Text 48"/>
          <p:cNvSpPr/>
          <p:nvPr/>
        </p:nvSpPr>
        <p:spPr>
          <a:xfrm>
            <a:off x="10937240" y="3429000"/>
            <a:ext cx="73152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700" dirty="0"/>
          </a:p>
        </p:txBody>
      </p:sp>
      <p:pic>
        <p:nvPicPr>
          <p:cNvPr id="52" name="Image 1" descr="/home/ahmed/Projects/ai_llm_slides/videos/deep-learning/001_transformers_part1/recreated_pptx/build/assets/curve_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9300" y="2349500"/>
            <a:ext cx="1282700" cy="965200"/>
          </a:xfrm>
          <a:prstGeom prst="rect">
            <a:avLst/>
          </a:prstGeom>
        </p:spPr>
      </p:pic>
      <p:pic>
        <p:nvPicPr>
          <p:cNvPr id="53" name="Image 2" descr="/home/ahmed/Projects/ai_llm_slides/videos/deep-learning/001_transformers_part1/recreated_pptx/build/assets/curve_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0" y="2349500"/>
            <a:ext cx="1282700" cy="965200"/>
          </a:xfrm>
          <a:prstGeom prst="rect">
            <a:avLst/>
          </a:prstGeom>
        </p:spPr>
      </p:pic>
      <p:sp>
        <p:nvSpPr>
          <p:cNvPr id="54" name="Shape 49"/>
          <p:cNvSpPr/>
          <p:nvPr/>
        </p:nvSpPr>
        <p:spPr>
          <a:xfrm>
            <a:off x="8407400" y="3530600"/>
            <a:ext cx="203200" cy="190500"/>
          </a:xfrm>
          <a:prstGeom prst="line">
            <a:avLst/>
          </a:prstGeom>
          <a:noFill/>
          <a:ln w="19050">
            <a:solidFill>
              <a:srgbClr val="9EA828"/>
            </a:solidFill>
            <a:prstDash val="solid"/>
          </a:ln>
        </p:spPr>
      </p:sp>
      <p:sp>
        <p:nvSpPr>
          <p:cNvPr id="55" name="Shape 50"/>
          <p:cNvSpPr/>
          <p:nvPr/>
        </p:nvSpPr>
        <p:spPr>
          <a:xfrm>
            <a:off x="10071100" y="3530600"/>
            <a:ext cx="203200" cy="190500"/>
          </a:xfrm>
          <a:prstGeom prst="line">
            <a:avLst/>
          </a:prstGeom>
          <a:noFill/>
          <a:ln w="19050">
            <a:solidFill>
              <a:srgbClr val="9EA828"/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6597650" y="3321050"/>
            <a:ext cx="76200" cy="76200"/>
          </a:xfrm>
          <a:prstGeom prst="ellipse">
            <a:avLst/>
          </a:prstGeom>
          <a:solidFill>
            <a:srgbClr val="A0000E"/>
          </a:solidFill>
          <a:ln/>
        </p:spPr>
      </p:sp>
      <p:sp>
        <p:nvSpPr>
          <p:cNvPr id="57" name="Shape 52"/>
          <p:cNvSpPr/>
          <p:nvPr/>
        </p:nvSpPr>
        <p:spPr>
          <a:xfrm>
            <a:off x="698500" y="3911600"/>
            <a:ext cx="5613400" cy="2413000"/>
          </a:xfrm>
          <a:prstGeom prst="roundRect">
            <a:avLst>
              <a:gd name="adj" fmla="val 5684"/>
            </a:avLst>
          </a:prstGeom>
          <a:solidFill>
            <a:srgbClr val="F8D5AD"/>
          </a:solidFill>
          <a:ln w="9525">
            <a:solidFill>
              <a:srgbClr val="E6C7A2"/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1676400" y="4076700"/>
            <a:ext cx="977900" cy="254000"/>
          </a:xfrm>
          <a:prstGeom prst="rect">
            <a:avLst/>
          </a:prstGeom>
          <a:solidFill>
            <a:srgbClr val="F2C7A7"/>
          </a:solidFill>
          <a:ln w="12700">
            <a:solidFill>
              <a:srgbClr val="C29F77"/>
            </a:solidFill>
            <a:prstDash val="solid"/>
          </a:ln>
        </p:spPr>
      </p:sp>
      <p:sp>
        <p:nvSpPr>
          <p:cNvPr id="59" name="Shape 54"/>
          <p:cNvSpPr/>
          <p:nvPr/>
        </p:nvSpPr>
        <p:spPr>
          <a:xfrm>
            <a:off x="1920875" y="40767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60" name="Shape 55"/>
          <p:cNvSpPr/>
          <p:nvPr/>
        </p:nvSpPr>
        <p:spPr>
          <a:xfrm>
            <a:off x="2165350" y="40767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61" name="Shape 56"/>
          <p:cNvSpPr/>
          <p:nvPr/>
        </p:nvSpPr>
        <p:spPr>
          <a:xfrm>
            <a:off x="2409825" y="40767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62" name="Shape 57"/>
          <p:cNvSpPr/>
          <p:nvPr/>
        </p:nvSpPr>
        <p:spPr>
          <a:xfrm>
            <a:off x="3327400" y="4076700"/>
            <a:ext cx="977900" cy="254000"/>
          </a:xfrm>
          <a:prstGeom prst="rect">
            <a:avLst/>
          </a:prstGeom>
          <a:solidFill>
            <a:srgbClr val="F2C7A7"/>
          </a:solidFill>
          <a:ln w="12700">
            <a:solidFill>
              <a:srgbClr val="C29F77"/>
            </a:solidFill>
            <a:prstDash val="solid"/>
          </a:ln>
        </p:spPr>
      </p:sp>
      <p:sp>
        <p:nvSpPr>
          <p:cNvPr id="63" name="Shape 58"/>
          <p:cNvSpPr/>
          <p:nvPr/>
        </p:nvSpPr>
        <p:spPr>
          <a:xfrm>
            <a:off x="3571875" y="40767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64" name="Shape 59"/>
          <p:cNvSpPr/>
          <p:nvPr/>
        </p:nvSpPr>
        <p:spPr>
          <a:xfrm>
            <a:off x="3816350" y="40767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4060825" y="40767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66" name="Shape 61"/>
          <p:cNvSpPr/>
          <p:nvPr/>
        </p:nvSpPr>
        <p:spPr>
          <a:xfrm>
            <a:off x="4991100" y="4076700"/>
            <a:ext cx="977900" cy="254000"/>
          </a:xfrm>
          <a:prstGeom prst="rect">
            <a:avLst/>
          </a:prstGeom>
          <a:solidFill>
            <a:srgbClr val="F2C7A7"/>
          </a:solidFill>
          <a:ln w="12700">
            <a:solidFill>
              <a:srgbClr val="C29F77"/>
            </a:solidFill>
            <a:prstDash val="solid"/>
          </a:ln>
        </p:spPr>
      </p:sp>
      <p:sp>
        <p:nvSpPr>
          <p:cNvPr id="67" name="Shape 62"/>
          <p:cNvSpPr/>
          <p:nvPr/>
        </p:nvSpPr>
        <p:spPr>
          <a:xfrm>
            <a:off x="5235575" y="40767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68" name="Shape 63"/>
          <p:cNvSpPr/>
          <p:nvPr/>
        </p:nvSpPr>
        <p:spPr>
          <a:xfrm>
            <a:off x="5480050" y="40767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69" name="Shape 64"/>
          <p:cNvSpPr/>
          <p:nvPr/>
        </p:nvSpPr>
        <p:spPr>
          <a:xfrm>
            <a:off x="5724525" y="40767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70" name="Text 65"/>
          <p:cNvSpPr/>
          <p:nvPr/>
        </p:nvSpPr>
        <p:spPr>
          <a:xfrm>
            <a:off x="2510790" y="3924300"/>
            <a:ext cx="73152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700" dirty="0"/>
          </a:p>
        </p:txBody>
      </p:sp>
      <p:sp>
        <p:nvSpPr>
          <p:cNvPr id="71" name="Text 66"/>
          <p:cNvSpPr/>
          <p:nvPr/>
        </p:nvSpPr>
        <p:spPr>
          <a:xfrm>
            <a:off x="4180840" y="3924300"/>
            <a:ext cx="73152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700" dirty="0"/>
          </a:p>
        </p:txBody>
      </p:sp>
      <p:sp>
        <p:nvSpPr>
          <p:cNvPr id="72" name="Shape 67"/>
          <p:cNvSpPr/>
          <p:nvPr/>
        </p:nvSpPr>
        <p:spPr>
          <a:xfrm>
            <a:off x="914400" y="4210050"/>
            <a:ext cx="711200" cy="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tailEnd type="triangle"/>
          </a:ln>
        </p:spPr>
      </p:sp>
      <p:sp>
        <p:nvSpPr>
          <p:cNvPr id="73" name="Shape 68"/>
          <p:cNvSpPr/>
          <p:nvPr/>
        </p:nvSpPr>
        <p:spPr>
          <a:xfrm>
            <a:off x="2705100" y="4210050"/>
            <a:ext cx="596900" cy="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tailEnd type="triangle"/>
          </a:ln>
        </p:spPr>
      </p:sp>
      <p:sp>
        <p:nvSpPr>
          <p:cNvPr id="74" name="Shape 69"/>
          <p:cNvSpPr/>
          <p:nvPr/>
        </p:nvSpPr>
        <p:spPr>
          <a:xfrm>
            <a:off x="4368800" y="4210050"/>
            <a:ext cx="596900" cy="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tailEnd type="triangle"/>
          </a:ln>
        </p:spPr>
      </p:sp>
      <p:sp>
        <p:nvSpPr>
          <p:cNvPr id="75" name="Shape 70"/>
          <p:cNvSpPr/>
          <p:nvPr/>
        </p:nvSpPr>
        <p:spPr>
          <a:xfrm>
            <a:off x="2159000" y="4368800"/>
            <a:ext cx="0" cy="76200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headEnd type="triangle"/>
          </a:ln>
        </p:spPr>
      </p:sp>
      <p:sp>
        <p:nvSpPr>
          <p:cNvPr id="76" name="Shape 71"/>
          <p:cNvSpPr/>
          <p:nvPr/>
        </p:nvSpPr>
        <p:spPr>
          <a:xfrm>
            <a:off x="3816350" y="4368800"/>
            <a:ext cx="0" cy="76200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headEnd type="triangle"/>
          </a:ln>
        </p:spPr>
      </p:sp>
      <p:sp>
        <p:nvSpPr>
          <p:cNvPr id="77" name="Shape 72"/>
          <p:cNvSpPr/>
          <p:nvPr/>
        </p:nvSpPr>
        <p:spPr>
          <a:xfrm>
            <a:off x="5480050" y="4368800"/>
            <a:ext cx="0" cy="76200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headEnd type="triangle"/>
          </a:ln>
        </p:spPr>
      </p:sp>
      <p:sp>
        <p:nvSpPr>
          <p:cNvPr id="78" name="Text 73"/>
          <p:cNvSpPr/>
          <p:nvPr/>
        </p:nvSpPr>
        <p:spPr>
          <a:xfrm>
            <a:off x="588010" y="4622800"/>
            <a:ext cx="146304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i="1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embedding x</a:t>
            </a:r>
            <a:pPr algn="r" indent="0" marL="0">
              <a:buNone/>
            </a:pPr>
            <a:r>
              <a:rPr lang="en-US" sz="1200" i="1" baseline="-40000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700" dirty="0"/>
          </a:p>
        </p:txBody>
      </p:sp>
      <p:sp>
        <p:nvSpPr>
          <p:cNvPr id="79" name="Text 74"/>
          <p:cNvSpPr/>
          <p:nvPr/>
        </p:nvSpPr>
        <p:spPr>
          <a:xfrm>
            <a:off x="2264410" y="4622800"/>
            <a:ext cx="146304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i="1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embedding x</a:t>
            </a:r>
            <a:pPr algn="r" indent="0" marL="0">
              <a:buNone/>
            </a:pPr>
            <a:r>
              <a:rPr lang="en-US" sz="1200" i="1" baseline="-40000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700" dirty="0"/>
          </a:p>
        </p:txBody>
      </p:sp>
      <p:sp>
        <p:nvSpPr>
          <p:cNvPr id="80" name="Text 75"/>
          <p:cNvSpPr/>
          <p:nvPr/>
        </p:nvSpPr>
        <p:spPr>
          <a:xfrm>
            <a:off x="3928110" y="4622800"/>
            <a:ext cx="146304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i="1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embedding x</a:t>
            </a:r>
            <a:pPr algn="r" indent="0" marL="0">
              <a:buNone/>
            </a:pPr>
            <a:r>
              <a:rPr lang="en-US" sz="1200" i="1" baseline="-40000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700" dirty="0"/>
          </a:p>
        </p:txBody>
      </p:sp>
      <p:sp>
        <p:nvSpPr>
          <p:cNvPr id="81" name="Shape 76"/>
          <p:cNvSpPr/>
          <p:nvPr/>
        </p:nvSpPr>
        <p:spPr>
          <a:xfrm>
            <a:off x="1676400" y="5181600"/>
            <a:ext cx="977900" cy="241300"/>
          </a:xfrm>
          <a:prstGeom prst="rect">
            <a:avLst/>
          </a:prstGeom>
          <a:solidFill>
            <a:srgbClr val="F9D5A3"/>
          </a:solidFill>
          <a:ln w="12700">
            <a:solidFill>
              <a:srgbClr val="C9A87B"/>
            </a:solidFill>
            <a:prstDash val="solid"/>
          </a:ln>
        </p:spPr>
      </p:sp>
      <p:sp>
        <p:nvSpPr>
          <p:cNvPr id="82" name="Shape 77"/>
          <p:cNvSpPr/>
          <p:nvPr/>
        </p:nvSpPr>
        <p:spPr>
          <a:xfrm>
            <a:off x="1920875" y="5181600"/>
            <a:ext cx="0" cy="2413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83" name="Shape 78"/>
          <p:cNvSpPr/>
          <p:nvPr/>
        </p:nvSpPr>
        <p:spPr>
          <a:xfrm>
            <a:off x="2165350" y="5181600"/>
            <a:ext cx="0" cy="2413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84" name="Shape 79"/>
          <p:cNvSpPr/>
          <p:nvPr/>
        </p:nvSpPr>
        <p:spPr>
          <a:xfrm>
            <a:off x="2409825" y="5181600"/>
            <a:ext cx="0" cy="2413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85" name="Shape 80"/>
          <p:cNvSpPr/>
          <p:nvPr/>
        </p:nvSpPr>
        <p:spPr>
          <a:xfrm>
            <a:off x="3327400" y="5181600"/>
            <a:ext cx="977900" cy="241300"/>
          </a:xfrm>
          <a:prstGeom prst="rect">
            <a:avLst/>
          </a:prstGeom>
          <a:solidFill>
            <a:srgbClr val="F9D5A3"/>
          </a:solidFill>
          <a:ln w="12700">
            <a:solidFill>
              <a:srgbClr val="C9A87B"/>
            </a:solidFill>
            <a:prstDash val="solid"/>
          </a:ln>
        </p:spPr>
      </p:sp>
      <p:sp>
        <p:nvSpPr>
          <p:cNvPr id="86" name="Shape 81"/>
          <p:cNvSpPr/>
          <p:nvPr/>
        </p:nvSpPr>
        <p:spPr>
          <a:xfrm>
            <a:off x="3571875" y="5181600"/>
            <a:ext cx="0" cy="2413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87" name="Shape 82"/>
          <p:cNvSpPr/>
          <p:nvPr/>
        </p:nvSpPr>
        <p:spPr>
          <a:xfrm>
            <a:off x="3816350" y="5181600"/>
            <a:ext cx="0" cy="2413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88" name="Shape 83"/>
          <p:cNvSpPr/>
          <p:nvPr/>
        </p:nvSpPr>
        <p:spPr>
          <a:xfrm>
            <a:off x="4060825" y="5181600"/>
            <a:ext cx="0" cy="2413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89" name="Shape 84"/>
          <p:cNvSpPr/>
          <p:nvPr/>
        </p:nvSpPr>
        <p:spPr>
          <a:xfrm>
            <a:off x="4991100" y="5181600"/>
            <a:ext cx="977900" cy="241300"/>
          </a:xfrm>
          <a:prstGeom prst="rect">
            <a:avLst/>
          </a:prstGeom>
          <a:solidFill>
            <a:srgbClr val="F9D5A3"/>
          </a:solidFill>
          <a:ln w="12700">
            <a:solidFill>
              <a:srgbClr val="C9A87B"/>
            </a:solidFill>
            <a:prstDash val="solid"/>
          </a:ln>
        </p:spPr>
      </p:sp>
      <p:sp>
        <p:nvSpPr>
          <p:cNvPr id="90" name="Shape 85"/>
          <p:cNvSpPr/>
          <p:nvPr/>
        </p:nvSpPr>
        <p:spPr>
          <a:xfrm>
            <a:off x="5235575" y="5181600"/>
            <a:ext cx="0" cy="2413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91" name="Shape 86"/>
          <p:cNvSpPr/>
          <p:nvPr/>
        </p:nvSpPr>
        <p:spPr>
          <a:xfrm>
            <a:off x="5480050" y="5181600"/>
            <a:ext cx="0" cy="2413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92" name="Shape 87"/>
          <p:cNvSpPr/>
          <p:nvPr/>
        </p:nvSpPr>
        <p:spPr>
          <a:xfrm>
            <a:off x="5724525" y="5181600"/>
            <a:ext cx="0" cy="2413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93" name="Shape 88"/>
          <p:cNvSpPr/>
          <p:nvPr/>
        </p:nvSpPr>
        <p:spPr>
          <a:xfrm>
            <a:off x="2159000" y="5461000"/>
            <a:ext cx="0" cy="53340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headEnd type="triangle"/>
          </a:ln>
        </p:spPr>
      </p:sp>
      <p:sp>
        <p:nvSpPr>
          <p:cNvPr id="94" name="Shape 89"/>
          <p:cNvSpPr/>
          <p:nvPr/>
        </p:nvSpPr>
        <p:spPr>
          <a:xfrm>
            <a:off x="3816350" y="5461000"/>
            <a:ext cx="0" cy="53340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headEnd type="triangle"/>
          </a:ln>
        </p:spPr>
      </p:sp>
      <p:sp>
        <p:nvSpPr>
          <p:cNvPr id="95" name="Shape 90"/>
          <p:cNvSpPr/>
          <p:nvPr/>
        </p:nvSpPr>
        <p:spPr>
          <a:xfrm>
            <a:off x="5480050" y="5461000"/>
            <a:ext cx="0" cy="53340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headEnd type="triangle"/>
          </a:ln>
        </p:spPr>
      </p:sp>
      <p:sp>
        <p:nvSpPr>
          <p:cNvPr id="96" name="Text 91"/>
          <p:cNvSpPr/>
          <p:nvPr/>
        </p:nvSpPr>
        <p:spPr>
          <a:xfrm>
            <a:off x="1774190" y="5969000"/>
            <a:ext cx="7315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700" dirty="0"/>
          </a:p>
        </p:txBody>
      </p:sp>
      <p:sp>
        <p:nvSpPr>
          <p:cNvPr id="97" name="Text 92"/>
          <p:cNvSpPr/>
          <p:nvPr/>
        </p:nvSpPr>
        <p:spPr>
          <a:xfrm>
            <a:off x="3437890" y="5969000"/>
            <a:ext cx="7315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700" dirty="0"/>
          </a:p>
        </p:txBody>
      </p:sp>
      <p:sp>
        <p:nvSpPr>
          <p:cNvPr id="98" name="Text 93"/>
          <p:cNvSpPr/>
          <p:nvPr/>
        </p:nvSpPr>
        <p:spPr>
          <a:xfrm>
            <a:off x="5101590" y="5969000"/>
            <a:ext cx="7315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700" dirty="0"/>
          </a:p>
        </p:txBody>
      </p:sp>
      <p:sp>
        <p:nvSpPr>
          <p:cNvPr id="99" name="Shape 94"/>
          <p:cNvSpPr/>
          <p:nvPr/>
        </p:nvSpPr>
        <p:spPr>
          <a:xfrm>
            <a:off x="6032500" y="4133850"/>
            <a:ext cx="76200" cy="76200"/>
          </a:xfrm>
          <a:prstGeom prst="ellipse">
            <a:avLst/>
          </a:prstGeom>
          <a:solidFill>
            <a:srgbClr val="A0000E"/>
          </a:solidFill>
          <a:ln/>
        </p:spPr>
      </p:sp>
      <p:pic>
        <p:nvPicPr>
          <p:cNvPr id="100" name="Image 3" descr="/home/ahmed/Projects/ai_llm_slides/videos/deep-learning/001_transformers_part1/recreated_pptx/build/assets/ctx_ar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7100" y="3289300"/>
            <a:ext cx="609600" cy="927100"/>
          </a:xfrm>
          <a:prstGeom prst="rect">
            <a:avLst/>
          </a:prstGeom>
        </p:spPr>
      </p:pic>
      <p:sp>
        <p:nvSpPr>
          <p:cNvPr id="101" name="Text 95"/>
          <p:cNvSpPr/>
          <p:nvPr/>
        </p:nvSpPr>
        <p:spPr>
          <a:xfrm>
            <a:off x="3206750" y="1028700"/>
            <a:ext cx="508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000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(Challenges)</a:t>
            </a:r>
            <a:endParaRPr lang="en-US" sz="2700" dirty="0"/>
          </a:p>
        </p:txBody>
      </p:sp>
      <p:sp>
        <p:nvSpPr>
          <p:cNvPr id="102" name="Shape 96"/>
          <p:cNvSpPr/>
          <p:nvPr/>
        </p:nvSpPr>
        <p:spPr>
          <a:xfrm>
            <a:off x="1371600" y="1651000"/>
            <a:ext cx="3594100" cy="736600"/>
          </a:xfrm>
          <a:prstGeom prst="rect">
            <a:avLst/>
          </a:prstGeom>
          <a:solidFill>
            <a:srgbClr val="CCE4F7"/>
          </a:solidFill>
          <a:ln w="12700">
            <a:solidFill>
              <a:srgbClr val="9DB2CF"/>
            </a:solidFill>
            <a:prstDash val="solid"/>
          </a:ln>
        </p:spPr>
      </p:sp>
      <p:sp>
        <p:nvSpPr>
          <p:cNvPr id="103" name="Text 97"/>
          <p:cNvSpPr/>
          <p:nvPr/>
        </p:nvSpPr>
        <p:spPr>
          <a:xfrm>
            <a:off x="1371600" y="1651000"/>
            <a:ext cx="35941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800" b="1" u="sng" dirty="0">
                <a:solidFill>
                  <a:srgbClr val="000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 Very Long Sequence</a:t>
            </a:r>
            <a:endParaRPr lang="en-US" sz="18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500" b="1" u="sng" dirty="0">
                <a:solidFill>
                  <a:srgbClr val="000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Vanishing Gradient</a:t>
            </a:r>
            <a:endParaRPr lang="en-US" sz="1800" dirty="0"/>
          </a:p>
        </p:txBody>
      </p:sp>
      <p:sp>
        <p:nvSpPr>
          <p:cNvPr id="104" name="Shape 98"/>
          <p:cNvSpPr/>
          <p:nvPr/>
        </p:nvSpPr>
        <p:spPr>
          <a:xfrm>
            <a:off x="774700" y="2552700"/>
            <a:ext cx="4813300" cy="11557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05" name="Text 99"/>
          <p:cNvSpPr/>
          <p:nvPr/>
        </p:nvSpPr>
        <p:spPr>
          <a:xfrm>
            <a:off x="939800" y="2514600"/>
            <a:ext cx="4648200" cy="1155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750" b="1" dirty="0">
                <a:solidFill>
                  <a:srgbClr val="000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Sequence:   </a:t>
            </a:r>
            <a:pPr algn="l" indent="0" marL="0">
              <a:lnSpc>
                <a:spcPts val="2500"/>
              </a:lnSpc>
              <a:buNone/>
            </a:pPr>
            <a:r>
              <a:rPr lang="en-US" sz="1750" b="1" dirty="0">
                <a:solidFill>
                  <a:srgbClr val="1E8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RNN</a:t>
            </a:r>
            <a:endParaRPr lang="en-US" sz="175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750" b="1" dirty="0">
                <a:solidFill>
                  <a:srgbClr val="000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Sequence: </a:t>
            </a:r>
            <a:pPr algn="l" indent="0" marL="0">
              <a:lnSpc>
                <a:spcPts val="2500"/>
              </a:lnSpc>
              <a:buNone/>
            </a:pPr>
            <a:r>
              <a:rPr lang="en-US" sz="1750" b="1" dirty="0">
                <a:solidFill>
                  <a:srgbClr val="1E8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LSTM, GRU</a:t>
            </a:r>
            <a:endParaRPr lang="en-US" sz="175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750" b="1" dirty="0">
                <a:solidFill>
                  <a:srgbClr val="000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Long Sequence: </a:t>
            </a:r>
            <a:pPr algn="l" indent="0" marL="0">
              <a:lnSpc>
                <a:spcPts val="2500"/>
              </a:lnSpc>
              <a:buNone/>
            </a:pPr>
            <a:r>
              <a:rPr lang="en-US" sz="175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</a:t>
            </a:r>
            <a:endParaRPr lang="en-US" sz="1750" dirty="0"/>
          </a:p>
        </p:txBody>
      </p:sp>
      <p:sp>
        <p:nvSpPr>
          <p:cNvPr id="106" name="Shape 100"/>
          <p:cNvSpPr/>
          <p:nvPr/>
        </p:nvSpPr>
        <p:spPr>
          <a:xfrm>
            <a:off x="6375400" y="3987800"/>
            <a:ext cx="5283200" cy="2336800"/>
          </a:xfrm>
          <a:prstGeom prst="rect">
            <a:avLst/>
          </a:prstGeom>
          <a:solidFill>
            <a:srgbClr val="EAE6DD"/>
          </a:solidFill>
          <a:ln w="15875">
            <a:solidFill>
              <a:srgbClr val="A6ABC0"/>
            </a:solidFill>
            <a:prstDash val="solid"/>
          </a:ln>
        </p:spPr>
      </p:sp>
      <p:pic>
        <p:nvPicPr>
          <p:cNvPr id="107" name="Image 4" descr="/home/ahmed/Projects/ai_llm_slides/videos/deep-learning/001_transformers_part1/recreated_pptx/build/assets/brace009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1300" y="4038600"/>
            <a:ext cx="4940300" cy="317500"/>
          </a:xfrm>
          <a:prstGeom prst="rect">
            <a:avLst/>
          </a:prstGeom>
        </p:spPr>
      </p:pic>
      <p:sp>
        <p:nvSpPr>
          <p:cNvPr id="108" name="Text 101"/>
          <p:cNvSpPr/>
          <p:nvPr/>
        </p:nvSpPr>
        <p:spPr>
          <a:xfrm>
            <a:off x="8001000" y="4254500"/>
            <a:ext cx="1930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Propagation</a:t>
            </a:r>
            <a:endParaRPr lang="en-US" sz="1550" dirty="0"/>
          </a:p>
        </p:txBody>
      </p:sp>
      <p:sp>
        <p:nvSpPr>
          <p:cNvPr id="109" name="Shape 102"/>
          <p:cNvSpPr/>
          <p:nvPr/>
        </p:nvSpPr>
        <p:spPr>
          <a:xfrm>
            <a:off x="6819900" y="4540250"/>
            <a:ext cx="4457700" cy="0"/>
          </a:xfrm>
          <a:prstGeom prst="line">
            <a:avLst/>
          </a:prstGeom>
          <a:noFill/>
          <a:ln w="44450">
            <a:solidFill>
              <a:srgbClr val="CC0000"/>
            </a:solidFill>
            <a:prstDash val="solid"/>
          </a:ln>
        </p:spPr>
      </p:sp>
      <p:sp>
        <p:nvSpPr>
          <p:cNvPr id="110" name="Shape 103"/>
          <p:cNvSpPr/>
          <p:nvPr/>
        </p:nvSpPr>
        <p:spPr>
          <a:xfrm rot="16200000">
            <a:off x="6642100" y="4432300"/>
            <a:ext cx="139700" cy="215900"/>
          </a:xfrm>
          <a:prstGeom prst="triangle">
            <a:avLst/>
          </a:prstGeom>
          <a:solidFill>
            <a:srgbClr val="CC0000"/>
          </a:solidFill>
          <a:ln/>
        </p:spPr>
      </p:sp>
      <p:sp>
        <p:nvSpPr>
          <p:cNvPr id="111" name="Shape 104"/>
          <p:cNvSpPr/>
          <p:nvPr/>
        </p:nvSpPr>
        <p:spPr>
          <a:xfrm>
            <a:off x="11277600" y="4445000"/>
            <a:ext cx="190500" cy="190500"/>
          </a:xfrm>
          <a:prstGeom prst="ellipse">
            <a:avLst/>
          </a:prstGeom>
          <a:solidFill>
            <a:srgbClr val="CC0000"/>
          </a:solidFill>
          <a:ln/>
        </p:spPr>
      </p:sp>
      <p:sp>
        <p:nvSpPr>
          <p:cNvPr id="112" name="Shape 105"/>
          <p:cNvSpPr/>
          <p:nvPr/>
        </p:nvSpPr>
        <p:spPr>
          <a:xfrm>
            <a:off x="6578600" y="4737100"/>
            <a:ext cx="304800" cy="266700"/>
          </a:xfrm>
          <a:prstGeom prst="rect">
            <a:avLst/>
          </a:prstGeom>
          <a:solidFill>
            <a:srgbClr val="F9E8D6"/>
          </a:solidFill>
          <a:ln w="9525">
            <a:solidFill>
              <a:srgbClr val="BE9D96"/>
            </a:solidFill>
            <a:prstDash val="solid"/>
          </a:ln>
        </p:spPr>
      </p:sp>
      <p:sp>
        <p:nvSpPr>
          <p:cNvPr id="113" name="Shape 106"/>
          <p:cNvSpPr/>
          <p:nvPr/>
        </p:nvSpPr>
        <p:spPr>
          <a:xfrm flipV="1">
            <a:off x="6705600" y="4845050"/>
            <a:ext cx="50800" cy="63500"/>
          </a:xfrm>
          <a:prstGeom prst="triangle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14" name="Shape 107"/>
          <p:cNvSpPr/>
          <p:nvPr/>
        </p:nvSpPr>
        <p:spPr>
          <a:xfrm>
            <a:off x="7048500" y="4737100"/>
            <a:ext cx="330200" cy="266700"/>
          </a:xfrm>
          <a:prstGeom prst="rect">
            <a:avLst/>
          </a:prstGeom>
          <a:solidFill>
            <a:srgbClr val="F9E8D6"/>
          </a:solidFill>
          <a:ln w="9525">
            <a:solidFill>
              <a:srgbClr val="BE9D96"/>
            </a:solidFill>
            <a:prstDash val="solid"/>
          </a:ln>
        </p:spPr>
      </p:sp>
      <p:sp>
        <p:nvSpPr>
          <p:cNvPr id="115" name="Shape 108"/>
          <p:cNvSpPr/>
          <p:nvPr/>
        </p:nvSpPr>
        <p:spPr>
          <a:xfrm flipV="1">
            <a:off x="7181850" y="4838700"/>
            <a:ext cx="63500" cy="76200"/>
          </a:xfrm>
          <a:prstGeom prst="triangle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16" name="Shape 109"/>
          <p:cNvSpPr/>
          <p:nvPr/>
        </p:nvSpPr>
        <p:spPr>
          <a:xfrm>
            <a:off x="7543800" y="4737100"/>
            <a:ext cx="304800" cy="266700"/>
          </a:xfrm>
          <a:prstGeom prst="rect">
            <a:avLst/>
          </a:prstGeom>
          <a:solidFill>
            <a:srgbClr val="F9E8D6"/>
          </a:solidFill>
          <a:ln w="9525">
            <a:solidFill>
              <a:srgbClr val="BE9D96"/>
            </a:solidFill>
            <a:prstDash val="solid"/>
          </a:ln>
        </p:spPr>
      </p:sp>
      <p:sp>
        <p:nvSpPr>
          <p:cNvPr id="117" name="Shape 110"/>
          <p:cNvSpPr/>
          <p:nvPr/>
        </p:nvSpPr>
        <p:spPr>
          <a:xfrm flipV="1">
            <a:off x="7658100" y="4826000"/>
            <a:ext cx="76200" cy="101600"/>
          </a:xfrm>
          <a:prstGeom prst="triangle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18" name="Shape 111"/>
          <p:cNvSpPr/>
          <p:nvPr/>
        </p:nvSpPr>
        <p:spPr>
          <a:xfrm>
            <a:off x="8026400" y="4737100"/>
            <a:ext cx="304800" cy="266700"/>
          </a:xfrm>
          <a:prstGeom prst="rect">
            <a:avLst/>
          </a:prstGeom>
          <a:solidFill>
            <a:srgbClr val="F9E8D6"/>
          </a:solidFill>
          <a:ln w="9525">
            <a:solidFill>
              <a:srgbClr val="BE9D96"/>
            </a:solidFill>
            <a:prstDash val="solid"/>
          </a:ln>
        </p:spPr>
      </p:sp>
      <p:sp>
        <p:nvSpPr>
          <p:cNvPr id="119" name="Shape 112"/>
          <p:cNvSpPr/>
          <p:nvPr/>
        </p:nvSpPr>
        <p:spPr>
          <a:xfrm flipV="1">
            <a:off x="8128000" y="4813300"/>
            <a:ext cx="101600" cy="127000"/>
          </a:xfrm>
          <a:prstGeom prst="triangle">
            <a:avLst/>
          </a:prstGeom>
          <a:ln w="11289">
            <a:solidFill>
              <a:srgbClr val="000000"/>
            </a:solidFill>
            <a:prstDash val="solid"/>
          </a:ln>
        </p:spPr>
      </p:sp>
      <p:sp>
        <p:nvSpPr>
          <p:cNvPr id="120" name="Shape 113"/>
          <p:cNvSpPr/>
          <p:nvPr/>
        </p:nvSpPr>
        <p:spPr>
          <a:xfrm>
            <a:off x="8509000" y="4737100"/>
            <a:ext cx="304800" cy="266700"/>
          </a:xfrm>
          <a:prstGeom prst="rect">
            <a:avLst/>
          </a:prstGeom>
          <a:solidFill>
            <a:srgbClr val="F9E8D6"/>
          </a:solidFill>
          <a:ln w="9525">
            <a:solidFill>
              <a:srgbClr val="BE9D96"/>
            </a:solidFill>
            <a:prstDash val="solid"/>
          </a:ln>
        </p:spPr>
      </p:sp>
      <p:sp>
        <p:nvSpPr>
          <p:cNvPr id="121" name="Shape 114"/>
          <p:cNvSpPr/>
          <p:nvPr/>
        </p:nvSpPr>
        <p:spPr>
          <a:xfrm flipV="1">
            <a:off x="8604250" y="4806950"/>
            <a:ext cx="114300" cy="139700"/>
          </a:xfrm>
          <a:prstGeom prst="triangle">
            <a:avLst/>
          </a:prstGeom>
          <a:ln w="12700">
            <a:solidFill>
              <a:srgbClr val="000000"/>
            </a:solidFill>
            <a:prstDash val="solid"/>
          </a:ln>
        </p:spPr>
      </p:sp>
      <p:sp>
        <p:nvSpPr>
          <p:cNvPr id="122" name="Shape 115"/>
          <p:cNvSpPr/>
          <p:nvPr/>
        </p:nvSpPr>
        <p:spPr>
          <a:xfrm>
            <a:off x="8940800" y="4737100"/>
            <a:ext cx="317500" cy="266700"/>
          </a:xfrm>
          <a:prstGeom prst="rect">
            <a:avLst/>
          </a:prstGeom>
          <a:solidFill>
            <a:srgbClr val="F9E8D6"/>
          </a:solidFill>
          <a:ln w="9525">
            <a:solidFill>
              <a:srgbClr val="BE9D96"/>
            </a:solidFill>
            <a:prstDash val="solid"/>
          </a:ln>
        </p:spPr>
      </p:sp>
      <p:sp>
        <p:nvSpPr>
          <p:cNvPr id="123" name="Shape 116"/>
          <p:cNvSpPr/>
          <p:nvPr/>
        </p:nvSpPr>
        <p:spPr>
          <a:xfrm flipV="1">
            <a:off x="9042400" y="4806950"/>
            <a:ext cx="114300" cy="139700"/>
          </a:xfrm>
          <a:prstGeom prst="triangle">
            <a:avLst/>
          </a:prstGeom>
          <a:ln w="12700">
            <a:solidFill>
              <a:srgbClr val="000000"/>
            </a:solidFill>
            <a:prstDash val="solid"/>
          </a:ln>
        </p:spPr>
      </p:sp>
      <p:sp>
        <p:nvSpPr>
          <p:cNvPr id="124" name="Shape 117"/>
          <p:cNvSpPr/>
          <p:nvPr/>
        </p:nvSpPr>
        <p:spPr>
          <a:xfrm>
            <a:off x="9385300" y="4737100"/>
            <a:ext cx="304800" cy="266700"/>
          </a:xfrm>
          <a:prstGeom prst="rect">
            <a:avLst/>
          </a:prstGeom>
          <a:solidFill>
            <a:srgbClr val="F9E8D6"/>
          </a:solidFill>
          <a:ln w="9525">
            <a:solidFill>
              <a:srgbClr val="BE9D96"/>
            </a:solidFill>
            <a:prstDash val="solid"/>
          </a:ln>
        </p:spPr>
      </p:sp>
      <p:sp>
        <p:nvSpPr>
          <p:cNvPr id="125" name="Shape 118"/>
          <p:cNvSpPr/>
          <p:nvPr/>
        </p:nvSpPr>
        <p:spPr>
          <a:xfrm flipV="1">
            <a:off x="9474200" y="4800600"/>
            <a:ext cx="127000" cy="152400"/>
          </a:xfrm>
          <a:prstGeom prst="triangle">
            <a:avLst/>
          </a:prstGeom>
          <a:ln w="14111">
            <a:solidFill>
              <a:srgbClr val="000000"/>
            </a:solidFill>
            <a:prstDash val="solid"/>
          </a:ln>
        </p:spPr>
      </p:sp>
      <p:sp>
        <p:nvSpPr>
          <p:cNvPr id="126" name="Shape 119"/>
          <p:cNvSpPr/>
          <p:nvPr/>
        </p:nvSpPr>
        <p:spPr>
          <a:xfrm>
            <a:off x="9817100" y="4737100"/>
            <a:ext cx="317500" cy="266700"/>
          </a:xfrm>
          <a:prstGeom prst="rect">
            <a:avLst/>
          </a:prstGeom>
          <a:solidFill>
            <a:srgbClr val="F9E8D6"/>
          </a:solidFill>
          <a:ln w="9525">
            <a:solidFill>
              <a:srgbClr val="BE9D96"/>
            </a:solidFill>
            <a:prstDash val="solid"/>
          </a:ln>
        </p:spPr>
      </p:sp>
      <p:sp>
        <p:nvSpPr>
          <p:cNvPr id="127" name="Shape 120"/>
          <p:cNvSpPr/>
          <p:nvPr/>
        </p:nvSpPr>
        <p:spPr>
          <a:xfrm flipV="1">
            <a:off x="9906000" y="4800600"/>
            <a:ext cx="139700" cy="152400"/>
          </a:xfrm>
          <a:prstGeom prst="triangle">
            <a:avLst/>
          </a:prstGeom>
          <a:ln w="15522">
            <a:solidFill>
              <a:srgbClr val="000000"/>
            </a:solidFill>
            <a:prstDash val="solid"/>
          </a:ln>
        </p:spPr>
      </p:sp>
      <p:sp>
        <p:nvSpPr>
          <p:cNvPr id="128" name="Shape 121"/>
          <p:cNvSpPr/>
          <p:nvPr/>
        </p:nvSpPr>
        <p:spPr>
          <a:xfrm>
            <a:off x="10299700" y="4737100"/>
            <a:ext cx="317500" cy="266700"/>
          </a:xfrm>
          <a:prstGeom prst="rect">
            <a:avLst/>
          </a:prstGeom>
          <a:solidFill>
            <a:srgbClr val="F9E8D6"/>
          </a:solidFill>
          <a:ln w="9525">
            <a:solidFill>
              <a:srgbClr val="BE9D96"/>
            </a:solidFill>
            <a:prstDash val="solid"/>
          </a:ln>
        </p:spPr>
      </p:sp>
      <p:sp>
        <p:nvSpPr>
          <p:cNvPr id="129" name="Shape 122"/>
          <p:cNvSpPr/>
          <p:nvPr/>
        </p:nvSpPr>
        <p:spPr>
          <a:xfrm flipV="1">
            <a:off x="10382250" y="4787900"/>
            <a:ext cx="152400" cy="177800"/>
          </a:xfrm>
          <a:prstGeom prst="triangle">
            <a:avLst/>
          </a:prstGeom>
          <a:ln w="16933">
            <a:solidFill>
              <a:srgbClr val="000000"/>
            </a:solidFill>
            <a:prstDash val="solid"/>
          </a:ln>
        </p:spPr>
      </p:sp>
      <p:sp>
        <p:nvSpPr>
          <p:cNvPr id="130" name="Shape 123"/>
          <p:cNvSpPr/>
          <p:nvPr/>
        </p:nvSpPr>
        <p:spPr>
          <a:xfrm>
            <a:off x="10744200" y="4737100"/>
            <a:ext cx="317500" cy="266700"/>
          </a:xfrm>
          <a:prstGeom prst="rect">
            <a:avLst/>
          </a:prstGeom>
          <a:solidFill>
            <a:srgbClr val="F9E8D6"/>
          </a:solidFill>
          <a:ln w="9525">
            <a:solidFill>
              <a:srgbClr val="BE9D96"/>
            </a:solidFill>
            <a:prstDash val="solid"/>
          </a:ln>
        </p:spPr>
      </p:sp>
      <p:sp>
        <p:nvSpPr>
          <p:cNvPr id="131" name="Shape 124"/>
          <p:cNvSpPr/>
          <p:nvPr/>
        </p:nvSpPr>
        <p:spPr>
          <a:xfrm flipV="1">
            <a:off x="10820400" y="4781550"/>
            <a:ext cx="165100" cy="190500"/>
          </a:xfrm>
          <a:prstGeom prst="triangle">
            <a:avLst/>
          </a:prstGeom>
          <a:ln w="18344">
            <a:solidFill>
              <a:srgbClr val="000000"/>
            </a:solidFill>
            <a:prstDash val="solid"/>
          </a:ln>
        </p:spPr>
      </p:sp>
      <p:sp>
        <p:nvSpPr>
          <p:cNvPr id="132" name="Shape 125"/>
          <p:cNvSpPr/>
          <p:nvPr/>
        </p:nvSpPr>
        <p:spPr>
          <a:xfrm>
            <a:off x="11188700" y="4737100"/>
            <a:ext cx="304800" cy="266700"/>
          </a:xfrm>
          <a:prstGeom prst="rect">
            <a:avLst/>
          </a:prstGeom>
          <a:solidFill>
            <a:srgbClr val="F9E8D6"/>
          </a:solidFill>
          <a:ln w="9525">
            <a:solidFill>
              <a:srgbClr val="BE9D96"/>
            </a:solidFill>
            <a:prstDash val="solid"/>
          </a:ln>
        </p:spPr>
      </p:sp>
      <p:sp>
        <p:nvSpPr>
          <p:cNvPr id="133" name="Shape 126"/>
          <p:cNvSpPr/>
          <p:nvPr/>
        </p:nvSpPr>
        <p:spPr>
          <a:xfrm flipV="1">
            <a:off x="11252200" y="4775200"/>
            <a:ext cx="177800" cy="203200"/>
          </a:xfrm>
          <a:prstGeom prst="triangle">
            <a:avLst/>
          </a:prstGeom>
          <a:ln w="19756">
            <a:solidFill>
              <a:srgbClr val="000000"/>
            </a:solidFill>
            <a:prstDash val="solid"/>
          </a:ln>
        </p:spPr>
      </p:sp>
      <p:sp>
        <p:nvSpPr>
          <p:cNvPr id="134" name="Shape 127"/>
          <p:cNvSpPr/>
          <p:nvPr/>
        </p:nvSpPr>
        <p:spPr>
          <a:xfrm>
            <a:off x="6902450" y="4889500"/>
            <a:ext cx="139700" cy="0"/>
          </a:xfrm>
          <a:prstGeom prst="line">
            <a:avLst/>
          </a:prstGeom>
          <a:noFill/>
          <a:ln w="15875">
            <a:solidFill>
              <a:srgbClr val="B22228"/>
            </a:solidFill>
            <a:prstDash val="solid"/>
            <a:headEnd type="triangle"/>
          </a:ln>
        </p:spPr>
      </p:sp>
      <p:sp>
        <p:nvSpPr>
          <p:cNvPr id="135" name="Shape 128"/>
          <p:cNvSpPr/>
          <p:nvPr/>
        </p:nvSpPr>
        <p:spPr>
          <a:xfrm>
            <a:off x="7385050" y="4889500"/>
            <a:ext cx="139700" cy="0"/>
          </a:xfrm>
          <a:prstGeom prst="line">
            <a:avLst/>
          </a:prstGeom>
          <a:noFill/>
          <a:ln w="15875">
            <a:solidFill>
              <a:srgbClr val="B22228"/>
            </a:solidFill>
            <a:prstDash val="solid"/>
            <a:headEnd type="triangle"/>
          </a:ln>
        </p:spPr>
      </p:sp>
      <p:sp>
        <p:nvSpPr>
          <p:cNvPr id="136" name="Shape 129"/>
          <p:cNvSpPr/>
          <p:nvPr/>
        </p:nvSpPr>
        <p:spPr>
          <a:xfrm>
            <a:off x="7867650" y="4889500"/>
            <a:ext cx="139700" cy="0"/>
          </a:xfrm>
          <a:prstGeom prst="line">
            <a:avLst/>
          </a:prstGeom>
          <a:noFill/>
          <a:ln w="15875">
            <a:solidFill>
              <a:srgbClr val="B22228"/>
            </a:solidFill>
            <a:prstDash val="solid"/>
            <a:headEnd type="triangle"/>
          </a:ln>
        </p:spPr>
      </p:sp>
      <p:sp>
        <p:nvSpPr>
          <p:cNvPr id="137" name="Shape 130"/>
          <p:cNvSpPr/>
          <p:nvPr/>
        </p:nvSpPr>
        <p:spPr>
          <a:xfrm>
            <a:off x="8350250" y="4889500"/>
            <a:ext cx="139700" cy="0"/>
          </a:xfrm>
          <a:prstGeom prst="line">
            <a:avLst/>
          </a:prstGeom>
          <a:noFill/>
          <a:ln w="15875">
            <a:solidFill>
              <a:srgbClr val="B22228"/>
            </a:solidFill>
            <a:prstDash val="solid"/>
            <a:headEnd type="triangle"/>
          </a:ln>
        </p:spPr>
      </p:sp>
      <p:sp>
        <p:nvSpPr>
          <p:cNvPr id="138" name="Shape 131"/>
          <p:cNvSpPr/>
          <p:nvPr/>
        </p:nvSpPr>
        <p:spPr>
          <a:xfrm>
            <a:off x="8810625" y="4889500"/>
            <a:ext cx="139700" cy="0"/>
          </a:xfrm>
          <a:prstGeom prst="line">
            <a:avLst/>
          </a:prstGeom>
          <a:noFill/>
          <a:ln w="15875">
            <a:solidFill>
              <a:srgbClr val="B22228"/>
            </a:solidFill>
            <a:prstDash val="solid"/>
            <a:headEnd type="triangle"/>
          </a:ln>
        </p:spPr>
      </p:sp>
      <p:sp>
        <p:nvSpPr>
          <p:cNvPr id="139" name="Shape 132"/>
          <p:cNvSpPr/>
          <p:nvPr/>
        </p:nvSpPr>
        <p:spPr>
          <a:xfrm>
            <a:off x="9248775" y="4889500"/>
            <a:ext cx="139700" cy="0"/>
          </a:xfrm>
          <a:prstGeom prst="line">
            <a:avLst/>
          </a:prstGeom>
          <a:noFill/>
          <a:ln w="15875">
            <a:solidFill>
              <a:srgbClr val="B22228"/>
            </a:solidFill>
            <a:prstDash val="solid"/>
            <a:headEnd type="triangle"/>
          </a:ln>
        </p:spPr>
      </p:sp>
      <p:sp>
        <p:nvSpPr>
          <p:cNvPr id="140" name="Shape 133"/>
          <p:cNvSpPr/>
          <p:nvPr/>
        </p:nvSpPr>
        <p:spPr>
          <a:xfrm>
            <a:off x="9686925" y="4889500"/>
            <a:ext cx="139700" cy="0"/>
          </a:xfrm>
          <a:prstGeom prst="line">
            <a:avLst/>
          </a:prstGeom>
          <a:noFill/>
          <a:ln w="15875">
            <a:solidFill>
              <a:srgbClr val="B22228"/>
            </a:solidFill>
            <a:prstDash val="solid"/>
            <a:headEnd type="triangle"/>
          </a:ln>
        </p:spPr>
      </p:sp>
      <p:sp>
        <p:nvSpPr>
          <p:cNvPr id="141" name="Shape 134"/>
          <p:cNvSpPr/>
          <p:nvPr/>
        </p:nvSpPr>
        <p:spPr>
          <a:xfrm>
            <a:off x="10147300" y="4889500"/>
            <a:ext cx="139700" cy="0"/>
          </a:xfrm>
          <a:prstGeom prst="line">
            <a:avLst/>
          </a:prstGeom>
          <a:noFill/>
          <a:ln w="15875">
            <a:solidFill>
              <a:srgbClr val="B22228"/>
            </a:solidFill>
            <a:prstDash val="solid"/>
            <a:headEnd type="triangle"/>
          </a:ln>
        </p:spPr>
      </p:sp>
      <p:sp>
        <p:nvSpPr>
          <p:cNvPr id="142" name="Shape 135"/>
          <p:cNvSpPr/>
          <p:nvPr/>
        </p:nvSpPr>
        <p:spPr>
          <a:xfrm>
            <a:off x="10610850" y="4889500"/>
            <a:ext cx="139700" cy="0"/>
          </a:xfrm>
          <a:prstGeom prst="line">
            <a:avLst/>
          </a:prstGeom>
          <a:noFill/>
          <a:ln w="15875">
            <a:solidFill>
              <a:srgbClr val="B22228"/>
            </a:solidFill>
            <a:prstDash val="solid"/>
            <a:headEnd type="triangle"/>
          </a:ln>
        </p:spPr>
      </p:sp>
      <p:sp>
        <p:nvSpPr>
          <p:cNvPr id="143" name="Shape 136"/>
          <p:cNvSpPr/>
          <p:nvPr/>
        </p:nvSpPr>
        <p:spPr>
          <a:xfrm>
            <a:off x="11052175" y="4889500"/>
            <a:ext cx="139700" cy="0"/>
          </a:xfrm>
          <a:prstGeom prst="line">
            <a:avLst/>
          </a:prstGeom>
          <a:noFill/>
          <a:ln w="15875">
            <a:solidFill>
              <a:srgbClr val="B22228"/>
            </a:solidFill>
            <a:prstDash val="solid"/>
            <a:headEnd type="triangle"/>
          </a:ln>
        </p:spPr>
      </p:sp>
      <p:sp>
        <p:nvSpPr>
          <p:cNvPr id="144" name="Shape 137"/>
          <p:cNvSpPr/>
          <p:nvPr/>
        </p:nvSpPr>
        <p:spPr>
          <a:xfrm>
            <a:off x="6610350" y="5207000"/>
            <a:ext cx="266700" cy="127000"/>
          </a:xfrm>
          <a:prstGeom prst="rect">
            <a:avLst/>
          </a:prstGeom>
          <a:solidFill>
            <a:srgbClr val="FAEBFC"/>
          </a:solidFill>
          <a:ln w="6350">
            <a:solidFill>
              <a:srgbClr val="C9A6BC"/>
            </a:solidFill>
            <a:prstDash val="solid"/>
          </a:ln>
        </p:spPr>
      </p:sp>
      <p:sp>
        <p:nvSpPr>
          <p:cNvPr id="145" name="Shape 138"/>
          <p:cNvSpPr/>
          <p:nvPr/>
        </p:nvSpPr>
        <p:spPr>
          <a:xfrm>
            <a:off x="7054850" y="5207000"/>
            <a:ext cx="266700" cy="127000"/>
          </a:xfrm>
          <a:prstGeom prst="rect">
            <a:avLst/>
          </a:prstGeom>
          <a:solidFill>
            <a:srgbClr val="FAEBFC"/>
          </a:solidFill>
          <a:ln w="6350">
            <a:solidFill>
              <a:srgbClr val="C9A6BC"/>
            </a:solidFill>
            <a:prstDash val="solid"/>
          </a:ln>
        </p:spPr>
      </p:sp>
      <p:sp>
        <p:nvSpPr>
          <p:cNvPr id="146" name="Shape 139"/>
          <p:cNvSpPr/>
          <p:nvPr/>
        </p:nvSpPr>
        <p:spPr>
          <a:xfrm>
            <a:off x="7486650" y="5207000"/>
            <a:ext cx="266700" cy="127000"/>
          </a:xfrm>
          <a:prstGeom prst="rect">
            <a:avLst/>
          </a:prstGeom>
          <a:solidFill>
            <a:srgbClr val="FAEBFC"/>
          </a:solidFill>
          <a:ln w="6350">
            <a:solidFill>
              <a:srgbClr val="C9A6BC"/>
            </a:solidFill>
            <a:prstDash val="solid"/>
          </a:ln>
        </p:spPr>
      </p:sp>
      <p:sp>
        <p:nvSpPr>
          <p:cNvPr id="147" name="Shape 140"/>
          <p:cNvSpPr/>
          <p:nvPr/>
        </p:nvSpPr>
        <p:spPr>
          <a:xfrm>
            <a:off x="7969250" y="5207000"/>
            <a:ext cx="266700" cy="127000"/>
          </a:xfrm>
          <a:prstGeom prst="rect">
            <a:avLst/>
          </a:prstGeom>
          <a:solidFill>
            <a:srgbClr val="FAEBFC"/>
          </a:solidFill>
          <a:ln w="6350">
            <a:solidFill>
              <a:srgbClr val="C9A6BC"/>
            </a:solidFill>
            <a:prstDash val="solid"/>
          </a:ln>
        </p:spPr>
      </p:sp>
      <p:sp>
        <p:nvSpPr>
          <p:cNvPr id="148" name="Shape 141"/>
          <p:cNvSpPr/>
          <p:nvPr/>
        </p:nvSpPr>
        <p:spPr>
          <a:xfrm>
            <a:off x="8413750" y="5207000"/>
            <a:ext cx="266700" cy="127000"/>
          </a:xfrm>
          <a:prstGeom prst="rect">
            <a:avLst/>
          </a:prstGeom>
          <a:solidFill>
            <a:srgbClr val="FAEBFC"/>
          </a:solidFill>
          <a:ln w="6350">
            <a:solidFill>
              <a:srgbClr val="C9A6BC"/>
            </a:solidFill>
            <a:prstDash val="solid"/>
          </a:ln>
        </p:spPr>
      </p:sp>
      <p:sp>
        <p:nvSpPr>
          <p:cNvPr id="149" name="Shape 142"/>
          <p:cNvSpPr/>
          <p:nvPr/>
        </p:nvSpPr>
        <p:spPr>
          <a:xfrm>
            <a:off x="8851900" y="5207000"/>
            <a:ext cx="266700" cy="127000"/>
          </a:xfrm>
          <a:prstGeom prst="rect">
            <a:avLst/>
          </a:prstGeom>
          <a:solidFill>
            <a:srgbClr val="FAEBFC"/>
          </a:solidFill>
          <a:ln w="6350">
            <a:solidFill>
              <a:srgbClr val="C9A6BC"/>
            </a:solidFill>
            <a:prstDash val="solid"/>
          </a:ln>
        </p:spPr>
      </p:sp>
      <p:sp>
        <p:nvSpPr>
          <p:cNvPr id="150" name="Shape 143"/>
          <p:cNvSpPr/>
          <p:nvPr/>
        </p:nvSpPr>
        <p:spPr>
          <a:xfrm>
            <a:off x="9290050" y="5207000"/>
            <a:ext cx="266700" cy="127000"/>
          </a:xfrm>
          <a:prstGeom prst="rect">
            <a:avLst/>
          </a:prstGeom>
          <a:solidFill>
            <a:srgbClr val="FAEBFC"/>
          </a:solidFill>
          <a:ln w="6350">
            <a:solidFill>
              <a:srgbClr val="C9A6BC"/>
            </a:solidFill>
            <a:prstDash val="solid"/>
          </a:ln>
        </p:spPr>
      </p:sp>
      <p:sp>
        <p:nvSpPr>
          <p:cNvPr id="151" name="Shape 144"/>
          <p:cNvSpPr/>
          <p:nvPr/>
        </p:nvSpPr>
        <p:spPr>
          <a:xfrm>
            <a:off x="9772650" y="5207000"/>
            <a:ext cx="266700" cy="127000"/>
          </a:xfrm>
          <a:prstGeom prst="rect">
            <a:avLst/>
          </a:prstGeom>
          <a:solidFill>
            <a:srgbClr val="FAEBFC"/>
          </a:solidFill>
          <a:ln w="6350">
            <a:solidFill>
              <a:srgbClr val="C9A6BC"/>
            </a:solidFill>
            <a:prstDash val="solid"/>
          </a:ln>
        </p:spPr>
      </p:sp>
      <p:sp>
        <p:nvSpPr>
          <p:cNvPr id="152" name="Shape 145"/>
          <p:cNvSpPr/>
          <p:nvPr/>
        </p:nvSpPr>
        <p:spPr>
          <a:xfrm>
            <a:off x="10255250" y="5207000"/>
            <a:ext cx="266700" cy="127000"/>
          </a:xfrm>
          <a:prstGeom prst="rect">
            <a:avLst/>
          </a:prstGeom>
          <a:solidFill>
            <a:srgbClr val="FAEBFC"/>
          </a:solidFill>
          <a:ln w="6350">
            <a:solidFill>
              <a:srgbClr val="C9A6BC"/>
            </a:solidFill>
            <a:prstDash val="solid"/>
          </a:ln>
        </p:spPr>
      </p:sp>
      <p:sp>
        <p:nvSpPr>
          <p:cNvPr id="153" name="Shape 146"/>
          <p:cNvSpPr/>
          <p:nvPr/>
        </p:nvSpPr>
        <p:spPr>
          <a:xfrm>
            <a:off x="10737850" y="5207000"/>
            <a:ext cx="266700" cy="127000"/>
          </a:xfrm>
          <a:prstGeom prst="rect">
            <a:avLst/>
          </a:prstGeom>
          <a:solidFill>
            <a:srgbClr val="FAEBFC"/>
          </a:solidFill>
          <a:ln w="6350">
            <a:solidFill>
              <a:srgbClr val="C9A6BC"/>
            </a:solidFill>
            <a:prstDash val="solid"/>
          </a:ln>
        </p:spPr>
      </p:sp>
      <p:sp>
        <p:nvSpPr>
          <p:cNvPr id="154" name="Shape 147"/>
          <p:cNvSpPr/>
          <p:nvPr/>
        </p:nvSpPr>
        <p:spPr>
          <a:xfrm>
            <a:off x="11220450" y="5207000"/>
            <a:ext cx="266700" cy="127000"/>
          </a:xfrm>
          <a:prstGeom prst="rect">
            <a:avLst/>
          </a:prstGeom>
          <a:solidFill>
            <a:srgbClr val="FAEBFC"/>
          </a:solidFill>
          <a:ln w="6350">
            <a:solidFill>
              <a:srgbClr val="C9A6BC"/>
            </a:solidFill>
            <a:prstDash val="solid"/>
          </a:ln>
        </p:spPr>
      </p:sp>
      <p:sp>
        <p:nvSpPr>
          <p:cNvPr id="155" name="Shape 148"/>
          <p:cNvSpPr/>
          <p:nvPr/>
        </p:nvSpPr>
        <p:spPr>
          <a:xfrm>
            <a:off x="6896100" y="5276850"/>
            <a:ext cx="139700" cy="0"/>
          </a:xfrm>
          <a:prstGeom prst="line">
            <a:avLst/>
          </a:prstGeom>
          <a:noFill/>
          <a:ln w="15875">
            <a:solidFill>
              <a:srgbClr val="B22228"/>
            </a:solidFill>
            <a:prstDash val="solid"/>
            <a:headEnd type="triangle"/>
          </a:ln>
        </p:spPr>
      </p:sp>
      <p:sp>
        <p:nvSpPr>
          <p:cNvPr id="156" name="Shape 149"/>
          <p:cNvSpPr/>
          <p:nvPr/>
        </p:nvSpPr>
        <p:spPr>
          <a:xfrm>
            <a:off x="7334250" y="5276850"/>
            <a:ext cx="139700" cy="0"/>
          </a:xfrm>
          <a:prstGeom prst="line">
            <a:avLst/>
          </a:prstGeom>
          <a:noFill/>
          <a:ln w="15875">
            <a:solidFill>
              <a:srgbClr val="B22228"/>
            </a:solidFill>
            <a:prstDash val="solid"/>
            <a:headEnd type="triangle"/>
          </a:ln>
        </p:spPr>
      </p:sp>
      <p:sp>
        <p:nvSpPr>
          <p:cNvPr id="157" name="Shape 150"/>
          <p:cNvSpPr/>
          <p:nvPr/>
        </p:nvSpPr>
        <p:spPr>
          <a:xfrm>
            <a:off x="7791450" y="5276850"/>
            <a:ext cx="139700" cy="0"/>
          </a:xfrm>
          <a:prstGeom prst="line">
            <a:avLst/>
          </a:prstGeom>
          <a:noFill/>
          <a:ln w="15875">
            <a:solidFill>
              <a:srgbClr val="B22228"/>
            </a:solidFill>
            <a:prstDash val="solid"/>
            <a:headEnd type="triangle"/>
          </a:ln>
        </p:spPr>
      </p:sp>
      <p:sp>
        <p:nvSpPr>
          <p:cNvPr id="158" name="Shape 151"/>
          <p:cNvSpPr/>
          <p:nvPr/>
        </p:nvSpPr>
        <p:spPr>
          <a:xfrm>
            <a:off x="8255000" y="5276850"/>
            <a:ext cx="139700" cy="0"/>
          </a:xfrm>
          <a:prstGeom prst="line">
            <a:avLst/>
          </a:prstGeom>
          <a:noFill/>
          <a:ln w="15875">
            <a:solidFill>
              <a:srgbClr val="B22228"/>
            </a:solidFill>
            <a:prstDash val="solid"/>
            <a:headEnd type="triangle"/>
          </a:ln>
        </p:spPr>
      </p:sp>
      <p:sp>
        <p:nvSpPr>
          <p:cNvPr id="159" name="Shape 152"/>
          <p:cNvSpPr/>
          <p:nvPr/>
        </p:nvSpPr>
        <p:spPr>
          <a:xfrm>
            <a:off x="8696325" y="5276850"/>
            <a:ext cx="139700" cy="0"/>
          </a:xfrm>
          <a:prstGeom prst="line">
            <a:avLst/>
          </a:prstGeom>
          <a:noFill/>
          <a:ln w="15875">
            <a:solidFill>
              <a:srgbClr val="B22228"/>
            </a:solidFill>
            <a:prstDash val="solid"/>
            <a:headEnd type="triangle"/>
          </a:ln>
        </p:spPr>
      </p:sp>
      <p:sp>
        <p:nvSpPr>
          <p:cNvPr id="160" name="Shape 153"/>
          <p:cNvSpPr/>
          <p:nvPr/>
        </p:nvSpPr>
        <p:spPr>
          <a:xfrm>
            <a:off x="9134475" y="5276850"/>
            <a:ext cx="139700" cy="0"/>
          </a:xfrm>
          <a:prstGeom prst="line">
            <a:avLst/>
          </a:prstGeom>
          <a:noFill/>
          <a:ln w="15875">
            <a:solidFill>
              <a:srgbClr val="B22228"/>
            </a:solidFill>
            <a:prstDash val="solid"/>
            <a:headEnd type="triangle"/>
          </a:ln>
        </p:spPr>
      </p:sp>
      <p:sp>
        <p:nvSpPr>
          <p:cNvPr id="161" name="Shape 154"/>
          <p:cNvSpPr/>
          <p:nvPr/>
        </p:nvSpPr>
        <p:spPr>
          <a:xfrm>
            <a:off x="9594850" y="5276850"/>
            <a:ext cx="139700" cy="0"/>
          </a:xfrm>
          <a:prstGeom prst="line">
            <a:avLst/>
          </a:prstGeom>
          <a:noFill/>
          <a:ln w="15875">
            <a:solidFill>
              <a:srgbClr val="B22228"/>
            </a:solidFill>
            <a:prstDash val="solid"/>
            <a:headEnd type="triangle"/>
          </a:ln>
        </p:spPr>
      </p:sp>
      <p:sp>
        <p:nvSpPr>
          <p:cNvPr id="162" name="Shape 155"/>
          <p:cNvSpPr/>
          <p:nvPr/>
        </p:nvSpPr>
        <p:spPr>
          <a:xfrm>
            <a:off x="10077450" y="5276850"/>
            <a:ext cx="139700" cy="0"/>
          </a:xfrm>
          <a:prstGeom prst="line">
            <a:avLst/>
          </a:prstGeom>
          <a:noFill/>
          <a:ln w="15875">
            <a:solidFill>
              <a:srgbClr val="B22228"/>
            </a:solidFill>
            <a:prstDash val="solid"/>
            <a:headEnd type="triangle"/>
          </a:ln>
        </p:spPr>
      </p:sp>
      <p:sp>
        <p:nvSpPr>
          <p:cNvPr id="163" name="Shape 156"/>
          <p:cNvSpPr/>
          <p:nvPr/>
        </p:nvSpPr>
        <p:spPr>
          <a:xfrm>
            <a:off x="10560050" y="5276850"/>
            <a:ext cx="139700" cy="0"/>
          </a:xfrm>
          <a:prstGeom prst="line">
            <a:avLst/>
          </a:prstGeom>
          <a:noFill/>
          <a:ln w="15875">
            <a:solidFill>
              <a:srgbClr val="B22228"/>
            </a:solidFill>
            <a:prstDash val="solid"/>
            <a:headEnd type="triangle"/>
          </a:ln>
        </p:spPr>
      </p:sp>
      <p:sp>
        <p:nvSpPr>
          <p:cNvPr id="164" name="Shape 157"/>
          <p:cNvSpPr/>
          <p:nvPr/>
        </p:nvSpPr>
        <p:spPr>
          <a:xfrm>
            <a:off x="11042650" y="5276850"/>
            <a:ext cx="139700" cy="0"/>
          </a:xfrm>
          <a:prstGeom prst="line">
            <a:avLst/>
          </a:prstGeom>
          <a:noFill/>
          <a:ln w="15875">
            <a:solidFill>
              <a:srgbClr val="B22228"/>
            </a:solidFill>
            <a:prstDash val="solid"/>
            <a:headEnd type="triangle"/>
          </a:ln>
        </p:spPr>
      </p:sp>
      <p:sp>
        <p:nvSpPr>
          <p:cNvPr id="165" name="Shape 158"/>
          <p:cNvSpPr/>
          <p:nvPr/>
        </p:nvSpPr>
        <p:spPr>
          <a:xfrm>
            <a:off x="6743700" y="5321300"/>
            <a:ext cx="0" cy="546100"/>
          </a:xfrm>
          <a:prstGeom prst="line">
            <a:avLst/>
          </a:prstGeom>
          <a:noFill/>
          <a:ln w="9525">
            <a:solidFill>
              <a:srgbClr val="7AA87A"/>
            </a:solidFill>
            <a:prstDash val="solid"/>
            <a:headEnd type="triangle"/>
          </a:ln>
        </p:spPr>
      </p:sp>
      <p:sp>
        <p:nvSpPr>
          <p:cNvPr id="166" name="Shape 159"/>
          <p:cNvSpPr/>
          <p:nvPr/>
        </p:nvSpPr>
        <p:spPr>
          <a:xfrm>
            <a:off x="7188200" y="5321300"/>
            <a:ext cx="0" cy="546100"/>
          </a:xfrm>
          <a:prstGeom prst="line">
            <a:avLst/>
          </a:prstGeom>
          <a:noFill/>
          <a:ln w="9525">
            <a:solidFill>
              <a:srgbClr val="7AA87A"/>
            </a:solidFill>
            <a:prstDash val="solid"/>
            <a:headEnd type="triangle"/>
          </a:ln>
        </p:spPr>
      </p:sp>
      <p:sp>
        <p:nvSpPr>
          <p:cNvPr id="167" name="Shape 160"/>
          <p:cNvSpPr/>
          <p:nvPr/>
        </p:nvSpPr>
        <p:spPr>
          <a:xfrm>
            <a:off x="7620000" y="5321300"/>
            <a:ext cx="0" cy="546100"/>
          </a:xfrm>
          <a:prstGeom prst="line">
            <a:avLst/>
          </a:prstGeom>
          <a:noFill/>
          <a:ln w="9525">
            <a:solidFill>
              <a:srgbClr val="7AA87A"/>
            </a:solidFill>
            <a:prstDash val="solid"/>
            <a:headEnd type="triangle"/>
          </a:ln>
        </p:spPr>
      </p:sp>
      <p:sp>
        <p:nvSpPr>
          <p:cNvPr id="168" name="Shape 161"/>
          <p:cNvSpPr/>
          <p:nvPr/>
        </p:nvSpPr>
        <p:spPr>
          <a:xfrm>
            <a:off x="8102600" y="5321300"/>
            <a:ext cx="0" cy="546100"/>
          </a:xfrm>
          <a:prstGeom prst="line">
            <a:avLst/>
          </a:prstGeom>
          <a:noFill/>
          <a:ln w="9525">
            <a:solidFill>
              <a:srgbClr val="7AA87A"/>
            </a:solidFill>
            <a:prstDash val="solid"/>
            <a:headEnd type="triangle"/>
          </a:ln>
        </p:spPr>
      </p:sp>
      <p:sp>
        <p:nvSpPr>
          <p:cNvPr id="169" name="Shape 162"/>
          <p:cNvSpPr/>
          <p:nvPr/>
        </p:nvSpPr>
        <p:spPr>
          <a:xfrm>
            <a:off x="8547100" y="5321300"/>
            <a:ext cx="0" cy="546100"/>
          </a:xfrm>
          <a:prstGeom prst="line">
            <a:avLst/>
          </a:prstGeom>
          <a:noFill/>
          <a:ln w="9525">
            <a:solidFill>
              <a:srgbClr val="7AA87A"/>
            </a:solidFill>
            <a:prstDash val="solid"/>
            <a:headEnd type="triangle"/>
          </a:ln>
        </p:spPr>
      </p:sp>
      <p:sp>
        <p:nvSpPr>
          <p:cNvPr id="170" name="Shape 163"/>
          <p:cNvSpPr/>
          <p:nvPr/>
        </p:nvSpPr>
        <p:spPr>
          <a:xfrm>
            <a:off x="8985250" y="5321300"/>
            <a:ext cx="0" cy="546100"/>
          </a:xfrm>
          <a:prstGeom prst="line">
            <a:avLst/>
          </a:prstGeom>
          <a:noFill/>
          <a:ln w="9525">
            <a:solidFill>
              <a:srgbClr val="7AA87A"/>
            </a:solidFill>
            <a:prstDash val="solid"/>
            <a:headEnd type="triangle"/>
          </a:ln>
        </p:spPr>
      </p:sp>
      <p:sp>
        <p:nvSpPr>
          <p:cNvPr id="171" name="Shape 164"/>
          <p:cNvSpPr/>
          <p:nvPr/>
        </p:nvSpPr>
        <p:spPr>
          <a:xfrm>
            <a:off x="9423400" y="5321300"/>
            <a:ext cx="0" cy="546100"/>
          </a:xfrm>
          <a:prstGeom prst="line">
            <a:avLst/>
          </a:prstGeom>
          <a:noFill/>
          <a:ln w="9525">
            <a:solidFill>
              <a:srgbClr val="7AA87A"/>
            </a:solidFill>
            <a:prstDash val="solid"/>
            <a:headEnd type="triangle"/>
          </a:ln>
        </p:spPr>
      </p:sp>
      <p:sp>
        <p:nvSpPr>
          <p:cNvPr id="172" name="Shape 165"/>
          <p:cNvSpPr/>
          <p:nvPr/>
        </p:nvSpPr>
        <p:spPr>
          <a:xfrm>
            <a:off x="9906000" y="5321300"/>
            <a:ext cx="0" cy="546100"/>
          </a:xfrm>
          <a:prstGeom prst="line">
            <a:avLst/>
          </a:prstGeom>
          <a:noFill/>
          <a:ln w="9525">
            <a:solidFill>
              <a:srgbClr val="7AA87A"/>
            </a:solidFill>
            <a:prstDash val="solid"/>
            <a:headEnd type="triangle"/>
          </a:ln>
        </p:spPr>
      </p:sp>
      <p:sp>
        <p:nvSpPr>
          <p:cNvPr id="173" name="Shape 166"/>
          <p:cNvSpPr/>
          <p:nvPr/>
        </p:nvSpPr>
        <p:spPr>
          <a:xfrm>
            <a:off x="10388600" y="5321300"/>
            <a:ext cx="0" cy="546100"/>
          </a:xfrm>
          <a:prstGeom prst="line">
            <a:avLst/>
          </a:prstGeom>
          <a:noFill/>
          <a:ln w="9525">
            <a:solidFill>
              <a:srgbClr val="7AA87A"/>
            </a:solidFill>
            <a:prstDash val="solid"/>
            <a:headEnd type="triangle"/>
          </a:ln>
        </p:spPr>
      </p:sp>
      <p:sp>
        <p:nvSpPr>
          <p:cNvPr id="174" name="Shape 167"/>
          <p:cNvSpPr/>
          <p:nvPr/>
        </p:nvSpPr>
        <p:spPr>
          <a:xfrm>
            <a:off x="10871200" y="5321300"/>
            <a:ext cx="0" cy="546100"/>
          </a:xfrm>
          <a:prstGeom prst="line">
            <a:avLst/>
          </a:prstGeom>
          <a:noFill/>
          <a:ln w="9525">
            <a:solidFill>
              <a:srgbClr val="7AA87A"/>
            </a:solidFill>
            <a:prstDash val="solid"/>
            <a:headEnd type="triangle"/>
          </a:ln>
        </p:spPr>
      </p:sp>
      <p:sp>
        <p:nvSpPr>
          <p:cNvPr id="175" name="Shape 168"/>
          <p:cNvSpPr/>
          <p:nvPr/>
        </p:nvSpPr>
        <p:spPr>
          <a:xfrm>
            <a:off x="11353800" y="5321300"/>
            <a:ext cx="0" cy="546100"/>
          </a:xfrm>
          <a:prstGeom prst="line">
            <a:avLst/>
          </a:prstGeom>
          <a:noFill/>
          <a:ln w="9525">
            <a:solidFill>
              <a:srgbClr val="7AA87A"/>
            </a:solidFill>
            <a:prstDash val="solid"/>
            <a:headEnd type="triangle"/>
          </a:ln>
        </p:spPr>
      </p:sp>
      <p:sp>
        <p:nvSpPr>
          <p:cNvPr id="176" name="Shape 169"/>
          <p:cNvSpPr/>
          <p:nvPr/>
        </p:nvSpPr>
        <p:spPr>
          <a:xfrm>
            <a:off x="6604000" y="5880100"/>
            <a:ext cx="279400" cy="254000"/>
          </a:xfrm>
          <a:prstGeom prst="rect">
            <a:avLst/>
          </a:prstGeom>
          <a:solidFill>
            <a:srgbClr val="ECFFF0"/>
          </a:solidFill>
          <a:ln w="9525">
            <a:solidFill>
              <a:srgbClr val="96B294"/>
            </a:solidFill>
            <a:prstDash val="solid"/>
          </a:ln>
        </p:spPr>
      </p:sp>
      <p:sp>
        <p:nvSpPr>
          <p:cNvPr id="177" name="Text 170"/>
          <p:cNvSpPr/>
          <p:nvPr/>
        </p:nvSpPr>
        <p:spPr>
          <a:xfrm>
            <a:off x="6553200" y="5892800"/>
            <a:ext cx="38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6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950" b="1" baseline="-40000" dirty="0">
                <a:solidFill>
                  <a:srgbClr val="106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178" name="Shape 171"/>
          <p:cNvSpPr/>
          <p:nvPr/>
        </p:nvSpPr>
        <p:spPr>
          <a:xfrm>
            <a:off x="7048500" y="5880100"/>
            <a:ext cx="279400" cy="254000"/>
          </a:xfrm>
          <a:prstGeom prst="rect">
            <a:avLst/>
          </a:prstGeom>
          <a:solidFill>
            <a:srgbClr val="ECFFF0"/>
          </a:solidFill>
          <a:ln w="9525">
            <a:solidFill>
              <a:srgbClr val="96B294"/>
            </a:solidFill>
            <a:prstDash val="solid"/>
          </a:ln>
        </p:spPr>
      </p:sp>
      <p:sp>
        <p:nvSpPr>
          <p:cNvPr id="179" name="Text 172"/>
          <p:cNvSpPr/>
          <p:nvPr/>
        </p:nvSpPr>
        <p:spPr>
          <a:xfrm>
            <a:off x="6997700" y="5892800"/>
            <a:ext cx="38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6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950" b="1" baseline="-40000" dirty="0">
                <a:solidFill>
                  <a:srgbClr val="106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80" name="Shape 173"/>
          <p:cNvSpPr/>
          <p:nvPr/>
        </p:nvSpPr>
        <p:spPr>
          <a:xfrm>
            <a:off x="7480300" y="5880100"/>
            <a:ext cx="279400" cy="254000"/>
          </a:xfrm>
          <a:prstGeom prst="rect">
            <a:avLst/>
          </a:prstGeom>
          <a:solidFill>
            <a:srgbClr val="ECFFF0"/>
          </a:solidFill>
          <a:ln w="9525">
            <a:solidFill>
              <a:srgbClr val="96B294"/>
            </a:solidFill>
            <a:prstDash val="solid"/>
          </a:ln>
        </p:spPr>
      </p:sp>
      <p:sp>
        <p:nvSpPr>
          <p:cNvPr id="181" name="Text 174"/>
          <p:cNvSpPr/>
          <p:nvPr/>
        </p:nvSpPr>
        <p:spPr>
          <a:xfrm>
            <a:off x="7429500" y="5892800"/>
            <a:ext cx="38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6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950" b="1" baseline="-40000" dirty="0">
                <a:solidFill>
                  <a:srgbClr val="106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82" name="Shape 175"/>
          <p:cNvSpPr/>
          <p:nvPr/>
        </p:nvSpPr>
        <p:spPr>
          <a:xfrm>
            <a:off x="7962900" y="5880100"/>
            <a:ext cx="279400" cy="254000"/>
          </a:xfrm>
          <a:prstGeom prst="rect">
            <a:avLst/>
          </a:prstGeom>
          <a:solidFill>
            <a:srgbClr val="ECFFF0"/>
          </a:solidFill>
          <a:ln w="9525">
            <a:solidFill>
              <a:srgbClr val="96B294"/>
            </a:solidFill>
            <a:prstDash val="solid"/>
          </a:ln>
        </p:spPr>
      </p:sp>
      <p:sp>
        <p:nvSpPr>
          <p:cNvPr id="183" name="Text 176"/>
          <p:cNvSpPr/>
          <p:nvPr/>
        </p:nvSpPr>
        <p:spPr>
          <a:xfrm>
            <a:off x="7912100" y="5892800"/>
            <a:ext cx="38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6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950" b="1" baseline="-40000" dirty="0">
                <a:solidFill>
                  <a:srgbClr val="106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4" name="Shape 177"/>
          <p:cNvSpPr/>
          <p:nvPr/>
        </p:nvSpPr>
        <p:spPr>
          <a:xfrm>
            <a:off x="8407400" y="5880100"/>
            <a:ext cx="279400" cy="254000"/>
          </a:xfrm>
          <a:prstGeom prst="rect">
            <a:avLst/>
          </a:prstGeom>
          <a:solidFill>
            <a:srgbClr val="ECFFF0"/>
          </a:solidFill>
          <a:ln w="9525">
            <a:solidFill>
              <a:srgbClr val="96B294"/>
            </a:solidFill>
            <a:prstDash val="solid"/>
          </a:ln>
        </p:spPr>
      </p:sp>
      <p:sp>
        <p:nvSpPr>
          <p:cNvPr id="185" name="Text 178"/>
          <p:cNvSpPr/>
          <p:nvPr/>
        </p:nvSpPr>
        <p:spPr>
          <a:xfrm>
            <a:off x="8356600" y="5892800"/>
            <a:ext cx="38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6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950" b="1" baseline="-40000" dirty="0">
                <a:solidFill>
                  <a:srgbClr val="106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86" name="Shape 179"/>
          <p:cNvSpPr/>
          <p:nvPr/>
        </p:nvSpPr>
        <p:spPr>
          <a:xfrm>
            <a:off x="8839200" y="5880100"/>
            <a:ext cx="292100" cy="254000"/>
          </a:xfrm>
          <a:prstGeom prst="rect">
            <a:avLst/>
          </a:prstGeom>
          <a:solidFill>
            <a:srgbClr val="ECFFF0"/>
          </a:solidFill>
          <a:ln w="9525">
            <a:solidFill>
              <a:srgbClr val="96B294"/>
            </a:solidFill>
            <a:prstDash val="solid"/>
          </a:ln>
        </p:spPr>
      </p:sp>
      <p:sp>
        <p:nvSpPr>
          <p:cNvPr id="187" name="Text 180"/>
          <p:cNvSpPr/>
          <p:nvPr/>
        </p:nvSpPr>
        <p:spPr>
          <a:xfrm>
            <a:off x="8788400" y="5892800"/>
            <a:ext cx="393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6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950" b="1" baseline="-40000" dirty="0">
                <a:solidFill>
                  <a:srgbClr val="106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88" name="Shape 181"/>
          <p:cNvSpPr/>
          <p:nvPr/>
        </p:nvSpPr>
        <p:spPr>
          <a:xfrm>
            <a:off x="9283700" y="5880100"/>
            <a:ext cx="279400" cy="254000"/>
          </a:xfrm>
          <a:prstGeom prst="rect">
            <a:avLst/>
          </a:prstGeom>
          <a:solidFill>
            <a:srgbClr val="ECFFF0"/>
          </a:solidFill>
          <a:ln w="9525">
            <a:solidFill>
              <a:srgbClr val="96B294"/>
            </a:solidFill>
            <a:prstDash val="solid"/>
          </a:ln>
        </p:spPr>
      </p:sp>
      <p:sp>
        <p:nvSpPr>
          <p:cNvPr id="189" name="Text 182"/>
          <p:cNvSpPr/>
          <p:nvPr/>
        </p:nvSpPr>
        <p:spPr>
          <a:xfrm>
            <a:off x="9232900" y="5892800"/>
            <a:ext cx="38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6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950" b="1" baseline="-40000" dirty="0">
                <a:solidFill>
                  <a:srgbClr val="106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190" name="Shape 183"/>
          <p:cNvSpPr/>
          <p:nvPr/>
        </p:nvSpPr>
        <p:spPr>
          <a:xfrm>
            <a:off x="9766300" y="5880100"/>
            <a:ext cx="279400" cy="254000"/>
          </a:xfrm>
          <a:prstGeom prst="rect">
            <a:avLst/>
          </a:prstGeom>
          <a:solidFill>
            <a:srgbClr val="ECFFF0"/>
          </a:solidFill>
          <a:ln w="9525">
            <a:solidFill>
              <a:srgbClr val="96B294"/>
            </a:solidFill>
            <a:prstDash val="solid"/>
          </a:ln>
        </p:spPr>
      </p:sp>
      <p:sp>
        <p:nvSpPr>
          <p:cNvPr id="191" name="Text 184"/>
          <p:cNvSpPr/>
          <p:nvPr/>
        </p:nvSpPr>
        <p:spPr>
          <a:xfrm>
            <a:off x="9715500" y="5892800"/>
            <a:ext cx="38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6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950" b="1" baseline="-40000" dirty="0">
                <a:solidFill>
                  <a:srgbClr val="106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192" name="Shape 185"/>
          <p:cNvSpPr/>
          <p:nvPr/>
        </p:nvSpPr>
        <p:spPr>
          <a:xfrm>
            <a:off x="10248900" y="5880100"/>
            <a:ext cx="279400" cy="254000"/>
          </a:xfrm>
          <a:prstGeom prst="rect">
            <a:avLst/>
          </a:prstGeom>
          <a:solidFill>
            <a:srgbClr val="ECFFF0"/>
          </a:solidFill>
          <a:ln w="9525">
            <a:solidFill>
              <a:srgbClr val="96B294"/>
            </a:solidFill>
            <a:prstDash val="solid"/>
          </a:ln>
        </p:spPr>
      </p:sp>
      <p:sp>
        <p:nvSpPr>
          <p:cNvPr id="193" name="Text 186"/>
          <p:cNvSpPr/>
          <p:nvPr/>
        </p:nvSpPr>
        <p:spPr>
          <a:xfrm>
            <a:off x="10198100" y="5892800"/>
            <a:ext cx="38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6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950" b="1" baseline="-40000" dirty="0">
                <a:solidFill>
                  <a:srgbClr val="106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194" name="Shape 187"/>
          <p:cNvSpPr/>
          <p:nvPr/>
        </p:nvSpPr>
        <p:spPr>
          <a:xfrm>
            <a:off x="10731500" y="5880100"/>
            <a:ext cx="279400" cy="254000"/>
          </a:xfrm>
          <a:prstGeom prst="rect">
            <a:avLst/>
          </a:prstGeom>
          <a:solidFill>
            <a:srgbClr val="ECFFF0"/>
          </a:solidFill>
          <a:ln w="9525">
            <a:solidFill>
              <a:srgbClr val="96B294"/>
            </a:solidFill>
            <a:prstDash val="solid"/>
          </a:ln>
        </p:spPr>
      </p:sp>
      <p:sp>
        <p:nvSpPr>
          <p:cNvPr id="195" name="Text 188"/>
          <p:cNvSpPr/>
          <p:nvPr/>
        </p:nvSpPr>
        <p:spPr>
          <a:xfrm>
            <a:off x="10680700" y="5892800"/>
            <a:ext cx="38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6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950" b="1" baseline="-40000" dirty="0">
                <a:solidFill>
                  <a:srgbClr val="106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400" dirty="0"/>
          </a:p>
        </p:txBody>
      </p:sp>
      <p:sp>
        <p:nvSpPr>
          <p:cNvPr id="196" name="Shape 189"/>
          <p:cNvSpPr/>
          <p:nvPr/>
        </p:nvSpPr>
        <p:spPr>
          <a:xfrm>
            <a:off x="11214100" y="5880100"/>
            <a:ext cx="279400" cy="254000"/>
          </a:xfrm>
          <a:prstGeom prst="rect">
            <a:avLst/>
          </a:prstGeom>
          <a:solidFill>
            <a:srgbClr val="ECFFF0"/>
          </a:solidFill>
          <a:ln w="9525">
            <a:solidFill>
              <a:srgbClr val="96B294"/>
            </a:solidFill>
            <a:prstDash val="solid"/>
          </a:ln>
        </p:spPr>
      </p:sp>
      <p:sp>
        <p:nvSpPr>
          <p:cNvPr id="197" name="Text 190"/>
          <p:cNvSpPr/>
          <p:nvPr/>
        </p:nvSpPr>
        <p:spPr>
          <a:xfrm>
            <a:off x="11163300" y="5892800"/>
            <a:ext cx="38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6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950" b="1" baseline="-40000" dirty="0">
                <a:solidFill>
                  <a:srgbClr val="106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2026-10-11T12:07:43Z</dcterms:created>
  <dcterms:modified xsi:type="dcterms:W3CDTF">2026-10-11T12:07:43Z</dcterms:modified>
</cp:coreProperties>
</file>