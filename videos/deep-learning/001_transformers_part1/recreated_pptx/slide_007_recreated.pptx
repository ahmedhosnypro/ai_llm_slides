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9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282700" cy="965200"/>
          </a:xfrm>
          <a:prstGeom prst="rect">
            <a:avLst/>
          </a:prstGeom>
        </p:spPr>
      </p:pic>
      <p:pic>
        <p:nvPicPr>
          <p:cNvPr id="50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282700" cy="965200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82931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99568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4" name="Shape 50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8" name="Text 64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9" name="Shape 65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3" name="Shape 69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4" name="Shape 70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5" name="Text 71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Text 72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7" name="Text 73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8" name="Shape 74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1" name="Shape 87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Shape 88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3" name="Text 89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4" name="Text 90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5" name="Text 91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6" name="Shape 92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7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8" name="Shape 93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101" name="Text 96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102" name="Text 97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sp>
        <p:nvSpPr>
          <p:cNvPr id="103" name="Text 98"/>
          <p:cNvSpPr/>
          <p:nvPr/>
        </p:nvSpPr>
        <p:spPr>
          <a:xfrm>
            <a:off x="3206750" y="10287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700" dirty="0"/>
          </a:p>
        </p:txBody>
      </p:sp>
      <p:sp>
        <p:nvSpPr>
          <p:cNvPr id="104" name="Shape 99"/>
          <p:cNvSpPr/>
          <p:nvPr/>
        </p:nvSpPr>
        <p:spPr>
          <a:xfrm>
            <a:off x="558800" y="2159000"/>
            <a:ext cx="5232400" cy="1244600"/>
          </a:xfrm>
          <a:prstGeom prst="roundRect">
            <a:avLst>
              <a:gd name="adj" fmla="val 2204"/>
            </a:avLst>
          </a:prstGeom>
          <a:solidFill>
            <a:srgbClr val="DFFFFC"/>
          </a:solidFill>
          <a:ln w="12700">
            <a:solidFill>
              <a:srgbClr val="ABB8CB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558800" y="2159000"/>
            <a:ext cx="52324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Bottleneck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meaning of the entire input sequence  is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 be captured  </a:t>
            </a:r>
            <a:pPr algn="ctr" indent="0" marL="0">
              <a:lnSpc>
                <a:spcPts val="1800"/>
              </a:lnSpc>
              <a:buNone/>
            </a:pPr>
            <a:r>
              <a:rPr lang="en-US" sz="15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 single context vector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pPr algn="ctr" indent="0" marL="0">
              <a:lnSpc>
                <a:spcPts val="1800"/>
              </a:lnSpc>
              <a:buNone/>
            </a:pPr>
            <a:r>
              <a:rPr lang="en-US" sz="15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 dimensionality</a:t>
            </a:r>
            <a:endParaRPr lang="en-US" sz="1550" dirty="0"/>
          </a:p>
        </p:txBody>
      </p:sp>
      <p:sp>
        <p:nvSpPr>
          <p:cNvPr id="106" name="Shape 101"/>
          <p:cNvSpPr/>
          <p:nvPr/>
        </p:nvSpPr>
        <p:spPr>
          <a:xfrm>
            <a:off x="5880100" y="2387600"/>
            <a:ext cx="177800" cy="1155700"/>
          </a:xfrm>
          <a:prstGeom prst="line">
            <a:avLst/>
          </a:prstGeom>
          <a:noFill/>
          <a:ln w="12700">
            <a:solidFill>
              <a:srgbClr val="A8AAB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2026-10-11T09:50:08Z</dcterms:created>
  <dcterms:modified xsi:type="dcterms:W3CDTF">2026-10-11T09:50:08Z</dcterms:modified>
</cp:coreProperties>
</file>