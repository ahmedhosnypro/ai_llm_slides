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4.png"/><Relationship Id="rId17" Type="http://schemas.openxmlformats.org/officeDocument/2006/relationships/image" Target="../media/image-1-15.png"/><Relationship Id="rId18" Type="http://schemas.openxmlformats.org/officeDocument/2006/relationships/image" Target="../media/image-1-14.png"/><Relationship Id="rId19" Type="http://schemas.openxmlformats.org/officeDocument/2006/relationships/image" Target="../media/image-1-15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0.png"/><Relationship Id="rId23" Type="http://schemas.openxmlformats.org/officeDocument/2006/relationships/image" Target="../media/image-1-21.png"/><Relationship Id="rId24" Type="http://schemas.openxmlformats.org/officeDocument/2006/relationships/image" Target="../media/image-1-20.png"/><Relationship Id="rId25" Type="http://schemas.openxmlformats.org/officeDocument/2006/relationships/image" Target="../media/image-1-21.png"/><Relationship Id="rId26" Type="http://schemas.openxmlformats.org/officeDocument/2006/relationships/image" Target="../media/image-1-26.png"/><Relationship Id="rId27" Type="http://schemas.openxmlformats.org/officeDocument/2006/relationships/image" Target="../media/image-1-26.png"/><Relationship Id="rId28" Type="http://schemas.openxmlformats.org/officeDocument/2006/relationships/image" Target="../media/image-1-26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73400" y="647700"/>
            <a:ext cx="635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41500" y="9144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Vector Dimension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Softmax Sensitivity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596900" y="1308100"/>
            <a:ext cx="4394200" cy="210820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6300" y="1460500"/>
            <a:ext cx="157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9" name="Image 0" descr="/home/ahmed/Projects/ai_llm_slides/videos/deep-learning/001_transformers_part1/recreated_pptx/build/assets/eq34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0" y="1511300"/>
            <a:ext cx="1316736" cy="408435"/>
          </a:xfrm>
          <a:prstGeom prst="rect">
            <a:avLst/>
          </a:prstGeom>
        </p:spPr>
      </p:pic>
      <p:pic>
        <p:nvPicPr>
          <p:cNvPr id="10" name="Image 1" descr="/home/ahmed/Projects/ai_llm_slides/videos/deep-learning/001_transformers_part1/recreated_pptx/build/assets/eq34_bracket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473200"/>
            <a:ext cx="167637" cy="579117"/>
          </a:xfrm>
          <a:prstGeom prst="rect">
            <a:avLst/>
          </a:prstGeom>
        </p:spPr>
      </p:pic>
      <p:pic>
        <p:nvPicPr>
          <p:cNvPr id="11" name="Image 2" descr="/home/ahmed/Projects/ai_llm_slides/videos/deep-learning/001_transformers_part1/recreated_pptx/build/assets/eq34_x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1600704"/>
            <a:ext cx="262131" cy="252987"/>
          </a:xfrm>
          <a:prstGeom prst="rect">
            <a:avLst/>
          </a:prstGeom>
        </p:spPr>
      </p:pic>
      <p:pic>
        <p:nvPicPr>
          <p:cNvPr id="12" name="Image 3" descr="/home/ahmed/Projects/ai_llm_slides/videos/deep-learning/001_transformers_part1/recreated_pptx/build/assets/eq34_i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0" y="1839470"/>
            <a:ext cx="54864" cy="117345"/>
          </a:xfrm>
          <a:prstGeom prst="rect">
            <a:avLst/>
          </a:prstGeom>
        </p:spPr>
      </p:pic>
      <p:pic>
        <p:nvPicPr>
          <p:cNvPr id="13" name="Image 4" descr="/home/ahmed/Projects/ai_llm_slides/videos/deep-learning/001_transformers_part1/recreated_pptx/build/assets/eq34_bracket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00" y="1473200"/>
            <a:ext cx="167637" cy="5791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68800" y="1905000"/>
            <a:ext cx="431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736600" y="2286000"/>
            <a:ext cx="25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1073150" y="2260600"/>
            <a:ext cx="0" cy="330200"/>
          </a:xfrm>
          <a:prstGeom prst="line">
            <a:avLst/>
          </a:prstGeom>
          <a:noFill/>
          <a:ln w="5715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17" name="Shape 10"/>
          <p:cNvSpPr/>
          <p:nvPr/>
        </p:nvSpPr>
        <p:spPr>
          <a:xfrm>
            <a:off x="2616200" y="2235200"/>
            <a:ext cx="203200" cy="381000"/>
          </a:xfrm>
          <a:prstGeom prst="upArrow">
            <a:avLst/>
          </a:prstGeom>
          <a:solidFill>
            <a:srgbClr val="00A500"/>
          </a:solidFill>
          <a:ln/>
        </p:spPr>
      </p:sp>
      <p:sp>
        <p:nvSpPr>
          <p:cNvPr id="18" name="Shape 11"/>
          <p:cNvSpPr/>
          <p:nvPr/>
        </p:nvSpPr>
        <p:spPr>
          <a:xfrm>
            <a:off x="2895600" y="2235200"/>
            <a:ext cx="16129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19" name="Image 5" descr="/home/ahmed/Projects/ai_llm_slides/videos/deep-learning/001_transformers_part1/recreated_pptx/build/assets/eq34_sm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0" y="2311400"/>
            <a:ext cx="778767" cy="24841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35000" y="2717800"/>
            <a:ext cx="4140200" cy="609600"/>
          </a:xfrm>
          <a:prstGeom prst="rect">
            <a:avLst/>
          </a:prstGeom>
          <a:ln w="12700">
            <a:solidFill>
              <a:srgbClr val="9999C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63600" y="27940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Dimension of Embedding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"d"</a:t>
            </a:r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Increases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965200" y="302895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Calculated weight value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"w" increases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609600" y="3505200"/>
            <a:ext cx="10414000" cy="3225800"/>
          </a:xfrm>
          <a:prstGeom prst="roundRect">
            <a:avLst>
              <a:gd name="adj" fmla="val 3402"/>
            </a:avLst>
          </a:prstGeom>
          <a:solidFill>
            <a:srgbClr val="FCE4D4"/>
          </a:solidFill>
          <a:ln/>
        </p:spPr>
      </p:sp>
      <p:sp>
        <p:nvSpPr>
          <p:cNvPr id="24" name="Shape 16"/>
          <p:cNvSpPr/>
          <p:nvPr/>
        </p:nvSpPr>
        <p:spPr>
          <a:xfrm>
            <a:off x="660400" y="3581400"/>
            <a:ext cx="9525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  <a:prstDash val="solid"/>
          </a:ln>
        </p:spPr>
      </p:sp>
      <p:pic>
        <p:nvPicPr>
          <p:cNvPr id="25" name="Image 6" descr="/home/ahmed/Projects/ai_llm_slides/videos/deep-learning/001_transformers_part1/recreated_pptx/build/assets/eq34_bracket_l_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32200"/>
            <a:ext cx="126489" cy="425196"/>
          </a:xfrm>
          <a:prstGeom prst="rect">
            <a:avLst/>
          </a:prstGeom>
        </p:spPr>
      </p:pic>
      <p:pic>
        <p:nvPicPr>
          <p:cNvPr id="26" name="Image 7" descr="/home/ahmed/Projects/ai_llm_slides/videos/deep-learning/001_transformers_part1/recreated_pptx/build/assets/eq34_xonly_s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3707895"/>
            <a:ext cx="198123" cy="190497"/>
          </a:xfrm>
          <a:prstGeom prst="rect">
            <a:avLst/>
          </a:prstGeom>
        </p:spPr>
      </p:pic>
      <p:pic>
        <p:nvPicPr>
          <p:cNvPr id="27" name="Image 8" descr="/home/ahmed/Projects/ai_llm_slides/videos/deep-learning/001_transformers_part1/recreated_pptx/build/assets/eq34_isub_s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3803904"/>
            <a:ext cx="47247" cy="96012"/>
          </a:xfrm>
          <a:prstGeom prst="rect">
            <a:avLst/>
          </a:prstGeom>
        </p:spPr>
      </p:pic>
      <p:pic>
        <p:nvPicPr>
          <p:cNvPr id="28" name="Image 9" descr="/home/ahmed/Projects/ai_llm_slides/videos/deep-learning/001_transformers_part1/recreated_pptx/build/assets/eq34_bracket_r_s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632200"/>
            <a:ext cx="128016" cy="42519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155700" y="4025900"/>
            <a:ext cx="48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2120900" y="37719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650" dirty="0"/>
          </a:p>
        </p:txBody>
      </p:sp>
      <p:sp>
        <p:nvSpPr>
          <p:cNvPr id="31" name="Shape 19"/>
          <p:cNvSpPr/>
          <p:nvPr/>
        </p:nvSpPr>
        <p:spPr>
          <a:xfrm>
            <a:off x="3136900" y="3568700"/>
            <a:ext cx="1803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32" name="Image 10" descr="/home/ahmed/Projects/ai_llm_slides/videos/deep-learning/001_transformers_part1/recreated_pptx/build/assets/eq34_wij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3900" y="3875530"/>
            <a:ext cx="512064" cy="211839"/>
          </a:xfrm>
          <a:prstGeom prst="rect">
            <a:avLst/>
          </a:prstGeom>
        </p:spPr>
      </p:pic>
      <p:pic>
        <p:nvPicPr>
          <p:cNvPr id="33" name="Image 11" descr="/home/ahmed/Projects/ai_llm_slides/videos/deep-learning/001_transformers_part1/recreated_pptx/build/assets/eq34_exp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8600" y="3619500"/>
            <a:ext cx="585216" cy="248415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3860800" y="3949700"/>
            <a:ext cx="101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35" name="Image 12" descr="/home/ahmed/Projects/ai_llm_slides/videos/deep-learning/001_transformers_part1/recreated_pptx/build/assets/eq34_exp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3500" y="3987800"/>
            <a:ext cx="886968" cy="289563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4978400" y="3606800"/>
            <a:ext cx="5994400" cy="39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7" name="Text 22"/>
          <p:cNvSpPr/>
          <p:nvPr/>
        </p:nvSpPr>
        <p:spPr>
          <a:xfrm>
            <a:off x="5181600" y="3581400"/>
            <a:ext cx="5588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Values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gradient, and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500" dirty="0"/>
          </a:p>
        </p:txBody>
      </p:sp>
      <p:sp>
        <p:nvSpPr>
          <p:cNvPr id="38" name="Text 23"/>
          <p:cNvSpPr/>
          <p:nvPr/>
        </p:nvSpPr>
        <p:spPr>
          <a:xfrm>
            <a:off x="16764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2012950" y="41021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tailEnd type="triangle"/>
          </a:ln>
        </p:spPr>
      </p:sp>
      <p:sp>
        <p:nvSpPr>
          <p:cNvPr id="40" name="Text 25"/>
          <p:cNvSpPr/>
          <p:nvPr/>
        </p:nvSpPr>
        <p:spPr>
          <a:xfrm>
            <a:off x="50292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1" name="Shape 26"/>
          <p:cNvSpPr/>
          <p:nvPr/>
        </p:nvSpPr>
        <p:spPr>
          <a:xfrm>
            <a:off x="5365750" y="40640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2" name="Text 27"/>
          <p:cNvSpPr/>
          <p:nvPr/>
        </p:nvSpPr>
        <p:spPr>
          <a:xfrm>
            <a:off x="84836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3" name="Shape 28"/>
          <p:cNvSpPr/>
          <p:nvPr/>
        </p:nvSpPr>
        <p:spPr>
          <a:xfrm>
            <a:off x="88265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4" name="Shape 29"/>
          <p:cNvSpPr/>
          <p:nvPr/>
        </p:nvSpPr>
        <p:spPr>
          <a:xfrm>
            <a:off x="90297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pic>
        <p:nvPicPr>
          <p:cNvPr id="45" name="Image 13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4584700"/>
            <a:ext cx="18288" cy="1638303"/>
          </a:xfrm>
          <a:prstGeom prst="rect">
            <a:avLst/>
          </a:prstGeom>
        </p:spPr>
      </p:pic>
      <p:pic>
        <p:nvPicPr>
          <p:cNvPr id="46" name="Image 14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4584700"/>
            <a:ext cx="18288" cy="1638303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17018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17018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17018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0" name="Text 33"/>
          <p:cNvSpPr/>
          <p:nvPr/>
        </p:nvSpPr>
        <p:spPr>
          <a:xfrm>
            <a:off x="17018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Shape 34"/>
          <p:cNvSpPr/>
          <p:nvPr/>
        </p:nvSpPr>
        <p:spPr>
          <a:xfrm>
            <a:off x="17018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17018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Shape 36"/>
          <p:cNvSpPr/>
          <p:nvPr/>
        </p:nvSpPr>
        <p:spPr>
          <a:xfrm>
            <a:off x="17018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17018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55" name="Image 15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4600" y="4584700"/>
            <a:ext cx="18288" cy="1638303"/>
          </a:xfrm>
          <a:prstGeom prst="rect">
            <a:avLst/>
          </a:prstGeom>
        </p:spPr>
      </p:pic>
      <p:pic>
        <p:nvPicPr>
          <p:cNvPr id="56" name="Image 16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600" y="4584700"/>
            <a:ext cx="18288" cy="1638303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51181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8" name="Text 39"/>
          <p:cNvSpPr/>
          <p:nvPr/>
        </p:nvSpPr>
        <p:spPr>
          <a:xfrm>
            <a:off x="51181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40"/>
          <p:cNvSpPr/>
          <p:nvPr/>
        </p:nvSpPr>
        <p:spPr>
          <a:xfrm>
            <a:off x="51181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0" name="Text 41"/>
          <p:cNvSpPr/>
          <p:nvPr/>
        </p:nvSpPr>
        <p:spPr>
          <a:xfrm>
            <a:off x="51181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Shape 42"/>
          <p:cNvSpPr/>
          <p:nvPr/>
        </p:nvSpPr>
        <p:spPr>
          <a:xfrm>
            <a:off x="51181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2" name="Text 43"/>
          <p:cNvSpPr/>
          <p:nvPr/>
        </p:nvSpPr>
        <p:spPr>
          <a:xfrm>
            <a:off x="51181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Shape 44"/>
          <p:cNvSpPr/>
          <p:nvPr/>
        </p:nvSpPr>
        <p:spPr>
          <a:xfrm>
            <a:off x="51181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51181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pic>
        <p:nvPicPr>
          <p:cNvPr id="65" name="Image 17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4584700"/>
            <a:ext cx="18288" cy="1638303"/>
          </a:xfrm>
          <a:prstGeom prst="rect">
            <a:avLst/>
          </a:prstGeom>
        </p:spPr>
      </p:pic>
      <p:pic>
        <p:nvPicPr>
          <p:cNvPr id="66" name="Image 18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6200" y="4584700"/>
            <a:ext cx="18288" cy="1638303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85217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8" name="Text 47"/>
          <p:cNvSpPr/>
          <p:nvPr/>
        </p:nvSpPr>
        <p:spPr>
          <a:xfrm>
            <a:off x="85217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Shape 48"/>
          <p:cNvSpPr/>
          <p:nvPr/>
        </p:nvSpPr>
        <p:spPr>
          <a:xfrm>
            <a:off x="85217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0" name="Text 49"/>
          <p:cNvSpPr/>
          <p:nvPr/>
        </p:nvSpPr>
        <p:spPr>
          <a:xfrm>
            <a:off x="85217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71" name="Shape 50"/>
          <p:cNvSpPr/>
          <p:nvPr/>
        </p:nvSpPr>
        <p:spPr>
          <a:xfrm>
            <a:off x="85217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2" name="Text 51"/>
          <p:cNvSpPr/>
          <p:nvPr/>
        </p:nvSpPr>
        <p:spPr>
          <a:xfrm>
            <a:off x="85217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73" name="Shape 52"/>
          <p:cNvSpPr/>
          <p:nvPr/>
        </p:nvSpPr>
        <p:spPr>
          <a:xfrm>
            <a:off x="85217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4" name="Text 53"/>
          <p:cNvSpPr/>
          <p:nvPr/>
        </p:nvSpPr>
        <p:spPr>
          <a:xfrm>
            <a:off x="85217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75" name="Shape 54"/>
          <p:cNvSpPr/>
          <p:nvPr/>
        </p:nvSpPr>
        <p:spPr>
          <a:xfrm>
            <a:off x="22733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6" name="Text 55"/>
          <p:cNvSpPr/>
          <p:nvPr/>
        </p:nvSpPr>
        <p:spPr>
          <a:xfrm>
            <a:off x="21082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7" name="Shape 56"/>
          <p:cNvSpPr/>
          <p:nvPr/>
        </p:nvSpPr>
        <p:spPr>
          <a:xfrm>
            <a:off x="56896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8" name="Text 57"/>
          <p:cNvSpPr/>
          <p:nvPr/>
        </p:nvSpPr>
        <p:spPr>
          <a:xfrm>
            <a:off x="55118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9" name="Shape 58"/>
          <p:cNvSpPr/>
          <p:nvPr/>
        </p:nvSpPr>
        <p:spPr>
          <a:xfrm>
            <a:off x="90932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80" name="Text 59"/>
          <p:cNvSpPr/>
          <p:nvPr/>
        </p:nvSpPr>
        <p:spPr>
          <a:xfrm>
            <a:off x="89154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pic>
        <p:nvPicPr>
          <p:cNvPr id="81" name="Image 19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75000" y="4635500"/>
            <a:ext cx="15243" cy="1574295"/>
          </a:xfrm>
          <a:prstGeom prst="rect">
            <a:avLst/>
          </a:prstGeom>
        </p:spPr>
      </p:pic>
      <p:pic>
        <p:nvPicPr>
          <p:cNvPr id="82" name="Image 20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11600" y="4635500"/>
            <a:ext cx="15243" cy="1574295"/>
          </a:xfrm>
          <a:prstGeom prst="rect">
            <a:avLst/>
          </a:prstGeom>
        </p:spPr>
      </p:pic>
      <p:sp>
        <p:nvSpPr>
          <p:cNvPr id="83" name="Shape 60"/>
          <p:cNvSpPr/>
          <p:nvPr/>
        </p:nvSpPr>
        <p:spPr>
          <a:xfrm>
            <a:off x="32512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4" name="Text 61"/>
          <p:cNvSpPr/>
          <p:nvPr/>
        </p:nvSpPr>
        <p:spPr>
          <a:xfrm>
            <a:off x="32512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0.0321</a:t>
            </a:r>
            <a:endParaRPr lang="en-US" sz="1100" dirty="0"/>
          </a:p>
        </p:txBody>
      </p:sp>
      <p:sp>
        <p:nvSpPr>
          <p:cNvPr id="85" name="Shape 62"/>
          <p:cNvSpPr/>
          <p:nvPr/>
        </p:nvSpPr>
        <p:spPr>
          <a:xfrm>
            <a:off x="32512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6" name="Text 63"/>
          <p:cNvSpPr/>
          <p:nvPr/>
        </p:nvSpPr>
        <p:spPr>
          <a:xfrm>
            <a:off x="32512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0.0871</a:t>
            </a:r>
            <a:endParaRPr lang="en-US" sz="1100" dirty="0"/>
          </a:p>
        </p:txBody>
      </p:sp>
      <p:sp>
        <p:nvSpPr>
          <p:cNvPr id="87" name="Shape 64"/>
          <p:cNvSpPr/>
          <p:nvPr/>
        </p:nvSpPr>
        <p:spPr>
          <a:xfrm>
            <a:off x="32512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8" name="Text 65"/>
          <p:cNvSpPr/>
          <p:nvPr/>
        </p:nvSpPr>
        <p:spPr>
          <a:xfrm>
            <a:off x="32512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0.2369</a:t>
            </a:r>
            <a:endParaRPr lang="en-US" sz="1100" dirty="0"/>
          </a:p>
        </p:txBody>
      </p:sp>
      <p:sp>
        <p:nvSpPr>
          <p:cNvPr id="89" name="Shape 66"/>
          <p:cNvSpPr/>
          <p:nvPr/>
        </p:nvSpPr>
        <p:spPr>
          <a:xfrm>
            <a:off x="32512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0" name="Text 67"/>
          <p:cNvSpPr/>
          <p:nvPr/>
        </p:nvSpPr>
        <p:spPr>
          <a:xfrm>
            <a:off x="32512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0.6439</a:t>
            </a:r>
            <a:endParaRPr lang="en-US" sz="1100" dirty="0"/>
          </a:p>
        </p:txBody>
      </p:sp>
      <p:pic>
        <p:nvPicPr>
          <p:cNvPr id="91" name="Image 21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4635500"/>
            <a:ext cx="15243" cy="1574295"/>
          </a:xfrm>
          <a:prstGeom prst="rect">
            <a:avLst/>
          </a:prstGeom>
        </p:spPr>
      </p:pic>
      <p:pic>
        <p:nvPicPr>
          <p:cNvPr id="92" name="Image 22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5200" y="4635500"/>
            <a:ext cx="15243" cy="1574295"/>
          </a:xfrm>
          <a:prstGeom prst="rect">
            <a:avLst/>
          </a:prstGeom>
        </p:spPr>
      </p:pic>
      <p:sp>
        <p:nvSpPr>
          <p:cNvPr id="93" name="Shape 68"/>
          <p:cNvSpPr/>
          <p:nvPr/>
        </p:nvSpPr>
        <p:spPr>
          <a:xfrm>
            <a:off x="66548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4" name="Text 69"/>
          <p:cNvSpPr/>
          <p:nvPr/>
        </p:nvSpPr>
        <p:spPr>
          <a:xfrm>
            <a:off x="66548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5" name="Shape 70"/>
          <p:cNvSpPr/>
          <p:nvPr/>
        </p:nvSpPr>
        <p:spPr>
          <a:xfrm>
            <a:off x="66548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6" name="Text 71"/>
          <p:cNvSpPr/>
          <p:nvPr/>
        </p:nvSpPr>
        <p:spPr>
          <a:xfrm>
            <a:off x="66548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7" name="Shape 72"/>
          <p:cNvSpPr/>
          <p:nvPr/>
        </p:nvSpPr>
        <p:spPr>
          <a:xfrm>
            <a:off x="66548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8" name="Text 73"/>
          <p:cNvSpPr/>
          <p:nvPr/>
        </p:nvSpPr>
        <p:spPr>
          <a:xfrm>
            <a:off x="66548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0.0067</a:t>
            </a:r>
            <a:endParaRPr lang="en-US" sz="1100" dirty="0"/>
          </a:p>
        </p:txBody>
      </p:sp>
      <p:sp>
        <p:nvSpPr>
          <p:cNvPr id="99" name="Shape 74"/>
          <p:cNvSpPr/>
          <p:nvPr/>
        </p:nvSpPr>
        <p:spPr>
          <a:xfrm>
            <a:off x="66548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0" name="Text 75"/>
          <p:cNvSpPr/>
          <p:nvPr/>
        </p:nvSpPr>
        <p:spPr>
          <a:xfrm>
            <a:off x="66548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0.9933</a:t>
            </a:r>
            <a:endParaRPr lang="en-US" sz="1100" dirty="0"/>
          </a:p>
        </p:txBody>
      </p:sp>
      <p:pic>
        <p:nvPicPr>
          <p:cNvPr id="101" name="Image 23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4900" y="4635500"/>
            <a:ext cx="15243" cy="1574295"/>
          </a:xfrm>
          <a:prstGeom prst="rect">
            <a:avLst/>
          </a:prstGeom>
        </p:spPr>
      </p:pic>
      <p:pic>
        <p:nvPicPr>
          <p:cNvPr id="102" name="Image 24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18800" y="4635500"/>
            <a:ext cx="15243" cy="1574295"/>
          </a:xfrm>
          <a:prstGeom prst="rect">
            <a:avLst/>
          </a:prstGeom>
        </p:spPr>
      </p:pic>
      <p:sp>
        <p:nvSpPr>
          <p:cNvPr id="103" name="Shape 76"/>
          <p:cNvSpPr/>
          <p:nvPr/>
        </p:nvSpPr>
        <p:spPr>
          <a:xfrm>
            <a:off x="100584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4" name="Text 77"/>
          <p:cNvSpPr/>
          <p:nvPr/>
        </p:nvSpPr>
        <p:spPr>
          <a:xfrm>
            <a:off x="100584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5" name="Shape 78"/>
          <p:cNvSpPr/>
          <p:nvPr/>
        </p:nvSpPr>
        <p:spPr>
          <a:xfrm>
            <a:off x="100584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6" name="Text 79"/>
          <p:cNvSpPr/>
          <p:nvPr/>
        </p:nvSpPr>
        <p:spPr>
          <a:xfrm>
            <a:off x="100584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7" name="Shape 80"/>
          <p:cNvSpPr/>
          <p:nvPr/>
        </p:nvSpPr>
        <p:spPr>
          <a:xfrm>
            <a:off x="100584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8" name="Text 81"/>
          <p:cNvSpPr/>
          <p:nvPr/>
        </p:nvSpPr>
        <p:spPr>
          <a:xfrm>
            <a:off x="100584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9" name="Shape 82"/>
          <p:cNvSpPr/>
          <p:nvPr/>
        </p:nvSpPr>
        <p:spPr>
          <a:xfrm>
            <a:off x="100584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10" name="Text 83"/>
          <p:cNvSpPr/>
          <p:nvPr/>
        </p:nvSpPr>
        <p:spPr>
          <a:xfrm>
            <a:off x="100584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100" dirty="0"/>
          </a:p>
        </p:txBody>
      </p:sp>
      <p:pic>
        <p:nvPicPr>
          <p:cNvPr id="111" name="Image 25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14500" y="6251956"/>
            <a:ext cx="409953" cy="301752"/>
          </a:xfrm>
          <a:prstGeom prst="rect">
            <a:avLst/>
          </a:prstGeom>
        </p:spPr>
      </p:pic>
      <p:sp>
        <p:nvSpPr>
          <p:cNvPr id="112" name="Text 84"/>
          <p:cNvSpPr/>
          <p:nvPr/>
        </p:nvSpPr>
        <p:spPr>
          <a:xfrm>
            <a:off x="2324100" y="62738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"d"</a:t>
            </a:r>
            <a:endParaRPr lang="en-US" sz="1300" dirty="0"/>
          </a:p>
        </p:txBody>
      </p:sp>
      <p:pic>
        <p:nvPicPr>
          <p:cNvPr id="113" name="Image 26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30800" y="6277356"/>
            <a:ext cx="409953" cy="301752"/>
          </a:xfrm>
          <a:prstGeom prst="rect">
            <a:avLst/>
          </a:prstGeom>
        </p:spPr>
      </p:pic>
      <p:sp>
        <p:nvSpPr>
          <p:cNvPr id="114" name="Text 85"/>
          <p:cNvSpPr/>
          <p:nvPr/>
        </p:nvSpPr>
        <p:spPr>
          <a:xfrm>
            <a:off x="5664200" y="62992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medium "d"</a:t>
            </a:r>
            <a:endParaRPr lang="en-US" sz="1300" dirty="0"/>
          </a:p>
        </p:txBody>
      </p:sp>
      <p:pic>
        <p:nvPicPr>
          <p:cNvPr id="115" name="Image 27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72500" y="6290056"/>
            <a:ext cx="409953" cy="301752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9131300" y="63119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"d"</a:t>
            </a:r>
            <a:endParaRPr lang="en-US" sz="1300" dirty="0"/>
          </a:p>
        </p:txBody>
      </p:sp>
      <p:sp>
        <p:nvSpPr>
          <p:cNvPr id="117" name="Shape 87"/>
          <p:cNvSpPr/>
          <p:nvPr/>
        </p:nvSpPr>
        <p:spPr>
          <a:xfrm>
            <a:off x="5118100" y="1549400"/>
            <a:ext cx="6527800" cy="1549400"/>
          </a:xfrm>
          <a:prstGeom prst="roundRect">
            <a:avLst>
              <a:gd name="adj" fmla="val 10623"/>
            </a:avLst>
          </a:prstGeom>
          <a:solidFill>
            <a:srgbClr val="D4E4FB"/>
          </a:solidFill>
          <a:ln w="15875">
            <a:solidFill>
              <a:srgbClr val="000080"/>
            </a:solidFill>
            <a:prstDash val="solid"/>
          </a:ln>
        </p:spPr>
      </p:sp>
      <p:sp>
        <p:nvSpPr>
          <p:cNvPr id="118" name="Text 88"/>
          <p:cNvSpPr/>
          <p:nvPr/>
        </p:nvSpPr>
        <p:spPr>
          <a:xfrm>
            <a:off x="5118100" y="16002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down "Weights" Values</a:t>
            </a:r>
            <a:endParaRPr lang="en-US" sz="2000" dirty="0"/>
          </a:p>
        </p:txBody>
      </p:sp>
      <p:sp>
        <p:nvSpPr>
          <p:cNvPr id="119" name="Text 89"/>
          <p:cNvSpPr/>
          <p:nvPr/>
        </p:nvSpPr>
        <p:spPr>
          <a:xfrm>
            <a:off x="5118100" y="18923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applying SoftMax</a:t>
            </a:r>
            <a:endParaRPr lang="en-US" sz="2000" dirty="0"/>
          </a:p>
        </p:txBody>
      </p:sp>
      <p:sp>
        <p:nvSpPr>
          <p:cNvPr id="120" name="Text 90"/>
          <p:cNvSpPr/>
          <p:nvPr/>
        </p:nvSpPr>
        <p:spPr>
          <a:xfrm>
            <a:off x="5118100" y="24511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Factor </a:t>
            </a:r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related to</a:t>
            </a:r>
            <a:endParaRPr lang="en-US" sz="2000" dirty="0"/>
          </a:p>
        </p:txBody>
      </p:sp>
      <p:sp>
        <p:nvSpPr>
          <p:cNvPr id="121" name="Text 91"/>
          <p:cNvSpPr/>
          <p:nvPr/>
        </p:nvSpPr>
        <p:spPr>
          <a:xfrm>
            <a:off x="5118100" y="27305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Dimension "d"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Attention Mechanism (Embedding Vector Dimension and Softmax Sensitivity)</dc:title>
  <dc:subject>PptxGenJS Presentation</dc:subject>
  <dc:creator>slide-recreation pipeline</dc:creator>
  <cp:lastModifiedBy>slide-recreation pipeline</cp:lastModifiedBy>
  <cp:revision>1</cp:revision>
  <dcterms:created xsi:type="dcterms:W3CDTF">2026-10-11T13:50:22Z</dcterms:created>
  <dcterms:modified xsi:type="dcterms:W3CDTF">2026-10-11T13:50:22Z</dcterms:modified>
</cp:coreProperties>
</file>