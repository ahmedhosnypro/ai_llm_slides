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1358900"/>
            <a:ext cx="10325100" cy="5270500"/>
          </a:xfrm>
          <a:prstGeom prst="roundRect">
            <a:avLst>
              <a:gd name="adj" fmla="val 1388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736600" y="2870200"/>
            <a:ext cx="1066800" cy="2133600"/>
          </a:xfrm>
          <a:prstGeom prst="roundRect">
            <a:avLst>
              <a:gd name="adj" fmla="val 5143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66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94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3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52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81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3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3700" y="31242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78100" y="29337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100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175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2250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4325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72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6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4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3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2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81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03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63700" y="36449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100" y="34544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8100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175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2250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4325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72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6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6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4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23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52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81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03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63700" y="41656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78100" y="39751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78100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175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62250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54325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72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66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6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94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23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52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681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03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63700" y="47117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78100" y="45212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78100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70175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62250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54325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72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244600" y="50038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88500" y="2870200"/>
            <a:ext cx="1143000" cy="2133600"/>
          </a:xfrm>
          <a:prstGeom prst="roundRect">
            <a:avLst>
              <a:gd name="adj" fmla="val 4800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97282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82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110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939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768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597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619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 flipH="1">
            <a:off x="9486900" y="31242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483600" y="29337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8360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7885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74100" y="29337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69350" y="29337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53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7282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282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110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939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768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597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619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 flipH="1">
            <a:off x="9486900" y="36449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83600" y="34544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8360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7885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74100" y="34544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69350" y="34544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153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7282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282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110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39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768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597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619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 flipH="1">
            <a:off x="9486900" y="41656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483600" y="39751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360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885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74100" y="39751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69350" y="39751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153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97282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82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110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39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768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597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0619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 flipH="1">
            <a:off x="9486900" y="47117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483600" y="45212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8360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7885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74100" y="45212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69350" y="45212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1153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0160000" y="50292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3200400" y="2451100"/>
            <a:ext cx="1219200" cy="2654300"/>
          </a:xfrm>
          <a:prstGeom prst="rect">
            <a:avLst/>
          </a:prstGeom>
          <a:solidFill>
            <a:srgbClr val="D8CBBC"/>
          </a:solidFill>
          <a:ln w="9525">
            <a:solidFill>
              <a:srgbClr val="8B7B6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00400" y="2489200"/>
            <a:ext cx="121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140" name="Shape 138"/>
          <p:cNvSpPr/>
          <p:nvPr/>
        </p:nvSpPr>
        <p:spPr>
          <a:xfrm flipV="1">
            <a:off x="3810000" y="3200400"/>
            <a:ext cx="381000" cy="1778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3810000" y="3721100"/>
            <a:ext cx="177800" cy="12573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 flipH="1" flipV="1">
            <a:off x="3733800" y="4241800"/>
            <a:ext cx="76200" cy="7366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 flipH="1" flipV="1">
            <a:off x="3505200" y="4800600"/>
            <a:ext cx="304800" cy="1778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4146550" y="30670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43350" y="35877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89350" y="41084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460750" y="46672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pic>
        <p:nvPicPr>
          <p:cNvPr id="148" name="Image 0" descr="/home/ahmed/Projects/ai_llm_slides/videos/deep-learning/001_transformers_part1/recreated_pptx/build/assets/eq_Kq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22" y="2508252"/>
            <a:ext cx="333756" cy="190497"/>
          </a:xfrm>
          <a:prstGeom prst="rect">
            <a:avLst/>
          </a:prstGeom>
        </p:spPr>
      </p:pic>
      <p:sp>
        <p:nvSpPr>
          <p:cNvPr id="149" name="Shape 146"/>
          <p:cNvSpPr/>
          <p:nvPr/>
        </p:nvSpPr>
        <p:spPr>
          <a:xfrm>
            <a:off x="4724400" y="2247900"/>
            <a:ext cx="609600" cy="2895600"/>
          </a:xfrm>
          <a:prstGeom prst="rect">
            <a:avLst/>
          </a:prstGeom>
          <a:solidFill>
            <a:srgbClr val="FAF36E"/>
          </a:solidFill>
          <a:ln w="9525">
            <a:solidFill>
              <a:srgbClr val="DDBA3C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787900" y="2324100"/>
            <a:ext cx="482600" cy="2755900"/>
          </a:xfrm>
          <a:prstGeom prst="rect">
            <a:avLst/>
          </a:prstGeom>
          <a:solidFill>
            <a:srgbClr val="FFF069"/>
          </a:solidFill>
          <a:ln w="12700">
            <a:solidFill>
              <a:srgbClr val="DDBA3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 rot="5400000">
            <a:off x="4724400" y="2247900"/>
            <a:ext cx="609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1100" dirty="0"/>
          </a:p>
        </p:txBody>
      </p:sp>
      <p:pic>
        <p:nvPicPr>
          <p:cNvPr id="152" name="Image 1" descr="/home/ahmed/Projects/ai_llm_slides/videos/deep-learning/001_transformers_part1/recreated_pptx/build/assets/eq_Kq_num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16" y="2426210"/>
            <a:ext cx="309369" cy="176781"/>
          </a:xfrm>
          <a:prstGeom prst="rect">
            <a:avLst/>
          </a:prstGeom>
        </p:spPr>
      </p:pic>
      <p:sp>
        <p:nvSpPr>
          <p:cNvPr id="153" name="Shape 149"/>
          <p:cNvSpPr/>
          <p:nvPr/>
        </p:nvSpPr>
        <p:spPr>
          <a:xfrm>
            <a:off x="5308600" y="2616200"/>
            <a:ext cx="393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pic>
        <p:nvPicPr>
          <p:cNvPr id="154" name="Image 2" descr="/home/ahmed/Projects/ai_llm_slides/videos/deep-learning/001_transformers_part1/recreated_pptx/build/assets/eq_Sqrtd_0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98" y="2649222"/>
            <a:ext cx="260604" cy="213357"/>
          </a:xfrm>
          <a:prstGeom prst="rect">
            <a:avLst/>
          </a:prstGeom>
        </p:spPr>
      </p:pic>
      <p:sp>
        <p:nvSpPr>
          <p:cNvPr id="155" name="Shape 150"/>
          <p:cNvSpPr/>
          <p:nvPr/>
        </p:nvSpPr>
        <p:spPr>
          <a:xfrm>
            <a:off x="5829300" y="2463800"/>
            <a:ext cx="381000" cy="2641600"/>
          </a:xfrm>
          <a:prstGeom prst="rect">
            <a:avLst/>
          </a:prstGeom>
          <a:solidFill>
            <a:srgbClr val="F7DFF9"/>
          </a:solidFill>
          <a:ln w="9525">
            <a:solidFill>
              <a:srgbClr val="E0C7E8"/>
            </a:solidFill>
            <a:prstDash val="solid"/>
          </a:ln>
        </p:spPr>
      </p:sp>
      <p:sp>
        <p:nvSpPr>
          <p:cNvPr id="156" name="Text 151"/>
          <p:cNvSpPr/>
          <p:nvPr/>
        </p:nvSpPr>
        <p:spPr>
          <a:xfrm rot="5400000">
            <a:off x="5829300" y="2463800"/>
            <a:ext cx="3810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57" name="Shape 152"/>
          <p:cNvSpPr/>
          <p:nvPr/>
        </p:nvSpPr>
        <p:spPr>
          <a:xfrm>
            <a:off x="2463800" y="31242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8" name="Shape 153"/>
          <p:cNvSpPr/>
          <p:nvPr/>
        </p:nvSpPr>
        <p:spPr>
          <a:xfrm>
            <a:off x="4419600" y="31242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5346700" y="31242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55"/>
          <p:cNvSpPr/>
          <p:nvPr/>
        </p:nvSpPr>
        <p:spPr>
          <a:xfrm>
            <a:off x="6210300" y="3124200"/>
            <a:ext cx="3937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1" name="Shape 156"/>
          <p:cNvSpPr/>
          <p:nvPr/>
        </p:nvSpPr>
        <p:spPr>
          <a:xfrm>
            <a:off x="2463800" y="3644900"/>
            <a:ext cx="1422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2" name="Shape 157"/>
          <p:cNvSpPr/>
          <p:nvPr/>
        </p:nvSpPr>
        <p:spPr>
          <a:xfrm>
            <a:off x="4419600" y="36449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3" name="Shape 158"/>
          <p:cNvSpPr/>
          <p:nvPr/>
        </p:nvSpPr>
        <p:spPr>
          <a:xfrm>
            <a:off x="5346700" y="36449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4" name="Shape 159"/>
          <p:cNvSpPr/>
          <p:nvPr/>
        </p:nvSpPr>
        <p:spPr>
          <a:xfrm>
            <a:off x="6210300" y="3644900"/>
            <a:ext cx="749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5" name="Shape 160"/>
          <p:cNvSpPr/>
          <p:nvPr/>
        </p:nvSpPr>
        <p:spPr>
          <a:xfrm>
            <a:off x="2463800" y="4165600"/>
            <a:ext cx="1168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6" name="Shape 161"/>
          <p:cNvSpPr/>
          <p:nvPr/>
        </p:nvSpPr>
        <p:spPr>
          <a:xfrm>
            <a:off x="4419600" y="41656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7" name="Shape 162"/>
          <p:cNvSpPr/>
          <p:nvPr/>
        </p:nvSpPr>
        <p:spPr>
          <a:xfrm>
            <a:off x="5346700" y="41656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8" name="Shape 163"/>
          <p:cNvSpPr/>
          <p:nvPr/>
        </p:nvSpPr>
        <p:spPr>
          <a:xfrm>
            <a:off x="6210300" y="4165600"/>
            <a:ext cx="1130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9" name="Shape 164"/>
          <p:cNvSpPr/>
          <p:nvPr/>
        </p:nvSpPr>
        <p:spPr>
          <a:xfrm>
            <a:off x="2463800" y="4711700"/>
            <a:ext cx="939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0" name="Shape 165"/>
          <p:cNvSpPr/>
          <p:nvPr/>
        </p:nvSpPr>
        <p:spPr>
          <a:xfrm>
            <a:off x="4419600" y="47117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1" name="Shape 166"/>
          <p:cNvSpPr/>
          <p:nvPr/>
        </p:nvSpPr>
        <p:spPr>
          <a:xfrm>
            <a:off x="5346700" y="47117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2" name="Shape 167"/>
          <p:cNvSpPr/>
          <p:nvPr/>
        </p:nvSpPr>
        <p:spPr>
          <a:xfrm>
            <a:off x="6210300" y="4711700"/>
            <a:ext cx="151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3" name="Shape 168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solidFill>
            <a:srgbClr val="EBFDFC"/>
          </a:solidFill>
          <a:ln w="9525">
            <a:solidFill>
              <a:srgbClr val="C9BEB2"/>
            </a:solidFill>
            <a:prstDash val="solid"/>
          </a:ln>
        </p:spPr>
      </p:sp>
      <p:sp>
        <p:nvSpPr>
          <p:cNvPr id="174" name="Text 169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175" name="Shape 170"/>
          <p:cNvSpPr/>
          <p:nvPr/>
        </p:nvSpPr>
        <p:spPr>
          <a:xfrm flipH="1">
            <a:off x="6921500" y="3124200"/>
            <a:ext cx="1981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1"/>
          <p:cNvSpPr/>
          <p:nvPr/>
        </p:nvSpPr>
        <p:spPr>
          <a:xfrm flipV="1">
            <a:off x="6769100" y="2908300"/>
            <a:ext cx="0" cy="114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7" name="Shape 172"/>
          <p:cNvSpPr/>
          <p:nvPr/>
        </p:nvSpPr>
        <p:spPr>
          <a:xfrm>
            <a:off x="6667500" y="30226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 flipV="1"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0" name="Shape 175"/>
          <p:cNvSpPr/>
          <p:nvPr/>
        </p:nvSpPr>
        <p:spPr>
          <a:xfrm flipH="1">
            <a:off x="7277100" y="36449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1" name="Shape 176"/>
          <p:cNvSpPr/>
          <p:nvPr/>
        </p:nvSpPr>
        <p:spPr>
          <a:xfrm flipV="1">
            <a:off x="7124700" y="2908300"/>
            <a:ext cx="0" cy="635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2" name="Shape 177"/>
          <p:cNvSpPr/>
          <p:nvPr/>
        </p:nvSpPr>
        <p:spPr>
          <a:xfrm>
            <a:off x="7023100" y="35433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3" name="Shape 178"/>
          <p:cNvSpPr/>
          <p:nvPr/>
        </p:nvSpPr>
        <p:spPr>
          <a:xfrm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4" name="Shape 179"/>
          <p:cNvSpPr/>
          <p:nvPr/>
        </p:nvSpPr>
        <p:spPr>
          <a:xfrm flipV="1"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5" name="Shape 180"/>
          <p:cNvSpPr/>
          <p:nvPr/>
        </p:nvSpPr>
        <p:spPr>
          <a:xfrm flipH="1">
            <a:off x="7658100" y="4165600"/>
            <a:ext cx="1244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6" name="Shape 181"/>
          <p:cNvSpPr/>
          <p:nvPr/>
        </p:nvSpPr>
        <p:spPr>
          <a:xfrm flipV="1">
            <a:off x="7505700" y="2908300"/>
            <a:ext cx="0" cy="11557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7" name="Shape 182"/>
          <p:cNvSpPr/>
          <p:nvPr/>
        </p:nvSpPr>
        <p:spPr>
          <a:xfrm>
            <a:off x="7404100" y="40640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 flipV="1"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0" name="Shape 185"/>
          <p:cNvSpPr/>
          <p:nvPr/>
        </p:nvSpPr>
        <p:spPr>
          <a:xfrm flipH="1">
            <a:off x="8039100" y="4711700"/>
            <a:ext cx="863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1" name="Shape 186"/>
          <p:cNvSpPr/>
          <p:nvPr/>
        </p:nvSpPr>
        <p:spPr>
          <a:xfrm flipV="1">
            <a:off x="7886700" y="2908300"/>
            <a:ext cx="0" cy="16764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2" name="Shape 187"/>
          <p:cNvSpPr/>
          <p:nvPr/>
        </p:nvSpPr>
        <p:spPr>
          <a:xfrm>
            <a:off x="7785100" y="45847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93" name="Shape 188"/>
          <p:cNvSpPr/>
          <p:nvPr/>
        </p:nvSpPr>
        <p:spPr>
          <a:xfrm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4" name="Shape 189"/>
          <p:cNvSpPr/>
          <p:nvPr/>
        </p:nvSpPr>
        <p:spPr>
          <a:xfrm flipV="1"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95" name="Shape 190"/>
          <p:cNvSpPr/>
          <p:nvPr/>
        </p:nvSpPr>
        <p:spPr>
          <a:xfrm flipV="1">
            <a:off x="6959600" y="1905000"/>
            <a:ext cx="381000" cy="177800"/>
          </a:xfrm>
          <a:prstGeom prst="line">
            <a:avLst/>
          </a:prstGeom>
          <a:noFill/>
          <a:ln w="5715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196" name="Shape 191"/>
          <p:cNvSpPr/>
          <p:nvPr/>
        </p:nvSpPr>
        <p:spPr>
          <a:xfrm flipV="1">
            <a:off x="7404100" y="18796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7" name="Shape 192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959600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7090229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7220857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7351486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2" name="Shape 197"/>
          <p:cNvSpPr/>
          <p:nvPr/>
        </p:nvSpPr>
        <p:spPr>
          <a:xfrm>
            <a:off x="7482114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3" name="Shape 198"/>
          <p:cNvSpPr/>
          <p:nvPr/>
        </p:nvSpPr>
        <p:spPr>
          <a:xfrm>
            <a:off x="7612743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7743371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ln w="12700">
            <a:solidFill>
              <a:srgbClr val="00B050"/>
            </a:solidFill>
            <a:prstDash val="dash"/>
          </a:ln>
        </p:spPr>
      </p:sp>
      <p:sp>
        <p:nvSpPr>
          <p:cNvPr id="206" name="Text 201"/>
          <p:cNvSpPr/>
          <p:nvPr/>
        </p:nvSpPr>
        <p:spPr>
          <a:xfrm>
            <a:off x="7188200" y="15748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7" name="Shape 202"/>
          <p:cNvSpPr/>
          <p:nvPr/>
        </p:nvSpPr>
        <p:spPr>
          <a:xfrm>
            <a:off x="3441700" y="2044700"/>
            <a:ext cx="825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3441700" y="2044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09" name="Shape 204"/>
          <p:cNvSpPr/>
          <p:nvPr/>
        </p:nvSpPr>
        <p:spPr>
          <a:xfrm>
            <a:off x="5435600" y="2044700"/>
            <a:ext cx="10922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5435600" y="20447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11" name="Shape 206"/>
          <p:cNvSpPr/>
          <p:nvPr/>
        </p:nvSpPr>
        <p:spPr>
          <a:xfrm>
            <a:off x="7569200" y="2044700"/>
            <a:ext cx="1206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569200" y="204470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13" name="Shape 208"/>
          <p:cNvSpPr/>
          <p:nvPr/>
        </p:nvSpPr>
        <p:spPr>
          <a:xfrm>
            <a:off x="2286000" y="6007100"/>
            <a:ext cx="3937000" cy="546100"/>
          </a:xfrm>
          <a:prstGeom prst="roundRect">
            <a:avLst>
              <a:gd name="adj" fmla="val 10047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14" name="Shape 209"/>
          <p:cNvSpPr/>
          <p:nvPr/>
        </p:nvSpPr>
        <p:spPr>
          <a:xfrm>
            <a:off x="23622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15" name="Shape 210"/>
          <p:cNvSpPr/>
          <p:nvPr/>
        </p:nvSpPr>
        <p:spPr>
          <a:xfrm>
            <a:off x="23622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24892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26162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7432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28702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0" name="Text 215"/>
          <p:cNvSpPr/>
          <p:nvPr/>
        </p:nvSpPr>
        <p:spPr>
          <a:xfrm>
            <a:off x="25527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1" name="Shape 216"/>
          <p:cNvSpPr/>
          <p:nvPr/>
        </p:nvSpPr>
        <p:spPr>
          <a:xfrm>
            <a:off x="33274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6FD5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332740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352044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371348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390652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409956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36830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8" name="Shape 223"/>
          <p:cNvSpPr/>
          <p:nvPr/>
        </p:nvSpPr>
        <p:spPr>
          <a:xfrm>
            <a:off x="43307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43307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0" name="Shape 225"/>
          <p:cNvSpPr/>
          <p:nvPr/>
        </p:nvSpPr>
        <p:spPr>
          <a:xfrm>
            <a:off x="44577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1" name="Shape 226"/>
          <p:cNvSpPr/>
          <p:nvPr/>
        </p:nvSpPr>
        <p:spPr>
          <a:xfrm>
            <a:off x="45847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2" name="Shape 227"/>
          <p:cNvSpPr/>
          <p:nvPr/>
        </p:nvSpPr>
        <p:spPr>
          <a:xfrm>
            <a:off x="47117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48387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45212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5" name="Shape 230"/>
          <p:cNvSpPr/>
          <p:nvPr/>
        </p:nvSpPr>
        <p:spPr>
          <a:xfrm>
            <a:off x="50038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5003800" y="6134100"/>
            <a:ext cx="19304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7" name="Shape 232"/>
          <p:cNvSpPr/>
          <p:nvPr/>
        </p:nvSpPr>
        <p:spPr>
          <a:xfrm>
            <a:off x="5196840" y="6134100"/>
            <a:ext cx="19304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8" name="Shape 233"/>
          <p:cNvSpPr/>
          <p:nvPr/>
        </p:nvSpPr>
        <p:spPr>
          <a:xfrm>
            <a:off x="5389880" y="6134100"/>
            <a:ext cx="19304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9" name="Shape 234"/>
          <p:cNvSpPr/>
          <p:nvPr/>
        </p:nvSpPr>
        <p:spPr>
          <a:xfrm>
            <a:off x="5582920" y="6134100"/>
            <a:ext cx="19304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40" name="Shape 235"/>
          <p:cNvSpPr/>
          <p:nvPr/>
        </p:nvSpPr>
        <p:spPr>
          <a:xfrm>
            <a:off x="5775960" y="6134100"/>
            <a:ext cx="19304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41" name="Text 236"/>
          <p:cNvSpPr/>
          <p:nvPr/>
        </p:nvSpPr>
        <p:spPr>
          <a:xfrm>
            <a:off x="53594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2" name="Shape 237"/>
          <p:cNvSpPr/>
          <p:nvPr/>
        </p:nvSpPr>
        <p:spPr>
          <a:xfrm flipV="1">
            <a:off x="3429000" y="6464300"/>
            <a:ext cx="317500" cy="228600"/>
          </a:xfrm>
          <a:prstGeom prst="line">
            <a:avLst/>
          </a:prstGeom>
          <a:noFill/>
          <a:ln w="63500">
            <a:solidFill>
              <a:srgbClr val="E00000"/>
            </a:solidFill>
            <a:prstDash val="solid"/>
            <a:tailEnd type="triangle"/>
          </a:ln>
        </p:spPr>
      </p:sp>
      <p:sp>
        <p:nvSpPr>
          <p:cNvPr id="243" name="Shape 238"/>
          <p:cNvSpPr/>
          <p:nvPr/>
        </p:nvSpPr>
        <p:spPr>
          <a:xfrm flipV="1">
            <a:off x="3784600" y="58801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4" name="Shape 239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45" name="Text 240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950" dirty="0"/>
          </a:p>
        </p:txBody>
      </p:sp>
      <p:sp>
        <p:nvSpPr>
          <p:cNvPr id="246" name="Shape 241"/>
          <p:cNvSpPr/>
          <p:nvPr/>
        </p:nvSpPr>
        <p:spPr>
          <a:xfrm flipV="1">
            <a:off x="3784600" y="5156200"/>
            <a:ext cx="0" cy="355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7" name="Text 242"/>
          <p:cNvSpPr/>
          <p:nvPr/>
        </p:nvSpPr>
        <p:spPr>
          <a:xfrm>
            <a:off x="3517900" y="52324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8" name="Shape 243"/>
          <p:cNvSpPr/>
          <p:nvPr/>
        </p:nvSpPr>
        <p:spPr>
          <a:xfrm>
            <a:off x="3873500" y="5245100"/>
            <a:ext cx="406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9" name="Shape 244"/>
          <p:cNvSpPr/>
          <p:nvPr/>
        </p:nvSpPr>
        <p:spPr>
          <a:xfrm>
            <a:off x="387350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0" name="Shape 245"/>
          <p:cNvSpPr/>
          <p:nvPr/>
        </p:nvSpPr>
        <p:spPr>
          <a:xfrm>
            <a:off x="395478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1" name="Shape 246"/>
          <p:cNvSpPr/>
          <p:nvPr/>
        </p:nvSpPr>
        <p:spPr>
          <a:xfrm>
            <a:off x="4036060" y="5245100"/>
            <a:ext cx="81280" cy="152400"/>
          </a:xfrm>
          <a:prstGeom prst="rect">
            <a:avLst/>
          </a:prstGeom>
          <a:solidFill>
            <a:srgbClr val="EDFEE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2" name="Shape 247"/>
          <p:cNvSpPr/>
          <p:nvPr/>
        </p:nvSpPr>
        <p:spPr>
          <a:xfrm>
            <a:off x="4117340" y="5245100"/>
            <a:ext cx="8128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3" name="Shape 248"/>
          <p:cNvSpPr/>
          <p:nvPr/>
        </p:nvSpPr>
        <p:spPr>
          <a:xfrm>
            <a:off x="4198620" y="5245100"/>
            <a:ext cx="8128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4" name="Shape 249"/>
          <p:cNvSpPr/>
          <p:nvPr/>
        </p:nvSpPr>
        <p:spPr>
          <a:xfrm>
            <a:off x="9347200" y="5918200"/>
            <a:ext cx="2184400" cy="787400"/>
          </a:xfrm>
          <a:prstGeom prst="roundRect">
            <a:avLst>
              <a:gd name="adj" fmla="val 6968"/>
            </a:avLst>
          </a:prstGeom>
          <a:solidFill>
            <a:srgbClr val="E7FDE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5" name="Shape 250"/>
          <p:cNvSpPr/>
          <p:nvPr/>
        </p:nvSpPr>
        <p:spPr>
          <a:xfrm>
            <a:off x="9525000" y="5981700"/>
            <a:ext cx="330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6" name="Shape 251"/>
          <p:cNvSpPr/>
          <p:nvPr/>
        </p:nvSpPr>
        <p:spPr>
          <a:xfrm>
            <a:off x="952500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7" name="Shape 252"/>
          <p:cNvSpPr/>
          <p:nvPr/>
        </p:nvSpPr>
        <p:spPr>
          <a:xfrm>
            <a:off x="960755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8" name="Shape 253"/>
          <p:cNvSpPr/>
          <p:nvPr/>
        </p:nvSpPr>
        <p:spPr>
          <a:xfrm>
            <a:off x="9690100" y="5981700"/>
            <a:ext cx="825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9" name="Shape 254"/>
          <p:cNvSpPr/>
          <p:nvPr/>
        </p:nvSpPr>
        <p:spPr>
          <a:xfrm>
            <a:off x="9772650" y="5981700"/>
            <a:ext cx="8255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60" name="Image 3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706" y="6154672"/>
            <a:ext cx="252987" cy="111255"/>
          </a:xfrm>
          <a:prstGeom prst="rect">
            <a:avLst/>
          </a:prstGeom>
        </p:spPr>
      </p:pic>
      <p:sp>
        <p:nvSpPr>
          <p:cNvPr id="261" name="Shape 255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solidFill>
            <a:srgbClr val="FAFBCE"/>
          </a:solidFill>
          <a:ln w="12700">
            <a:solidFill>
              <a:srgbClr val="8B7B6C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263" name="Text 257"/>
          <p:cNvSpPr/>
          <p:nvPr/>
        </p:nvSpPr>
        <p:spPr>
          <a:xfrm>
            <a:off x="10477500" y="60706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64" name="Shape 258"/>
          <p:cNvSpPr/>
          <p:nvPr/>
        </p:nvSpPr>
        <p:spPr>
          <a:xfrm>
            <a:off x="10744200" y="6134100"/>
            <a:ext cx="457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5" name="Shape 259"/>
          <p:cNvSpPr/>
          <p:nvPr/>
        </p:nvSpPr>
        <p:spPr>
          <a:xfrm>
            <a:off x="1074420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6" name="Shape 260"/>
          <p:cNvSpPr/>
          <p:nvPr/>
        </p:nvSpPr>
        <p:spPr>
          <a:xfrm>
            <a:off x="1083564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10927080" y="6134100"/>
            <a:ext cx="9144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8" name="Shape 262"/>
          <p:cNvSpPr/>
          <p:nvPr/>
        </p:nvSpPr>
        <p:spPr>
          <a:xfrm>
            <a:off x="11018520" y="6134100"/>
            <a:ext cx="9144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11109960" y="6134100"/>
            <a:ext cx="9144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70" name="Image 4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406" y="6307072"/>
            <a:ext cx="252987" cy="111255"/>
          </a:xfrm>
          <a:prstGeom prst="rect">
            <a:avLst/>
          </a:prstGeom>
        </p:spPr>
      </p:pic>
      <p:pic>
        <p:nvPicPr>
          <p:cNvPr id="271" name="Image 5" descr="/home/ahmed/Projects/ai_llm_slides/videos/deep-learning/001_transformers_part1/recreated_pptx/build/assets/eq_dxd_0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7698" y="6434072"/>
            <a:ext cx="260604" cy="111255"/>
          </a:xfrm>
          <a:prstGeom prst="rect">
            <a:avLst/>
          </a:prstGeom>
        </p:spPr>
      </p:pic>
      <p:sp>
        <p:nvSpPr>
          <p:cNvPr id="272" name="Text 264"/>
          <p:cNvSpPr/>
          <p:nvPr/>
        </p:nvSpPr>
        <p:spPr>
          <a:xfrm>
            <a:off x="9448800" y="6540500"/>
            <a:ext cx="198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73" name="Text 265"/>
          <p:cNvSpPr/>
          <p:nvPr/>
        </p:nvSpPr>
        <p:spPr>
          <a:xfrm>
            <a:off x="2578100" y="6731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(Adding Scaling)</a:t>
            </a:r>
            <a:endParaRPr lang="en-US" sz="2000" dirty="0"/>
          </a:p>
        </p:txBody>
      </p:sp>
      <p:sp>
        <p:nvSpPr>
          <p:cNvPr id="274" name="Text 266"/>
          <p:cNvSpPr/>
          <p:nvPr/>
        </p:nvSpPr>
        <p:spPr>
          <a:xfrm>
            <a:off x="1816100" y="965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2026-10-11T11:46:47Z</dcterms:created>
  <dcterms:modified xsi:type="dcterms:W3CDTF">2026-10-11T11:46:47Z</dcterms:modified>
</cp:coreProperties>
</file>