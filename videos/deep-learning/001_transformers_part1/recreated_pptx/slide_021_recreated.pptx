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76300" y="2159000"/>
            <a:ext cx="10299700" cy="3835400"/>
          </a:xfrm>
          <a:prstGeom prst="rect">
            <a:avLst/>
          </a:prstGeom>
          <a:solidFill>
            <a:srgbClr val="FFFFFF"/>
          </a:solidFill>
          <a:ln w="19050">
            <a:solidFill>
              <a:srgbClr val="3333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90600" y="2508250"/>
            <a:ext cx="10160000" cy="330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95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bag-of-words model:</a:t>
            </a:r>
            <a:endParaRPr lang="en-US" sz="2000" dirty="0"/>
          </a:p>
          <a:p>
            <a:pPr algn="l" indent="0" marL="0">
              <a:lnSpc>
                <a:spcPts val="224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predicts the middle word based on surrounding context words. The context consists of a</a:t>
            </a:r>
            <a:endParaRPr lang="en-US" sz="2000" dirty="0"/>
          </a:p>
          <a:p>
            <a:pPr algn="l" indent="0" marL="0">
              <a:lnSpc>
                <a:spcPts val="224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 words before and after the current (middle) word. This architecture is called a bag-of-</a:t>
            </a:r>
            <a:endParaRPr lang="en-US" sz="2000" dirty="0"/>
          </a:p>
          <a:p>
            <a:pPr algn="l" indent="0" marL="0">
              <a:lnSpc>
                <a:spcPts val="224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words model as the order of words in the context is not important.</a:t>
            </a:r>
            <a:endParaRPr lang="en-US" sz="2000" dirty="0"/>
          </a:p>
          <a:p>
            <a:pPr algn="l" indent="0" marL="0">
              <a:lnSpc>
                <a:spcPts val="224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000" dirty="0"/>
          </a:p>
          <a:p>
            <a:pPr algn="l" indent="0" marL="0">
              <a:lnSpc>
                <a:spcPts val="2240"/>
              </a:lnSpc>
              <a:buNone/>
            </a:pPr>
            <a:r>
              <a:rPr lang="en-US" sz="195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skip-gram model:</a:t>
            </a:r>
            <a:endParaRPr lang="en-US" sz="2000" dirty="0"/>
          </a:p>
          <a:p>
            <a:pPr algn="l" indent="0" marL="0">
              <a:lnSpc>
                <a:spcPts val="224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predicts words within a certain range before and after the current word in the same</a:t>
            </a:r>
            <a:endParaRPr lang="en-US" sz="2000" dirty="0"/>
          </a:p>
          <a:p>
            <a:pPr algn="l" indent="0" marL="0">
              <a:lnSpc>
                <a:spcPts val="224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sentence.</a:t>
            </a:r>
            <a:endParaRPr lang="en-US" sz="2000" dirty="0"/>
          </a:p>
          <a:p>
            <a:pPr algn="l" indent="0" marL="0">
              <a:lnSpc>
                <a:spcPts val="224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000" dirty="0"/>
          </a:p>
          <a:p>
            <a:pPr algn="l" indent="0" marL="0">
              <a:lnSpc>
                <a:spcPts val="224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</a:t>
            </a:r>
            <a:pPr algn="l" indent="0" marL="0">
              <a:lnSpc>
                <a:spcPts val="2240"/>
              </a:lnSpc>
              <a:buNone/>
            </a:pPr>
            <a:r>
              <a:rPr lang="en-US" sz="2000" dirty="0">
                <a:solidFill>
                  <a:srgbClr val="33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bag-of-words model</a:t>
            </a:r>
            <a:pPr algn="l" indent="0" marL="0">
              <a:lnSpc>
                <a:spcPts val="224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predicts a word given the neighboring context, a </a:t>
            </a:r>
            <a:pPr algn="l" indent="0" marL="0">
              <a:lnSpc>
                <a:spcPts val="2240"/>
              </a:lnSpc>
              <a:buNone/>
            </a:pPr>
            <a:r>
              <a:rPr lang="en-US" sz="2000" dirty="0">
                <a:solidFill>
                  <a:srgbClr val="33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skip-gram model</a:t>
            </a:r>
            <a:endParaRPr lang="en-US" sz="2000" dirty="0"/>
          </a:p>
          <a:p>
            <a:pPr algn="l" indent="0" marL="0">
              <a:lnSpc>
                <a:spcPts val="224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predicts the context (or neighbors) of a word, given the word itself.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451100" y="759460"/>
            <a:ext cx="762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5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Embedding</a:t>
            </a:r>
            <a:endParaRPr lang="en-US" sz="3500" dirty="0"/>
          </a:p>
        </p:txBody>
      </p:sp>
      <p:sp>
        <p:nvSpPr>
          <p:cNvPr id="8" name="Text 6"/>
          <p:cNvSpPr/>
          <p:nvPr/>
        </p:nvSpPr>
        <p:spPr>
          <a:xfrm>
            <a:off x="1447800" y="1289050"/>
            <a:ext cx="96520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5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bag-of-words (CBOW)   vs Skip-Gram Models</a:t>
            </a:r>
            <a:endParaRPr lang="en-US" sz="2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2026-10-11T22:35:55Z</dcterms:created>
  <dcterms:modified xsi:type="dcterms:W3CDTF">2026-10-11T22:35:55Z</dcterms:modified>
</cp:coreProperties>
</file>