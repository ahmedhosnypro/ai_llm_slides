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3400" y="2977286"/>
            <a:ext cx="111379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</a:t>
            </a:r>
            <a:endParaRPr lang="en-US" sz="4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2026-10-11T22:30:46Z</dcterms:created>
  <dcterms:modified xsi:type="dcterms:W3CDTF">2026-10-11T22:30:46Z</dcterms:modified>
</cp:coreProperties>
</file>