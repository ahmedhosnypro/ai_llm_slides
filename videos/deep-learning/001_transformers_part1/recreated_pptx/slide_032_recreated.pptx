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0250" y="831850"/>
            <a:ext cx="5200650" cy="2609850"/>
          </a:xfrm>
          <a:prstGeom prst="roundRect">
            <a:avLst>
              <a:gd name="adj" fmla="val 6307"/>
            </a:avLst>
          </a:prstGeom>
          <a:solidFill>
            <a:srgbClr val="FEFFFD"/>
          </a:solidFill>
          <a:ln w="31750">
            <a:solidFill>
              <a:srgbClr val="8A212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1700" y="1371600"/>
            <a:ext cx="1727200" cy="457200"/>
          </a:xfrm>
          <a:prstGeom prst="roundRect">
            <a:avLst>
              <a:gd name="adj" fmla="val 34000"/>
            </a:avLst>
          </a:prstGeom>
          <a:solidFill>
            <a:srgbClr val="F2C9EF"/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451100" y="1416050"/>
            <a:ext cx="177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22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49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097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24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7399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526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2057400" y="1466850"/>
            <a:ext cx="279400" cy="279400"/>
          </a:xfrm>
          <a:prstGeom prst="ellipse">
            <a:avLst/>
          </a:prstGeom>
          <a:solidFill>
            <a:srgbClr val="D2C2EA"/>
          </a:solidFill>
          <a:ln w="15875">
            <a:solidFill>
              <a:srgbClr val="8F1B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70100" y="1530350"/>
            <a:ext cx="254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7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422400" y="1968500"/>
            <a:ext cx="4318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2305050" y="1784350"/>
            <a:ext cx="3302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1xd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16150" y="2622550"/>
            <a:ext cx="50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52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806700" y="1092200"/>
            <a:ext cx="1917700" cy="2197100"/>
          </a:xfrm>
          <a:prstGeom prst="roundRect">
            <a:avLst>
              <a:gd name="adj" fmla="val 4768"/>
            </a:avLst>
          </a:prstGeom>
          <a:solidFill>
            <a:srgbClr val="F7C7CB"/>
          </a:solidFill>
          <a:ln w="12700">
            <a:solidFill>
              <a:srgbClr val="D5AAB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893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719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54500" y="1104900"/>
            <a:ext cx="0" cy="217170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400" y="16383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9400" y="21590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19400" y="2679700"/>
            <a:ext cx="1892300" cy="0"/>
          </a:xfrm>
          <a:prstGeom prst="line">
            <a:avLst/>
          </a:prstGeom>
          <a:noFill/>
          <a:ln w="12700">
            <a:solidFill>
              <a:srgbClr val="D5AAB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146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972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798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49750" y="13081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1C1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146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972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798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49750" y="17970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8A1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146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972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798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49750" y="235585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B081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146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972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798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9C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349750" y="2844800"/>
            <a:ext cx="2667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850" b="1" baseline="-40000" dirty="0">
                <a:solidFill>
                  <a:srgbClr val="5590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4279900" y="3035300"/>
            <a:ext cx="3810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62B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dxd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64100" y="2044700"/>
            <a:ext cx="25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12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5213350" y="1092200"/>
            <a:ext cx="520700" cy="2178050"/>
          </a:xfrm>
          <a:prstGeom prst="roundRect">
            <a:avLst>
              <a:gd name="adj" fmla="val 21073"/>
            </a:avLst>
          </a:prstGeom>
          <a:solidFill>
            <a:srgbClr val="F7C7C9"/>
          </a:solidFill>
          <a:ln w="15875">
            <a:solidFill>
              <a:srgbClr val="7A1E2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270500" y="13208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76850" y="13208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270500" y="18034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76850" y="18034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270500" y="23495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76850" y="23495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270500" y="2882900"/>
            <a:ext cx="393700" cy="177800"/>
          </a:xfrm>
          <a:prstGeom prst="rect">
            <a:avLst/>
          </a:prstGeom>
          <a:solidFill>
            <a:srgbClr val="F6F7C1"/>
          </a:solidFill>
          <a:ln w="9525">
            <a:solidFill>
              <a:srgbClr val="A8A88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76850" y="28829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5E3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016750" y="150495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spc="125" kern="0" dirty="0">
                <a:solidFill>
                  <a:srgbClr val="8B10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Transformation</a:t>
            </a:r>
            <a:endParaRPr lang="en-US" sz="2200" dirty="0"/>
          </a:p>
        </p:txBody>
      </p:sp>
      <p:sp>
        <p:nvSpPr>
          <p:cNvPr id="71" name="Text 69"/>
          <p:cNvSpPr/>
          <p:nvPr/>
        </p:nvSpPr>
        <p:spPr>
          <a:xfrm>
            <a:off x="6889750" y="18034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i="1" spc="210" kern="0" dirty="0">
                <a:solidFill>
                  <a:srgbClr val="0800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(= Fully connected Layer)</a:t>
            </a:r>
            <a:endParaRPr lang="en-US" sz="2000" dirty="0"/>
          </a:p>
        </p:txBody>
      </p:sp>
      <p:sp>
        <p:nvSpPr>
          <p:cNvPr id="72" name="Shape 70"/>
          <p:cNvSpPr/>
          <p:nvPr/>
        </p:nvSpPr>
        <p:spPr>
          <a:xfrm>
            <a:off x="6159500" y="1860550"/>
            <a:ext cx="838200" cy="3873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6654800" y="2247900"/>
            <a:ext cx="342900" cy="349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4" name="Shape 72"/>
          <p:cNvSpPr/>
          <p:nvPr/>
        </p:nvSpPr>
        <p:spPr>
          <a:xfrm rot="10800000">
            <a:off x="6654800" y="2590800"/>
            <a:ext cx="342900" cy="425450"/>
          </a:xfrm>
          <a:prstGeom prst="triangle">
            <a:avLst/>
          </a:prstGeom>
          <a:solidFill>
            <a:srgbClr val="FFFFFF"/>
          </a:solidFill>
          <a:ln/>
        </p:spPr>
      </p:sp>
      <p:sp>
        <p:nvSpPr>
          <p:cNvPr id="75" name="Shape 73"/>
          <p:cNvSpPr/>
          <p:nvPr/>
        </p:nvSpPr>
        <p:spPr>
          <a:xfrm>
            <a:off x="6159500" y="1860550"/>
            <a:ext cx="8382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997700" y="1860550"/>
            <a:ext cx="0" cy="7366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H="1">
            <a:off x="6832600" y="2597150"/>
            <a:ext cx="1651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H="1" flipV="1">
            <a:off x="6654800" y="2597150"/>
            <a:ext cx="177800" cy="41910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654800" y="2247900"/>
            <a:ext cx="0" cy="3492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H="1">
            <a:off x="6159500" y="2247900"/>
            <a:ext cx="495300" cy="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6159500" y="1860550"/>
            <a:ext cx="0" cy="387350"/>
          </a:xfrm>
          <a:prstGeom prst="line">
            <a:avLst/>
          </a:prstGeom>
          <a:noFill/>
          <a:ln w="28575">
            <a:solidFill>
              <a:srgbClr val="CA596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013450" y="3136900"/>
            <a:ext cx="5537200" cy="3314700"/>
          </a:xfrm>
          <a:prstGeom prst="roundRect">
            <a:avLst>
              <a:gd name="adj" fmla="val 7724"/>
            </a:avLst>
          </a:prstGeom>
          <a:solidFill>
            <a:srgbClr val="FFFFFF"/>
          </a:solidFill>
          <a:ln w="31750">
            <a:solidFill>
              <a:srgbClr val="1C138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23000" y="3898900"/>
            <a:ext cx="5080000" cy="1536700"/>
          </a:xfrm>
          <a:prstGeom prst="roundRect">
            <a:avLst>
              <a:gd name="adj" fmla="val 7140"/>
            </a:avLst>
          </a:prstGeom>
          <a:solidFill>
            <a:srgbClr val="E7E9E6"/>
          </a:solidFill>
          <a:ln w="12700">
            <a:solidFill>
              <a:srgbClr val="C9CDD2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6858000" y="3771900"/>
            <a:ext cx="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C34A58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6858000" y="3771900"/>
            <a:ext cx="13716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8229600" y="3771900"/>
            <a:ext cx="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3A2DA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6858000" y="3771900"/>
            <a:ext cx="27559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8229600" y="3771900"/>
            <a:ext cx="13843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9613900" y="3771900"/>
            <a:ext cx="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D9C0C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 flipV="1">
            <a:off x="6858000" y="3771900"/>
            <a:ext cx="40767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flipH="1" flipV="1">
            <a:off x="8229600" y="3771900"/>
            <a:ext cx="27051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H="1" flipV="1">
            <a:off x="9613900" y="3771900"/>
            <a:ext cx="132080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10934700" y="3771900"/>
            <a:ext cx="0" cy="1866900"/>
          </a:xfrm>
          <a:prstGeom prst="line">
            <a:avLst/>
          </a:prstGeom>
          <a:noFill/>
          <a:ln w="9525">
            <a:solidFill>
              <a:srgbClr val="4E8E4D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223000" y="4622800"/>
            <a:ext cx="5588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2100" b="1" i="1" baseline="-40000" dirty="0">
                <a:solidFill>
                  <a:srgbClr val="9623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2100" dirty="0"/>
          </a:p>
        </p:txBody>
      </p:sp>
      <p:sp>
        <p:nvSpPr>
          <p:cNvPr id="101" name="Text 99"/>
          <p:cNvSpPr/>
          <p:nvPr/>
        </p:nvSpPr>
        <p:spPr>
          <a:xfrm rot="-600000">
            <a:off x="6477000" y="3968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 rot="-600000">
            <a:off x="7213600" y="41211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 rot="-600000">
            <a:off x="7759700" y="4337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 rot="-600000">
            <a:off x="8699500" y="4730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A84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105" name="Text 103"/>
          <p:cNvSpPr/>
          <p:nvPr/>
        </p:nvSpPr>
        <p:spPr>
          <a:xfrm rot="-600000">
            <a:off x="7924800" y="39814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6" name="Text 104"/>
          <p:cNvSpPr/>
          <p:nvPr/>
        </p:nvSpPr>
        <p:spPr>
          <a:xfrm rot="-600000">
            <a:off x="8445500" y="42100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 rot="-600000">
            <a:off x="8915400" y="44513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8" name="Text 106"/>
          <p:cNvSpPr/>
          <p:nvPr/>
        </p:nvSpPr>
        <p:spPr>
          <a:xfrm rot="-600000">
            <a:off x="9525000" y="4806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3225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09" name="Text 107"/>
          <p:cNvSpPr/>
          <p:nvPr/>
        </p:nvSpPr>
        <p:spPr>
          <a:xfrm rot="-600000">
            <a:off x="9601200" y="4095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110" name="Text 108"/>
          <p:cNvSpPr/>
          <p:nvPr/>
        </p:nvSpPr>
        <p:spPr>
          <a:xfrm rot="-600000">
            <a:off x="9931400" y="42989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111" name="Text 109"/>
          <p:cNvSpPr/>
          <p:nvPr/>
        </p:nvSpPr>
        <p:spPr>
          <a:xfrm rot="-600000">
            <a:off x="10287000" y="45402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 rot="-600000">
            <a:off x="10706100" y="4857750"/>
            <a:ext cx="3810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000" b="1" i="1" baseline="-40000" dirty="0">
                <a:solidFill>
                  <a:srgbClr val="4E8E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731000" y="3695700"/>
            <a:ext cx="254000" cy="139700"/>
          </a:xfrm>
          <a:prstGeom prst="ellipse">
            <a:avLst/>
          </a:prstGeom>
          <a:solidFill>
            <a:srgbClr val="C34A58"/>
          </a:solidFill>
          <a:ln/>
        </p:spPr>
      </p:sp>
      <p:sp>
        <p:nvSpPr>
          <p:cNvPr id="114" name="Shape 112"/>
          <p:cNvSpPr/>
          <p:nvPr/>
        </p:nvSpPr>
        <p:spPr>
          <a:xfrm>
            <a:off x="8102600" y="3695700"/>
            <a:ext cx="254000" cy="139700"/>
          </a:xfrm>
          <a:prstGeom prst="ellipse">
            <a:avLst/>
          </a:prstGeom>
          <a:solidFill>
            <a:srgbClr val="3A2DA0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0807700" y="3695700"/>
            <a:ext cx="254000" cy="139700"/>
          </a:xfrm>
          <a:prstGeom prst="ellipse">
            <a:avLst/>
          </a:prstGeom>
          <a:solidFill>
            <a:srgbClr val="4E8E4D"/>
          </a:solidFill>
          <a:ln/>
        </p:spPr>
      </p:sp>
      <p:sp>
        <p:nvSpPr>
          <p:cNvPr id="116" name="Shape 114"/>
          <p:cNvSpPr/>
          <p:nvPr/>
        </p:nvSpPr>
        <p:spPr>
          <a:xfrm rot="-1800000">
            <a:off x="8699500" y="4451350"/>
            <a:ext cx="190500" cy="57150"/>
          </a:xfrm>
          <a:prstGeom prst="rect">
            <a:avLst/>
          </a:prstGeom>
          <a:solidFill>
            <a:srgbClr val="FDFDF8"/>
          </a:solidFill>
          <a:ln w="9525">
            <a:solidFill>
              <a:srgbClr val="2A2A2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rot="-1800000">
            <a:off x="8655050" y="4425950"/>
            <a:ext cx="63500" cy="63500"/>
          </a:xfrm>
          <a:prstGeom prst="triangle">
            <a:avLst/>
          </a:prstGeom>
          <a:solidFill>
            <a:srgbClr val="2A2A2A"/>
          </a:solidFill>
          <a:ln/>
        </p:spPr>
      </p:sp>
      <p:sp>
        <p:nvSpPr>
          <p:cNvPr id="118" name="Shape 116"/>
          <p:cNvSpPr/>
          <p:nvPr/>
        </p:nvSpPr>
        <p:spPr>
          <a:xfrm>
            <a:off x="66103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6421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0" name="Shape 118"/>
          <p:cNvSpPr/>
          <p:nvPr/>
        </p:nvSpPr>
        <p:spPr>
          <a:xfrm>
            <a:off x="79819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0137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93662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93980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24" name="Shape 122"/>
          <p:cNvSpPr/>
          <p:nvPr/>
        </p:nvSpPr>
        <p:spPr>
          <a:xfrm>
            <a:off x="10687050" y="3270250"/>
            <a:ext cx="495300" cy="495300"/>
          </a:xfrm>
          <a:prstGeom prst="ellipse">
            <a:avLst/>
          </a:prstGeom>
          <a:solidFill>
            <a:srgbClr val="F8FAE6"/>
          </a:solidFill>
          <a:ln w="25400">
            <a:solidFill>
              <a:srgbClr val="22147E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718800" y="3454400"/>
            <a:ext cx="4318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7A2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65913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66675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128" name="Shape 126"/>
          <p:cNvSpPr/>
          <p:nvPr/>
        </p:nvSpPr>
        <p:spPr>
          <a:xfrm>
            <a:off x="79629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80391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130" name="Shape 128"/>
          <p:cNvSpPr/>
          <p:nvPr/>
        </p:nvSpPr>
        <p:spPr>
          <a:xfrm>
            <a:off x="93472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4234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132" name="Shape 130"/>
          <p:cNvSpPr/>
          <p:nvPr/>
        </p:nvSpPr>
        <p:spPr>
          <a:xfrm>
            <a:off x="10668000" y="5638800"/>
            <a:ext cx="533400" cy="533400"/>
          </a:xfrm>
          <a:prstGeom prst="ellipse">
            <a:avLst/>
          </a:prstGeom>
          <a:solidFill>
            <a:srgbClr val="D2E2EC"/>
          </a:solidFill>
          <a:ln w="25400">
            <a:solidFill>
              <a:srgbClr val="802334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0744200" y="5829300"/>
            <a:ext cx="381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000" b="1" baseline="-40000" dirty="0">
                <a:solidFill>
                  <a:srgbClr val="1F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2026-10-12T04:44:25Z</dcterms:created>
  <dcterms:modified xsi:type="dcterms:W3CDTF">2026-10-12T04:44:25Z</dcterms:modified>
</cp:coreProperties>
</file>