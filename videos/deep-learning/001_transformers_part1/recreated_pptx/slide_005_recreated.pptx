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070100" y="2260600"/>
            <a:ext cx="1041400" cy="201083"/>
          </a:xfrm>
          <a:prstGeom prst="rect">
            <a:avLst/>
          </a:prstGeom>
          <a:solidFill>
            <a:srgbClr val="FFFFCC"/>
          </a:solidFill>
          <a:ln w="9525">
            <a:solidFill>
              <a:srgbClr val="A7AFB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70100" y="2461683"/>
            <a:ext cx="1041400" cy="201083"/>
          </a:xfrm>
          <a:prstGeom prst="rect">
            <a:avLst/>
          </a:prstGeom>
          <a:solidFill>
            <a:srgbClr val="FFFFCC"/>
          </a:solidFill>
          <a:ln w="9525">
            <a:solidFill>
              <a:srgbClr val="A7AFB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70100" y="2662767"/>
            <a:ext cx="1041400" cy="201083"/>
          </a:xfrm>
          <a:prstGeom prst="rect">
            <a:avLst/>
          </a:prstGeom>
          <a:solidFill>
            <a:srgbClr val="FFFFCC"/>
          </a:solidFill>
          <a:ln w="9525">
            <a:solidFill>
              <a:srgbClr val="A7AFB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70100" y="2863850"/>
            <a:ext cx="1041400" cy="201083"/>
          </a:xfrm>
          <a:prstGeom prst="rect">
            <a:avLst/>
          </a:prstGeom>
          <a:solidFill>
            <a:srgbClr val="E9E9E7"/>
          </a:solidFill>
          <a:ln w="9525">
            <a:solidFill>
              <a:srgbClr val="A7AFB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70100" y="3064933"/>
            <a:ext cx="1041400" cy="201083"/>
          </a:xfrm>
          <a:prstGeom prst="rect">
            <a:avLst/>
          </a:prstGeom>
          <a:solidFill>
            <a:srgbClr val="E9E9E7"/>
          </a:solidFill>
          <a:ln w="9525">
            <a:solidFill>
              <a:srgbClr val="A7AFB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70100" y="3266017"/>
            <a:ext cx="1041400" cy="201083"/>
          </a:xfrm>
          <a:prstGeom prst="rect">
            <a:avLst/>
          </a:prstGeom>
          <a:solidFill>
            <a:srgbClr val="E9E9E7"/>
          </a:solidFill>
          <a:ln w="9525">
            <a:solidFill>
              <a:srgbClr val="A7AFB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070100" y="3467100"/>
            <a:ext cx="1041400" cy="201083"/>
          </a:xfrm>
          <a:prstGeom prst="rect">
            <a:avLst/>
          </a:prstGeom>
          <a:solidFill>
            <a:srgbClr val="E9E9E7"/>
          </a:solidFill>
          <a:ln w="9525">
            <a:solidFill>
              <a:srgbClr val="A7AFB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070100" y="3668183"/>
            <a:ext cx="1041400" cy="201083"/>
          </a:xfrm>
          <a:prstGeom prst="rect">
            <a:avLst/>
          </a:prstGeom>
          <a:solidFill>
            <a:srgbClr val="E9E9E7"/>
          </a:solidFill>
          <a:ln w="9525">
            <a:solidFill>
              <a:srgbClr val="A7AFB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070100" y="3869267"/>
            <a:ext cx="1041400" cy="201083"/>
          </a:xfrm>
          <a:prstGeom prst="rect">
            <a:avLst/>
          </a:prstGeom>
          <a:solidFill>
            <a:srgbClr val="E9E9E7"/>
          </a:solidFill>
          <a:ln w="9525">
            <a:solidFill>
              <a:srgbClr val="A7AFB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070100" y="4070350"/>
            <a:ext cx="1041400" cy="201083"/>
          </a:xfrm>
          <a:prstGeom prst="rect">
            <a:avLst/>
          </a:prstGeom>
          <a:solidFill>
            <a:srgbClr val="E9E9E7"/>
          </a:solidFill>
          <a:ln w="9525">
            <a:solidFill>
              <a:srgbClr val="A7AFB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70100" y="4271433"/>
            <a:ext cx="1041400" cy="201083"/>
          </a:xfrm>
          <a:prstGeom prst="rect">
            <a:avLst/>
          </a:prstGeom>
          <a:solidFill>
            <a:srgbClr val="E9E9E7"/>
          </a:solidFill>
          <a:ln w="9525">
            <a:solidFill>
              <a:srgbClr val="A7AFB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070100" y="4472517"/>
            <a:ext cx="1041400" cy="201083"/>
          </a:xfrm>
          <a:prstGeom prst="rect">
            <a:avLst/>
          </a:prstGeom>
          <a:solidFill>
            <a:srgbClr val="E9E9E7"/>
          </a:solidFill>
          <a:ln w="9525">
            <a:solidFill>
              <a:srgbClr val="A7AFB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070100" y="4673600"/>
            <a:ext cx="1041400" cy="201083"/>
          </a:xfrm>
          <a:prstGeom prst="rect">
            <a:avLst/>
          </a:prstGeom>
          <a:solidFill>
            <a:srgbClr val="E9E9E7"/>
          </a:solidFill>
          <a:ln w="9525">
            <a:solidFill>
              <a:srgbClr val="A7AFB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070100" y="4874683"/>
            <a:ext cx="1041400" cy="201083"/>
          </a:xfrm>
          <a:prstGeom prst="rect">
            <a:avLst/>
          </a:prstGeom>
          <a:solidFill>
            <a:srgbClr val="E9E9E7"/>
          </a:solidFill>
          <a:ln w="9525">
            <a:solidFill>
              <a:srgbClr val="A7AFB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070100" y="5075767"/>
            <a:ext cx="1041400" cy="201083"/>
          </a:xfrm>
          <a:prstGeom prst="rect">
            <a:avLst/>
          </a:prstGeom>
          <a:solidFill>
            <a:srgbClr val="E9E9E7"/>
          </a:solidFill>
          <a:ln w="9525">
            <a:solidFill>
              <a:srgbClr val="A7AFB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070100" y="5276850"/>
            <a:ext cx="1041400" cy="201083"/>
          </a:xfrm>
          <a:prstGeom prst="rect">
            <a:avLst/>
          </a:prstGeom>
          <a:solidFill>
            <a:srgbClr val="E9E9E7"/>
          </a:solidFill>
          <a:ln w="9525">
            <a:solidFill>
              <a:srgbClr val="A7AFB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070100" y="5477933"/>
            <a:ext cx="1041400" cy="201083"/>
          </a:xfrm>
          <a:prstGeom prst="rect">
            <a:avLst/>
          </a:prstGeom>
          <a:solidFill>
            <a:srgbClr val="E9E9E7"/>
          </a:solidFill>
          <a:ln w="9525">
            <a:solidFill>
              <a:srgbClr val="A7AFB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070100" y="5679017"/>
            <a:ext cx="1041400" cy="201083"/>
          </a:xfrm>
          <a:prstGeom prst="rect">
            <a:avLst/>
          </a:prstGeom>
          <a:solidFill>
            <a:srgbClr val="E9E9E7"/>
          </a:solidFill>
          <a:ln w="9525">
            <a:solidFill>
              <a:srgbClr val="A7AFB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911600" y="2260600"/>
            <a:ext cx="1054100" cy="201083"/>
          </a:xfrm>
          <a:prstGeom prst="rect">
            <a:avLst/>
          </a:prstGeom>
          <a:solidFill>
            <a:srgbClr val="E9E9E7"/>
          </a:solidFill>
          <a:ln w="9525">
            <a:solidFill>
              <a:srgbClr val="A7AFB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911600" y="2461683"/>
            <a:ext cx="1054100" cy="201083"/>
          </a:xfrm>
          <a:prstGeom prst="rect">
            <a:avLst/>
          </a:prstGeom>
          <a:solidFill>
            <a:srgbClr val="E9E9E7"/>
          </a:solidFill>
          <a:ln w="9525">
            <a:solidFill>
              <a:srgbClr val="A7AFB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911600" y="2662767"/>
            <a:ext cx="1054100" cy="201083"/>
          </a:xfrm>
          <a:prstGeom prst="rect">
            <a:avLst/>
          </a:prstGeom>
          <a:solidFill>
            <a:srgbClr val="FFCC99"/>
          </a:solidFill>
          <a:ln w="9525">
            <a:solidFill>
              <a:srgbClr val="A7AFB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911600" y="2863850"/>
            <a:ext cx="1054100" cy="201083"/>
          </a:xfrm>
          <a:prstGeom prst="rect">
            <a:avLst/>
          </a:prstGeom>
          <a:solidFill>
            <a:srgbClr val="E9E9E7"/>
          </a:solidFill>
          <a:ln w="9525">
            <a:solidFill>
              <a:srgbClr val="A7AFB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911600" y="3064933"/>
            <a:ext cx="1054100" cy="201083"/>
          </a:xfrm>
          <a:prstGeom prst="rect">
            <a:avLst/>
          </a:prstGeom>
          <a:solidFill>
            <a:srgbClr val="E9E9E7"/>
          </a:solidFill>
          <a:ln w="9525">
            <a:solidFill>
              <a:srgbClr val="A7AFB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911600" y="3266017"/>
            <a:ext cx="1054100" cy="201083"/>
          </a:xfrm>
          <a:prstGeom prst="rect">
            <a:avLst/>
          </a:prstGeom>
          <a:solidFill>
            <a:srgbClr val="E9E9E7"/>
          </a:solidFill>
          <a:ln w="9525">
            <a:solidFill>
              <a:srgbClr val="A7AFB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911600" y="3467100"/>
            <a:ext cx="1054100" cy="201083"/>
          </a:xfrm>
          <a:prstGeom prst="rect">
            <a:avLst/>
          </a:prstGeom>
          <a:solidFill>
            <a:srgbClr val="E9E9E7"/>
          </a:solidFill>
          <a:ln w="9525">
            <a:solidFill>
              <a:srgbClr val="A7AFB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911600" y="3668183"/>
            <a:ext cx="1054100" cy="201083"/>
          </a:xfrm>
          <a:prstGeom prst="rect">
            <a:avLst/>
          </a:prstGeom>
          <a:solidFill>
            <a:srgbClr val="E9E9E7"/>
          </a:solidFill>
          <a:ln w="9525">
            <a:solidFill>
              <a:srgbClr val="A7AFB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911600" y="3869267"/>
            <a:ext cx="1054100" cy="201083"/>
          </a:xfrm>
          <a:prstGeom prst="rect">
            <a:avLst/>
          </a:prstGeom>
          <a:solidFill>
            <a:srgbClr val="E9E9E7"/>
          </a:solidFill>
          <a:ln w="9525">
            <a:solidFill>
              <a:srgbClr val="A7AFB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911600" y="4070350"/>
            <a:ext cx="1054100" cy="201083"/>
          </a:xfrm>
          <a:prstGeom prst="rect">
            <a:avLst/>
          </a:prstGeom>
          <a:solidFill>
            <a:srgbClr val="E9E9E7"/>
          </a:solidFill>
          <a:ln w="9525">
            <a:solidFill>
              <a:srgbClr val="A7AFB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911600" y="4271433"/>
            <a:ext cx="1054100" cy="201083"/>
          </a:xfrm>
          <a:prstGeom prst="rect">
            <a:avLst/>
          </a:prstGeom>
          <a:solidFill>
            <a:srgbClr val="E9E9E7"/>
          </a:solidFill>
          <a:ln w="9525">
            <a:solidFill>
              <a:srgbClr val="A7AFB9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911600" y="4472517"/>
            <a:ext cx="1054100" cy="201083"/>
          </a:xfrm>
          <a:prstGeom prst="rect">
            <a:avLst/>
          </a:prstGeom>
          <a:solidFill>
            <a:srgbClr val="E9E9E7"/>
          </a:solidFill>
          <a:ln w="9525">
            <a:solidFill>
              <a:srgbClr val="A7AFB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911600" y="4673600"/>
            <a:ext cx="1054100" cy="201083"/>
          </a:xfrm>
          <a:prstGeom prst="rect">
            <a:avLst/>
          </a:prstGeom>
          <a:solidFill>
            <a:srgbClr val="E9E9E7"/>
          </a:solidFill>
          <a:ln w="9525">
            <a:solidFill>
              <a:srgbClr val="A7AFB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911600" y="4874683"/>
            <a:ext cx="1054100" cy="201083"/>
          </a:xfrm>
          <a:prstGeom prst="rect">
            <a:avLst/>
          </a:prstGeom>
          <a:solidFill>
            <a:srgbClr val="FFCC99"/>
          </a:solidFill>
          <a:ln w="9525">
            <a:solidFill>
              <a:srgbClr val="A7AFB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911600" y="5075767"/>
            <a:ext cx="1054100" cy="201083"/>
          </a:xfrm>
          <a:prstGeom prst="rect">
            <a:avLst/>
          </a:prstGeom>
          <a:solidFill>
            <a:srgbClr val="FFCC99"/>
          </a:solidFill>
          <a:ln w="9525">
            <a:solidFill>
              <a:srgbClr val="A7AFB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911600" y="5276850"/>
            <a:ext cx="1054100" cy="201083"/>
          </a:xfrm>
          <a:prstGeom prst="rect">
            <a:avLst/>
          </a:prstGeom>
          <a:solidFill>
            <a:srgbClr val="FFCC99"/>
          </a:solidFill>
          <a:ln w="9525">
            <a:solidFill>
              <a:srgbClr val="A7AFB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911600" y="5477933"/>
            <a:ext cx="1054100" cy="201083"/>
          </a:xfrm>
          <a:prstGeom prst="rect">
            <a:avLst/>
          </a:prstGeom>
          <a:solidFill>
            <a:srgbClr val="E9E9E7"/>
          </a:solidFill>
          <a:ln w="9525">
            <a:solidFill>
              <a:srgbClr val="A7AFB9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911600" y="5679017"/>
            <a:ext cx="1054100" cy="201083"/>
          </a:xfrm>
          <a:prstGeom prst="rect">
            <a:avLst/>
          </a:prstGeom>
          <a:solidFill>
            <a:srgbClr val="E9E9E7"/>
          </a:solidFill>
          <a:ln w="9525">
            <a:solidFill>
              <a:srgbClr val="A7AFB9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791200" y="2260600"/>
            <a:ext cx="1041400" cy="201083"/>
          </a:xfrm>
          <a:prstGeom prst="rect">
            <a:avLst/>
          </a:prstGeom>
          <a:solidFill>
            <a:srgbClr val="E9E9E7"/>
          </a:solidFill>
          <a:ln w="9525">
            <a:solidFill>
              <a:srgbClr val="A7AFB9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791200" y="2461683"/>
            <a:ext cx="1041400" cy="201083"/>
          </a:xfrm>
          <a:prstGeom prst="rect">
            <a:avLst/>
          </a:prstGeom>
          <a:solidFill>
            <a:srgbClr val="E9E9E7"/>
          </a:solidFill>
          <a:ln w="9525">
            <a:solidFill>
              <a:srgbClr val="A7AFB9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91200" y="2662767"/>
            <a:ext cx="1041400" cy="201083"/>
          </a:xfrm>
          <a:prstGeom prst="rect">
            <a:avLst/>
          </a:prstGeom>
          <a:solidFill>
            <a:srgbClr val="E9E9E7"/>
          </a:solidFill>
          <a:ln w="9525">
            <a:solidFill>
              <a:srgbClr val="A7AFB9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791200" y="2863850"/>
            <a:ext cx="1041400" cy="201083"/>
          </a:xfrm>
          <a:prstGeom prst="rect">
            <a:avLst/>
          </a:prstGeom>
          <a:solidFill>
            <a:srgbClr val="E9E9E7"/>
          </a:solidFill>
          <a:ln w="9525">
            <a:solidFill>
              <a:srgbClr val="A7AFB9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791200" y="3064933"/>
            <a:ext cx="1041400" cy="201083"/>
          </a:xfrm>
          <a:prstGeom prst="rect">
            <a:avLst/>
          </a:prstGeom>
          <a:solidFill>
            <a:srgbClr val="E9E9E7"/>
          </a:solidFill>
          <a:ln w="9525">
            <a:solidFill>
              <a:srgbClr val="A7AFB9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791200" y="3266017"/>
            <a:ext cx="1041400" cy="201083"/>
          </a:xfrm>
          <a:prstGeom prst="rect">
            <a:avLst/>
          </a:prstGeom>
          <a:solidFill>
            <a:srgbClr val="E9E9E7"/>
          </a:solidFill>
          <a:ln w="9525">
            <a:solidFill>
              <a:srgbClr val="A7AFB9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791200" y="3467100"/>
            <a:ext cx="1041400" cy="201083"/>
          </a:xfrm>
          <a:prstGeom prst="rect">
            <a:avLst/>
          </a:prstGeom>
          <a:solidFill>
            <a:srgbClr val="E9E9E7"/>
          </a:solidFill>
          <a:ln w="9525">
            <a:solidFill>
              <a:srgbClr val="A7AFB9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791200" y="3668183"/>
            <a:ext cx="1041400" cy="201083"/>
          </a:xfrm>
          <a:prstGeom prst="rect">
            <a:avLst/>
          </a:prstGeom>
          <a:solidFill>
            <a:srgbClr val="E9E9E7"/>
          </a:solidFill>
          <a:ln w="9525">
            <a:solidFill>
              <a:srgbClr val="A7AFB9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791200" y="3869267"/>
            <a:ext cx="1041400" cy="201083"/>
          </a:xfrm>
          <a:prstGeom prst="rect">
            <a:avLst/>
          </a:prstGeom>
          <a:solidFill>
            <a:srgbClr val="99FFFF"/>
          </a:solidFill>
          <a:ln w="9525">
            <a:solidFill>
              <a:srgbClr val="A7AFB9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791200" y="4070350"/>
            <a:ext cx="1041400" cy="201083"/>
          </a:xfrm>
          <a:prstGeom prst="rect">
            <a:avLst/>
          </a:prstGeom>
          <a:solidFill>
            <a:srgbClr val="99FFFF"/>
          </a:solidFill>
          <a:ln w="9525">
            <a:solidFill>
              <a:srgbClr val="A7AFB9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791200" y="4271433"/>
            <a:ext cx="1041400" cy="201083"/>
          </a:xfrm>
          <a:prstGeom prst="rect">
            <a:avLst/>
          </a:prstGeom>
          <a:solidFill>
            <a:srgbClr val="99FFFF"/>
          </a:solidFill>
          <a:ln w="9525">
            <a:solidFill>
              <a:srgbClr val="A7AFB9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91200" y="4472517"/>
            <a:ext cx="1041400" cy="201083"/>
          </a:xfrm>
          <a:prstGeom prst="rect">
            <a:avLst/>
          </a:prstGeom>
          <a:solidFill>
            <a:srgbClr val="E9E9E7"/>
          </a:solidFill>
          <a:ln w="9525">
            <a:solidFill>
              <a:srgbClr val="A7AFB9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791200" y="4673600"/>
            <a:ext cx="1041400" cy="201083"/>
          </a:xfrm>
          <a:prstGeom prst="rect">
            <a:avLst/>
          </a:prstGeom>
          <a:solidFill>
            <a:srgbClr val="E9E9E7"/>
          </a:solidFill>
          <a:ln w="9525">
            <a:solidFill>
              <a:srgbClr val="A7AFB9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791200" y="4874683"/>
            <a:ext cx="1041400" cy="201083"/>
          </a:xfrm>
          <a:prstGeom prst="rect">
            <a:avLst/>
          </a:prstGeom>
          <a:solidFill>
            <a:srgbClr val="E9E9E7"/>
          </a:solidFill>
          <a:ln w="9525">
            <a:solidFill>
              <a:srgbClr val="A7AFB9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791200" y="5075767"/>
            <a:ext cx="1041400" cy="201083"/>
          </a:xfrm>
          <a:prstGeom prst="rect">
            <a:avLst/>
          </a:prstGeom>
          <a:solidFill>
            <a:srgbClr val="99FFFF"/>
          </a:solidFill>
          <a:ln w="9525">
            <a:solidFill>
              <a:srgbClr val="A7AFB9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5791200" y="5276850"/>
            <a:ext cx="1041400" cy="201083"/>
          </a:xfrm>
          <a:prstGeom prst="rect">
            <a:avLst/>
          </a:prstGeom>
          <a:solidFill>
            <a:srgbClr val="E9E9E7"/>
          </a:solidFill>
          <a:ln w="9525">
            <a:solidFill>
              <a:srgbClr val="A7AFB9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5791200" y="5477933"/>
            <a:ext cx="1041400" cy="201083"/>
          </a:xfrm>
          <a:prstGeom prst="rect">
            <a:avLst/>
          </a:prstGeom>
          <a:solidFill>
            <a:srgbClr val="E9E9E7"/>
          </a:solidFill>
          <a:ln w="9525">
            <a:solidFill>
              <a:srgbClr val="A7AFB9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5791200" y="5679017"/>
            <a:ext cx="1041400" cy="201083"/>
          </a:xfrm>
          <a:prstGeom prst="rect">
            <a:avLst/>
          </a:prstGeom>
          <a:solidFill>
            <a:srgbClr val="E9E9E7"/>
          </a:solidFill>
          <a:ln w="9525">
            <a:solidFill>
              <a:srgbClr val="A7AFB9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7594600" y="2260600"/>
            <a:ext cx="1041400" cy="201083"/>
          </a:xfrm>
          <a:prstGeom prst="rect">
            <a:avLst/>
          </a:prstGeom>
          <a:solidFill>
            <a:srgbClr val="E9E9E7"/>
          </a:solidFill>
          <a:ln w="9525">
            <a:solidFill>
              <a:srgbClr val="A7AFB9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7594600" y="2461683"/>
            <a:ext cx="1041400" cy="201083"/>
          </a:xfrm>
          <a:prstGeom prst="rect">
            <a:avLst/>
          </a:prstGeom>
          <a:solidFill>
            <a:srgbClr val="E9E9E7"/>
          </a:solidFill>
          <a:ln w="9525">
            <a:solidFill>
              <a:srgbClr val="A7AFB9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7594600" y="2662767"/>
            <a:ext cx="1041400" cy="201083"/>
          </a:xfrm>
          <a:prstGeom prst="rect">
            <a:avLst/>
          </a:prstGeom>
          <a:solidFill>
            <a:srgbClr val="FFCCFF"/>
          </a:solidFill>
          <a:ln w="9525">
            <a:solidFill>
              <a:srgbClr val="A7AFB9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7594600" y="2863850"/>
            <a:ext cx="1041400" cy="201083"/>
          </a:xfrm>
          <a:prstGeom prst="rect">
            <a:avLst/>
          </a:prstGeom>
          <a:solidFill>
            <a:srgbClr val="FFCCFF"/>
          </a:solidFill>
          <a:ln w="9525">
            <a:solidFill>
              <a:srgbClr val="A7AFB9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594600" y="3064933"/>
            <a:ext cx="1041400" cy="201083"/>
          </a:xfrm>
          <a:prstGeom prst="rect">
            <a:avLst/>
          </a:prstGeom>
          <a:solidFill>
            <a:srgbClr val="FFCCFF"/>
          </a:solidFill>
          <a:ln w="9525">
            <a:solidFill>
              <a:srgbClr val="A7AFB9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7594600" y="3266017"/>
            <a:ext cx="1041400" cy="201083"/>
          </a:xfrm>
          <a:prstGeom prst="rect">
            <a:avLst/>
          </a:prstGeom>
          <a:solidFill>
            <a:srgbClr val="E9E9E7"/>
          </a:solidFill>
          <a:ln w="9525">
            <a:solidFill>
              <a:srgbClr val="A7AFB9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7594600" y="3467100"/>
            <a:ext cx="1041400" cy="201083"/>
          </a:xfrm>
          <a:prstGeom prst="rect">
            <a:avLst/>
          </a:prstGeom>
          <a:solidFill>
            <a:srgbClr val="E9E9E7"/>
          </a:solidFill>
          <a:ln w="9525">
            <a:solidFill>
              <a:srgbClr val="A7AFB9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7594600" y="3668183"/>
            <a:ext cx="1041400" cy="201083"/>
          </a:xfrm>
          <a:prstGeom prst="rect">
            <a:avLst/>
          </a:prstGeom>
          <a:solidFill>
            <a:srgbClr val="E9E9E7"/>
          </a:solidFill>
          <a:ln w="9525">
            <a:solidFill>
              <a:srgbClr val="A7AFB9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7594600" y="3869267"/>
            <a:ext cx="1041400" cy="201083"/>
          </a:xfrm>
          <a:prstGeom prst="rect">
            <a:avLst/>
          </a:prstGeom>
          <a:solidFill>
            <a:srgbClr val="E9E9E7"/>
          </a:solidFill>
          <a:ln w="9525">
            <a:solidFill>
              <a:srgbClr val="A7AFB9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7594600" y="4070350"/>
            <a:ext cx="1041400" cy="201083"/>
          </a:xfrm>
          <a:prstGeom prst="rect">
            <a:avLst/>
          </a:prstGeom>
          <a:solidFill>
            <a:srgbClr val="FFCCFF"/>
          </a:solidFill>
          <a:ln w="9525">
            <a:solidFill>
              <a:srgbClr val="A7AFB9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7594600" y="4271433"/>
            <a:ext cx="1041400" cy="201083"/>
          </a:xfrm>
          <a:prstGeom prst="rect">
            <a:avLst/>
          </a:prstGeom>
          <a:solidFill>
            <a:srgbClr val="E9E9E7"/>
          </a:solidFill>
          <a:ln w="9525">
            <a:solidFill>
              <a:srgbClr val="A7AFB9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7594600" y="4472517"/>
            <a:ext cx="1041400" cy="201083"/>
          </a:xfrm>
          <a:prstGeom prst="rect">
            <a:avLst/>
          </a:prstGeom>
          <a:solidFill>
            <a:srgbClr val="E9E9E7"/>
          </a:solidFill>
          <a:ln w="9525">
            <a:solidFill>
              <a:srgbClr val="A7AFB9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7594600" y="4673600"/>
            <a:ext cx="1041400" cy="201083"/>
          </a:xfrm>
          <a:prstGeom prst="rect">
            <a:avLst/>
          </a:prstGeom>
          <a:solidFill>
            <a:srgbClr val="E9E9E7"/>
          </a:solidFill>
          <a:ln w="9525">
            <a:solidFill>
              <a:srgbClr val="A7AFB9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7594600" y="4874683"/>
            <a:ext cx="1041400" cy="201083"/>
          </a:xfrm>
          <a:prstGeom prst="rect">
            <a:avLst/>
          </a:prstGeom>
          <a:solidFill>
            <a:srgbClr val="E9E9E7"/>
          </a:solidFill>
          <a:ln w="9525">
            <a:solidFill>
              <a:srgbClr val="A7AFB9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7594600" y="5075767"/>
            <a:ext cx="1041400" cy="201083"/>
          </a:xfrm>
          <a:prstGeom prst="rect">
            <a:avLst/>
          </a:prstGeom>
          <a:solidFill>
            <a:srgbClr val="E9E9E7"/>
          </a:solidFill>
          <a:ln w="9525">
            <a:solidFill>
              <a:srgbClr val="A7AFB9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7594600" y="5276850"/>
            <a:ext cx="1041400" cy="201083"/>
          </a:xfrm>
          <a:prstGeom prst="rect">
            <a:avLst/>
          </a:prstGeom>
          <a:solidFill>
            <a:srgbClr val="E9E9E7"/>
          </a:solidFill>
          <a:ln w="9525">
            <a:solidFill>
              <a:srgbClr val="A7AFB9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7594600" y="5477933"/>
            <a:ext cx="1041400" cy="201083"/>
          </a:xfrm>
          <a:prstGeom prst="rect">
            <a:avLst/>
          </a:prstGeom>
          <a:solidFill>
            <a:srgbClr val="E9E9E7"/>
          </a:solidFill>
          <a:ln w="9525">
            <a:solidFill>
              <a:srgbClr val="A7AFB9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7594600" y="5679017"/>
            <a:ext cx="1041400" cy="201083"/>
          </a:xfrm>
          <a:prstGeom prst="rect">
            <a:avLst/>
          </a:prstGeom>
          <a:solidFill>
            <a:srgbClr val="E9E9E7"/>
          </a:solidFill>
          <a:ln w="9525">
            <a:solidFill>
              <a:srgbClr val="A7AFB9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9359900" y="2260600"/>
            <a:ext cx="1041400" cy="201083"/>
          </a:xfrm>
          <a:prstGeom prst="rect">
            <a:avLst/>
          </a:prstGeom>
          <a:solidFill>
            <a:srgbClr val="E9E9E7"/>
          </a:solidFill>
          <a:ln w="9525">
            <a:solidFill>
              <a:srgbClr val="A7AFB9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9359900" y="2461683"/>
            <a:ext cx="1041400" cy="201083"/>
          </a:xfrm>
          <a:prstGeom prst="rect">
            <a:avLst/>
          </a:prstGeom>
          <a:solidFill>
            <a:srgbClr val="E9E9E7"/>
          </a:solidFill>
          <a:ln w="9525">
            <a:solidFill>
              <a:srgbClr val="A7AFB9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9359900" y="2662767"/>
            <a:ext cx="1041400" cy="201083"/>
          </a:xfrm>
          <a:prstGeom prst="rect">
            <a:avLst/>
          </a:prstGeom>
          <a:solidFill>
            <a:srgbClr val="E9E9E7"/>
          </a:solidFill>
          <a:ln w="9525">
            <a:solidFill>
              <a:srgbClr val="A7AFB9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9359900" y="2863850"/>
            <a:ext cx="1041400" cy="201083"/>
          </a:xfrm>
          <a:prstGeom prst="rect">
            <a:avLst/>
          </a:prstGeom>
          <a:solidFill>
            <a:srgbClr val="CCFFCC"/>
          </a:solidFill>
          <a:ln w="9525">
            <a:solidFill>
              <a:srgbClr val="A7AFB9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9359900" y="3064933"/>
            <a:ext cx="1041400" cy="201083"/>
          </a:xfrm>
          <a:prstGeom prst="rect">
            <a:avLst/>
          </a:prstGeom>
          <a:solidFill>
            <a:srgbClr val="E9E9E7"/>
          </a:solidFill>
          <a:ln w="9525">
            <a:solidFill>
              <a:srgbClr val="A7AFB9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9359900" y="3266017"/>
            <a:ext cx="1041400" cy="201083"/>
          </a:xfrm>
          <a:prstGeom prst="rect">
            <a:avLst/>
          </a:prstGeom>
          <a:solidFill>
            <a:srgbClr val="E9E9E7"/>
          </a:solidFill>
          <a:ln w="9525">
            <a:solidFill>
              <a:srgbClr val="A7AFB9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9359900" y="3467100"/>
            <a:ext cx="1041400" cy="201083"/>
          </a:xfrm>
          <a:prstGeom prst="rect">
            <a:avLst/>
          </a:prstGeom>
          <a:solidFill>
            <a:srgbClr val="E9E9E7"/>
          </a:solidFill>
          <a:ln w="9525">
            <a:solidFill>
              <a:srgbClr val="A7AFB9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9359900" y="3668183"/>
            <a:ext cx="1041400" cy="201083"/>
          </a:xfrm>
          <a:prstGeom prst="rect">
            <a:avLst/>
          </a:prstGeom>
          <a:solidFill>
            <a:srgbClr val="E9E9E7"/>
          </a:solidFill>
          <a:ln w="9525">
            <a:solidFill>
              <a:srgbClr val="A7AFB9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9359900" y="3869267"/>
            <a:ext cx="1041400" cy="201083"/>
          </a:xfrm>
          <a:prstGeom prst="rect">
            <a:avLst/>
          </a:prstGeom>
          <a:solidFill>
            <a:srgbClr val="E9E9E7"/>
          </a:solidFill>
          <a:ln w="9525">
            <a:solidFill>
              <a:srgbClr val="A7AFB9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9359900" y="4070350"/>
            <a:ext cx="1041400" cy="201083"/>
          </a:xfrm>
          <a:prstGeom prst="rect">
            <a:avLst/>
          </a:prstGeom>
          <a:solidFill>
            <a:srgbClr val="E9E9E7"/>
          </a:solidFill>
          <a:ln w="9525">
            <a:solidFill>
              <a:srgbClr val="A7AFB9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9359900" y="4271433"/>
            <a:ext cx="1041400" cy="201083"/>
          </a:xfrm>
          <a:prstGeom prst="rect">
            <a:avLst/>
          </a:prstGeom>
          <a:solidFill>
            <a:srgbClr val="E9E9E7"/>
          </a:solidFill>
          <a:ln w="9525">
            <a:solidFill>
              <a:srgbClr val="A7AFB9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9359900" y="4472517"/>
            <a:ext cx="1041400" cy="201083"/>
          </a:xfrm>
          <a:prstGeom prst="rect">
            <a:avLst/>
          </a:prstGeom>
          <a:solidFill>
            <a:srgbClr val="E9E9E7"/>
          </a:solidFill>
          <a:ln w="9525">
            <a:solidFill>
              <a:srgbClr val="A7AFB9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9359900" y="4673600"/>
            <a:ext cx="1041400" cy="201083"/>
          </a:xfrm>
          <a:prstGeom prst="rect">
            <a:avLst/>
          </a:prstGeom>
          <a:solidFill>
            <a:srgbClr val="E9E9E7"/>
          </a:solidFill>
          <a:ln w="9525">
            <a:solidFill>
              <a:srgbClr val="A7AFB9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9359900" y="4874683"/>
            <a:ext cx="1041400" cy="201083"/>
          </a:xfrm>
          <a:prstGeom prst="rect">
            <a:avLst/>
          </a:prstGeom>
          <a:solidFill>
            <a:srgbClr val="CCFFCC"/>
          </a:solidFill>
          <a:ln w="9525">
            <a:solidFill>
              <a:srgbClr val="A7AFB9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9359900" y="5075767"/>
            <a:ext cx="1041400" cy="201083"/>
          </a:xfrm>
          <a:prstGeom prst="rect">
            <a:avLst/>
          </a:prstGeom>
          <a:solidFill>
            <a:srgbClr val="E9E9E7"/>
          </a:solidFill>
          <a:ln w="9525">
            <a:solidFill>
              <a:srgbClr val="A7AFB9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9359900" y="5276850"/>
            <a:ext cx="1041400" cy="201083"/>
          </a:xfrm>
          <a:prstGeom prst="rect">
            <a:avLst/>
          </a:prstGeom>
          <a:solidFill>
            <a:srgbClr val="E9E9E7"/>
          </a:solidFill>
          <a:ln w="9525">
            <a:solidFill>
              <a:srgbClr val="A7AFB9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9359900" y="5477933"/>
            <a:ext cx="1041400" cy="201083"/>
          </a:xfrm>
          <a:prstGeom prst="rect">
            <a:avLst/>
          </a:prstGeom>
          <a:solidFill>
            <a:srgbClr val="E9E9E7"/>
          </a:solidFill>
          <a:ln w="9525">
            <a:solidFill>
              <a:srgbClr val="A7AFB9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9359900" y="5679017"/>
            <a:ext cx="1041400" cy="201083"/>
          </a:xfrm>
          <a:prstGeom prst="rect">
            <a:avLst/>
          </a:prstGeom>
          <a:solidFill>
            <a:srgbClr val="E9E9E7"/>
          </a:solidFill>
          <a:ln w="9525">
            <a:solidFill>
              <a:srgbClr val="A7AFB9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3200400" y="2286000"/>
            <a:ext cx="0" cy="5715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3200400" y="2286000"/>
            <a:ext cx="685800" cy="4826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 flipV="1">
            <a:off x="3200400" y="2768600"/>
            <a:ext cx="685800" cy="889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6921500" y="3873500"/>
            <a:ext cx="0" cy="5842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6921500" y="3873500"/>
            <a:ext cx="647700" cy="2921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 flipV="1">
            <a:off x="6921500" y="4165600"/>
            <a:ext cx="647700" cy="2921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8724900" y="2692400"/>
            <a:ext cx="0" cy="5588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8724900" y="2692400"/>
            <a:ext cx="635000" cy="2667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 flipV="1">
            <a:off x="8724900" y="2959100"/>
            <a:ext cx="635000" cy="2921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1943100" y="2260600"/>
            <a:ext cx="0" cy="3441700"/>
          </a:xfrm>
          <a:prstGeom prst="line">
            <a:avLst/>
          </a:prstGeom>
          <a:noFill/>
          <a:ln w="19050">
            <a:solidFill>
              <a:srgbClr val="C00000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 rot="10800000">
            <a:off x="1873250" y="5676900"/>
            <a:ext cx="139700" cy="15240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106" name="Text 104"/>
          <p:cNvSpPr/>
          <p:nvPr/>
        </p:nvSpPr>
        <p:spPr>
          <a:xfrm rot="16200000">
            <a:off x="928370" y="4077970"/>
            <a:ext cx="1737360" cy="2374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Sequence Length</a:t>
            </a:r>
            <a:endParaRPr lang="en-US" sz="1300" dirty="0"/>
          </a:p>
        </p:txBody>
      </p:sp>
      <p:sp>
        <p:nvSpPr>
          <p:cNvPr id="107" name="Shape 105"/>
          <p:cNvSpPr/>
          <p:nvPr/>
        </p:nvSpPr>
        <p:spPr>
          <a:xfrm>
            <a:off x="3213100" y="3854450"/>
            <a:ext cx="660400" cy="279400"/>
          </a:xfrm>
          <a:prstGeom prst="rightArrow">
            <a:avLst/>
          </a:prstGeom>
          <a:solidFill>
            <a:srgbClr val="CC0000"/>
          </a:solidFill>
          <a:ln/>
        </p:spPr>
      </p:sp>
      <p:sp>
        <p:nvSpPr>
          <p:cNvPr id="108" name="Shape 106"/>
          <p:cNvSpPr/>
          <p:nvPr/>
        </p:nvSpPr>
        <p:spPr>
          <a:xfrm>
            <a:off x="5232400" y="2260600"/>
            <a:ext cx="228600" cy="3594100"/>
          </a:xfrm>
          <a:prstGeom prst="rect">
            <a:avLst/>
          </a:prstGeom>
          <a:solidFill>
            <a:srgbClr val="D8D8D8"/>
          </a:solidFill>
          <a:ln w="9525">
            <a:solidFill>
              <a:srgbClr val="A7AFB9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 rot="16200000">
            <a:off x="4638040" y="3934460"/>
            <a:ext cx="1417320" cy="246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 Linearity</a:t>
            </a:r>
            <a:endParaRPr lang="en-US" sz="1400" dirty="0"/>
          </a:p>
        </p:txBody>
      </p:sp>
      <p:sp>
        <p:nvSpPr>
          <p:cNvPr id="110" name="Shape 108"/>
          <p:cNvSpPr/>
          <p:nvPr/>
        </p:nvSpPr>
        <p:spPr>
          <a:xfrm>
            <a:off x="7112000" y="2260600"/>
            <a:ext cx="228600" cy="3594100"/>
          </a:xfrm>
          <a:prstGeom prst="rect">
            <a:avLst/>
          </a:prstGeom>
          <a:solidFill>
            <a:srgbClr val="D8D8D8"/>
          </a:solidFill>
          <a:ln w="9525">
            <a:solidFill>
              <a:srgbClr val="A7AFB9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 rot="16200000">
            <a:off x="6517640" y="3934460"/>
            <a:ext cx="1417320" cy="246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 Linearity</a:t>
            </a:r>
            <a:endParaRPr lang="en-US" sz="1400" dirty="0"/>
          </a:p>
        </p:txBody>
      </p:sp>
      <p:sp>
        <p:nvSpPr>
          <p:cNvPr id="112" name="Shape 110"/>
          <p:cNvSpPr/>
          <p:nvPr/>
        </p:nvSpPr>
        <p:spPr>
          <a:xfrm>
            <a:off x="8915400" y="2260600"/>
            <a:ext cx="228600" cy="3594100"/>
          </a:xfrm>
          <a:prstGeom prst="rect">
            <a:avLst/>
          </a:prstGeom>
          <a:solidFill>
            <a:srgbClr val="D8D8D8"/>
          </a:solidFill>
          <a:ln w="9525">
            <a:solidFill>
              <a:srgbClr val="A7AFB9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 rot="16200000">
            <a:off x="8321040" y="3934460"/>
            <a:ext cx="1417320" cy="246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 Linearity</a:t>
            </a:r>
            <a:endParaRPr lang="en-US" sz="1400" dirty="0"/>
          </a:p>
        </p:txBody>
      </p:sp>
      <p:sp>
        <p:nvSpPr>
          <p:cNvPr id="114" name="Shape 112"/>
          <p:cNvSpPr/>
          <p:nvPr/>
        </p:nvSpPr>
        <p:spPr>
          <a:xfrm>
            <a:off x="10566400" y="2260600"/>
            <a:ext cx="228600" cy="3594100"/>
          </a:xfrm>
          <a:prstGeom prst="rect">
            <a:avLst/>
          </a:prstGeom>
          <a:solidFill>
            <a:srgbClr val="D8D8D8"/>
          </a:solidFill>
          <a:ln w="9525">
            <a:solidFill>
              <a:srgbClr val="A7AFB9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 rot="16200000">
            <a:off x="9972040" y="3934460"/>
            <a:ext cx="1417320" cy="246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 Linearity</a:t>
            </a:r>
            <a:endParaRPr lang="en-US" sz="1400" dirty="0"/>
          </a:p>
        </p:txBody>
      </p:sp>
      <p:sp>
        <p:nvSpPr>
          <p:cNvPr id="116" name="Shape 114"/>
          <p:cNvSpPr/>
          <p:nvPr/>
        </p:nvSpPr>
        <p:spPr>
          <a:xfrm>
            <a:off x="762000" y="1244600"/>
            <a:ext cx="1054100" cy="165100"/>
          </a:xfrm>
          <a:prstGeom prst="rect">
            <a:avLst/>
          </a:prstGeom>
          <a:solidFill>
            <a:srgbClr val="FF9999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762000" y="1447800"/>
            <a:ext cx="1054100" cy="165100"/>
          </a:xfrm>
          <a:prstGeom prst="rect">
            <a:avLst/>
          </a:prstGeom>
          <a:solidFill>
            <a:srgbClr val="FF9999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762000" y="1638300"/>
            <a:ext cx="1054100" cy="165100"/>
          </a:xfrm>
          <a:prstGeom prst="rect">
            <a:avLst/>
          </a:prstGeom>
          <a:solidFill>
            <a:srgbClr val="FF9999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544830" y="1911350"/>
            <a:ext cx="146304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Convolutional</a:t>
            </a:r>
            <a:endParaRPr lang="en-US" sz="12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Kernel</a:t>
            </a:r>
            <a:endParaRPr lang="en-US" sz="1200" dirty="0"/>
          </a:p>
        </p:txBody>
      </p:sp>
      <p:sp>
        <p:nvSpPr>
          <p:cNvPr id="120" name="Shape 118"/>
          <p:cNvSpPr/>
          <p:nvPr/>
        </p:nvSpPr>
        <p:spPr>
          <a:xfrm>
            <a:off x="5842000" y="1435100"/>
            <a:ext cx="2451100" cy="330200"/>
          </a:xfrm>
          <a:prstGeom prst="rect">
            <a:avLst/>
          </a:prstGeom>
          <a:solidFill>
            <a:srgbClr val="E0F8E0"/>
          </a:solidFill>
          <a:ln w="12700">
            <a:solidFill>
              <a:srgbClr val="00A000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5867400" y="1447800"/>
            <a:ext cx="2400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i="1" dirty="0">
                <a:solidFill>
                  <a:srgbClr val="00A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be Computed In Parallel</a:t>
            </a:r>
            <a:endParaRPr lang="en-US" sz="1250" dirty="0"/>
          </a:p>
        </p:txBody>
      </p:sp>
      <p:sp>
        <p:nvSpPr>
          <p:cNvPr id="122" name="Shape 120"/>
          <p:cNvSpPr/>
          <p:nvPr/>
        </p:nvSpPr>
        <p:spPr>
          <a:xfrm flipV="1">
            <a:off x="5118100" y="1676400"/>
            <a:ext cx="698500" cy="241300"/>
          </a:xfrm>
          <a:prstGeom prst="line">
            <a:avLst/>
          </a:prstGeom>
          <a:noFill/>
          <a:ln w="12700">
            <a:solidFill>
              <a:srgbClr val="00A000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1807210" y="1860550"/>
            <a:ext cx="155448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Words</a:t>
            </a:r>
            <a:endParaRPr lang="en-US" sz="12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Vectors</a:t>
            </a:r>
            <a:endParaRPr lang="en-US" sz="1200" dirty="0"/>
          </a:p>
        </p:txBody>
      </p:sp>
      <p:sp>
        <p:nvSpPr>
          <p:cNvPr id="124" name="Text 122"/>
          <p:cNvSpPr/>
          <p:nvPr/>
        </p:nvSpPr>
        <p:spPr>
          <a:xfrm>
            <a:off x="3655060" y="1860550"/>
            <a:ext cx="155448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pPr algn="ctr" indent="0" marL="0">
              <a:lnSpc>
                <a:spcPts val="1400"/>
              </a:lnSpc>
              <a:buNone/>
            </a:pPr>
            <a:r>
              <a:rPr lang="en-US" sz="1200" b="1" baseline="3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</a:t>
            </a:r>
            <a:pPr algn="ctr"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Feature</a:t>
            </a:r>
            <a:endParaRPr lang="en-US" sz="12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</a:t>
            </a:r>
            <a:endParaRPr lang="en-US" sz="1200" dirty="0"/>
          </a:p>
        </p:txBody>
      </p:sp>
      <p:sp>
        <p:nvSpPr>
          <p:cNvPr id="125" name="Text 123"/>
          <p:cNvSpPr/>
          <p:nvPr/>
        </p:nvSpPr>
        <p:spPr>
          <a:xfrm>
            <a:off x="5528310" y="1860550"/>
            <a:ext cx="155448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pPr algn="ctr" indent="0" marL="0">
              <a:lnSpc>
                <a:spcPts val="1400"/>
              </a:lnSpc>
              <a:buNone/>
            </a:pPr>
            <a:r>
              <a:rPr lang="en-US" sz="1200" b="1" baseline="3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nd</a:t>
            </a:r>
            <a:pPr algn="ctr"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Feature</a:t>
            </a:r>
            <a:endParaRPr lang="en-US" sz="12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</a:t>
            </a:r>
            <a:endParaRPr lang="en-US" sz="1200" dirty="0"/>
          </a:p>
        </p:txBody>
      </p:sp>
      <p:sp>
        <p:nvSpPr>
          <p:cNvPr id="126" name="Text 124"/>
          <p:cNvSpPr/>
          <p:nvPr/>
        </p:nvSpPr>
        <p:spPr>
          <a:xfrm>
            <a:off x="7331710" y="1860550"/>
            <a:ext cx="155448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pPr algn="ctr" indent="0" marL="0">
              <a:lnSpc>
                <a:spcPts val="1400"/>
              </a:lnSpc>
              <a:buNone/>
            </a:pPr>
            <a:r>
              <a:rPr lang="en-US" sz="1200" b="1" baseline="3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rd</a:t>
            </a:r>
            <a:pPr algn="ctr"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Feature</a:t>
            </a:r>
            <a:endParaRPr lang="en-US" sz="12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</a:t>
            </a:r>
            <a:endParaRPr lang="en-US" sz="1200" dirty="0"/>
          </a:p>
        </p:txBody>
      </p:sp>
      <p:sp>
        <p:nvSpPr>
          <p:cNvPr id="127" name="Text 125"/>
          <p:cNvSpPr/>
          <p:nvPr/>
        </p:nvSpPr>
        <p:spPr>
          <a:xfrm>
            <a:off x="9097010" y="1860550"/>
            <a:ext cx="155448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pPr algn="ctr" indent="0" marL="0">
              <a:lnSpc>
                <a:spcPts val="1400"/>
              </a:lnSpc>
              <a:buNone/>
            </a:pPr>
            <a:r>
              <a:rPr lang="en-US" sz="1200" b="1" baseline="3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</a:t>
            </a:r>
            <a:pPr algn="ctr"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Feature</a:t>
            </a:r>
            <a:endParaRPr lang="en-US" sz="12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</a:t>
            </a:r>
            <a:endParaRPr lang="en-US" sz="1200" dirty="0"/>
          </a:p>
        </p:txBody>
      </p:sp>
      <p:sp>
        <p:nvSpPr>
          <p:cNvPr id="128" name="Text 126"/>
          <p:cNvSpPr/>
          <p:nvPr/>
        </p:nvSpPr>
        <p:spPr>
          <a:xfrm>
            <a:off x="317500" y="666750"/>
            <a:ext cx="10972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1-D Convolutional Neural Network</a:t>
            </a:r>
            <a:endParaRPr lang="en-US" sz="2400" dirty="0"/>
          </a:p>
        </p:txBody>
      </p:sp>
      <p:pic>
        <p:nvPicPr>
          <p:cNvPr id="129" name="Image 0" descr="/home/ahmed/Projects/ai_llm_slides/videos/deep-learning/001_transformers_part1/recreated_pptx/build/assets/slide005_hatch_arr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35200" y="5969000"/>
            <a:ext cx="8115300" cy="342900"/>
          </a:xfrm>
          <a:prstGeom prst="rect">
            <a:avLst/>
          </a:prstGeom>
        </p:spPr>
      </p:pic>
      <p:sp>
        <p:nvSpPr>
          <p:cNvPr id="130" name="Shape 127"/>
          <p:cNvSpPr/>
          <p:nvPr/>
        </p:nvSpPr>
        <p:spPr>
          <a:xfrm rot="20280000">
            <a:off x="7162800" y="5234305"/>
            <a:ext cx="4597400" cy="402590"/>
          </a:xfrm>
          <a:prstGeom prst="rect">
            <a:avLst/>
          </a:prstGeom>
          <a:solidFill>
            <a:srgbClr val="FFFF00"/>
          </a:solidFill>
          <a:ln/>
        </p:spPr>
      </p:sp>
      <p:sp>
        <p:nvSpPr>
          <p:cNvPr id="131" name="Text 128"/>
          <p:cNvSpPr/>
          <p:nvPr/>
        </p:nvSpPr>
        <p:spPr>
          <a:xfrm rot="20280000">
            <a:off x="7015480" y="5275580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 Not Practical for Very Long Sequences***</a:t>
            </a:r>
            <a:endParaRPr lang="en-US" sz="1600" dirty="0"/>
          </a:p>
        </p:txBody>
      </p:sp>
      <p:sp>
        <p:nvSpPr>
          <p:cNvPr id="132" name="Text 129"/>
          <p:cNvSpPr/>
          <p:nvPr/>
        </p:nvSpPr>
        <p:spPr>
          <a:xfrm>
            <a:off x="1250950" y="6375400"/>
            <a:ext cx="10058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Word Sequence Length Increases, </a:t>
            </a:r>
            <a:pPr algn="ctr" indent="0" marL="0">
              <a:buNone/>
            </a:pPr>
            <a:r>
              <a:rPr lang="en-US" sz="1650" b="1" u="sng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need to stack many convolution Layers.</a:t>
            </a:r>
            <a:endParaRPr lang="en-US" sz="1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2026-10-11T09:49:39Z</dcterms:created>
  <dcterms:modified xsi:type="dcterms:W3CDTF">2026-10-11T09:49:39Z</dcterms:modified>
</cp:coreProperties>
</file>