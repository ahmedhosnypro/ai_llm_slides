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78000" y="609600"/>
            <a:ext cx="863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264400" y="1308100"/>
            <a:ext cx="4102100" cy="5359400"/>
          </a:xfrm>
          <a:prstGeom prst="rect">
            <a:avLst/>
          </a:prstGeom>
          <a:ln w="19050">
            <a:solidFill>
              <a:srgbClr val="00A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27900" y="1358900"/>
            <a:ext cx="2006600" cy="5257800"/>
          </a:xfrm>
          <a:prstGeom prst="rect">
            <a:avLst/>
          </a:prstGeom>
          <a:solidFill>
            <a:srgbClr val="FDEDDD"/>
          </a:solidFill>
          <a:ln/>
        </p:spPr>
      </p:sp>
      <p:sp>
        <p:nvSpPr>
          <p:cNvPr id="8" name="Shape 6"/>
          <p:cNvSpPr/>
          <p:nvPr/>
        </p:nvSpPr>
        <p:spPr>
          <a:xfrm>
            <a:off x="9359900" y="1358900"/>
            <a:ext cx="1955800" cy="5257800"/>
          </a:xfrm>
          <a:prstGeom prst="rect">
            <a:avLst/>
          </a:prstGeom>
          <a:solidFill>
            <a:srgbClr val="CEFFE1"/>
          </a:solidFill>
          <a:ln/>
        </p:spPr>
      </p:sp>
      <p:sp>
        <p:nvSpPr>
          <p:cNvPr id="9" name="Text 7"/>
          <p:cNvSpPr/>
          <p:nvPr/>
        </p:nvSpPr>
        <p:spPr>
          <a:xfrm>
            <a:off x="7378700" y="14224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160000" y="1409700"/>
            <a:ext cx="116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0E7D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23300" y="3187700"/>
            <a:ext cx="8128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271000" y="3378200"/>
            <a:ext cx="165100" cy="5207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245600" y="3886200"/>
            <a:ext cx="749300" cy="203200"/>
          </a:xfrm>
          <a:prstGeom prst="rect">
            <a:avLst/>
          </a:prstGeom>
          <a:solidFill>
            <a:srgbClr val="FF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988300" y="3390900"/>
            <a:ext cx="1250950" cy="1803400"/>
          </a:xfrm>
          <a:prstGeom prst="roundRect">
            <a:avLst>
              <a:gd name="adj" fmla="val 4386"/>
            </a:avLst>
          </a:prstGeom>
          <a:solidFill>
            <a:srgbClr val="C8A888"/>
          </a:solidFill>
          <a:ln w="15875">
            <a:solidFill>
              <a:srgbClr val="7B4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83550" y="3581400"/>
            <a:ext cx="0" cy="1600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6250" y="4140200"/>
            <a:ext cx="44450" cy="508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40700" y="4184650"/>
            <a:ext cx="577850" cy="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18550" y="3403600"/>
            <a:ext cx="0" cy="7620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18550" y="3644900"/>
            <a:ext cx="0" cy="4445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18550" y="4025900"/>
            <a:ext cx="0" cy="31115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18550" y="4870450"/>
            <a:ext cx="0" cy="31115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99450" y="3479800"/>
            <a:ext cx="838200" cy="539750"/>
          </a:xfrm>
          <a:prstGeom prst="roundRect">
            <a:avLst>
              <a:gd name="adj" fmla="val 8471"/>
            </a:avLst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5800" y="3638550"/>
            <a:ext cx="825500" cy="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05800" y="3486150"/>
            <a:ext cx="825500" cy="14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305800" y="3689350"/>
            <a:ext cx="825500" cy="330200"/>
          </a:xfrm>
          <a:prstGeom prst="roundRect">
            <a:avLst>
              <a:gd name="adj" fmla="val 11077"/>
            </a:avLst>
          </a:prstGeom>
          <a:solidFill>
            <a:srgbClr val="B9A382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5800" y="3689350"/>
            <a:ext cx="825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299450" y="4337050"/>
            <a:ext cx="838200" cy="533400"/>
          </a:xfrm>
          <a:prstGeom prst="roundRect">
            <a:avLst>
              <a:gd name="adj" fmla="val 8571"/>
            </a:avLst>
          </a:prstGeom>
          <a:solidFill>
            <a:srgbClr val="BF9E6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05800" y="4489450"/>
            <a:ext cx="825500" cy="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05800" y="4540250"/>
            <a:ext cx="825500" cy="0"/>
          </a:xfrm>
          <a:prstGeom prst="line">
            <a:avLst/>
          </a:prstGeom>
          <a:noFill/>
          <a:ln w="9525">
            <a:solidFill>
              <a:srgbClr val="7B4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05800" y="4343400"/>
            <a:ext cx="8255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05800" y="4552950"/>
            <a:ext cx="82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356600" y="50292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56600" y="50292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8743950" y="5029200"/>
            <a:ext cx="165100" cy="1651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43950" y="50292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985250" y="5035550"/>
            <a:ext cx="152400" cy="1524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85250" y="50355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718550" y="5194300"/>
            <a:ext cx="0" cy="1016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18550" y="5511800"/>
            <a:ext cx="0" cy="1143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74100" y="5556250"/>
            <a:ext cx="88900" cy="762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48650" y="5289550"/>
            <a:ext cx="215900" cy="215900"/>
          </a:xfrm>
          <a:prstGeom prst="ellipse">
            <a:avLst/>
          </a:prstGeom>
          <a:ln w="15875">
            <a:solidFill>
              <a:srgbClr val="6E44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86750" y="5397500"/>
            <a:ext cx="139700" cy="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56600" y="5327650"/>
            <a:ext cx="0" cy="139700"/>
          </a:xfrm>
          <a:prstGeom prst="line">
            <a:avLst/>
          </a:prstGeom>
          <a:noFill/>
          <a:ln w="15875">
            <a:solidFill>
              <a:srgbClr val="6E442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8559800" y="5416160"/>
            <a:ext cx="19050" cy="1944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8578850" y="5399679"/>
            <a:ext cx="19050" cy="16481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8597900" y="5388667"/>
            <a:ext cx="19050" cy="11012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8616950" y="5384800"/>
            <a:ext cx="19050" cy="3867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36000" y="5384800"/>
            <a:ext cx="19050" cy="3867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55050" y="5388667"/>
            <a:ext cx="19050" cy="11012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674100" y="5399679"/>
            <a:ext cx="19050" cy="16481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693150" y="5416160"/>
            <a:ext cx="19050" cy="1944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12200" y="5435600"/>
            <a:ext cx="19050" cy="1944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731250" y="5455040"/>
            <a:ext cx="19050" cy="16481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50300" y="5471521"/>
            <a:ext cx="19050" cy="11012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69350" y="5482533"/>
            <a:ext cx="19050" cy="3867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8788400" y="5482533"/>
            <a:ext cx="19050" cy="3867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8807450" y="5471521"/>
            <a:ext cx="19050" cy="11012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8826500" y="5455040"/>
            <a:ext cx="19050" cy="16481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8845550" y="5435600"/>
            <a:ext cx="19050" cy="19440"/>
          </a:xfrm>
          <a:prstGeom prst="line">
            <a:avLst/>
          </a:prstGeom>
          <a:noFill/>
          <a:ln w="12700">
            <a:solidFill>
              <a:srgbClr val="6E442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43800" y="52832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305800" y="5638800"/>
            <a:ext cx="838200" cy="355600"/>
          </a:xfrm>
          <a:prstGeom prst="rect">
            <a:avLst/>
          </a:prstGeom>
          <a:solidFill>
            <a:srgbClr val="F4D3C5"/>
          </a:solidFill>
          <a:ln w="9525">
            <a:solidFill>
              <a:srgbClr val="8B5A5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05800" y="5638800"/>
            <a:ext cx="83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5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33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8324850" y="6299200"/>
            <a:ext cx="114300" cy="203200"/>
          </a:xfrm>
          <a:prstGeom prst="rect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74050" y="6210300"/>
            <a:ext cx="203200" cy="10160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32800" y="6273800"/>
            <a:ext cx="55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594600" y="4203700"/>
            <a:ext cx="292100" cy="292100"/>
          </a:xfrm>
          <a:prstGeom prst="ellipse">
            <a:avLst/>
          </a:prstGeom>
          <a:solidFill>
            <a:srgbClr val="C8A888"/>
          </a:solidFill>
          <a:ln w="9525">
            <a:solidFill>
              <a:srgbClr val="7B4B2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94600" y="42037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353300" y="4343400"/>
            <a:ext cx="120650" cy="0"/>
          </a:xfrm>
          <a:prstGeom prst="line">
            <a:avLst/>
          </a:prstGeom>
          <a:noFill/>
          <a:ln w="12700">
            <a:solidFill>
              <a:srgbClr val="8F8F8F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9448800" y="2533650"/>
            <a:ext cx="1231900" cy="1587500"/>
          </a:xfrm>
          <a:prstGeom prst="roundRect">
            <a:avLst>
              <a:gd name="adj" fmla="val 3711"/>
            </a:avLst>
          </a:prstGeom>
          <a:solidFill>
            <a:srgbClr val="B5B88D"/>
          </a:solidFill>
          <a:ln w="12700">
            <a:solidFill>
              <a:srgbClr val="48785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61500" y="2781300"/>
            <a:ext cx="1206500" cy="0"/>
          </a:xfrm>
          <a:prstGeom prst="line">
            <a:avLst/>
          </a:prstGeom>
          <a:noFill/>
          <a:ln w="9525">
            <a:solidFill>
              <a:srgbClr val="48785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461500" y="3168650"/>
            <a:ext cx="1206500" cy="0"/>
          </a:xfrm>
          <a:prstGeom prst="line">
            <a:avLst/>
          </a:prstGeom>
          <a:noFill/>
          <a:ln w="9525">
            <a:solidFill>
              <a:srgbClr val="48785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461500" y="3359150"/>
            <a:ext cx="1206500" cy="0"/>
          </a:xfrm>
          <a:prstGeom prst="line">
            <a:avLst/>
          </a:prstGeom>
          <a:noFill/>
          <a:ln w="9525">
            <a:solidFill>
              <a:srgbClr val="48785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556750" y="2552700"/>
            <a:ext cx="0" cy="15494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394950" y="2552700"/>
            <a:ext cx="0" cy="15494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74200" y="2565400"/>
            <a:ext cx="1193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9474200" y="2794000"/>
            <a:ext cx="11938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9474200" y="3175000"/>
            <a:ext cx="119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9474200" y="3340100"/>
            <a:ext cx="1193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9448800" y="4133850"/>
            <a:ext cx="1143000" cy="1066800"/>
          </a:xfrm>
          <a:prstGeom prst="roundRect">
            <a:avLst>
              <a:gd name="adj" fmla="val 5143"/>
            </a:avLst>
          </a:prstGeom>
          <a:solidFill>
            <a:srgbClr val="C5F6D9"/>
          </a:solidFill>
          <a:ln w="12700">
            <a:solidFill>
              <a:srgbClr val="48785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394950" y="4140200"/>
            <a:ext cx="0" cy="1041400"/>
          </a:xfrm>
          <a:prstGeom prst="line">
            <a:avLst/>
          </a:prstGeom>
          <a:noFill/>
          <a:ln w="6350">
            <a:solidFill>
              <a:srgbClr val="4A4A4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550400" y="4178300"/>
            <a:ext cx="914400" cy="190500"/>
          </a:xfrm>
          <a:prstGeom prst="rect">
            <a:avLst/>
          </a:prstGeom>
          <a:solidFill>
            <a:srgbClr val="90D8A8"/>
          </a:solidFill>
          <a:ln w="9525">
            <a:solidFill>
              <a:srgbClr val="48785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550400" y="417830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58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9550400" y="4406900"/>
            <a:ext cx="914400" cy="457200"/>
          </a:xfrm>
          <a:prstGeom prst="rect">
            <a:avLst/>
          </a:prstGeom>
          <a:solidFill>
            <a:srgbClr val="C8E6AA"/>
          </a:solidFill>
          <a:ln w="9525">
            <a:solidFill>
              <a:srgbClr val="48785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550400" y="44069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2758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</a:t>
            </a:r>
            <a:endParaRPr lang="en-US" sz="8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2758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</a:t>
            </a:r>
            <a:endParaRPr lang="en-US" sz="8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2758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9607550" y="4953000"/>
            <a:ext cx="165100" cy="165100"/>
          </a:xfrm>
          <a:prstGeom prst="ellipse">
            <a:avLst/>
          </a:prstGeom>
          <a:solidFill>
            <a:srgbClr val="BEF0D2"/>
          </a:solidFill>
          <a:ln w="9525">
            <a:solidFill>
              <a:srgbClr val="48785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607550" y="49530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58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9785350" y="4953000"/>
            <a:ext cx="165100" cy="165100"/>
          </a:xfrm>
          <a:prstGeom prst="ellipse">
            <a:avLst/>
          </a:prstGeom>
          <a:solidFill>
            <a:srgbClr val="BEF0D2"/>
          </a:solidFill>
          <a:ln w="9525">
            <a:solidFill>
              <a:srgbClr val="48785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785350" y="4953000"/>
            <a:ext cx="1651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58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10223500" y="4959350"/>
            <a:ext cx="152400" cy="152400"/>
          </a:xfrm>
          <a:prstGeom prst="ellipse">
            <a:avLst/>
          </a:prstGeom>
          <a:solidFill>
            <a:srgbClr val="BEF0D2"/>
          </a:solidFill>
          <a:ln w="9525">
            <a:solidFill>
              <a:srgbClr val="48785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223500" y="49593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758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10674350" y="2641600"/>
            <a:ext cx="0" cy="2463800"/>
          </a:xfrm>
          <a:prstGeom prst="line">
            <a:avLst/>
          </a:prstGeom>
          <a:noFill/>
          <a:ln w="12700">
            <a:solidFill>
              <a:srgbClr val="48785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429750" y="3943350"/>
            <a:ext cx="139700" cy="1397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429750" y="3943350"/>
            <a:ext cx="139700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9759950" y="3949700"/>
            <a:ext cx="127000" cy="127000"/>
          </a:xfrm>
          <a:prstGeom prst="ellipse">
            <a:avLst/>
          </a:prstGeom>
          <a:solidFill>
            <a:srgbClr val="2A26A0"/>
          </a:solidFill>
          <a:ln w="6350">
            <a:solidFill>
              <a:srgbClr val="2A26A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759950" y="3949700"/>
            <a:ext cx="1270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10344150" y="3930650"/>
            <a:ext cx="152400" cy="152400"/>
          </a:xfrm>
          <a:prstGeom prst="ellips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344150" y="3930650"/>
            <a:ext cx="15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9994900" y="5232400"/>
            <a:ext cx="203200" cy="203200"/>
          </a:xfrm>
          <a:prstGeom prst="ellipse">
            <a:avLst/>
          </a:prstGeom>
          <a:solidFill>
            <a:srgbClr val="CEFFE1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039350" y="5334000"/>
            <a:ext cx="1143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096500" y="5276850"/>
            <a:ext cx="0" cy="11430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198100" y="5334000"/>
            <a:ext cx="38100" cy="0"/>
          </a:xfrm>
          <a:prstGeom prst="line">
            <a:avLst/>
          </a:prstGeom>
          <a:noFill/>
          <a:ln w="15875">
            <a:solidFill>
              <a:srgbClr val="2F2F2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223500" y="5226050"/>
            <a:ext cx="190500" cy="190500"/>
          </a:xfrm>
          <a:prstGeom prst="ellipse">
            <a:avLst/>
          </a:prstGeom>
          <a:solidFill>
            <a:srgbClr val="CEFFE1"/>
          </a:solidFill>
          <a:ln w="15875">
            <a:solidFill>
              <a:srgbClr val="2F2F2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10261600" y="5306720"/>
            <a:ext cx="7144" cy="1458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10268744" y="5294359"/>
            <a:ext cx="7144" cy="12361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10275888" y="5286100"/>
            <a:ext cx="7144" cy="8259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10283031" y="5283200"/>
            <a:ext cx="7144" cy="2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290175" y="5283200"/>
            <a:ext cx="7144" cy="2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297319" y="5286100"/>
            <a:ext cx="7144" cy="8259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304463" y="5294359"/>
            <a:ext cx="7144" cy="12361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311606" y="5306720"/>
            <a:ext cx="7144" cy="1458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318750" y="5321300"/>
            <a:ext cx="7144" cy="1458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0325894" y="5335880"/>
            <a:ext cx="7144" cy="12361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0333038" y="5348241"/>
            <a:ext cx="7144" cy="8259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340181" y="5356500"/>
            <a:ext cx="7144" cy="2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10347325" y="5356500"/>
            <a:ext cx="7144" cy="290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10354469" y="5348241"/>
            <a:ext cx="7144" cy="8259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10361613" y="5335880"/>
            <a:ext cx="7144" cy="12361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10368756" y="5321300"/>
            <a:ext cx="7144" cy="14580"/>
          </a:xfrm>
          <a:prstGeom prst="line">
            <a:avLst/>
          </a:prstGeom>
          <a:noFill/>
          <a:ln w="12700">
            <a:solidFill>
              <a:srgbClr val="2F2F2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541000" y="5232400"/>
            <a:ext cx="66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</a:t>
            </a:r>
            <a:endParaRPr lang="en-US" sz="9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9550400" y="5600700"/>
            <a:ext cx="838200" cy="381000"/>
          </a:xfrm>
          <a:prstGeom prst="rect">
            <a:avLst/>
          </a:prstGeom>
          <a:solidFill>
            <a:srgbClr val="C8E4CB"/>
          </a:solidFill>
          <a:ln w="12700">
            <a:solidFill>
              <a:srgbClr val="28523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550400" y="5600700"/>
            <a:ext cx="83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3C6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3C64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9652000" y="6273800"/>
            <a:ext cx="6096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9499600" y="6413500"/>
            <a:ext cx="1016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C8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(shifted right)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10725150" y="3784600"/>
            <a:ext cx="292100" cy="292100"/>
          </a:xfrm>
          <a:prstGeom prst="ellipse">
            <a:avLst/>
          </a:prstGeom>
          <a:solidFill>
            <a:srgbClr val="B5B88D"/>
          </a:solidFill>
          <a:ln w="9525">
            <a:solidFill>
              <a:srgbClr val="487854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725150" y="3784600"/>
            <a:ext cx="29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Nx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9429750" y="1498600"/>
            <a:ext cx="101600" cy="25400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493250" y="1428750"/>
            <a:ext cx="177800" cy="120650"/>
          </a:xfrm>
          <a:prstGeom prst="triangle">
            <a:avLst/>
          </a:prstGeom>
          <a:solidFill>
            <a:srgbClr val="C00000"/>
          </a:solidFill>
          <a:ln w="6350">
            <a:solidFill>
              <a:srgbClr val="C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410700" y="1485900"/>
            <a:ext cx="0" cy="2794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575800" y="1447800"/>
            <a:ext cx="77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4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50" dirty="0"/>
          </a:p>
        </p:txBody>
      </p:sp>
      <p:sp>
        <p:nvSpPr>
          <p:cNvPr id="130" name="Text 128"/>
          <p:cNvSpPr/>
          <p:nvPr/>
        </p:nvSpPr>
        <p:spPr>
          <a:xfrm>
            <a:off x="9512300" y="1612900"/>
            <a:ext cx="901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4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solidFill>
            <a:srgbClr val="A8ECBC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550400" y="19304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solidFill>
            <a:srgbClr val="B0E4C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550400" y="2247900"/>
            <a:ext cx="8509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9975850" y="1790700"/>
            <a:ext cx="0" cy="1397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975850" y="2101850"/>
            <a:ext cx="0" cy="14605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975850" y="2432050"/>
            <a:ext cx="0" cy="1016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937750" y="1797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937750" y="21018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937750" y="2432050"/>
            <a:ext cx="76200" cy="635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090150" y="5200650"/>
            <a:ext cx="0" cy="3810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090150" y="5422900"/>
            <a:ext cx="0" cy="17145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052050" y="5518150"/>
            <a:ext cx="82550" cy="76200"/>
          </a:xfrm>
          <a:prstGeom prst="triangle">
            <a:avLst/>
          </a:prstGeom>
          <a:solidFill>
            <a:srgbClr val="2F2F2F"/>
          </a:solidFill>
          <a:ln w="6350">
            <a:solidFill>
              <a:srgbClr val="2F2F2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8788400" y="3276600"/>
            <a:ext cx="0" cy="12065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788400" y="3276600"/>
            <a:ext cx="55880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347200" y="3276600"/>
            <a:ext cx="0" cy="6731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347200" y="3949700"/>
            <a:ext cx="825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48" name="Shape 146"/>
          <p:cNvSpPr/>
          <p:nvPr/>
        </p:nvSpPr>
        <p:spPr>
          <a:xfrm flipV="1">
            <a:off x="8890000" y="3327400"/>
            <a:ext cx="0" cy="6985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890000" y="3327400"/>
            <a:ext cx="5143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404350" y="3327400"/>
            <a:ext cx="0" cy="68580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404350" y="4013200"/>
            <a:ext cx="349250" cy="0"/>
          </a:xfrm>
          <a:prstGeom prst="line">
            <a:avLst/>
          </a:prstGeom>
          <a:noFill/>
          <a:ln w="9525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2" name="Shape 150"/>
          <p:cNvSpPr/>
          <p:nvPr/>
        </p:nvSpPr>
        <p:spPr>
          <a:xfrm>
            <a:off x="8591550" y="3168650"/>
            <a:ext cx="850900" cy="228600"/>
          </a:xfrm>
          <a:prstGeom prst="rect">
            <a:avLst/>
          </a:prstGeom>
          <a:ln w="12700">
            <a:solidFill>
              <a:srgbClr val="FF0000"/>
            </a:solidFill>
            <a:prstDash val="dash"/>
          </a:ln>
        </p:spPr>
      </p:sp>
      <p:sp>
        <p:nvSpPr>
          <p:cNvPr id="153" name="Shape 151"/>
          <p:cNvSpPr/>
          <p:nvPr/>
        </p:nvSpPr>
        <p:spPr>
          <a:xfrm>
            <a:off x="9251950" y="3378200"/>
            <a:ext cx="209550" cy="514350"/>
          </a:xfrm>
          <a:prstGeom prst="rect">
            <a:avLst/>
          </a:prstGeom>
          <a:ln w="12700">
            <a:solidFill>
              <a:srgbClr val="FF0000"/>
            </a:solidFill>
            <a:prstDash val="dash"/>
          </a:ln>
        </p:spPr>
      </p:sp>
      <p:sp>
        <p:nvSpPr>
          <p:cNvPr id="154" name="Shape 152"/>
          <p:cNvSpPr/>
          <p:nvPr/>
        </p:nvSpPr>
        <p:spPr>
          <a:xfrm>
            <a:off x="9245600" y="3879850"/>
            <a:ext cx="774700" cy="228600"/>
          </a:xfrm>
          <a:prstGeom prst="rect">
            <a:avLst/>
          </a:prstGeom>
          <a:ln w="12700">
            <a:solidFill>
              <a:srgbClr val="FF0000"/>
            </a:solidFill>
            <a:prstDash val="dash"/>
          </a:ln>
        </p:spPr>
      </p:sp>
      <p:sp>
        <p:nvSpPr>
          <p:cNvPr id="155" name="Shape 153"/>
          <p:cNvSpPr/>
          <p:nvPr/>
        </p:nvSpPr>
        <p:spPr>
          <a:xfrm>
            <a:off x="5702300" y="1498600"/>
            <a:ext cx="1524000" cy="508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718300" y="2044700"/>
            <a:ext cx="508000" cy="508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070600" y="2882900"/>
            <a:ext cx="1155700" cy="127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413500" y="2946400"/>
            <a:ext cx="812800" cy="13208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6718300" y="4051300"/>
            <a:ext cx="508000" cy="127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flipV="1">
            <a:off x="5676900" y="5384800"/>
            <a:ext cx="1549400" cy="254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5930900" y="6172200"/>
            <a:ext cx="1282700" cy="635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619500" y="1282700"/>
            <a:ext cx="2070100" cy="431800"/>
          </a:xfrm>
          <a:prstGeom prst="rect">
            <a:avLst/>
          </a:prstGeom>
          <a:solidFill>
            <a:srgbClr val="B8E6CA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3619500" y="1282700"/>
            <a:ext cx="20701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Block</a:t>
            </a:r>
            <a:endParaRPr lang="en-US" sz="1500" dirty="0"/>
          </a:p>
        </p:txBody>
      </p:sp>
      <p:sp>
        <p:nvSpPr>
          <p:cNvPr id="164" name="Shape 162"/>
          <p:cNvSpPr/>
          <p:nvPr/>
        </p:nvSpPr>
        <p:spPr>
          <a:xfrm>
            <a:off x="4686300" y="1885950"/>
            <a:ext cx="2019300" cy="381000"/>
          </a:xfrm>
          <a:prstGeom prst="rect">
            <a:avLst/>
          </a:prstGeom>
          <a:solidFill>
            <a:srgbClr val="F2C6C6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686300" y="1885950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Block</a:t>
            </a:r>
            <a:endParaRPr lang="en-US" sz="1500" dirty="0"/>
          </a:p>
        </p:txBody>
      </p:sp>
      <p:sp>
        <p:nvSpPr>
          <p:cNvPr id="166" name="Shape 164"/>
          <p:cNvSpPr/>
          <p:nvPr/>
        </p:nvSpPr>
        <p:spPr>
          <a:xfrm>
            <a:off x="2127250" y="2584450"/>
            <a:ext cx="3924300" cy="609600"/>
          </a:xfrm>
          <a:prstGeom prst="rect">
            <a:avLst/>
          </a:prstGeom>
          <a:solidFill>
            <a:srgbClr val="D8CCB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2127250" y="2584450"/>
            <a:ext cx="3924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Cascaded Blocks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Both Encoder and Decoder</a:t>
            </a:r>
            <a:endParaRPr lang="en-US" sz="1500" dirty="0"/>
          </a:p>
        </p:txBody>
      </p:sp>
      <p:sp>
        <p:nvSpPr>
          <p:cNvPr id="168" name="Shape 166"/>
          <p:cNvSpPr/>
          <p:nvPr/>
        </p:nvSpPr>
        <p:spPr>
          <a:xfrm>
            <a:off x="781050" y="3689350"/>
            <a:ext cx="5918200" cy="806450"/>
          </a:xfrm>
          <a:prstGeom prst="rect">
            <a:avLst/>
          </a:prstGeom>
          <a:solidFill>
            <a:srgbClr val="FFFF99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81050" y="3689350"/>
            <a:ext cx="5918200" cy="806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Decoder Attention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</a:t>
            </a:r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Encoder Block</a:t>
            </a:r>
            <a:endParaRPr lang="en-US" sz="14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</a:t>
            </a:r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Decoder Cascaded Blocks</a:t>
            </a:r>
            <a:endParaRPr lang="en-US" sz="1400" dirty="0"/>
          </a:p>
        </p:txBody>
      </p:sp>
      <p:sp>
        <p:nvSpPr>
          <p:cNvPr id="170" name="Shape 168"/>
          <p:cNvSpPr/>
          <p:nvPr/>
        </p:nvSpPr>
        <p:spPr>
          <a:xfrm>
            <a:off x="1143000" y="5105400"/>
            <a:ext cx="4521200" cy="609600"/>
          </a:xfrm>
          <a:prstGeom prst="rect">
            <a:avLst/>
          </a:prstGeom>
          <a:solidFill>
            <a:srgbClr val="E4FC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143000" y="5105400"/>
            <a:ext cx="4521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to Encoder Block </a:t>
            </a:r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(V,K,Q)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are from Previous Block</a:t>
            </a:r>
            <a:endParaRPr lang="en-US" sz="1400" dirty="0"/>
          </a:p>
        </p:txBody>
      </p:sp>
      <p:sp>
        <p:nvSpPr>
          <p:cNvPr id="172" name="Shape 170"/>
          <p:cNvSpPr/>
          <p:nvPr/>
        </p:nvSpPr>
        <p:spPr>
          <a:xfrm>
            <a:off x="876300" y="5956300"/>
            <a:ext cx="5029200" cy="596900"/>
          </a:xfrm>
          <a:prstGeom prst="rect">
            <a:avLst/>
          </a:prstGeom>
          <a:solidFill>
            <a:srgbClr val="E4FCFC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876300" y="5956300"/>
            <a:ext cx="502920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to Decoder Block </a:t>
            </a:r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(V,K,Q)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(V,K)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Attention, 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(Q)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Previous Block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Encoder – Decoder Transformer (slide 16 recreation)</dc:title>
  <dc:subject>PptxGenJS Presentation</dc:subject>
  <dc:creator>slide-recreation worker</dc:creator>
  <cp:lastModifiedBy>slide-recreation worker</cp:lastModifiedBy>
  <cp:revision>1</cp:revision>
  <dcterms:created xsi:type="dcterms:W3CDTF">2026-10-11T20:55:08Z</dcterms:created>
  <dcterms:modified xsi:type="dcterms:W3CDTF">2026-10-11T20:55:08Z</dcterms:modified>
</cp:coreProperties>
</file>