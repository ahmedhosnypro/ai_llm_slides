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8850" y="1682750"/>
            <a:ext cx="2997200" cy="2997200"/>
          </a:xfrm>
          <a:prstGeom prst="ellipse">
            <a:avLst/>
          </a:prstGeom>
          <a:solidFill>
            <a:srgbClr val="FFFFCC"/>
          </a:solidFill>
          <a:ln w="12700">
            <a:solidFill>
              <a:srgbClr val="FFFF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72250" y="1676400"/>
            <a:ext cx="2997200" cy="2997200"/>
          </a:xfrm>
          <a:prstGeom prst="ellipse">
            <a:avLst/>
          </a:prstGeom>
          <a:solidFill>
            <a:srgbClr val="FFFFCC"/>
          </a:solidFill>
          <a:ln w="12700">
            <a:solidFill>
              <a:srgbClr val="FFFFC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81350"/>
            <a:ext cx="3073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63800" y="1397000"/>
            <a:ext cx="0" cy="3594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134100" y="3181350"/>
            <a:ext cx="40259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083550" y="1397000"/>
            <a:ext cx="0" cy="359410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2463800" y="2368550"/>
            <a:ext cx="476250" cy="812800"/>
          </a:xfrm>
          <a:prstGeom prst="line">
            <a:avLst/>
          </a:prstGeom>
          <a:noFill/>
          <a:ln w="19050">
            <a:solidFill>
              <a:srgbClr val="0000C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463800" y="2616200"/>
            <a:ext cx="2057400" cy="56515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8083550" y="1905000"/>
            <a:ext cx="755650" cy="1276350"/>
          </a:xfrm>
          <a:prstGeom prst="line">
            <a:avLst/>
          </a:prstGeom>
          <a:noFill/>
          <a:ln w="19050">
            <a:solidFill>
              <a:srgbClr val="0000C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8083550" y="2813050"/>
            <a:ext cx="1466850" cy="36830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2348230" y="233045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45180" y="248285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967980" y="233045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u="sng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64930" y="248285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u="sng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500" dirty="0"/>
          </a:p>
        </p:txBody>
      </p:sp>
      <p:pic>
        <p:nvPicPr>
          <p:cNvPr id="17" name="Image 0" descr="/home/ahmed/Projects/ai_llm_slides/videos/deep-learning/001_transformers_part1/recreated_pptx/build/assets/eq_th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0203" y="2847848"/>
            <a:ext cx="167637" cy="234699"/>
          </a:xfrm>
          <a:prstGeom prst="rect">
            <a:avLst/>
          </a:prstGeom>
        </p:spPr>
      </p:pic>
      <p:pic>
        <p:nvPicPr>
          <p:cNvPr id="18" name="Image 1" descr="/home/ahmed/Projects/ai_llm_slides/videos/deep-learning/001_transformers_part1/recreated_pptx/build/assets/eq_thet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1703" y="2841498"/>
            <a:ext cx="167637" cy="234699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953000" y="2882900"/>
            <a:ext cx="1231900" cy="609600"/>
          </a:xfrm>
          <a:prstGeom prst="rightArrow">
            <a:avLst/>
          </a:prstGeom>
          <a:solidFill>
            <a:srgbClr val="FFFFFF"/>
          </a:solidFill>
          <a:ln w="31750">
            <a:solidFill>
              <a:srgbClr val="C000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85360" y="299847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3733800" y="1295400"/>
            <a:ext cx="3060700" cy="952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398000" y="1016000"/>
            <a:ext cx="2235200" cy="13589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733800" y="4089400"/>
            <a:ext cx="2984500" cy="1333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499600" y="3987800"/>
            <a:ext cx="2044700" cy="838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759200" y="1320800"/>
            <a:ext cx="3009900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650" spc="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Vectors must be </a:t>
            </a:r>
            <a:pPr algn="ctr" indent="0" marL="0">
              <a:lnSpc>
                <a:spcPts val="2000"/>
              </a:lnSpc>
              <a:buNone/>
            </a:pPr>
            <a:r>
              <a:rPr lang="en-US" sz="1650" b="1" spc="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</a:t>
            </a:r>
            <a:endParaRPr lang="en-US" sz="16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50" spc="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calculate similarity</a:t>
            </a:r>
            <a:endParaRPr lang="en-US" sz="16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650" spc="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Lengths = 1</a:t>
            </a:r>
            <a:endParaRPr lang="en-US" sz="1650" dirty="0"/>
          </a:p>
        </p:txBody>
      </p:sp>
      <p:pic>
        <p:nvPicPr>
          <p:cNvPr id="26" name="Image 2" descr="/home/ahmed/Projects/ai_llm_slides/videos/deep-learning/001_transformers_part1/recreated_pptx/build/assets/eq_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4708" y="1054608"/>
            <a:ext cx="2083305" cy="559311"/>
          </a:xfrm>
          <a:prstGeom prst="rect">
            <a:avLst/>
          </a:prstGeom>
        </p:spPr>
      </p:pic>
      <p:pic>
        <p:nvPicPr>
          <p:cNvPr id="27" name="Image 3" descr="/home/ahmed/Projects/ai_llm_slides/videos/deep-learning/001_transformers_part1/recreated_pptx/build/assets/eq_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4708" y="1676908"/>
            <a:ext cx="2083305" cy="624837"/>
          </a:xfrm>
          <a:prstGeom prst="rect">
            <a:avLst/>
          </a:prstGeom>
        </p:spPr>
      </p:pic>
      <p:pic>
        <p:nvPicPr>
          <p:cNvPr id="28" name="Image 4" descr="/home/ahmed/Projects/ai_llm_slides/videos/deep-learning/001_transformers_part1/recreated_pptx/build/assets/eq_do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3208" y="4255008"/>
            <a:ext cx="2866644" cy="338328"/>
          </a:xfrm>
          <a:prstGeom prst="rect">
            <a:avLst/>
          </a:prstGeom>
        </p:spPr>
      </p:pic>
      <p:pic>
        <p:nvPicPr>
          <p:cNvPr id="29" name="Image 5" descr="/home/ahmed/Projects/ai_llm_slides/videos/deep-learning/001_transformers_part1/recreated_pptx/build/assets/cos_r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13708" y="4801108"/>
            <a:ext cx="801627" cy="301752"/>
          </a:xfrm>
          <a:prstGeom prst="rect">
            <a:avLst/>
          </a:prstGeom>
        </p:spPr>
      </p:pic>
      <p:pic>
        <p:nvPicPr>
          <p:cNvPr id="30" name="Image 6" descr="/home/ahmed/Projects/ai_llm_slides/videos/deep-learning/001_transformers_part1/recreated_pptx/build/assets/cos_bla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1908" y="4596638"/>
            <a:ext cx="1636776" cy="737619"/>
          </a:xfrm>
          <a:prstGeom prst="rect">
            <a:avLst/>
          </a:prstGeom>
        </p:spPr>
      </p:pic>
      <p:pic>
        <p:nvPicPr>
          <p:cNvPr id="31" name="Image 7" descr="/home/ahmed/Projects/ai_llm_slides/videos/deep-learning/001_transformers_part1/recreated_pptx/build/assets/eq_uni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39808" y="4407408"/>
            <a:ext cx="1292349" cy="31089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9537700" y="4019550"/>
            <a:ext cx="2044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Normalization</a:t>
            </a:r>
            <a:endParaRPr lang="en-US" sz="1680" dirty="0"/>
          </a:p>
        </p:txBody>
      </p:sp>
      <p:sp>
        <p:nvSpPr>
          <p:cNvPr id="33" name="Shape 23"/>
          <p:cNvSpPr/>
          <p:nvPr/>
        </p:nvSpPr>
        <p:spPr>
          <a:xfrm>
            <a:off x="673100" y="5486400"/>
            <a:ext cx="10312400" cy="736600"/>
          </a:xfrm>
          <a:prstGeom prst="rect">
            <a:avLst/>
          </a:prstGeom>
          <a:solidFill>
            <a:srgbClr val="CCFFFF"/>
          </a:solidFill>
          <a:ln w="19050">
            <a:solidFill>
              <a:srgbClr val="0000CC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812800" y="5511800"/>
            <a:ext cx="990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0" spc="19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 Similarity is between </a:t>
            </a:r>
            <a:pPr algn="l" indent="0" marL="0">
              <a:lnSpc>
                <a:spcPts val="2200"/>
              </a:lnSpc>
              <a:buNone/>
            </a:pPr>
            <a:r>
              <a:rPr lang="en-US" sz="1600" b="1" spc="150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 , +1</a:t>
            </a:r>
            <a:endParaRPr lang="en-US" sz="1600" dirty="0"/>
          </a:p>
          <a:p>
            <a:pPr algn="l" indent="0" marL="0">
              <a:lnSpc>
                <a:spcPts val="2200"/>
              </a:lnSpc>
              <a:buNone/>
            </a:pPr>
            <a:r>
              <a:rPr lang="en-US" sz="1600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</a:t>
            </a:r>
            <a:pPr algn="l" indent="0" marL="0">
              <a:lnSpc>
                <a:spcPts val="2200"/>
              </a:lnSpc>
              <a:buNone/>
            </a:pPr>
            <a:r>
              <a:rPr lang="en-US" sz="1600" u="sng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 product</a:t>
            </a:r>
            <a:pPr algn="l" indent="0" marL="0">
              <a:lnSpc>
                <a:spcPts val="2200"/>
              </a:lnSpc>
              <a:buNone/>
            </a:pPr>
            <a:r>
              <a:rPr lang="en-US" sz="1600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between two Normalized vectors </a:t>
            </a:r>
            <a:pPr algn="l" indent="0" marL="0">
              <a:lnSpc>
                <a:spcPts val="2200"/>
              </a:lnSpc>
              <a:buNone/>
            </a:pPr>
            <a:r>
              <a:rPr lang="en-US" sz="1600" b="1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pPr algn="l" indent="0" marL="0">
              <a:lnSpc>
                <a:spcPts val="2200"/>
              </a:lnSpc>
              <a:buNone/>
            </a:pPr>
            <a:r>
              <a:rPr lang="en-US" sz="1600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2200"/>
              </a:lnSpc>
              <a:buNone/>
            </a:pPr>
            <a:r>
              <a:rPr lang="en-US" sz="1600" b="1" spc="185" kern="0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600" dirty="0"/>
          </a:p>
        </p:txBody>
      </p:sp>
      <p:sp>
        <p:nvSpPr>
          <p:cNvPr id="35" name="Shape 25"/>
          <p:cNvSpPr/>
          <p:nvPr/>
        </p:nvSpPr>
        <p:spPr>
          <a:xfrm>
            <a:off x="1397000" y="6299200"/>
            <a:ext cx="5283200" cy="469900"/>
          </a:xfrm>
          <a:prstGeom prst="rect">
            <a:avLst/>
          </a:prstGeom>
          <a:solidFill>
            <a:srgbClr val="FFFFC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1397000" y="6299200"/>
            <a:ext cx="52832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Maximize [Similarity] = Minimize -[Similarity]</a:t>
            </a:r>
            <a:endParaRPr lang="en-US" sz="2000" dirty="0"/>
          </a:p>
        </p:txBody>
      </p:sp>
      <p:sp>
        <p:nvSpPr>
          <p:cNvPr id="37" name="Shape 27"/>
          <p:cNvSpPr/>
          <p:nvPr/>
        </p:nvSpPr>
        <p:spPr>
          <a:xfrm>
            <a:off x="7200900" y="6311900"/>
            <a:ext cx="2527300" cy="469900"/>
          </a:xfrm>
          <a:prstGeom prst="rect">
            <a:avLst/>
          </a:prstGeom>
          <a:solidFill>
            <a:srgbClr val="FFCCCC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8" name="Text 28"/>
          <p:cNvSpPr/>
          <p:nvPr/>
        </p:nvSpPr>
        <p:spPr>
          <a:xfrm>
            <a:off x="7200900" y="6311900"/>
            <a:ext cx="252730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= -[Similarity]</a:t>
            </a:r>
            <a:endParaRPr lang="en-US" sz="1950" dirty="0"/>
          </a:p>
        </p:txBody>
      </p:sp>
      <p:sp>
        <p:nvSpPr>
          <p:cNvPr id="39" name="Text 29"/>
          <p:cNvSpPr/>
          <p:nvPr/>
        </p:nvSpPr>
        <p:spPr>
          <a:xfrm>
            <a:off x="1891030" y="677570"/>
            <a:ext cx="6949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Review: Cosine Similarity</a:t>
            </a:r>
            <a:endParaRPr lang="en-US" sz="2900" dirty="0"/>
          </a:p>
        </p:txBody>
      </p:sp>
      <p:sp>
        <p:nvSpPr>
          <p:cNvPr id="40" name="Shape 30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2026-10-11T10:57:52Z</dcterms:created>
  <dcterms:modified xsi:type="dcterms:W3CDTF">2026-10-11T10:57:52Z</dcterms:modified>
</cp:coreProperties>
</file>