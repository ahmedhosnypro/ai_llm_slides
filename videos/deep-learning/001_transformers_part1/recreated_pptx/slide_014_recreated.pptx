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pic>
        <p:nvPicPr>
          <p:cNvPr id="8" name="Image 1" descr="/home/ahmed/Projects/ai_llm_slides/videos/deep-learning/001_transformers_part1/recreated_pptx/build/assets/slide014_arc_c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00" y="3352800"/>
            <a:ext cx="1143000" cy="1143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51550" y="1930400"/>
            <a:ext cx="5283200" cy="40449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0" name="Image 2" descr="/home/ahmed/Projects/ai_llm_slides/videos/deep-learning/001_transformers_part1/recreated_pptx/build/assets/slide014_fig1_c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00" y="2235200"/>
            <a:ext cx="5168900" cy="3517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80100" y="1308100"/>
            <a:ext cx="419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is not the Issue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5765800" y="6026150"/>
            <a:ext cx="685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 focus on the  Building  blocks</a:t>
            </a:r>
            <a:endParaRPr lang="en-US" sz="2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Encoder - Decoder Transformer</dc:title>
  <dc:subject>PptxGenJS Presentation</dc:subject>
  <dc:creator>AI LLM Slides</dc:creator>
  <cp:lastModifiedBy>AI LLM Slides</cp:lastModifiedBy>
  <cp:revision>1</cp:revision>
  <dcterms:created xsi:type="dcterms:W3CDTF">2026-10-11T10:04:22Z</dcterms:created>
  <dcterms:modified xsi:type="dcterms:W3CDTF">2026-10-11T10:04:22Z</dcterms:modified>
</cp:coreProperties>
</file>