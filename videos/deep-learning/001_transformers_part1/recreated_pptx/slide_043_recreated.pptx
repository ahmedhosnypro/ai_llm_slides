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00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4" name="Shape 42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7" name="Shape 45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8" name="Shape 46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5" name="Text 53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3" name="Text 61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1" name="Text 69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9" name="Text 77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7" name="Text 85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3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8" name="Shape 126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8" name="Shape 146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2" name="Text 150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54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55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156" name="Shape 152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57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58" name="Shape 153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61" name="Shape 156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62" name="Text 157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63" name="Shape 158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4" name="Text 159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65" name="Shape 160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71" name="Shape 16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73" name="Shape 16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4" name="Text 169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75" name="Shape 170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81" name="Shape 176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82" name="Text 177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83" name="Shape 178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Text 179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5" name="Shape 180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1" name="Shape 186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93" name="Shape 188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4" name="Text 189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5" name="Shape 190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6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02" name="Text 197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3" name="Shape 198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6" name="Text 201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7" name="Shape 202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1" name="Shape 206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5" name="Shape 210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9" name="Text 214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20" name="Shape 215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1" name="Text 216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22" name="Shape 217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3" name="Shape 218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24" name="Shape 219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26" name="Shape 221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8" name="Shape 223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Text 224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30" name="Shape 225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2" name="Shape 227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33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34" name="Shape 228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5" name="Text 229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6" name="Shape 230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Text 233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0" name="Shape 234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Text 241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8" name="Shape 242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52" name="Shape 246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3" name="Text 247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Shape 248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8" name="Shape 252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9" name="Shape 253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1" name="Text 255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4" name="Shape 258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Text 259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6" name="Shape 260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8" name="Shape 262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70" name="Shape 264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71" name="Text 265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2" name="Shape 266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Shape 267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4" name="Shape 268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Text 269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6" name="Shape 270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8" name="Shape 272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Text 273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80" name="Shape 274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Shape 275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2" name="Shape 276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Text 277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4" name="Shape 278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88" name="Shape 282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89" name="Text 283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90" name="Shape 284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1" name="Shape 285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Text 287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4" name="Shape 288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Shape 289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6" name="Shape 290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98" name="Shape 292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2" name="Shape 296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6" name="Shape 300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1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8" name="Shape 322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3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30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127500"/>
            <a:ext cx="2222504" cy="1904997"/>
          </a:xfrm>
          <a:prstGeom prst="rect">
            <a:avLst/>
          </a:prstGeom>
        </p:spPr>
      </p:pic>
      <p:sp>
        <p:nvSpPr>
          <p:cNvPr id="331" name="Text 324"/>
          <p:cNvSpPr/>
          <p:nvPr/>
        </p:nvSpPr>
        <p:spPr>
          <a:xfrm rot="19320000">
            <a:off x="7772400" y="49784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32" name="Shape 325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333" name="Shape 326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7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8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2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Shape 333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342" name="Shape 335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344" name="Text 337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345" name="Shape 338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Shape 339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7" name="Shape 340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8" name="Shape 341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9" name="Shape 342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0" name="Shape 343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1" name="Shape 344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2" name="Text 345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353" name="Text 346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2026-10-11T12:30:13Z</dcterms:created>
  <dcterms:modified xsi:type="dcterms:W3CDTF">2026-10-11T12:30:13Z</dcterms:modified>
</cp:coreProperties>
</file>