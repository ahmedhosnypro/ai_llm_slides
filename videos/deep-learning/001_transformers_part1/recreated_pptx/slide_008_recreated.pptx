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00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337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9109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0358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86995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1035685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2" name="Text 10"/>
          <p:cNvSpPr/>
          <p:nvPr/>
        </p:nvSpPr>
        <p:spPr>
          <a:xfrm>
            <a:off x="56540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77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7509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532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76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21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866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69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13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8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503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806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50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95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140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358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995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5685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532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976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21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66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69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13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58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503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806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250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695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140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19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456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922000" y="33591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50189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91592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08229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48" name="Image 0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2324100"/>
            <a:ext cx="1282700" cy="965200"/>
          </a:xfrm>
          <a:prstGeom prst="rect">
            <a:avLst/>
          </a:prstGeom>
        </p:spPr>
      </p:pic>
      <p:pic>
        <p:nvPicPr>
          <p:cNvPr id="49" name="Image 1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324100"/>
            <a:ext cx="1282700" cy="965200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82931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99568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3" name="Shape 49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562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806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2051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2295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213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457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702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946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8768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1212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3657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6102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239649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7" name="Text 63"/>
          <p:cNvSpPr/>
          <p:nvPr/>
        </p:nvSpPr>
        <p:spPr>
          <a:xfrm>
            <a:off x="406654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68" name="Shape 64"/>
          <p:cNvSpPr/>
          <p:nvPr/>
        </p:nvSpPr>
        <p:spPr>
          <a:xfrm>
            <a:off x="800100" y="41846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25908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42545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204470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2" name="Shape 68"/>
          <p:cNvSpPr/>
          <p:nvPr/>
        </p:nvSpPr>
        <p:spPr>
          <a:xfrm>
            <a:off x="37020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3" name="Shape 69"/>
          <p:cNvSpPr/>
          <p:nvPr/>
        </p:nvSpPr>
        <p:spPr>
          <a:xfrm>
            <a:off x="53657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4" name="Text 70"/>
          <p:cNvSpPr/>
          <p:nvPr/>
        </p:nvSpPr>
        <p:spPr>
          <a:xfrm>
            <a:off x="4737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5" name="Text 71"/>
          <p:cNvSpPr/>
          <p:nvPr/>
        </p:nvSpPr>
        <p:spPr>
          <a:xfrm>
            <a:off x="21501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6" name="Text 72"/>
          <p:cNvSpPr/>
          <p:nvPr/>
        </p:nvSpPr>
        <p:spPr>
          <a:xfrm>
            <a:off x="38138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7" name="Shape 73"/>
          <p:cNvSpPr/>
          <p:nvPr/>
        </p:nvSpPr>
        <p:spPr>
          <a:xfrm>
            <a:off x="1562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806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2051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2295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213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3457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702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946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8768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51212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3657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56102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04470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0" name="Shape 86"/>
          <p:cNvSpPr/>
          <p:nvPr/>
        </p:nvSpPr>
        <p:spPr>
          <a:xfrm>
            <a:off x="37020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1" name="Shape 87"/>
          <p:cNvSpPr/>
          <p:nvPr/>
        </p:nvSpPr>
        <p:spPr>
          <a:xfrm>
            <a:off x="53657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2" name="Text 88"/>
          <p:cNvSpPr/>
          <p:nvPr/>
        </p:nvSpPr>
        <p:spPr>
          <a:xfrm>
            <a:off x="16598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3" name="Text 89"/>
          <p:cNvSpPr/>
          <p:nvPr/>
        </p:nvSpPr>
        <p:spPr>
          <a:xfrm>
            <a:off x="33235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4" name="Text 90"/>
          <p:cNvSpPr/>
          <p:nvPr/>
        </p:nvSpPr>
        <p:spPr>
          <a:xfrm>
            <a:off x="49872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5" name="Shape 91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6" name="Image 2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sp>
        <p:nvSpPr>
          <p:cNvPr id="97" name="Shape 92"/>
          <p:cNvSpPr/>
          <p:nvPr/>
        </p:nvSpPr>
        <p:spPr>
          <a:xfrm>
            <a:off x="5969000" y="4191000"/>
            <a:ext cx="1117600" cy="914400"/>
          </a:xfrm>
          <a:prstGeom prst="line">
            <a:avLst/>
          </a:prstGeom>
          <a:noFill/>
          <a:ln w="12700">
            <a:solidFill>
              <a:srgbClr val="A0000E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solidFill>
            <a:srgbClr val="F6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100" name="Text 95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101" name="Text 96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  <p:sp>
        <p:nvSpPr>
          <p:cNvPr id="102" name="Text 97"/>
          <p:cNvSpPr/>
          <p:nvPr/>
        </p:nvSpPr>
        <p:spPr>
          <a:xfrm>
            <a:off x="32956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103" name="Text 98"/>
          <p:cNvSpPr/>
          <p:nvPr/>
        </p:nvSpPr>
        <p:spPr>
          <a:xfrm>
            <a:off x="3232150" y="1009650"/>
            <a:ext cx="508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(Challenges)</a:t>
            </a:r>
            <a:endParaRPr lang="en-US" sz="2650" dirty="0"/>
          </a:p>
        </p:txBody>
      </p:sp>
      <p:sp>
        <p:nvSpPr>
          <p:cNvPr id="104" name="Shape 99"/>
          <p:cNvSpPr/>
          <p:nvPr/>
        </p:nvSpPr>
        <p:spPr>
          <a:xfrm>
            <a:off x="4140200" y="2679700"/>
            <a:ext cx="1778000" cy="146685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2343150" y="3441700"/>
            <a:ext cx="292100" cy="19050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2635250" y="3632200"/>
            <a:ext cx="0" cy="24130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4381500" y="3409950"/>
            <a:ext cx="292100" cy="19685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4673600" y="3606800"/>
            <a:ext cx="0" cy="26670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558800" y="2146300"/>
            <a:ext cx="3568700" cy="762000"/>
          </a:xfrm>
          <a:prstGeom prst="rect">
            <a:avLst/>
          </a:prstGeom>
          <a:solidFill>
            <a:srgbClr val="E1FEFD"/>
          </a:solidFill>
          <a:ln w="9525">
            <a:solidFill>
              <a:srgbClr val="A3B2CC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571500" y="225425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u="sng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Sequential Processing</a:t>
            </a:r>
            <a:endParaRPr lang="en-US" sz="1750" dirty="0"/>
          </a:p>
        </p:txBody>
      </p:sp>
      <p:sp>
        <p:nvSpPr>
          <p:cNvPr id="111" name="Text 106"/>
          <p:cNvSpPr/>
          <p:nvPr/>
        </p:nvSpPr>
        <p:spPr>
          <a:xfrm>
            <a:off x="584200" y="249555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NOT do processing in Parallel</a:t>
            </a:r>
            <a:endParaRPr lang="en-US" sz="1550" dirty="0"/>
          </a:p>
        </p:txBody>
      </p:sp>
      <p:sp>
        <p:nvSpPr>
          <p:cNvPr id="112" name="Shape 107"/>
          <p:cNvSpPr/>
          <p:nvPr/>
        </p:nvSpPr>
        <p:spPr>
          <a:xfrm>
            <a:off x="660400" y="3263900"/>
            <a:ext cx="1676400" cy="444500"/>
          </a:xfrm>
          <a:prstGeom prst="rect">
            <a:avLst/>
          </a:prstGeom>
          <a:solidFill>
            <a:srgbClr val="E1FEFD"/>
          </a:solidFill>
          <a:ln w="9525">
            <a:solidFill>
              <a:srgbClr val="A3B2CC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660400" y="3263900"/>
            <a:ext cx="167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40" b="1" u="sng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4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4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Processing X</a:t>
            </a:r>
            <a:pPr algn="ctr" indent="0" marL="0">
              <a:lnSpc>
                <a:spcPts val="1600"/>
              </a:lnSpc>
              <a:buNone/>
            </a:pPr>
            <a:r>
              <a:rPr lang="en-US" sz="900" b="1" baseline="-40000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40" dirty="0"/>
          </a:p>
        </p:txBody>
      </p:sp>
      <p:sp>
        <p:nvSpPr>
          <p:cNvPr id="114" name="Shape 109"/>
          <p:cNvSpPr/>
          <p:nvPr/>
        </p:nvSpPr>
        <p:spPr>
          <a:xfrm>
            <a:off x="2705100" y="3238500"/>
            <a:ext cx="1676400" cy="431800"/>
          </a:xfrm>
          <a:prstGeom prst="rect">
            <a:avLst/>
          </a:prstGeom>
          <a:solidFill>
            <a:srgbClr val="E1FEFD"/>
          </a:solidFill>
          <a:ln w="9525">
            <a:solidFill>
              <a:srgbClr val="A3B2CC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2705100" y="3238500"/>
            <a:ext cx="167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40" b="1" u="sng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4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4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Processing X</a:t>
            </a:r>
            <a:pPr algn="ctr" indent="0" marL="0">
              <a:lnSpc>
                <a:spcPts val="1600"/>
              </a:lnSpc>
              <a:buNone/>
            </a:pPr>
            <a:r>
              <a:rPr lang="en-US" sz="900" b="1" baseline="-40000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2026-10-11T10:08:24Z</dcterms:created>
  <dcterms:modified xsi:type="dcterms:W3CDTF">2026-10-11T10:08:24Z</dcterms:modified>
</cp:coreProperties>
</file>