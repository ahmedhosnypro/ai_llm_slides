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46550" y="30797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9" name="Shape 7"/>
          <p:cNvSpPr/>
          <p:nvPr/>
        </p:nvSpPr>
        <p:spPr>
          <a:xfrm>
            <a:off x="3943350" y="36004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0" name="Shape 8"/>
          <p:cNvSpPr/>
          <p:nvPr/>
        </p:nvSpPr>
        <p:spPr>
          <a:xfrm>
            <a:off x="3702050" y="411480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1" name="Shape 9"/>
          <p:cNvSpPr/>
          <p:nvPr/>
        </p:nvSpPr>
        <p:spPr>
          <a:xfrm>
            <a:off x="3460750" y="46799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2" name="Shape 10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8" name="Text 16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24" name="Text 22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0" name="Text 28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4" name="Shape 32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38" name="Text 36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40" name="Text 38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765300" y="3124200"/>
            <a:ext cx="2381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48150" y="3124200"/>
            <a:ext cx="1543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765300" y="3644900"/>
            <a:ext cx="2178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44950" y="3644900"/>
            <a:ext cx="1746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765300" y="4165600"/>
            <a:ext cx="19367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03650" y="4165600"/>
            <a:ext cx="19875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765300" y="4724400"/>
            <a:ext cx="16954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2350" y="4724400"/>
            <a:ext cx="22288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23000" y="4724400"/>
            <a:ext cx="25146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756400" y="2806700"/>
            <a:ext cx="0" cy="2921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7150100" y="2806700"/>
            <a:ext cx="0" cy="8128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7505700" y="2806700"/>
            <a:ext cx="0" cy="13335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7899400" y="2806700"/>
            <a:ext cx="0" cy="18669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6" name="Shape 64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2" name="Shape 70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8" name="Shape 76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9" name="Shape 77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4" name="Shape 82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5" name="Shape 83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86" name="Shape 84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89" name="Shape 87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90" name="Shape 88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91" name="Shape 89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92" name="Shape 90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93" name="Text 91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96" name="Shape 94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97" name="Shape 95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99" name="Shape 97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00" name="Text 98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25" name="Text 123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7" name="Text 135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39" name="Shape 137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42" name="Shape 140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44" name="Text 142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1231900" y="5067300"/>
            <a:ext cx="114300" cy="1524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409700" y="5334000"/>
            <a:ext cx="1638300" cy="508000"/>
          </a:xfrm>
          <a:prstGeom prst="roundRect">
            <a:avLst>
              <a:gd name="adj" fmla="val 10800"/>
            </a:avLst>
          </a:prstGeom>
          <a:solidFill>
            <a:srgbClr val="F2C699"/>
          </a:solidFill>
          <a:ln w="12700">
            <a:solidFill>
              <a:srgbClr val="CFB69B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409700" y="5346700"/>
            <a:ext cx="1638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7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7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Keys with X</a:t>
            </a:r>
            <a:pPr algn="ctr" indent="0" marL="0">
              <a:lnSpc>
                <a:spcPts val="1600"/>
              </a:lnSpc>
              <a:buNone/>
            </a:pPr>
            <a:r>
              <a:rPr lang="en-US" sz="105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3" name="Shape 151"/>
          <p:cNvSpPr/>
          <p:nvPr/>
        </p:nvSpPr>
        <p:spPr>
          <a:xfrm>
            <a:off x="1917700" y="41910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4" name="Text 152"/>
          <p:cNvSpPr/>
          <p:nvPr/>
        </p:nvSpPr>
        <p:spPr>
          <a:xfrm>
            <a:off x="1917700" y="4191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300" dirty="0"/>
          </a:p>
        </p:txBody>
      </p:sp>
      <p:sp>
        <p:nvSpPr>
          <p:cNvPr id="155" name="Shape 153"/>
          <p:cNvSpPr/>
          <p:nvPr/>
        </p:nvSpPr>
        <p:spPr>
          <a:xfrm>
            <a:off x="9340850" y="419735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6" name="Text 154"/>
          <p:cNvSpPr/>
          <p:nvPr/>
        </p:nvSpPr>
        <p:spPr>
          <a:xfrm>
            <a:off x="9340850" y="41973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3130550" y="54229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8" name="Text 156"/>
          <p:cNvSpPr/>
          <p:nvPr/>
        </p:nvSpPr>
        <p:spPr>
          <a:xfrm>
            <a:off x="3130550" y="5422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12800" y="2413000"/>
            <a:ext cx="889000" cy="304800"/>
          </a:xfrm>
          <a:prstGeom prst="roundRect">
            <a:avLst>
              <a:gd name="adj" fmla="val 18000"/>
            </a:avLst>
          </a:prstGeom>
          <a:solidFill>
            <a:srgbClr val="E8C79A"/>
          </a:solidFill>
          <a:ln/>
        </p:spPr>
      </p:sp>
      <p:sp>
        <p:nvSpPr>
          <p:cNvPr id="160" name="Text 158"/>
          <p:cNvSpPr/>
          <p:nvPr/>
        </p:nvSpPr>
        <p:spPr>
          <a:xfrm>
            <a:off x="812800" y="24130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9677400" y="2451100"/>
            <a:ext cx="927100" cy="317500"/>
          </a:xfrm>
          <a:prstGeom prst="roundRect">
            <a:avLst>
              <a:gd name="adj" fmla="val 17280"/>
            </a:avLst>
          </a:prstGeom>
          <a:solidFill>
            <a:srgbClr val="E8C79A"/>
          </a:solidFill>
          <a:ln/>
        </p:spPr>
      </p:sp>
      <p:sp>
        <p:nvSpPr>
          <p:cNvPr id="162" name="Text 160"/>
          <p:cNvSpPr/>
          <p:nvPr/>
        </p:nvSpPr>
        <p:spPr>
          <a:xfrm>
            <a:off x="9677400" y="2451100"/>
            <a:ext cx="927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4000500" y="1778000"/>
            <a:ext cx="2222500" cy="558800"/>
          </a:xfrm>
          <a:prstGeom prst="roundRect">
            <a:avLst>
              <a:gd name="adj" fmla="val 11455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64" name="Text 162"/>
          <p:cNvSpPr/>
          <p:nvPr/>
        </p:nvSpPr>
        <p:spPr>
          <a:xfrm>
            <a:off x="4140200" y="1841500"/>
            <a:ext cx="203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Percentage</a:t>
            </a:r>
            <a:endParaRPr lang="en-US" sz="1200" dirty="0"/>
          </a:p>
        </p:txBody>
      </p:sp>
      <p:sp>
        <p:nvSpPr>
          <p:cNvPr id="165" name="Shape 163"/>
          <p:cNvSpPr/>
          <p:nvPr/>
        </p:nvSpPr>
        <p:spPr>
          <a:xfrm>
            <a:off x="8051800" y="1841500"/>
            <a:ext cx="2692400" cy="546100"/>
          </a:xfrm>
          <a:prstGeom prst="roundRect">
            <a:avLst>
              <a:gd name="adj" fmla="val 11721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66" name="Text 164"/>
          <p:cNvSpPr/>
          <p:nvPr/>
        </p:nvSpPr>
        <p:spPr>
          <a:xfrm>
            <a:off x="8051800" y="1905000"/>
            <a:ext cx="2692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</a:t>
            </a:r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their Relevance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>
            <a:off x="4184650" y="3238500"/>
            <a:ext cx="101600" cy="127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3911600" y="3771900"/>
            <a:ext cx="120650" cy="127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3689350" y="4279900"/>
            <a:ext cx="95250" cy="127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3511550" y="48387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25500" y="3695700"/>
            <a:ext cx="889000" cy="889000"/>
          </a:xfrm>
          <a:prstGeom prst="ellipse">
            <a:avLst/>
          </a:prstGeom>
          <a:solidFill>
            <a:srgbClr val="FFFF00">
              <a:alpha val="50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9753600" y="3733800"/>
            <a:ext cx="889000" cy="889000"/>
          </a:xfrm>
          <a:prstGeom prst="ellipse">
            <a:avLst/>
          </a:prstGeom>
          <a:solidFill>
            <a:srgbClr val="FFFF00">
              <a:alpha val="50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3289300" y="5810250"/>
            <a:ext cx="889000" cy="889000"/>
          </a:xfrm>
          <a:prstGeom prst="ellipse">
            <a:avLst/>
          </a:prstGeom>
          <a:solidFill>
            <a:srgbClr val="FFFF00">
              <a:alpha val="50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2260600" y="3340100"/>
            <a:ext cx="13716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260600" y="3340100"/>
            <a:ext cx="1371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used as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400" dirty="0"/>
          </a:p>
        </p:txBody>
      </p:sp>
      <p:sp>
        <p:nvSpPr>
          <p:cNvPr id="177" name="Shape 175"/>
          <p:cNvSpPr/>
          <p:nvPr/>
        </p:nvSpPr>
        <p:spPr>
          <a:xfrm>
            <a:off x="7696200" y="3429000"/>
            <a:ext cx="13716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696200" y="3429000"/>
            <a:ext cx="1371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used as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400" dirty="0"/>
          </a:p>
        </p:txBody>
      </p:sp>
      <p:sp>
        <p:nvSpPr>
          <p:cNvPr id="179" name="Shape 177"/>
          <p:cNvSpPr/>
          <p:nvPr/>
        </p:nvSpPr>
        <p:spPr>
          <a:xfrm>
            <a:off x="4800600" y="5270500"/>
            <a:ext cx="1384300" cy="5651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800600" y="5270500"/>
            <a:ext cx="138430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used as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181" name="Shape 179"/>
          <p:cNvSpPr/>
          <p:nvPr/>
        </p:nvSpPr>
        <p:spPr>
          <a:xfrm flipH="1">
            <a:off x="2032000" y="3435350"/>
            <a:ext cx="2286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H="1">
            <a:off x="1790700" y="3435350"/>
            <a:ext cx="241300" cy="2032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067800" y="3549650"/>
            <a:ext cx="2159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283700" y="3549650"/>
            <a:ext cx="482600" cy="304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H="1">
            <a:off x="4597400" y="5378450"/>
            <a:ext cx="2032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H="1">
            <a:off x="3886200" y="5378450"/>
            <a:ext cx="711200" cy="53975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283450" y="5594350"/>
            <a:ext cx="33782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7283450" y="5626100"/>
            <a:ext cx="3378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we use </a:t>
            </a:r>
            <a:pPr algn="ctr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X</a:t>
            </a:r>
            <a:pPr algn="ctr" indent="0" marL="0">
              <a:lnSpc>
                <a:spcPts val="2200"/>
              </a:lnSpc>
              <a:buNone/>
            </a:pPr>
            <a:r>
              <a:rPr lang="en-US" sz="1700" b="1" i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</a:t>
            </a:r>
            <a:endParaRPr lang="en-US" sz="17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three Roles ?</a:t>
            </a:r>
            <a:endParaRPr lang="en-US" sz="1700" dirty="0"/>
          </a:p>
        </p:txBody>
      </p:sp>
      <p:sp>
        <p:nvSpPr>
          <p:cNvPr id="189" name="Text 187"/>
          <p:cNvSpPr/>
          <p:nvPr/>
        </p:nvSpPr>
        <p:spPr>
          <a:xfrm>
            <a:off x="378717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(Input Word plays Different Roles)</a:t>
            </a:r>
            <a:endParaRPr lang="en-US" sz="2000" dirty="0"/>
          </a:p>
        </p:txBody>
      </p:sp>
      <p:sp>
        <p:nvSpPr>
          <p:cNvPr id="190" name="Text 188"/>
          <p:cNvSpPr/>
          <p:nvPr/>
        </p:nvSpPr>
        <p:spPr>
          <a:xfrm>
            <a:off x="385063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Dictionary and retrieve Corresponding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2026-10-11T15:37:31Z</dcterms:created>
  <dcterms:modified xsi:type="dcterms:W3CDTF">2026-10-11T15:37:31Z</dcterms:modified>
</cp:coreProperties>
</file>