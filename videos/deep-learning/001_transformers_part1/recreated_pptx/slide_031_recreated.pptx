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84200" y="1168400"/>
            <a:ext cx="10858500" cy="5638800"/>
          </a:xfrm>
          <a:prstGeom prst="roundRect">
            <a:avLst>
              <a:gd name="adj" fmla="val 2270"/>
            </a:avLst>
          </a:prstGeom>
          <a:solidFill>
            <a:srgbClr val="F7E2CD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" y="5588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1B1878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70000" y="889000"/>
            <a:ext cx="977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1900" b="1" spc="80" kern="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pPr algn="ctr" indent="0" marL="0">
              <a:buNone/>
            </a:pPr>
            <a:r>
              <a:rPr lang="en-US" sz="19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</a:t>
            </a:r>
            <a:pPr algn="ctr" indent="0" marL="0">
              <a:buNone/>
            </a:pPr>
            <a:r>
              <a:rPr lang="en-US" sz="1900" b="1" spc="80" kern="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00" b="1" baseline="-40000" spc="80" kern="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</a:t>
            </a:r>
            <a:pPr algn="ctr" indent="0" marL="0">
              <a:buNone/>
            </a:pPr>
            <a:r>
              <a:rPr lang="en-US" sz="1900" b="1" spc="80" kern="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pPr algn="ctr" indent="0" marL="0">
              <a:buNone/>
            </a:pPr>
            <a:r>
              <a:rPr lang="en-US" sz="19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Dictionary and retrieve Corresponding </a:t>
            </a:r>
            <a:pPr algn="ctr" indent="0" marL="0">
              <a:buNone/>
            </a:pPr>
            <a:r>
              <a:rPr lang="en-US" sz="1900" b="1" spc="80" kern="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1200" y="1231900"/>
            <a:ext cx="5219700" cy="2578100"/>
          </a:xfrm>
          <a:prstGeom prst="roundRect">
            <a:avLst>
              <a:gd name="adj" fmla="val 3547"/>
            </a:avLst>
          </a:prstGeom>
          <a:solidFill>
            <a:srgbClr val="FFFFFF"/>
          </a:solidFill>
          <a:ln w="25400">
            <a:solidFill>
              <a:srgbClr val="A030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9800" y="1727200"/>
            <a:ext cx="1752600" cy="457200"/>
          </a:xfrm>
          <a:prstGeom prst="roundRect">
            <a:avLst>
              <a:gd name="adj" fmla="val 50000"/>
            </a:avLst>
          </a:prstGeom>
          <a:solidFill>
            <a:srgbClr val="FFD0F6"/>
          </a:solidFill>
          <a:ln w="12700">
            <a:solidFill>
              <a:srgbClr val="B060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5200" y="1790700"/>
            <a:ext cx="12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40000" y="1790700"/>
            <a:ext cx="12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795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68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732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05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669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542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606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79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33500" y="2260600"/>
            <a:ext cx="584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400" b="1" i="1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159000" y="2120900"/>
            <a:ext cx="4572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68600" y="1422400"/>
            <a:ext cx="1993900" cy="2273300"/>
          </a:xfrm>
          <a:prstGeom prst="roundRect">
            <a:avLst>
              <a:gd name="adj" fmla="val 4586"/>
            </a:avLst>
          </a:prstGeom>
          <a:solidFill>
            <a:srgbClr val="F2C7C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35325" y="1473200"/>
            <a:ext cx="0" cy="2171700"/>
          </a:xfrm>
          <a:prstGeom prst="line">
            <a:avLst/>
          </a:prstGeom>
          <a:noFill/>
          <a:ln w="12700">
            <a:solidFill>
              <a:srgbClr val="D3AFB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19400" y="1974850"/>
            <a:ext cx="1892300" cy="0"/>
          </a:xfrm>
          <a:prstGeom prst="line">
            <a:avLst/>
          </a:prstGeom>
          <a:noFill/>
          <a:ln w="12700">
            <a:solidFill>
              <a:srgbClr val="D3AF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4275" y="1473200"/>
            <a:ext cx="0" cy="2171700"/>
          </a:xfrm>
          <a:prstGeom prst="line">
            <a:avLst/>
          </a:prstGeom>
          <a:noFill/>
          <a:ln w="12700">
            <a:solidFill>
              <a:srgbClr val="D3AFB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19400" y="2514600"/>
            <a:ext cx="1892300" cy="0"/>
          </a:xfrm>
          <a:prstGeom prst="line">
            <a:avLst/>
          </a:prstGeom>
          <a:noFill/>
          <a:ln w="12700">
            <a:solidFill>
              <a:srgbClr val="D3AFB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13225" y="1473200"/>
            <a:ext cx="0" cy="2171700"/>
          </a:xfrm>
          <a:prstGeom prst="line">
            <a:avLst/>
          </a:prstGeom>
          <a:noFill/>
          <a:ln w="12700">
            <a:solidFill>
              <a:srgbClr val="D3AFB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19400" y="3051175"/>
            <a:ext cx="1892300" cy="0"/>
          </a:xfrm>
          <a:prstGeom prst="line">
            <a:avLst/>
          </a:prstGeom>
          <a:noFill/>
          <a:ln w="12700">
            <a:solidFill>
              <a:srgbClr val="D3AFB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2575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0035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1470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930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0365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7825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9260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6720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2575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0035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1470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8930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0365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7825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9260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6720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2575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0035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1470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8930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0365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7825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29260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6720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82575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0035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31470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8930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80365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7825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29260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6720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159000" y="2921000"/>
            <a:ext cx="71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000" b="1" i="1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4241800" y="3505200"/>
            <a:ext cx="50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3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851400" y="24384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219700" y="1485900"/>
            <a:ext cx="533400" cy="2184400"/>
          </a:xfrm>
          <a:prstGeom prst="roundRect">
            <a:avLst>
              <a:gd name="adj" fmla="val 37714"/>
            </a:avLst>
          </a:prstGeom>
          <a:solidFill>
            <a:srgbClr val="F0C4C4"/>
          </a:solidFill>
          <a:ln w="22225">
            <a:solidFill>
              <a:srgbClr val="9E2B3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257800" y="1574800"/>
            <a:ext cx="4191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57800" y="1574800"/>
            <a:ext cx="4191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257800" y="2129367"/>
            <a:ext cx="4191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57800" y="2129367"/>
            <a:ext cx="4191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257800" y="2683933"/>
            <a:ext cx="4191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57800" y="2683933"/>
            <a:ext cx="4191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257800" y="3238500"/>
            <a:ext cx="4191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57800" y="3238500"/>
            <a:ext cx="4191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083300" y="1244600"/>
            <a:ext cx="5194300" cy="255270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25400">
            <a:solidFill>
              <a:srgbClr val="2E239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48400" y="1727200"/>
            <a:ext cx="1752600" cy="457200"/>
          </a:xfrm>
          <a:prstGeom prst="roundRect">
            <a:avLst>
              <a:gd name="adj" fmla="val 50000"/>
            </a:avLst>
          </a:prstGeom>
          <a:solidFill>
            <a:srgbClr val="FFD0F6"/>
          </a:solidFill>
          <a:ln w="12700">
            <a:solidFill>
              <a:srgbClr val="B060A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73800" y="1790700"/>
            <a:ext cx="12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7848600" y="1790700"/>
            <a:ext cx="12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63881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754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7818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691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1755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628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569200" y="17907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56500" y="1828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642100" y="2260600"/>
            <a:ext cx="584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400" b="1" i="1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86" name="Text 84"/>
          <p:cNvSpPr/>
          <p:nvPr/>
        </p:nvSpPr>
        <p:spPr>
          <a:xfrm>
            <a:off x="7467600" y="2120900"/>
            <a:ext cx="4572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8064500" y="1422400"/>
            <a:ext cx="1993900" cy="2273300"/>
          </a:xfrm>
          <a:prstGeom prst="roundRect">
            <a:avLst>
              <a:gd name="adj" fmla="val 4586"/>
            </a:avLst>
          </a:prstGeom>
          <a:solidFill>
            <a:srgbClr val="BCBCF2"/>
          </a:solidFill>
          <a:ln/>
        </p:spPr>
      </p:sp>
      <p:sp>
        <p:nvSpPr>
          <p:cNvPr id="88" name="Shape 86"/>
          <p:cNvSpPr/>
          <p:nvPr/>
        </p:nvSpPr>
        <p:spPr>
          <a:xfrm>
            <a:off x="8531225" y="1473200"/>
            <a:ext cx="0" cy="2171700"/>
          </a:xfrm>
          <a:prstGeom prst="line">
            <a:avLst/>
          </a:prstGeom>
          <a:noFill/>
          <a:ln w="12700">
            <a:solidFill>
              <a:srgbClr val="8A94C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115300" y="1974850"/>
            <a:ext cx="1892300" cy="0"/>
          </a:xfrm>
          <a:prstGeom prst="line">
            <a:avLst/>
          </a:prstGeom>
          <a:noFill/>
          <a:ln w="12700">
            <a:solidFill>
              <a:srgbClr val="8A94C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020175" y="1473200"/>
            <a:ext cx="0" cy="2171700"/>
          </a:xfrm>
          <a:prstGeom prst="line">
            <a:avLst/>
          </a:prstGeom>
          <a:noFill/>
          <a:ln w="12700">
            <a:solidFill>
              <a:srgbClr val="8A94C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115300" y="2514600"/>
            <a:ext cx="1892300" cy="0"/>
          </a:xfrm>
          <a:prstGeom prst="line">
            <a:avLst/>
          </a:prstGeom>
          <a:noFill/>
          <a:ln w="12700">
            <a:solidFill>
              <a:srgbClr val="8A94C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509125" y="1473200"/>
            <a:ext cx="0" cy="2171700"/>
          </a:xfrm>
          <a:prstGeom prst="line">
            <a:avLst/>
          </a:prstGeom>
          <a:noFill/>
          <a:ln w="12700">
            <a:solidFill>
              <a:srgbClr val="8A94C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115300" y="3051175"/>
            <a:ext cx="1892300" cy="0"/>
          </a:xfrm>
          <a:prstGeom prst="line">
            <a:avLst/>
          </a:prstGeom>
          <a:noFill/>
          <a:ln w="12700">
            <a:solidFill>
              <a:srgbClr val="8A94C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12165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09625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861060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58520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909955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07415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588500" y="1593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563100" y="1593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812165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09625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861060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58520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909955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07415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9588500" y="21018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563100" y="21018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812165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09625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861060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58520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909955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07415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9588500" y="26733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563100" y="26733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812165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09625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861060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58520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909955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07415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9588500" y="31750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563100" y="3175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454900" y="2921000"/>
            <a:ext cx="71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000" b="1" i="1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000" dirty="0"/>
          </a:p>
        </p:txBody>
      </p:sp>
      <p:sp>
        <p:nvSpPr>
          <p:cNvPr id="127" name="Text 125"/>
          <p:cNvSpPr/>
          <p:nvPr/>
        </p:nvSpPr>
        <p:spPr>
          <a:xfrm>
            <a:off x="9550400" y="3505200"/>
            <a:ext cx="50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3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dxd</a:t>
            </a:r>
            <a:endParaRPr lang="en-US" sz="1100" dirty="0"/>
          </a:p>
        </p:txBody>
      </p:sp>
      <p:sp>
        <p:nvSpPr>
          <p:cNvPr id="128" name="Text 126"/>
          <p:cNvSpPr/>
          <p:nvPr/>
        </p:nvSpPr>
        <p:spPr>
          <a:xfrm>
            <a:off x="10160000" y="24384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129" name="Shape 127"/>
          <p:cNvSpPr/>
          <p:nvPr/>
        </p:nvSpPr>
        <p:spPr>
          <a:xfrm>
            <a:off x="10490200" y="1473200"/>
            <a:ext cx="584200" cy="2197100"/>
          </a:xfrm>
          <a:prstGeom prst="roundRect">
            <a:avLst>
              <a:gd name="adj" fmla="val 34435"/>
            </a:avLst>
          </a:prstGeom>
          <a:solidFill>
            <a:srgbClr val="BCBCF2"/>
          </a:solidFill>
          <a:ln w="22225">
            <a:solidFill>
              <a:srgbClr val="9E2B3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528300" y="1562100"/>
            <a:ext cx="4699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528300" y="1562100"/>
            <a:ext cx="469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10528300" y="2120900"/>
            <a:ext cx="4699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528300" y="2120900"/>
            <a:ext cx="469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10528300" y="2679700"/>
            <a:ext cx="4699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528300" y="2679700"/>
            <a:ext cx="469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10528300" y="3238500"/>
            <a:ext cx="4699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528300" y="3238500"/>
            <a:ext cx="469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736600" y="3949700"/>
            <a:ext cx="5207000" cy="2768600"/>
          </a:xfrm>
          <a:prstGeom prst="roundRect">
            <a:avLst>
              <a:gd name="adj" fmla="val 3303"/>
            </a:avLst>
          </a:prstGeom>
          <a:solidFill>
            <a:srgbClr val="FFFFFF"/>
          </a:solidFill>
          <a:ln w="25400">
            <a:solidFill>
              <a:srgbClr val="4E8B5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65200" y="4470400"/>
            <a:ext cx="1752600" cy="457200"/>
          </a:xfrm>
          <a:prstGeom prst="roundRect">
            <a:avLst>
              <a:gd name="adj" fmla="val 50000"/>
            </a:avLst>
          </a:prstGeom>
          <a:solidFill>
            <a:srgbClr val="FFD0F6"/>
          </a:solidFill>
          <a:ln w="12700">
            <a:solidFill>
              <a:srgbClr val="B060A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90600" y="4533900"/>
            <a:ext cx="12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500" dirty="0"/>
          </a:p>
        </p:txBody>
      </p:sp>
      <p:sp>
        <p:nvSpPr>
          <p:cNvPr id="141" name="Text 139"/>
          <p:cNvSpPr/>
          <p:nvPr/>
        </p:nvSpPr>
        <p:spPr>
          <a:xfrm>
            <a:off x="2565400" y="4533900"/>
            <a:ext cx="12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500" dirty="0"/>
          </a:p>
        </p:txBody>
      </p:sp>
      <p:sp>
        <p:nvSpPr>
          <p:cNvPr id="142" name="Shape 140"/>
          <p:cNvSpPr/>
          <p:nvPr/>
        </p:nvSpPr>
        <p:spPr>
          <a:xfrm>
            <a:off x="1104900" y="45339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092200" y="45720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1498600" y="45339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485900" y="45720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1892300" y="45339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879600" y="45720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2286000" y="4533900"/>
            <a:ext cx="330200" cy="330200"/>
          </a:xfrm>
          <a:prstGeom prst="ellipse">
            <a:avLst/>
          </a:prstGeom>
          <a:solidFill>
            <a:srgbClr val="D8D4EC"/>
          </a:solidFill>
          <a:ln w="15875">
            <a:solidFill>
              <a:srgbClr val="A03038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273300" y="45720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150" name="Text 148"/>
          <p:cNvSpPr/>
          <p:nvPr/>
        </p:nvSpPr>
        <p:spPr>
          <a:xfrm>
            <a:off x="1358900" y="5003800"/>
            <a:ext cx="584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400" b="1" i="1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1" name="Text 149"/>
          <p:cNvSpPr/>
          <p:nvPr/>
        </p:nvSpPr>
        <p:spPr>
          <a:xfrm>
            <a:off x="2184400" y="4864100"/>
            <a:ext cx="4572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endParaRPr lang="en-US" sz="1300" dirty="0"/>
          </a:p>
        </p:txBody>
      </p:sp>
      <p:sp>
        <p:nvSpPr>
          <p:cNvPr id="152" name="Shape 150"/>
          <p:cNvSpPr/>
          <p:nvPr/>
        </p:nvSpPr>
        <p:spPr>
          <a:xfrm>
            <a:off x="2806700" y="4191000"/>
            <a:ext cx="1993900" cy="2235200"/>
          </a:xfrm>
          <a:prstGeom prst="roundRect">
            <a:avLst>
              <a:gd name="adj" fmla="val 4586"/>
            </a:avLst>
          </a:prstGeom>
          <a:solidFill>
            <a:srgbClr val="C9F0D8"/>
          </a:solidFill>
          <a:ln/>
        </p:spPr>
      </p:sp>
      <p:sp>
        <p:nvSpPr>
          <p:cNvPr id="153" name="Shape 151"/>
          <p:cNvSpPr/>
          <p:nvPr/>
        </p:nvSpPr>
        <p:spPr>
          <a:xfrm>
            <a:off x="3273425" y="4241800"/>
            <a:ext cx="0" cy="2133600"/>
          </a:xfrm>
          <a:prstGeom prst="line">
            <a:avLst/>
          </a:prstGeom>
          <a:noFill/>
          <a:ln w="12700">
            <a:solidFill>
              <a:srgbClr val="9CCBA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857500" y="4743450"/>
            <a:ext cx="1892300" cy="0"/>
          </a:xfrm>
          <a:prstGeom prst="line">
            <a:avLst/>
          </a:prstGeom>
          <a:noFill/>
          <a:ln w="12700">
            <a:solidFill>
              <a:srgbClr val="9CCBA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762375" y="4241800"/>
            <a:ext cx="0" cy="2133600"/>
          </a:xfrm>
          <a:prstGeom prst="line">
            <a:avLst/>
          </a:prstGeom>
          <a:noFill/>
          <a:ln w="12700">
            <a:solidFill>
              <a:srgbClr val="9CCBA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857500" y="5283200"/>
            <a:ext cx="1892300" cy="0"/>
          </a:xfrm>
          <a:prstGeom prst="line">
            <a:avLst/>
          </a:prstGeom>
          <a:noFill/>
          <a:ln w="12700">
            <a:solidFill>
              <a:srgbClr val="9CCBA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251325" y="4241800"/>
            <a:ext cx="0" cy="2133600"/>
          </a:xfrm>
          <a:prstGeom prst="line">
            <a:avLst/>
          </a:prstGeom>
          <a:noFill/>
          <a:ln w="12700">
            <a:solidFill>
              <a:srgbClr val="9CCBA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857500" y="5819775"/>
            <a:ext cx="1892300" cy="0"/>
          </a:xfrm>
          <a:prstGeom prst="line">
            <a:avLst/>
          </a:prstGeom>
          <a:noFill/>
          <a:ln w="12700">
            <a:solidFill>
              <a:srgbClr val="9CCBA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863850" y="4362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838450" y="4362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3352800" y="4362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3327400" y="4362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3841750" y="4362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816350" y="4362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4330700" y="4362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305300" y="4362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A2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2863850" y="4870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838450" y="4870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3352800" y="4870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327400" y="4870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3841750" y="4870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3816350" y="4870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4330700" y="48704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305300" y="48704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B1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863850" y="54419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2838450" y="54419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3352800" y="54419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3327400" y="54419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3841750" y="54419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816350" y="54419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4330700" y="544195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4305300" y="544195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A05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2863850" y="59436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838450" y="59436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3352800" y="59436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327400" y="59436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3841750" y="59436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816350" y="59436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4330700" y="5943600"/>
            <a:ext cx="330200" cy="254000"/>
          </a:xfrm>
          <a:prstGeom prst="rect">
            <a:avLst/>
          </a:prstGeom>
          <a:solidFill>
            <a:srgbClr val="F5F0BE"/>
          </a:solidFill>
          <a:ln w="6350">
            <a:solidFill>
              <a:srgbClr val="8A7A5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4305300" y="59436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1E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91" name="Text 189"/>
          <p:cNvSpPr/>
          <p:nvPr/>
        </p:nvSpPr>
        <p:spPr>
          <a:xfrm>
            <a:off x="2197100" y="5638800"/>
            <a:ext cx="711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000" b="1" i="1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000" dirty="0"/>
          </a:p>
        </p:txBody>
      </p:sp>
      <p:sp>
        <p:nvSpPr>
          <p:cNvPr id="192" name="Text 190"/>
          <p:cNvSpPr/>
          <p:nvPr/>
        </p:nvSpPr>
        <p:spPr>
          <a:xfrm>
            <a:off x="4216400" y="6172200"/>
            <a:ext cx="50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3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dxd</a:t>
            </a:r>
            <a:endParaRPr lang="en-US" sz="1100" dirty="0"/>
          </a:p>
        </p:txBody>
      </p:sp>
      <p:sp>
        <p:nvSpPr>
          <p:cNvPr id="193" name="Text 191"/>
          <p:cNvSpPr/>
          <p:nvPr/>
        </p:nvSpPr>
        <p:spPr>
          <a:xfrm>
            <a:off x="4889500" y="52070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194" name="Shape 192"/>
          <p:cNvSpPr/>
          <p:nvPr/>
        </p:nvSpPr>
        <p:spPr>
          <a:xfrm>
            <a:off x="5245100" y="4216400"/>
            <a:ext cx="558800" cy="2197100"/>
          </a:xfrm>
          <a:prstGeom prst="roundRect">
            <a:avLst>
              <a:gd name="adj" fmla="val 36000"/>
            </a:avLst>
          </a:prstGeom>
          <a:solidFill>
            <a:srgbClr val="C9F0D8"/>
          </a:solidFill>
          <a:ln w="22225">
            <a:solidFill>
              <a:srgbClr val="9E2B3E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5283200" y="4305300"/>
            <a:ext cx="4445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5283200" y="4305300"/>
            <a:ext cx="444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197" name="Shape 195"/>
          <p:cNvSpPr/>
          <p:nvPr/>
        </p:nvSpPr>
        <p:spPr>
          <a:xfrm>
            <a:off x="5283200" y="4864100"/>
            <a:ext cx="4445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283200" y="4864100"/>
            <a:ext cx="444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199" name="Shape 197"/>
          <p:cNvSpPr/>
          <p:nvPr/>
        </p:nvSpPr>
        <p:spPr>
          <a:xfrm>
            <a:off x="5283200" y="5422900"/>
            <a:ext cx="4445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5283200" y="5422900"/>
            <a:ext cx="444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201" name="Shape 199"/>
          <p:cNvSpPr/>
          <p:nvPr/>
        </p:nvSpPr>
        <p:spPr>
          <a:xfrm>
            <a:off x="5283200" y="5981700"/>
            <a:ext cx="444500" cy="342900"/>
          </a:xfrm>
          <a:prstGeom prst="rect">
            <a:avLst/>
          </a:prstGeom>
          <a:solidFill>
            <a:srgbClr val="F5F0BE"/>
          </a:solidFill>
          <a:ln w="9525">
            <a:solidFill>
              <a:srgbClr val="8A7A5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5283200" y="5981700"/>
            <a:ext cx="444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203" name="Shape 201"/>
          <p:cNvSpPr/>
          <p:nvPr/>
        </p:nvSpPr>
        <p:spPr>
          <a:xfrm>
            <a:off x="5867400" y="3479800"/>
            <a:ext cx="2159000" cy="546100"/>
          </a:xfrm>
          <a:prstGeom prst="roundRect">
            <a:avLst>
              <a:gd name="adj" fmla="val 30140"/>
            </a:avLst>
          </a:prstGeom>
          <a:solidFill>
            <a:srgbClr val="F2C8D4"/>
          </a:solidFill>
          <a:ln w="19050">
            <a:solidFill>
              <a:srgbClr val="3E8B50"/>
            </a:solidFill>
            <a:prstDash val="dash"/>
          </a:ln>
        </p:spPr>
      </p:sp>
      <p:sp>
        <p:nvSpPr>
          <p:cNvPr id="204" name="Text 202"/>
          <p:cNvSpPr/>
          <p:nvPr/>
        </p:nvSpPr>
        <p:spPr>
          <a:xfrm>
            <a:off x="5918200" y="3479800"/>
            <a:ext cx="2057400" cy="546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300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300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variant </a:t>
            </a:r>
            <a:pPr algn="ctr" indent="0" marL="0">
              <a:buNone/>
            </a:pPr>
            <a:r>
              <a:rPr lang="en-US" sz="1300" b="1" i="1" u="sng" dirty="0">
                <a:solidFill>
                  <a:srgbClr val="1C13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QUERY with</a:t>
            </a:r>
            <a:endParaRPr lang="en-US" sz="1300" dirty="0"/>
          </a:p>
        </p:txBody>
      </p:sp>
      <p:sp>
        <p:nvSpPr>
          <p:cNvPr id="205" name="Shape 203"/>
          <p:cNvSpPr/>
          <p:nvPr/>
        </p:nvSpPr>
        <p:spPr>
          <a:xfrm>
            <a:off x="8763000" y="3810000"/>
            <a:ext cx="2489200" cy="520700"/>
          </a:xfrm>
          <a:prstGeom prst="roundRect">
            <a:avLst>
              <a:gd name="adj" fmla="val 31610"/>
            </a:avLst>
          </a:prstGeom>
          <a:solidFill>
            <a:srgbClr val="BCBCF2"/>
          </a:solidFill>
          <a:ln w="19050">
            <a:solidFill>
              <a:srgbClr val="2E2390"/>
            </a:solidFill>
            <a:prstDash val="dash"/>
          </a:ln>
        </p:spPr>
      </p:sp>
      <p:sp>
        <p:nvSpPr>
          <p:cNvPr id="206" name="Text 204"/>
          <p:cNvSpPr/>
          <p:nvPr/>
        </p:nvSpPr>
        <p:spPr>
          <a:xfrm>
            <a:off x="8813800" y="3810000"/>
            <a:ext cx="2387600" cy="520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300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300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variant </a:t>
            </a:r>
            <a:pPr algn="ctr" indent="0" marL="0">
              <a:buNone/>
            </a:pPr>
            <a:r>
              <a:rPr lang="en-US" sz="1300" b="1" i="1" u="sng" dirty="0">
                <a:solidFill>
                  <a:srgbClr val="1C13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as Value</a:t>
            </a:r>
            <a:endParaRPr lang="en-US" sz="1300" dirty="0"/>
          </a:p>
        </p:txBody>
      </p:sp>
      <p:sp>
        <p:nvSpPr>
          <p:cNvPr id="207" name="Shape 205"/>
          <p:cNvSpPr/>
          <p:nvPr/>
        </p:nvSpPr>
        <p:spPr>
          <a:xfrm>
            <a:off x="5956300" y="4267200"/>
            <a:ext cx="2095500" cy="508000"/>
          </a:xfrm>
          <a:prstGeom prst="roundRect">
            <a:avLst>
              <a:gd name="adj" fmla="val 32400"/>
            </a:avLst>
          </a:prstGeom>
          <a:solidFill>
            <a:srgbClr val="DFF2E4"/>
          </a:solidFill>
          <a:ln w="19050">
            <a:solidFill>
              <a:srgbClr val="3E8B50"/>
            </a:solidFill>
            <a:prstDash val="dash"/>
          </a:ln>
        </p:spPr>
      </p:sp>
      <p:sp>
        <p:nvSpPr>
          <p:cNvPr id="208" name="Text 206"/>
          <p:cNvSpPr/>
          <p:nvPr/>
        </p:nvSpPr>
        <p:spPr>
          <a:xfrm>
            <a:off x="6007100" y="4267200"/>
            <a:ext cx="19939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300" baseline="-40000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300" i="1" dirty="0">
                <a:solidFill>
                  <a:srgbClr val="9E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variant </a:t>
            </a:r>
            <a:pPr algn="ctr" indent="0" marL="0">
              <a:buNone/>
            </a:pPr>
            <a:r>
              <a:rPr lang="en-US" sz="1300" b="1" i="1" u="sng" dirty="0">
                <a:solidFill>
                  <a:srgbClr val="1C13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as KEY</a:t>
            </a:r>
            <a:endParaRPr lang="en-US" sz="1300" dirty="0"/>
          </a:p>
        </p:txBody>
      </p:sp>
      <p:sp>
        <p:nvSpPr>
          <p:cNvPr id="209" name="Shape 207"/>
          <p:cNvSpPr/>
          <p:nvPr/>
        </p:nvSpPr>
        <p:spPr>
          <a:xfrm>
            <a:off x="8026400" y="4864100"/>
            <a:ext cx="3327400" cy="698500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/>
        </p:spPr>
      </p:sp>
      <p:sp>
        <p:nvSpPr>
          <p:cNvPr id="210" name="Text 208"/>
          <p:cNvSpPr/>
          <p:nvPr/>
        </p:nvSpPr>
        <p:spPr>
          <a:xfrm>
            <a:off x="8026400" y="4864100"/>
            <a:ext cx="3327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000" b="1" i="1" dirty="0">
                <a:solidFill>
                  <a:srgbClr val="A01515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Generate Three Variants</a:t>
            </a:r>
            <a:endParaRPr lang="en-US" sz="20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2000" b="1" i="1" dirty="0">
                <a:solidFill>
                  <a:srgbClr val="A01515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pPr algn="ctr" indent="0" marL="0">
              <a:lnSpc>
                <a:spcPts val="2100"/>
              </a:lnSpc>
              <a:buNone/>
            </a:pPr>
            <a:r>
              <a:rPr lang="en-US" sz="2000" b="1" i="1" dirty="0">
                <a:solidFill>
                  <a:srgbClr val="A01515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2100"/>
              </a:lnSpc>
              <a:buNone/>
            </a:pPr>
            <a:r>
              <a:rPr lang="en-US" sz="2000" b="1" i="1" baseline="-40000" dirty="0">
                <a:solidFill>
                  <a:srgbClr val="A01515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lnSpc>
                <a:spcPts val="2100"/>
              </a:lnSpc>
              <a:buNone/>
            </a:pPr>
            <a:r>
              <a:rPr lang="en-US" sz="2000" b="1" i="1" dirty="0">
                <a:solidFill>
                  <a:srgbClr val="A0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(Based on its Role)</a:t>
            </a:r>
            <a:endParaRPr lang="en-US" sz="2000" dirty="0"/>
          </a:p>
        </p:txBody>
      </p:sp>
      <p:sp>
        <p:nvSpPr>
          <p:cNvPr id="211" name="Shape 209"/>
          <p:cNvSpPr/>
          <p:nvPr/>
        </p:nvSpPr>
        <p:spPr>
          <a:xfrm>
            <a:off x="6235700" y="5689600"/>
            <a:ext cx="5232400" cy="9017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0CC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6311900" y="5727700"/>
            <a:ext cx="508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2100"/>
              </a:lnSpc>
              <a:buNone/>
            </a:pPr>
            <a:r>
              <a:rPr lang="en-US" sz="160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</a:t>
            </a:r>
            <a:pPr algn="l" indent="0" marL="0">
              <a:lnSpc>
                <a:spcPts val="2100"/>
              </a:lnSpc>
              <a:buNone/>
            </a:pPr>
            <a:r>
              <a:rPr lang="en-US" sz="160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</a:t>
            </a:r>
            <a:pPr algn="l" indent="0" marL="0">
              <a:lnSpc>
                <a:spcPts val="2100"/>
              </a:lnSpc>
              <a:buNone/>
            </a:pPr>
            <a:r>
              <a:rPr lang="en-US" sz="1600" b="1" baseline="-40000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C13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are    controllable    parameters</a:t>
            </a:r>
            <a:endParaRPr lang="en-US" sz="16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B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(Trainable),</a:t>
            </a:r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C13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allows   to   modify   the   incoming</a:t>
            </a:r>
            <a:endParaRPr lang="en-US" sz="16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C13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 to suit the three roles they must play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2026-10-12T05:40:08Z</dcterms:created>
  <dcterms:modified xsi:type="dcterms:W3CDTF">2026-10-12T05:40:08Z</dcterms:modified>
</cp:coreProperties>
</file>