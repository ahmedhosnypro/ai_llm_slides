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g001_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g005_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g006_image-1-1.png"/><Relationship Id="rId2" Type="http://schemas.openxmlformats.org/officeDocument/2006/relationships/image" Target="../media/img006_image-1-2.png"/><Relationship Id="rId3" Type="http://schemas.openxmlformats.org/officeDocument/2006/relationships/image" Target="../media/img006_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g007_image-1-1.png"/><Relationship Id="rId2" Type="http://schemas.openxmlformats.org/officeDocument/2006/relationships/image" Target="../media/img007_image-1-2.png"/><Relationship Id="rId3" Type="http://schemas.openxmlformats.org/officeDocument/2006/relationships/image" Target="../media/img007_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g008_image-1-1.png"/><Relationship Id="rId2" Type="http://schemas.openxmlformats.org/officeDocument/2006/relationships/image" Target="../media/img008_image-1-2.png"/><Relationship Id="rId3" Type="http://schemas.openxmlformats.org/officeDocument/2006/relationships/image" Target="../media/img008_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g009_image-1-1.png"/><Relationship Id="rId2" Type="http://schemas.openxmlformats.org/officeDocument/2006/relationships/image" Target="../media/img009_image-1-2.png"/><Relationship Id="rId3" Type="http://schemas.openxmlformats.org/officeDocument/2006/relationships/image" Target="../media/img009_image-1-3.png"/><Relationship Id="rId4" Type="http://schemas.openxmlformats.org/officeDocument/2006/relationships/image" Target="../media/img009_image-1-4.png"/><Relationship Id="rId5" Type="http://schemas.openxmlformats.org/officeDocument/2006/relationships/image" Target="../media/img009_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g010_image-1-1.png"/><Relationship Id="rId2" Type="http://schemas.openxmlformats.org/officeDocument/2006/relationships/image" Target="../media/img010_image-1-2.png"/><Relationship Id="rId3" Type="http://schemas.openxmlformats.org/officeDocument/2006/relationships/image" Target="../media/img010_image-1-3.png"/><Relationship Id="rId4" Type="http://schemas.openxmlformats.org/officeDocument/2006/relationships/image" Target="../media/img010_image-1-4.png"/><Relationship Id="rId5" Type="http://schemas.openxmlformats.org/officeDocument/2006/relationships/image" Target="../media/img010_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g011_image-1-1.png"/><Relationship Id="rId2" Type="http://schemas.openxmlformats.org/officeDocument/2006/relationships/image" Target="../media/img011_image-1-2.png"/><Relationship Id="rId3" Type="http://schemas.openxmlformats.org/officeDocument/2006/relationships/image" Target="../media/img011_image-1-3.png"/><Relationship Id="rId4" Type="http://schemas.openxmlformats.org/officeDocument/2006/relationships/image" Target="../media/img011_image-1-4.png"/><Relationship Id="rId5" Type="http://schemas.openxmlformats.org/officeDocument/2006/relationships/image" Target="../media/img011_image-1-5.png"/><Relationship Id="rId6" Type="http://schemas.openxmlformats.org/officeDocument/2006/relationships/image" Target="../media/img011_image-1-6.png"/><Relationship Id="rId7" Type="http://schemas.openxmlformats.org/officeDocument/2006/relationships/image" Target="../media/img011_image-1-7.png"/><Relationship Id="rId8" Type="http://schemas.openxmlformats.org/officeDocument/2006/relationships/image" Target="../media/img011_image-1-8.png"/><Relationship Id="rId9" Type="http://schemas.openxmlformats.org/officeDocument/2006/relationships/image" Target="../media/img011_image-1-9.png"/><Relationship Id="rId10" Type="http://schemas.openxmlformats.org/officeDocument/2006/relationships/image" Target="../media/img011_image-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g012_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g014_image-1-1.png"/><Relationship Id="rId2" Type="http://schemas.openxmlformats.org/officeDocument/2006/relationships/image" Target="../media/img014_image-1-2.png"/><Relationship Id="rId3" Type="http://schemas.openxmlformats.org/officeDocument/2006/relationships/image" Target="../media/img014_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g015_image-1-1.png"/><Relationship Id="rId2" Type="http://schemas.openxmlformats.org/officeDocument/2006/relationships/image" Target="../media/img015_image-1-2.png"/><Relationship Id="rId3" Type="http://schemas.openxmlformats.org/officeDocument/2006/relationships/image" Target="../media/img015_image-1-3.png"/><Relationship Id="rId4" Type="http://schemas.openxmlformats.org/officeDocument/2006/relationships/image" Target="../media/img015_image-1-4.png"/><Relationship Id="rId5" Type="http://schemas.openxmlformats.org/officeDocument/2006/relationships/image" Target="../media/img015_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g023_image-1-1.png"/><Relationship Id="rId2" Type="http://schemas.openxmlformats.org/officeDocument/2006/relationships/image" Target="../media/img023_image-1-1.png"/><Relationship Id="rId3" Type="http://schemas.openxmlformats.org/officeDocument/2006/relationships/image" Target="../media/img023_image-1-3.png"/><Relationship Id="rId4" Type="http://schemas.openxmlformats.org/officeDocument/2006/relationships/image" Target="../media/img023_image-1-4.png"/><Relationship Id="rId5" Type="http://schemas.openxmlformats.org/officeDocument/2006/relationships/image" Target="../media/img023_image-1-5.png"/><Relationship Id="rId6" Type="http://schemas.openxmlformats.org/officeDocument/2006/relationships/image" Target="../media/img023_image-1-6.png"/><Relationship Id="rId7" Type="http://schemas.openxmlformats.org/officeDocument/2006/relationships/image" Target="../media/img023_image-1-7.png"/><Relationship Id="rId8" Type="http://schemas.openxmlformats.org/officeDocument/2006/relationships/image" Target="../media/img023_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g024_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g027_image-1-1.png"/><Relationship Id="rId2" Type="http://schemas.openxmlformats.org/officeDocument/2006/relationships/image" Target="../media/img027_image-1-2.png"/><Relationship Id="rId3" Type="http://schemas.openxmlformats.org/officeDocument/2006/relationships/image" Target="../media/img027_image-1-3.png"/><Relationship Id="rId4" Type="http://schemas.openxmlformats.org/officeDocument/2006/relationships/image" Target="../media/img027_image-1-4.png"/><Relationship Id="rId5" Type="http://schemas.openxmlformats.org/officeDocument/2006/relationships/image" Target="../media/img027_image-1-5.png"/><Relationship Id="rId6" Type="http://schemas.openxmlformats.org/officeDocument/2006/relationships/image" Target="../media/img027_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g034_image-1-1.png"/><Relationship Id="rId2" Type="http://schemas.openxmlformats.org/officeDocument/2006/relationships/image" Target="../media/img034_image-1-2.png"/><Relationship Id="rId3" Type="http://schemas.openxmlformats.org/officeDocument/2006/relationships/image" Target="../media/img034_image-1-3.png"/><Relationship Id="rId4" Type="http://schemas.openxmlformats.org/officeDocument/2006/relationships/image" Target="../media/img034_image-1-4.png"/><Relationship Id="rId5" Type="http://schemas.openxmlformats.org/officeDocument/2006/relationships/image" Target="../media/img034_image-1-5.png"/><Relationship Id="rId6" Type="http://schemas.openxmlformats.org/officeDocument/2006/relationships/image" Target="../media/img034_image-1-6.png"/><Relationship Id="rId7" Type="http://schemas.openxmlformats.org/officeDocument/2006/relationships/image" Target="../media/img034_image-1-7.png"/><Relationship Id="rId8" Type="http://schemas.openxmlformats.org/officeDocument/2006/relationships/image" Target="../media/img034_image-1-8.png"/><Relationship Id="rId9" Type="http://schemas.openxmlformats.org/officeDocument/2006/relationships/image" Target="../media/img034_image-1-9.png"/><Relationship Id="rId10" Type="http://schemas.openxmlformats.org/officeDocument/2006/relationships/image" Target="../media/img034_image-1-10.png"/><Relationship Id="rId11" Type="http://schemas.openxmlformats.org/officeDocument/2006/relationships/image" Target="../media/img034_image-1-11.png"/><Relationship Id="rId12" Type="http://schemas.openxmlformats.org/officeDocument/2006/relationships/image" Target="../media/img034_image-1-12.png"/><Relationship Id="rId13" Type="http://schemas.openxmlformats.org/officeDocument/2006/relationships/image" Target="../media/img034_image-1-13.png"/><Relationship Id="rId14" Type="http://schemas.openxmlformats.org/officeDocument/2006/relationships/image" Target="../media/img034_image-1-14.png"/><Relationship Id="rId15" Type="http://schemas.openxmlformats.org/officeDocument/2006/relationships/image" Target="../media/img034_image-1-15.png"/><Relationship Id="rId16" Type="http://schemas.openxmlformats.org/officeDocument/2006/relationships/image" Target="../media/img034_image-1-14.png"/><Relationship Id="rId17" Type="http://schemas.openxmlformats.org/officeDocument/2006/relationships/image" Target="../media/img034_image-1-15.png"/><Relationship Id="rId18" Type="http://schemas.openxmlformats.org/officeDocument/2006/relationships/image" Target="../media/img034_image-1-14.png"/><Relationship Id="rId19" Type="http://schemas.openxmlformats.org/officeDocument/2006/relationships/image" Target="../media/img034_image-1-15.png"/><Relationship Id="rId20" Type="http://schemas.openxmlformats.org/officeDocument/2006/relationships/image" Target="../media/img034_image-1-20.png"/><Relationship Id="rId21" Type="http://schemas.openxmlformats.org/officeDocument/2006/relationships/image" Target="../media/img034_image-1-21.png"/><Relationship Id="rId22" Type="http://schemas.openxmlformats.org/officeDocument/2006/relationships/image" Target="../media/img034_image-1-20.png"/><Relationship Id="rId23" Type="http://schemas.openxmlformats.org/officeDocument/2006/relationships/image" Target="../media/img034_image-1-21.png"/><Relationship Id="rId24" Type="http://schemas.openxmlformats.org/officeDocument/2006/relationships/image" Target="../media/img034_image-1-20.png"/><Relationship Id="rId25" Type="http://schemas.openxmlformats.org/officeDocument/2006/relationships/image" Target="../media/img034_image-1-21.png"/><Relationship Id="rId26" Type="http://schemas.openxmlformats.org/officeDocument/2006/relationships/image" Target="../media/img034_image-1-26.png"/><Relationship Id="rId27" Type="http://schemas.openxmlformats.org/officeDocument/2006/relationships/image" Target="../media/img034_image-1-26.png"/><Relationship Id="rId28" Type="http://schemas.openxmlformats.org/officeDocument/2006/relationships/image" Target="../media/img034_image-1-26.png"/><Relationship Id="rId29" Type="http://schemas.openxmlformats.org/officeDocument/2006/relationships/slideLayout" Target="../slideLayouts/slideLayout1.xml"/><Relationship Id="rId30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g035_image-1-1.png"/><Relationship Id="rId2" Type="http://schemas.openxmlformats.org/officeDocument/2006/relationships/image" Target="../media/img035_image-1-2.png"/><Relationship Id="rId3" Type="http://schemas.openxmlformats.org/officeDocument/2006/relationships/image" Target="../media/img035_image-1-3.png"/><Relationship Id="rId4" Type="http://schemas.openxmlformats.org/officeDocument/2006/relationships/image" Target="../media/img035_image-1-4.png"/><Relationship Id="rId5" Type="http://schemas.openxmlformats.org/officeDocument/2006/relationships/image" Target="../media/img035_image-1-5.png"/><Relationship Id="rId6" Type="http://schemas.openxmlformats.org/officeDocument/2006/relationships/image" Target="../media/img035_image-1-6.png"/><Relationship Id="rId7" Type="http://schemas.openxmlformats.org/officeDocument/2006/relationships/image" Target="../media/img035_image-1-7.png"/><Relationship Id="rId8" Type="http://schemas.openxmlformats.org/officeDocument/2006/relationships/image" Target="../media/img035_image-1-8.png"/><Relationship Id="rId9" Type="http://schemas.openxmlformats.org/officeDocument/2006/relationships/image" Target="../media/img035_image-1-9.png"/><Relationship Id="rId10" Type="http://schemas.openxmlformats.org/officeDocument/2006/relationships/image" Target="../media/img035_image-1-10.png"/><Relationship Id="rId11" Type="http://schemas.openxmlformats.org/officeDocument/2006/relationships/image" Target="../media/img035_image-1-11.png"/><Relationship Id="rId12" Type="http://schemas.openxmlformats.org/officeDocument/2006/relationships/image" Target="../media/img035_image-1-12.png"/><Relationship Id="rId13" Type="http://schemas.openxmlformats.org/officeDocument/2006/relationships/image" Target="../media/img035_image-1-13.png"/><Relationship Id="rId14" Type="http://schemas.openxmlformats.org/officeDocument/2006/relationships/image" Target="../media/img035_image-1-14.png"/><Relationship Id="rId15" Type="http://schemas.openxmlformats.org/officeDocument/2006/relationships/image" Target="../media/img035_image-1-15.png"/><Relationship Id="rId16" Type="http://schemas.openxmlformats.org/officeDocument/2006/relationships/image" Target="../media/img035_image-1-14.png"/><Relationship Id="rId17" Type="http://schemas.openxmlformats.org/officeDocument/2006/relationships/image" Target="../media/img035_image-1-15.png"/><Relationship Id="rId18" Type="http://schemas.openxmlformats.org/officeDocument/2006/relationships/image" Target="../media/img035_image-1-14.png"/><Relationship Id="rId19" Type="http://schemas.openxmlformats.org/officeDocument/2006/relationships/image" Target="../media/img035_image-1-15.png"/><Relationship Id="rId20" Type="http://schemas.openxmlformats.org/officeDocument/2006/relationships/image" Target="../media/img035_image-1-20.png"/><Relationship Id="rId21" Type="http://schemas.openxmlformats.org/officeDocument/2006/relationships/image" Target="../media/img035_image-1-21.png"/><Relationship Id="rId22" Type="http://schemas.openxmlformats.org/officeDocument/2006/relationships/image" Target="../media/img035_image-1-20.png"/><Relationship Id="rId23" Type="http://schemas.openxmlformats.org/officeDocument/2006/relationships/image" Target="../media/img035_image-1-21.png"/><Relationship Id="rId24" Type="http://schemas.openxmlformats.org/officeDocument/2006/relationships/image" Target="../media/img035_image-1-20.png"/><Relationship Id="rId25" Type="http://schemas.openxmlformats.org/officeDocument/2006/relationships/image" Target="../media/img035_image-1-21.png"/><Relationship Id="rId26" Type="http://schemas.openxmlformats.org/officeDocument/2006/relationships/image" Target="../media/img035_image-1-26.png"/><Relationship Id="rId27" Type="http://schemas.openxmlformats.org/officeDocument/2006/relationships/image" Target="../media/img035_image-1-26.png"/><Relationship Id="rId28" Type="http://schemas.openxmlformats.org/officeDocument/2006/relationships/image" Target="../media/img035_image-1-26.png"/><Relationship Id="rId29" Type="http://schemas.openxmlformats.org/officeDocument/2006/relationships/slideLayout" Target="../slideLayouts/slideLayout1.xml"/><Relationship Id="rId30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g036_image-1-1.png"/><Relationship Id="rId2" Type="http://schemas.openxmlformats.org/officeDocument/2006/relationships/image" Target="../media/img036_image-1-2.png"/><Relationship Id="rId3" Type="http://schemas.openxmlformats.org/officeDocument/2006/relationships/image" Target="../media/img036_image-1-3.png"/><Relationship Id="rId4" Type="http://schemas.openxmlformats.org/officeDocument/2006/relationships/image" Target="../media/img036_image-1-4.png"/><Relationship Id="rId5" Type="http://schemas.openxmlformats.org/officeDocument/2006/relationships/image" Target="../media/img036_image-1-5.png"/><Relationship Id="rId6" Type="http://schemas.openxmlformats.org/officeDocument/2006/relationships/image" Target="../media/img036_image-1-6.png"/><Relationship Id="rId7" Type="http://schemas.openxmlformats.org/officeDocument/2006/relationships/image" Target="../media/img036_image-1-7.png"/><Relationship Id="rId8" Type="http://schemas.openxmlformats.org/officeDocument/2006/relationships/image" Target="../media/img036_image-1-8.png"/><Relationship Id="rId9" Type="http://schemas.openxmlformats.org/officeDocument/2006/relationships/image" Target="../media/img036_image-1-9.png"/><Relationship Id="rId10" Type="http://schemas.openxmlformats.org/officeDocument/2006/relationships/image" Target="../media/img036_image-1-10.png"/><Relationship Id="rId11" Type="http://schemas.openxmlformats.org/officeDocument/2006/relationships/image" Target="../media/img036_image-1-11.png"/><Relationship Id="rId12" Type="http://schemas.openxmlformats.org/officeDocument/2006/relationships/image" Target="../media/img036_image-1-12.png"/><Relationship Id="rId13" Type="http://schemas.openxmlformats.org/officeDocument/2006/relationships/image" Target="../media/img036_image-1-13.png"/><Relationship Id="rId14" Type="http://schemas.openxmlformats.org/officeDocument/2006/relationships/image" Target="../media/img036_image-1-14.png"/><Relationship Id="rId15" Type="http://schemas.openxmlformats.org/officeDocument/2006/relationships/image" Target="../media/img036_image-1-15.png"/><Relationship Id="rId16" Type="http://schemas.openxmlformats.org/officeDocument/2006/relationships/image" Target="../media/img036_image-1-16.png"/><Relationship Id="rId17" Type="http://schemas.openxmlformats.org/officeDocument/2006/relationships/image" Target="../media/img036_image-1-17.png"/><Relationship Id="rId18" Type="http://schemas.openxmlformats.org/officeDocument/2006/relationships/image" Target="../media/img036_image-1-18.png"/><Relationship Id="rId19" Type="http://schemas.openxmlformats.org/officeDocument/2006/relationships/image" Target="../media/img036_image-1-19.png"/><Relationship Id="rId20" Type="http://schemas.openxmlformats.org/officeDocument/2006/relationships/image" Target="../media/img036_image-1-20.png"/><Relationship Id="rId21" Type="http://schemas.openxmlformats.org/officeDocument/2006/relationships/image" Target="../media/img036_image-1-21.png"/><Relationship Id="rId22" Type="http://schemas.openxmlformats.org/officeDocument/2006/relationships/image" Target="../media/img036_image-1-22.png"/><Relationship Id="rId23" Type="http://schemas.openxmlformats.org/officeDocument/2006/relationships/image" Target="../media/img036_image-1-23.png"/><Relationship Id="rId24" Type="http://schemas.openxmlformats.org/officeDocument/2006/relationships/image" Target="../media/img036_image-1-24.png"/><Relationship Id="rId25" Type="http://schemas.openxmlformats.org/officeDocument/2006/relationships/image" Target="../media/img036_image-1-25.png"/><Relationship Id="rId26" Type="http://schemas.openxmlformats.org/officeDocument/2006/relationships/image" Target="../media/img036_image-1-26.png"/><Relationship Id="rId27" Type="http://schemas.openxmlformats.org/officeDocument/2006/relationships/image" Target="../media/img036_image-1-27.png"/><Relationship Id="rId28" Type="http://schemas.openxmlformats.org/officeDocument/2006/relationships/image" Target="../media/img036_image-1-28.png"/><Relationship Id="rId29" Type="http://schemas.openxmlformats.org/officeDocument/2006/relationships/image" Target="../media/img036_image-1-29.png"/><Relationship Id="rId30" Type="http://schemas.openxmlformats.org/officeDocument/2006/relationships/image" Target="../media/img036_image-1-30.png"/><Relationship Id="rId31" Type="http://schemas.openxmlformats.org/officeDocument/2006/relationships/image" Target="../media/img036_image-1-31.png"/><Relationship Id="rId32" Type="http://schemas.openxmlformats.org/officeDocument/2006/relationships/image" Target="../media/img036_image-1-32.png"/><Relationship Id="rId33" Type="http://schemas.openxmlformats.org/officeDocument/2006/relationships/image" Target="../media/img036_image-1-33.png"/><Relationship Id="rId34" Type="http://schemas.openxmlformats.org/officeDocument/2006/relationships/slideLayout" Target="../slideLayouts/slideLayout1.xml"/><Relationship Id="rId35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g037_image-1-1.png"/><Relationship Id="rId2" Type="http://schemas.openxmlformats.org/officeDocument/2006/relationships/image" Target="../media/img037_image-1-2.png"/><Relationship Id="rId3" Type="http://schemas.openxmlformats.org/officeDocument/2006/relationships/image" Target="../media/img037_image-1-3.png"/><Relationship Id="rId4" Type="http://schemas.openxmlformats.org/officeDocument/2006/relationships/image" Target="../media/img037_image-1-4.png"/><Relationship Id="rId5" Type="http://schemas.openxmlformats.org/officeDocument/2006/relationships/image" Target="../media/img037_image-1-4.png"/><Relationship Id="rId6" Type="http://schemas.openxmlformats.org/officeDocument/2006/relationships/image" Target="../media/img037_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g038_image-1-1.png"/><Relationship Id="rId2" Type="http://schemas.openxmlformats.org/officeDocument/2006/relationships/image" Target="../media/img038_image-1-2.png"/><Relationship Id="rId3" Type="http://schemas.openxmlformats.org/officeDocument/2006/relationships/image" Target="../media/img038_image-1-2.png"/><Relationship Id="rId4" Type="http://schemas.openxmlformats.org/officeDocument/2006/relationships/image" Target="../media/img038_image-1-4.png"/><Relationship Id="rId5" Type="http://schemas.openxmlformats.org/officeDocument/2006/relationships/image" Target="../media/img038_image-1-5.png"/><Relationship Id="rId6" Type="http://schemas.openxmlformats.org/officeDocument/2006/relationships/image" Target="../media/img038_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g039_image-1-1.png"/><Relationship Id="rId2" Type="http://schemas.openxmlformats.org/officeDocument/2006/relationships/image" Target="../media/img039_image-1-1.png"/><Relationship Id="rId3" Type="http://schemas.openxmlformats.org/officeDocument/2006/relationships/image" Target="../media/img039_image-1-1.png"/><Relationship Id="rId4" Type="http://schemas.openxmlformats.org/officeDocument/2006/relationships/image" Target="../media/img039_image-1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g043_image-1-1.png"/><Relationship Id="rId2" Type="http://schemas.openxmlformats.org/officeDocument/2006/relationships/image" Target="../media/img043_image-1-2.png"/><Relationship Id="rId3" Type="http://schemas.openxmlformats.org/officeDocument/2006/relationships/image" Target="../media/img043_image-1-3.png"/><Relationship Id="rId4" Type="http://schemas.openxmlformats.org/officeDocument/2006/relationships/image" Target="../media/img043_image-1-4.png"/><Relationship Id="rId5" Type="http://schemas.openxmlformats.org/officeDocument/2006/relationships/image" Target="../media/img043_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g044_image-1-1.png"/><Relationship Id="rId2" Type="http://schemas.openxmlformats.org/officeDocument/2006/relationships/image" Target="../media/img044_image-1-2.png"/><Relationship Id="rId3" Type="http://schemas.openxmlformats.org/officeDocument/2006/relationships/image" Target="../media/img044_image-1-3.png"/><Relationship Id="rId4" Type="http://schemas.openxmlformats.org/officeDocument/2006/relationships/image" Target="../media/img044_image-1-4.png"/><Relationship Id="rId5" Type="http://schemas.openxmlformats.org/officeDocument/2006/relationships/image" Target="../media/img044_image-1-5.png"/><Relationship Id="rId6" Type="http://schemas.openxmlformats.org/officeDocument/2006/relationships/image" Target="../media/img044_image-1-2.png"/><Relationship Id="rId7" Type="http://schemas.openxmlformats.org/officeDocument/2006/relationships/image" Target="../media/img044_image-1-3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g045_image-1-1.png"/><Relationship Id="rId2" Type="http://schemas.openxmlformats.org/officeDocument/2006/relationships/image" Target="../media/img045_image-1-2.png"/><Relationship Id="rId3" Type="http://schemas.openxmlformats.org/officeDocument/2006/relationships/image" Target="../media/img045_image-1-3.png"/><Relationship Id="rId4" Type="http://schemas.openxmlformats.org/officeDocument/2006/relationships/image" Target="../media/img045_image-1-4.png"/><Relationship Id="rId5" Type="http://schemas.openxmlformats.org/officeDocument/2006/relationships/image" Target="../media/img045_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74904" y="1585570"/>
            <a:ext cx="110916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700"/>
              </a:lnSpc>
              <a:buNone/>
            </a:pPr>
            <a:r>
              <a:rPr lang="en-US" sz="6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 Learning</a:t>
            </a:r>
            <a:endParaRPr lang="en-US" sz="6000" dirty="0"/>
          </a:p>
          <a:p>
            <a:pPr algn="ctr" indent="0" marL="0">
              <a:lnSpc>
                <a:spcPts val="6700"/>
              </a:lnSpc>
              <a:buNone/>
            </a:pPr>
            <a:r>
              <a:rPr lang="en-US" sz="6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DSAI 308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259275" y="376641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259275" y="4058107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Khaled Mostafa ElSayed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259275" y="441563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kmelsayed@zewailcity.edu.eg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01345" y="5150815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Instructors: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03350" y="5493715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Khaled Mostafa ElSayed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14323" y="5827471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kmelsayed@zewailcity.edu.eg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03350" y="6078017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Mohamed Maher Ata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14323" y="638617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000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momaher@zewailcity.edu.eg</a:t>
            </a:r>
            <a:endParaRPr lang="en-US" sz="1500" dirty="0"/>
          </a:p>
        </p:txBody>
      </p:sp>
      <p:pic>
        <p:nvPicPr>
          <p:cNvPr id="14" name="Image 0" descr="/home/ahmed/Projects/ai_llm_slides/videos/deep-learning/001_transformers_part1/recreated_pptx/build/assets/zewail_logo_slide0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0" y="5943600"/>
            <a:ext cx="3962370" cy="749259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895551" y="2356409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006" y="545897"/>
            <a:ext cx="11188598" cy="6302959"/>
          </a:xfrm>
          <a:prstGeom prst="rect">
            <a:avLst/>
          </a:prstGeom>
          <a:solidFill>
            <a:srgbClr val="E9E9E7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75213" y="672998"/>
            <a:ext cx="533095" cy="470002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75213" y="672998"/>
            <a:ext cx="533095" cy="470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006" y="2243938"/>
            <a:ext cx="111885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Transformers</a:t>
            </a:r>
            <a:endParaRPr lang="en-US" sz="7350" dirty="0"/>
          </a:p>
        </p:txBody>
      </p:sp>
      <p:sp>
        <p:nvSpPr>
          <p:cNvPr id="6" name="Text 4"/>
          <p:cNvSpPr/>
          <p:nvPr/>
        </p:nvSpPr>
        <p:spPr>
          <a:xfrm>
            <a:off x="502006" y="3300984"/>
            <a:ext cx="111885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spc="140" kern="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5314493" y="4131259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Aug. 2020</a:t>
            </a:r>
            <a:endParaRPr lang="en-US" sz="2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38280" y="74221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Transformers – Part I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402690" y="1901038"/>
            <a:ext cx="4297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33"/>
              </a:lnSpc>
              <a:buNone/>
            </a:pPr>
            <a:r>
              <a:rPr lang="en-US" sz="2000" b="1" dirty="0">
                <a:solidFill>
                  <a:srgbClr val="1F1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 Sequential Data</a:t>
            </a:r>
            <a:endParaRPr lang="en-US" sz="2000" dirty="0"/>
          </a:p>
          <a:p>
            <a:pPr algn="l" indent="0" marL="0">
              <a:lnSpc>
                <a:spcPts val="4133"/>
              </a:lnSpc>
              <a:buNone/>
            </a:pPr>
            <a:r>
              <a:rPr lang="en-US" sz="2000" b="1" dirty="0">
                <a:solidFill>
                  <a:srgbClr val="1F1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Building Blocks</a:t>
            </a:r>
            <a:endParaRPr lang="en-US" sz="2000" dirty="0"/>
          </a:p>
          <a:p>
            <a:pPr algn="l" indent="0" marL="0">
              <a:lnSpc>
                <a:spcPts val="4133"/>
              </a:lnSpc>
              <a:buNone/>
            </a:pPr>
            <a:r>
              <a:rPr lang="en-US" sz="2000" b="1" dirty="0">
                <a:solidFill>
                  <a:srgbClr val="1F1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Attention Mechanism</a:t>
            </a:r>
            <a:endParaRPr lang="en-US" sz="2000" dirty="0"/>
          </a:p>
          <a:p>
            <a:pPr algn="l" indent="0" marL="0">
              <a:lnSpc>
                <a:spcPts val="4133"/>
              </a:lnSpc>
              <a:buNone/>
            </a:pPr>
            <a:r>
              <a:rPr lang="en-US" sz="2000" b="1" dirty="0">
                <a:solidFill>
                  <a:srgbClr val="1F1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  Attention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368296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 Sequential Data</a:t>
            </a:r>
            <a:endParaRPr lang="en-US" sz="4900" dirty="0"/>
          </a:p>
        </p:txBody>
      </p:sp>
      <p:sp>
        <p:nvSpPr>
          <p:cNvPr id="6" name="Text 4"/>
          <p:cNvSpPr/>
          <p:nvPr/>
        </p:nvSpPr>
        <p:spPr>
          <a:xfrm>
            <a:off x="1106424" y="3739896"/>
            <a:ext cx="105613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0"/>
              </a:lnSpc>
              <a:buNone/>
            </a:pPr>
            <a:r>
              <a:rPr lang="en-US" sz="3550" b="1" dirty="0">
                <a:solidFill>
                  <a:srgbClr val="000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1-D Convolutional Neural Network   (1-D CNN)</a:t>
            </a:r>
            <a:endParaRPr lang="en-US" sz="3550" dirty="0"/>
          </a:p>
          <a:p>
            <a:pPr algn="l" indent="0" marL="0">
              <a:lnSpc>
                <a:spcPts val="8000"/>
              </a:lnSpc>
              <a:buNone/>
            </a:pPr>
            <a:r>
              <a:rPr lang="en-US" sz="3550" b="1" dirty="0">
                <a:solidFill>
                  <a:srgbClr val="000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Recurrent Neural Network  (RNN)</a:t>
            </a:r>
            <a:endParaRPr lang="en-US" sz="3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070100" y="2260600"/>
            <a:ext cx="1041400" cy="201083"/>
          </a:xfrm>
          <a:prstGeom prst="rect">
            <a:avLst/>
          </a:prstGeom>
          <a:solidFill>
            <a:srgbClr val="FFFFCC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70100" y="2461683"/>
            <a:ext cx="1041400" cy="201083"/>
          </a:xfrm>
          <a:prstGeom prst="rect">
            <a:avLst/>
          </a:prstGeom>
          <a:solidFill>
            <a:srgbClr val="FFFFCC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70100" y="2662767"/>
            <a:ext cx="1041400" cy="201083"/>
          </a:xfrm>
          <a:prstGeom prst="rect">
            <a:avLst/>
          </a:prstGeom>
          <a:solidFill>
            <a:srgbClr val="FFFFCC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70100" y="2863850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70100" y="3064933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70100" y="3266017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70100" y="3467100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70100" y="3668183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70100" y="3869267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70100" y="4070350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70100" y="4271433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70100" y="4472517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70100" y="4673600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70100" y="4874683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70100" y="5075767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70100" y="5276850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70100" y="5477933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70100" y="5679017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911600" y="2260600"/>
            <a:ext cx="10541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911600" y="2461683"/>
            <a:ext cx="10541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911600" y="2662767"/>
            <a:ext cx="1054100" cy="201083"/>
          </a:xfrm>
          <a:prstGeom prst="rect">
            <a:avLst/>
          </a:prstGeom>
          <a:solidFill>
            <a:srgbClr val="FFCC99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911600" y="2863850"/>
            <a:ext cx="10541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911600" y="3064933"/>
            <a:ext cx="10541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911600" y="3266017"/>
            <a:ext cx="10541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911600" y="3467100"/>
            <a:ext cx="10541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911600" y="3668183"/>
            <a:ext cx="10541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911600" y="3869267"/>
            <a:ext cx="10541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911600" y="4070350"/>
            <a:ext cx="10541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911600" y="4271433"/>
            <a:ext cx="10541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911600" y="4472517"/>
            <a:ext cx="10541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911600" y="4673600"/>
            <a:ext cx="10541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911600" y="4874683"/>
            <a:ext cx="1054100" cy="201083"/>
          </a:xfrm>
          <a:prstGeom prst="rect">
            <a:avLst/>
          </a:prstGeom>
          <a:solidFill>
            <a:srgbClr val="FFCC99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911600" y="5075767"/>
            <a:ext cx="1054100" cy="201083"/>
          </a:xfrm>
          <a:prstGeom prst="rect">
            <a:avLst/>
          </a:prstGeom>
          <a:solidFill>
            <a:srgbClr val="FFCC99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911600" y="5276850"/>
            <a:ext cx="1054100" cy="201083"/>
          </a:xfrm>
          <a:prstGeom prst="rect">
            <a:avLst/>
          </a:prstGeom>
          <a:solidFill>
            <a:srgbClr val="FFCC99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911600" y="5477933"/>
            <a:ext cx="10541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911600" y="5679017"/>
            <a:ext cx="10541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791200" y="2260600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791200" y="2461683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91200" y="2662767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791200" y="2863850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791200" y="3064933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791200" y="3266017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791200" y="3467100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791200" y="3668183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791200" y="3869267"/>
            <a:ext cx="1041400" cy="201083"/>
          </a:xfrm>
          <a:prstGeom prst="rect">
            <a:avLst/>
          </a:prstGeom>
          <a:solidFill>
            <a:srgbClr val="99FFFF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791200" y="4070350"/>
            <a:ext cx="1041400" cy="201083"/>
          </a:xfrm>
          <a:prstGeom prst="rect">
            <a:avLst/>
          </a:prstGeom>
          <a:solidFill>
            <a:srgbClr val="99FFFF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791200" y="4271433"/>
            <a:ext cx="1041400" cy="201083"/>
          </a:xfrm>
          <a:prstGeom prst="rect">
            <a:avLst/>
          </a:prstGeom>
          <a:solidFill>
            <a:srgbClr val="99FFFF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91200" y="4472517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791200" y="4673600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791200" y="4874683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791200" y="5075767"/>
            <a:ext cx="1041400" cy="201083"/>
          </a:xfrm>
          <a:prstGeom prst="rect">
            <a:avLst/>
          </a:prstGeom>
          <a:solidFill>
            <a:srgbClr val="99FFFF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791200" y="5276850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791200" y="5477933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791200" y="5679017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594600" y="2260600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594600" y="2461683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594600" y="2662767"/>
            <a:ext cx="1041400" cy="201083"/>
          </a:xfrm>
          <a:prstGeom prst="rect">
            <a:avLst/>
          </a:prstGeom>
          <a:solidFill>
            <a:srgbClr val="FFCCFF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594600" y="2863850"/>
            <a:ext cx="1041400" cy="201083"/>
          </a:xfrm>
          <a:prstGeom prst="rect">
            <a:avLst/>
          </a:prstGeom>
          <a:solidFill>
            <a:srgbClr val="FFCCFF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594600" y="3064933"/>
            <a:ext cx="1041400" cy="201083"/>
          </a:xfrm>
          <a:prstGeom prst="rect">
            <a:avLst/>
          </a:prstGeom>
          <a:solidFill>
            <a:srgbClr val="FFCCFF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594600" y="3266017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594600" y="3467100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594600" y="3668183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594600" y="3869267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594600" y="4070350"/>
            <a:ext cx="1041400" cy="201083"/>
          </a:xfrm>
          <a:prstGeom prst="rect">
            <a:avLst/>
          </a:prstGeom>
          <a:solidFill>
            <a:srgbClr val="FFCCFF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594600" y="4271433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594600" y="4472517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594600" y="4673600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594600" y="4874683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594600" y="5075767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594600" y="5276850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594600" y="5477933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594600" y="5679017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359900" y="2260600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359900" y="2461683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9359900" y="2662767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359900" y="2863850"/>
            <a:ext cx="1041400" cy="201083"/>
          </a:xfrm>
          <a:prstGeom prst="rect">
            <a:avLst/>
          </a:prstGeom>
          <a:solidFill>
            <a:srgbClr val="CCFFCC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359900" y="3064933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359900" y="3266017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359900" y="3467100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359900" y="3668183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359900" y="3869267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9359900" y="4070350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359900" y="4271433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359900" y="4472517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359900" y="4673600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359900" y="4874683"/>
            <a:ext cx="1041400" cy="201083"/>
          </a:xfrm>
          <a:prstGeom prst="rect">
            <a:avLst/>
          </a:prstGeom>
          <a:solidFill>
            <a:srgbClr val="CCFFCC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359900" y="5075767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9359900" y="5276850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9359900" y="5477933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9359900" y="5679017"/>
            <a:ext cx="1041400" cy="201083"/>
          </a:xfrm>
          <a:prstGeom prst="rect">
            <a:avLst/>
          </a:prstGeom>
          <a:solidFill>
            <a:srgbClr val="E9E9E7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200400" y="2286000"/>
            <a:ext cx="0" cy="5715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200400" y="2286000"/>
            <a:ext cx="685800" cy="4826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 flipV="1">
            <a:off x="3200400" y="2768600"/>
            <a:ext cx="685800" cy="889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921500" y="3873500"/>
            <a:ext cx="0" cy="5842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921500" y="3873500"/>
            <a:ext cx="647700" cy="292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 flipV="1">
            <a:off x="6921500" y="4165600"/>
            <a:ext cx="647700" cy="292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724900" y="2692400"/>
            <a:ext cx="0" cy="5588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724900" y="2692400"/>
            <a:ext cx="635000" cy="2667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 flipV="1">
            <a:off x="8724900" y="2959100"/>
            <a:ext cx="635000" cy="292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943100" y="2260600"/>
            <a:ext cx="0" cy="344170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 rot="10800000">
            <a:off x="1873250" y="5676900"/>
            <a:ext cx="139700" cy="1524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06" name="Text 104"/>
          <p:cNvSpPr/>
          <p:nvPr/>
        </p:nvSpPr>
        <p:spPr>
          <a:xfrm rot="16200000">
            <a:off x="928370" y="4077970"/>
            <a:ext cx="173736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Length</a:t>
            </a:r>
            <a:endParaRPr lang="en-US" sz="1300" dirty="0"/>
          </a:p>
        </p:txBody>
      </p:sp>
      <p:sp>
        <p:nvSpPr>
          <p:cNvPr id="107" name="Shape 105"/>
          <p:cNvSpPr/>
          <p:nvPr/>
        </p:nvSpPr>
        <p:spPr>
          <a:xfrm>
            <a:off x="3213100" y="3854450"/>
            <a:ext cx="660400" cy="279400"/>
          </a:xfrm>
          <a:prstGeom prst="rightArrow">
            <a:avLst/>
          </a:prstGeom>
          <a:solidFill>
            <a:srgbClr val="CC0000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232400" y="2260600"/>
            <a:ext cx="228600" cy="3594100"/>
          </a:xfrm>
          <a:prstGeom prst="rect">
            <a:avLst/>
          </a:prstGeom>
          <a:solidFill>
            <a:srgbClr val="D8D8D8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 rot="16200000">
            <a:off x="4638040" y="3934460"/>
            <a:ext cx="1417320" cy="246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Linearity</a:t>
            </a:r>
            <a:endParaRPr lang="en-US" sz="1400" dirty="0"/>
          </a:p>
        </p:txBody>
      </p:sp>
      <p:sp>
        <p:nvSpPr>
          <p:cNvPr id="110" name="Shape 108"/>
          <p:cNvSpPr/>
          <p:nvPr/>
        </p:nvSpPr>
        <p:spPr>
          <a:xfrm>
            <a:off x="7112000" y="2260600"/>
            <a:ext cx="228600" cy="3594100"/>
          </a:xfrm>
          <a:prstGeom prst="rect">
            <a:avLst/>
          </a:prstGeom>
          <a:solidFill>
            <a:srgbClr val="D8D8D8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 rot="16200000">
            <a:off x="6517640" y="3934460"/>
            <a:ext cx="1417320" cy="246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Linearity</a:t>
            </a:r>
            <a:endParaRPr lang="en-US" sz="1400" dirty="0"/>
          </a:p>
        </p:txBody>
      </p:sp>
      <p:sp>
        <p:nvSpPr>
          <p:cNvPr id="112" name="Shape 110"/>
          <p:cNvSpPr/>
          <p:nvPr/>
        </p:nvSpPr>
        <p:spPr>
          <a:xfrm>
            <a:off x="8915400" y="2260600"/>
            <a:ext cx="228600" cy="3594100"/>
          </a:xfrm>
          <a:prstGeom prst="rect">
            <a:avLst/>
          </a:prstGeom>
          <a:solidFill>
            <a:srgbClr val="D8D8D8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 rot="16200000">
            <a:off x="8321040" y="3934460"/>
            <a:ext cx="1417320" cy="246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Linearity</a:t>
            </a:r>
            <a:endParaRPr lang="en-US" sz="1400" dirty="0"/>
          </a:p>
        </p:txBody>
      </p:sp>
      <p:sp>
        <p:nvSpPr>
          <p:cNvPr id="114" name="Shape 112"/>
          <p:cNvSpPr/>
          <p:nvPr/>
        </p:nvSpPr>
        <p:spPr>
          <a:xfrm>
            <a:off x="10566400" y="2260600"/>
            <a:ext cx="228600" cy="3594100"/>
          </a:xfrm>
          <a:prstGeom prst="rect">
            <a:avLst/>
          </a:prstGeom>
          <a:solidFill>
            <a:srgbClr val="D8D8D8"/>
          </a:solidFill>
          <a:ln w="9525">
            <a:solidFill>
              <a:srgbClr val="A7AFB9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 rot="16200000">
            <a:off x="9972040" y="3934460"/>
            <a:ext cx="1417320" cy="246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Linearity</a:t>
            </a:r>
            <a:endParaRPr lang="en-US" sz="1400" dirty="0"/>
          </a:p>
        </p:txBody>
      </p:sp>
      <p:sp>
        <p:nvSpPr>
          <p:cNvPr id="116" name="Shape 114"/>
          <p:cNvSpPr/>
          <p:nvPr/>
        </p:nvSpPr>
        <p:spPr>
          <a:xfrm>
            <a:off x="762000" y="1244600"/>
            <a:ext cx="1054100" cy="165100"/>
          </a:xfrm>
          <a:prstGeom prst="rect">
            <a:avLst/>
          </a:prstGeom>
          <a:solidFill>
            <a:srgbClr val="FF9999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762000" y="1447800"/>
            <a:ext cx="1054100" cy="165100"/>
          </a:xfrm>
          <a:prstGeom prst="rect">
            <a:avLst/>
          </a:prstGeom>
          <a:solidFill>
            <a:srgbClr val="FF9999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62000" y="1638300"/>
            <a:ext cx="1054100" cy="165100"/>
          </a:xfrm>
          <a:prstGeom prst="rect">
            <a:avLst/>
          </a:prstGeom>
          <a:solidFill>
            <a:srgbClr val="FF9999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544830" y="1911350"/>
            <a:ext cx="146304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Convolutional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</a:t>
            </a:r>
            <a:endParaRPr lang="en-US" sz="1200" dirty="0"/>
          </a:p>
        </p:txBody>
      </p:sp>
      <p:sp>
        <p:nvSpPr>
          <p:cNvPr id="120" name="Shape 118"/>
          <p:cNvSpPr/>
          <p:nvPr/>
        </p:nvSpPr>
        <p:spPr>
          <a:xfrm>
            <a:off x="5842000" y="1435100"/>
            <a:ext cx="2451100" cy="330200"/>
          </a:xfrm>
          <a:prstGeom prst="rect">
            <a:avLst/>
          </a:prstGeom>
          <a:solidFill>
            <a:srgbClr val="E0F8E0"/>
          </a:solidFill>
          <a:ln w="12700">
            <a:solidFill>
              <a:srgbClr val="00A000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5867400" y="1447800"/>
            <a:ext cx="2400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00A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be Computed In Parallel</a:t>
            </a:r>
            <a:endParaRPr lang="en-US" sz="1250" dirty="0"/>
          </a:p>
        </p:txBody>
      </p:sp>
      <p:sp>
        <p:nvSpPr>
          <p:cNvPr id="122" name="Shape 120"/>
          <p:cNvSpPr/>
          <p:nvPr/>
        </p:nvSpPr>
        <p:spPr>
          <a:xfrm flipV="1">
            <a:off x="5118100" y="1676400"/>
            <a:ext cx="698500" cy="241300"/>
          </a:xfrm>
          <a:prstGeom prst="line">
            <a:avLst/>
          </a:prstGeom>
          <a:noFill/>
          <a:ln w="12700">
            <a:solidFill>
              <a:srgbClr val="00A000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1807210" y="1860550"/>
            <a:ext cx="15544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Words</a:t>
            </a:r>
            <a:endParaRPr lang="en-US" sz="12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Vectors</a:t>
            </a:r>
            <a:endParaRPr lang="en-US" sz="1200" dirty="0"/>
          </a:p>
        </p:txBody>
      </p:sp>
      <p:sp>
        <p:nvSpPr>
          <p:cNvPr id="124" name="Text 122"/>
          <p:cNvSpPr/>
          <p:nvPr/>
        </p:nvSpPr>
        <p:spPr>
          <a:xfrm>
            <a:off x="3655060" y="1860550"/>
            <a:ext cx="15544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ctr" indent="0" marL="0">
              <a:lnSpc>
                <a:spcPts val="1400"/>
              </a:lnSpc>
              <a:buNone/>
            </a:pPr>
            <a:r>
              <a:rPr lang="en-US" sz="1200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</a:t>
            </a:r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Feature</a:t>
            </a:r>
            <a:endParaRPr lang="en-US" sz="12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</a:t>
            </a:r>
            <a:endParaRPr lang="en-US" sz="1200" dirty="0"/>
          </a:p>
        </p:txBody>
      </p:sp>
      <p:sp>
        <p:nvSpPr>
          <p:cNvPr id="125" name="Text 123"/>
          <p:cNvSpPr/>
          <p:nvPr/>
        </p:nvSpPr>
        <p:spPr>
          <a:xfrm>
            <a:off x="5528310" y="1860550"/>
            <a:ext cx="15544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lnSpc>
                <a:spcPts val="1400"/>
              </a:lnSpc>
              <a:buNone/>
            </a:pPr>
            <a:r>
              <a:rPr lang="en-US" sz="1200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</a:t>
            </a:r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Feature</a:t>
            </a:r>
            <a:endParaRPr lang="en-US" sz="12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</a:t>
            </a:r>
            <a:endParaRPr lang="en-US" sz="1200" dirty="0"/>
          </a:p>
        </p:txBody>
      </p:sp>
      <p:sp>
        <p:nvSpPr>
          <p:cNvPr id="126" name="Text 124"/>
          <p:cNvSpPr/>
          <p:nvPr/>
        </p:nvSpPr>
        <p:spPr>
          <a:xfrm>
            <a:off x="7331710" y="1860550"/>
            <a:ext cx="15544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algn="ctr" indent="0" marL="0">
              <a:lnSpc>
                <a:spcPts val="1400"/>
              </a:lnSpc>
              <a:buNone/>
            </a:pPr>
            <a:r>
              <a:rPr lang="en-US" sz="1200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</a:t>
            </a:r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Feature</a:t>
            </a:r>
            <a:endParaRPr lang="en-US" sz="12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</a:t>
            </a:r>
            <a:endParaRPr lang="en-US" sz="1200" dirty="0"/>
          </a:p>
        </p:txBody>
      </p:sp>
      <p:sp>
        <p:nvSpPr>
          <p:cNvPr id="127" name="Text 125"/>
          <p:cNvSpPr/>
          <p:nvPr/>
        </p:nvSpPr>
        <p:spPr>
          <a:xfrm>
            <a:off x="9097010" y="1860550"/>
            <a:ext cx="15544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pPr algn="ctr" indent="0" marL="0">
              <a:lnSpc>
                <a:spcPts val="1400"/>
              </a:lnSpc>
              <a:buNone/>
            </a:pPr>
            <a:r>
              <a:rPr lang="en-US" sz="1200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</a:t>
            </a:r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Feature</a:t>
            </a:r>
            <a:endParaRPr lang="en-US" sz="12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</a:t>
            </a:r>
            <a:endParaRPr lang="en-US" sz="1200" dirty="0"/>
          </a:p>
        </p:txBody>
      </p:sp>
      <p:sp>
        <p:nvSpPr>
          <p:cNvPr id="128" name="Text 126"/>
          <p:cNvSpPr/>
          <p:nvPr/>
        </p:nvSpPr>
        <p:spPr>
          <a:xfrm>
            <a:off x="317500" y="666750"/>
            <a:ext cx="10972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1-D Convolutional Neural Network</a:t>
            </a:r>
            <a:endParaRPr lang="en-US" sz="2400" dirty="0"/>
          </a:p>
        </p:txBody>
      </p:sp>
      <p:pic>
        <p:nvPicPr>
          <p:cNvPr id="129" name="Image 0" descr="/home/ahmed/Projects/ai_llm_slides/videos/deep-learning/001_transformers_part1/recreated_pptx/build/assets/slide005_hatch_ar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5200" y="5969000"/>
            <a:ext cx="8115300" cy="342900"/>
          </a:xfrm>
          <a:prstGeom prst="rect">
            <a:avLst/>
          </a:prstGeom>
        </p:spPr>
      </p:pic>
      <p:sp>
        <p:nvSpPr>
          <p:cNvPr id="130" name="Shape 127"/>
          <p:cNvSpPr/>
          <p:nvPr/>
        </p:nvSpPr>
        <p:spPr>
          <a:xfrm rot="20280000">
            <a:off x="7162800" y="5234305"/>
            <a:ext cx="4597400" cy="40259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131" name="Text 128"/>
          <p:cNvSpPr/>
          <p:nvPr/>
        </p:nvSpPr>
        <p:spPr>
          <a:xfrm rot="20280000">
            <a:off x="7015480" y="527558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 Not Practical for Very Long Sequences***</a:t>
            </a:r>
            <a:endParaRPr lang="en-US" sz="1600" dirty="0"/>
          </a:p>
        </p:txBody>
      </p:sp>
      <p:sp>
        <p:nvSpPr>
          <p:cNvPr id="132" name="Text 129"/>
          <p:cNvSpPr/>
          <p:nvPr/>
        </p:nvSpPr>
        <p:spPr>
          <a:xfrm>
            <a:off x="1250950" y="6375400"/>
            <a:ext cx="10058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Word Sequence Length Increases, </a:t>
            </a:r>
            <a:pPr algn="ctr" indent="0" marL="0">
              <a:buNone/>
            </a:pPr>
            <a:r>
              <a:rPr lang="en-US" sz="1650" b="1" u="sng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need to stack many convolution Layers.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06750" y="692150"/>
            <a:ext cx="508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00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RNN  Seq2Seq model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083300" y="1485900"/>
            <a:ext cx="5372100" cy="2095500"/>
          </a:xfrm>
          <a:prstGeom prst="roundRect">
            <a:avLst>
              <a:gd name="adj" fmla="val 5236"/>
            </a:avLst>
          </a:prstGeom>
          <a:solidFill>
            <a:srgbClr val="FDFF85"/>
          </a:solidFill>
          <a:ln w="9525">
            <a:solidFill>
              <a:srgbClr val="E6E1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0040" y="1562100"/>
            <a:ext cx="7315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333740" y="1562100"/>
            <a:ext cx="7315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991090" y="1562100"/>
            <a:ext cx="7315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035800" y="1854200"/>
            <a:ext cx="0" cy="66040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headEnd type="triangle"/>
          </a:ln>
        </p:spPr>
      </p:sp>
      <p:sp>
        <p:nvSpPr>
          <p:cNvPr id="11" name="Shape 9"/>
          <p:cNvSpPr/>
          <p:nvPr/>
        </p:nvSpPr>
        <p:spPr>
          <a:xfrm>
            <a:off x="8699500" y="1854200"/>
            <a:ext cx="0" cy="66040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headEnd type="triangle"/>
          </a:ln>
        </p:spPr>
      </p:sp>
      <p:sp>
        <p:nvSpPr>
          <p:cNvPr id="12" name="Shape 10"/>
          <p:cNvSpPr/>
          <p:nvPr/>
        </p:nvSpPr>
        <p:spPr>
          <a:xfrm>
            <a:off x="10356850" y="1854200"/>
            <a:ext cx="0" cy="66040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headEnd type="triangle"/>
          </a:ln>
        </p:spPr>
      </p:sp>
      <p:sp>
        <p:nvSpPr>
          <p:cNvPr id="13" name="Text 11"/>
          <p:cNvSpPr/>
          <p:nvPr/>
        </p:nvSpPr>
        <p:spPr>
          <a:xfrm>
            <a:off x="5654040" y="2159000"/>
            <a:ext cx="128016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softmax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317740" y="2159000"/>
            <a:ext cx="128016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softmax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975090" y="2159000"/>
            <a:ext cx="128016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softmax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553200" y="2527300"/>
            <a:ext cx="977900" cy="254000"/>
          </a:xfrm>
          <a:prstGeom prst="rect">
            <a:avLst/>
          </a:prstGeom>
          <a:solidFill>
            <a:srgbClr val="E8FF6E"/>
          </a:solidFill>
          <a:ln w="12700">
            <a:solidFill>
              <a:srgbClr val="C2D6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97675" y="25273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42150" y="25273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86625" y="25273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16900" y="2527300"/>
            <a:ext cx="977900" cy="254000"/>
          </a:xfrm>
          <a:prstGeom prst="rect">
            <a:avLst/>
          </a:prstGeom>
          <a:solidFill>
            <a:srgbClr val="E8FF6E"/>
          </a:solidFill>
          <a:ln w="12700">
            <a:solidFill>
              <a:srgbClr val="C2D6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61375" y="25273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05850" y="25273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950325" y="25273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880600" y="2527300"/>
            <a:ext cx="977900" cy="254000"/>
          </a:xfrm>
          <a:prstGeom prst="rect">
            <a:avLst/>
          </a:prstGeom>
          <a:solidFill>
            <a:srgbClr val="E8FF6E"/>
          </a:solidFill>
          <a:ln w="12700">
            <a:solidFill>
              <a:srgbClr val="C2D6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125075" y="25273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369550" y="25273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614025" y="25273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035800" y="2781300"/>
            <a:ext cx="0" cy="44450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headEnd type="triangle"/>
          </a:ln>
        </p:spPr>
      </p:sp>
      <p:sp>
        <p:nvSpPr>
          <p:cNvPr id="29" name="Shape 27"/>
          <p:cNvSpPr/>
          <p:nvPr/>
        </p:nvSpPr>
        <p:spPr>
          <a:xfrm>
            <a:off x="8699500" y="2781300"/>
            <a:ext cx="0" cy="44450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headEnd type="triangle"/>
          </a:ln>
        </p:spPr>
      </p:sp>
      <p:sp>
        <p:nvSpPr>
          <p:cNvPr id="30" name="Shape 28"/>
          <p:cNvSpPr/>
          <p:nvPr/>
        </p:nvSpPr>
        <p:spPr>
          <a:xfrm>
            <a:off x="10356850" y="2781300"/>
            <a:ext cx="0" cy="44450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headEnd type="triangle"/>
          </a:ln>
        </p:spPr>
      </p:sp>
      <p:sp>
        <p:nvSpPr>
          <p:cNvPr id="31" name="Shape 29"/>
          <p:cNvSpPr/>
          <p:nvPr/>
        </p:nvSpPr>
        <p:spPr>
          <a:xfrm>
            <a:off x="6553200" y="3238500"/>
            <a:ext cx="977900" cy="254000"/>
          </a:xfrm>
          <a:prstGeom prst="rect">
            <a:avLst/>
          </a:prstGeom>
          <a:solidFill>
            <a:srgbClr val="FAEC69"/>
          </a:solidFill>
          <a:ln w="12700">
            <a:solidFill>
              <a:srgbClr val="C2C74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97675" y="32385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042150" y="32385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286625" y="32385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16900" y="3238500"/>
            <a:ext cx="977900" cy="254000"/>
          </a:xfrm>
          <a:prstGeom prst="rect">
            <a:avLst/>
          </a:prstGeom>
          <a:solidFill>
            <a:srgbClr val="FAEC69"/>
          </a:solidFill>
          <a:ln w="12700">
            <a:solidFill>
              <a:srgbClr val="C2C74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461375" y="32385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05850" y="32385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950325" y="32385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880600" y="3238500"/>
            <a:ext cx="977900" cy="254000"/>
          </a:xfrm>
          <a:prstGeom prst="rect">
            <a:avLst/>
          </a:prstGeom>
          <a:solidFill>
            <a:srgbClr val="FAEC69"/>
          </a:solidFill>
          <a:ln w="12700">
            <a:solidFill>
              <a:srgbClr val="C2C74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125075" y="32385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369550" y="32385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614025" y="32385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581900" y="3359150"/>
            <a:ext cx="647700" cy="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9245600" y="3359150"/>
            <a:ext cx="647700" cy="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10922000" y="3359150"/>
            <a:ext cx="508000" cy="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tailEnd type="triangle"/>
          </a:ln>
        </p:spPr>
      </p:sp>
      <p:sp>
        <p:nvSpPr>
          <p:cNvPr id="46" name="Text 44"/>
          <p:cNvSpPr/>
          <p:nvPr/>
        </p:nvSpPr>
        <p:spPr>
          <a:xfrm>
            <a:off x="7501890" y="3403600"/>
            <a:ext cx="73152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700" dirty="0"/>
          </a:p>
        </p:txBody>
      </p:sp>
      <p:sp>
        <p:nvSpPr>
          <p:cNvPr id="47" name="Text 45"/>
          <p:cNvSpPr/>
          <p:nvPr/>
        </p:nvSpPr>
        <p:spPr>
          <a:xfrm>
            <a:off x="9159240" y="3403600"/>
            <a:ext cx="73152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700" dirty="0"/>
          </a:p>
        </p:txBody>
      </p:sp>
      <p:sp>
        <p:nvSpPr>
          <p:cNvPr id="48" name="Text 46"/>
          <p:cNvSpPr/>
          <p:nvPr/>
        </p:nvSpPr>
        <p:spPr>
          <a:xfrm>
            <a:off x="10822940" y="3403600"/>
            <a:ext cx="73152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700" dirty="0"/>
          </a:p>
        </p:txBody>
      </p:sp>
      <p:pic>
        <p:nvPicPr>
          <p:cNvPr id="49" name="Image 0" descr="/home/ahmed/Projects/ai_llm_slides/videos/deep-learning/001_transformers_part1/recreated_pptx/build/assets/curve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5000" y="2324100"/>
            <a:ext cx="1778000" cy="1485900"/>
          </a:xfrm>
          <a:prstGeom prst="rect">
            <a:avLst/>
          </a:prstGeom>
        </p:spPr>
      </p:pic>
      <p:pic>
        <p:nvPicPr>
          <p:cNvPr id="50" name="Image 1" descr="/home/ahmed/Projects/ai_llm_slides/videos/deep-learning/001_transformers_part1/recreated_pptx/build/assets/curve_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8700" y="2324100"/>
            <a:ext cx="1778000" cy="1485900"/>
          </a:xfrm>
          <a:prstGeom prst="rect">
            <a:avLst/>
          </a:prstGeom>
        </p:spPr>
      </p:pic>
      <p:sp>
        <p:nvSpPr>
          <p:cNvPr id="51" name="Shape 47"/>
          <p:cNvSpPr/>
          <p:nvPr/>
        </p:nvSpPr>
        <p:spPr>
          <a:xfrm>
            <a:off x="6483350" y="3295650"/>
            <a:ext cx="76200" cy="76200"/>
          </a:xfrm>
          <a:prstGeom prst="ellipse">
            <a:avLst/>
          </a:prstGeom>
          <a:solidFill>
            <a:srgbClr val="A0000E"/>
          </a:solidFill>
          <a:ln/>
        </p:spPr>
      </p:sp>
      <p:sp>
        <p:nvSpPr>
          <p:cNvPr id="52" name="Shape 48"/>
          <p:cNvSpPr/>
          <p:nvPr/>
        </p:nvSpPr>
        <p:spPr>
          <a:xfrm>
            <a:off x="584200" y="3886200"/>
            <a:ext cx="5613400" cy="2413000"/>
          </a:xfrm>
          <a:prstGeom prst="roundRect">
            <a:avLst>
              <a:gd name="adj" fmla="val 5684"/>
            </a:avLst>
          </a:prstGeom>
          <a:solidFill>
            <a:srgbClr val="F8D5AD"/>
          </a:solidFill>
          <a:ln w="9525">
            <a:solidFill>
              <a:srgbClr val="E6C7A2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1562100" y="4051300"/>
            <a:ext cx="977900" cy="254000"/>
          </a:xfrm>
          <a:prstGeom prst="rect">
            <a:avLst/>
          </a:prstGeom>
          <a:solidFill>
            <a:srgbClr val="F2C7A7"/>
          </a:solidFill>
          <a:ln w="12700">
            <a:solidFill>
              <a:srgbClr val="C29F77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1806575" y="40513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2051050" y="40513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2295525" y="40513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3213100" y="4051300"/>
            <a:ext cx="977900" cy="254000"/>
          </a:xfrm>
          <a:prstGeom prst="rect">
            <a:avLst/>
          </a:prstGeom>
          <a:solidFill>
            <a:srgbClr val="F2C7A7"/>
          </a:solidFill>
          <a:ln w="12700">
            <a:solidFill>
              <a:srgbClr val="C29F77"/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3457575" y="40513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3702050" y="40513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3946525" y="40513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4876800" y="4051300"/>
            <a:ext cx="977900" cy="254000"/>
          </a:xfrm>
          <a:prstGeom prst="rect">
            <a:avLst/>
          </a:prstGeom>
          <a:solidFill>
            <a:srgbClr val="F2C7A7"/>
          </a:solidFill>
          <a:ln w="12700">
            <a:solidFill>
              <a:srgbClr val="C29F77"/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5121275" y="40513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5365750" y="40513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5610225" y="40513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65" name="Text 61"/>
          <p:cNvSpPr/>
          <p:nvPr/>
        </p:nvSpPr>
        <p:spPr>
          <a:xfrm>
            <a:off x="2396490" y="3898900"/>
            <a:ext cx="73152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700" dirty="0"/>
          </a:p>
        </p:txBody>
      </p:sp>
      <p:sp>
        <p:nvSpPr>
          <p:cNvPr id="66" name="Text 62"/>
          <p:cNvSpPr/>
          <p:nvPr/>
        </p:nvSpPr>
        <p:spPr>
          <a:xfrm>
            <a:off x="4066540" y="3898900"/>
            <a:ext cx="73152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700" dirty="0"/>
          </a:p>
        </p:txBody>
      </p:sp>
      <p:sp>
        <p:nvSpPr>
          <p:cNvPr id="67" name="Shape 63"/>
          <p:cNvSpPr/>
          <p:nvPr/>
        </p:nvSpPr>
        <p:spPr>
          <a:xfrm>
            <a:off x="800100" y="4184650"/>
            <a:ext cx="711200" cy="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tailEnd type="triangle"/>
          </a:ln>
        </p:spPr>
      </p:sp>
      <p:sp>
        <p:nvSpPr>
          <p:cNvPr id="68" name="Shape 64"/>
          <p:cNvSpPr/>
          <p:nvPr/>
        </p:nvSpPr>
        <p:spPr>
          <a:xfrm>
            <a:off x="2590800" y="4184650"/>
            <a:ext cx="596900" cy="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tailEnd type="triangle"/>
          </a:ln>
        </p:spPr>
      </p:sp>
      <p:sp>
        <p:nvSpPr>
          <p:cNvPr id="69" name="Shape 65"/>
          <p:cNvSpPr/>
          <p:nvPr/>
        </p:nvSpPr>
        <p:spPr>
          <a:xfrm>
            <a:off x="4254500" y="4184650"/>
            <a:ext cx="596900" cy="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tailEnd type="triangle"/>
          </a:ln>
        </p:spPr>
      </p:sp>
      <p:sp>
        <p:nvSpPr>
          <p:cNvPr id="70" name="Shape 66"/>
          <p:cNvSpPr/>
          <p:nvPr/>
        </p:nvSpPr>
        <p:spPr>
          <a:xfrm>
            <a:off x="2044700" y="4343400"/>
            <a:ext cx="0" cy="76200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headEnd type="triangle"/>
          </a:ln>
        </p:spPr>
      </p:sp>
      <p:sp>
        <p:nvSpPr>
          <p:cNvPr id="71" name="Shape 67"/>
          <p:cNvSpPr/>
          <p:nvPr/>
        </p:nvSpPr>
        <p:spPr>
          <a:xfrm>
            <a:off x="3702050" y="4343400"/>
            <a:ext cx="0" cy="76200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headEnd type="triangle"/>
          </a:ln>
        </p:spPr>
      </p:sp>
      <p:sp>
        <p:nvSpPr>
          <p:cNvPr id="72" name="Shape 68"/>
          <p:cNvSpPr/>
          <p:nvPr/>
        </p:nvSpPr>
        <p:spPr>
          <a:xfrm>
            <a:off x="5365750" y="4343400"/>
            <a:ext cx="0" cy="76200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headEnd type="triangle"/>
          </a:ln>
        </p:spPr>
      </p:sp>
      <p:sp>
        <p:nvSpPr>
          <p:cNvPr id="73" name="Text 69"/>
          <p:cNvSpPr/>
          <p:nvPr/>
        </p:nvSpPr>
        <p:spPr>
          <a:xfrm>
            <a:off x="473710" y="4597400"/>
            <a:ext cx="146304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i="1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embedding x</a:t>
            </a:r>
            <a:pPr algn="r" indent="0" marL="0">
              <a:buNone/>
            </a:pPr>
            <a:r>
              <a:rPr lang="en-US" sz="1200" i="1" baseline="-40000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700" dirty="0"/>
          </a:p>
        </p:txBody>
      </p:sp>
      <p:sp>
        <p:nvSpPr>
          <p:cNvPr id="74" name="Text 70"/>
          <p:cNvSpPr/>
          <p:nvPr/>
        </p:nvSpPr>
        <p:spPr>
          <a:xfrm>
            <a:off x="2150110" y="4597400"/>
            <a:ext cx="146304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i="1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embedding x</a:t>
            </a:r>
            <a:pPr algn="r" indent="0" marL="0">
              <a:buNone/>
            </a:pPr>
            <a:r>
              <a:rPr lang="en-US" sz="1200" i="1" baseline="-40000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700" dirty="0"/>
          </a:p>
        </p:txBody>
      </p:sp>
      <p:sp>
        <p:nvSpPr>
          <p:cNvPr id="75" name="Text 71"/>
          <p:cNvSpPr/>
          <p:nvPr/>
        </p:nvSpPr>
        <p:spPr>
          <a:xfrm>
            <a:off x="3813810" y="4597400"/>
            <a:ext cx="146304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i="1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embedding x</a:t>
            </a:r>
            <a:pPr algn="r" indent="0" marL="0">
              <a:buNone/>
            </a:pPr>
            <a:r>
              <a:rPr lang="en-US" sz="1200" i="1" baseline="-40000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700" dirty="0"/>
          </a:p>
        </p:txBody>
      </p:sp>
      <p:sp>
        <p:nvSpPr>
          <p:cNvPr id="76" name="Shape 72"/>
          <p:cNvSpPr/>
          <p:nvPr/>
        </p:nvSpPr>
        <p:spPr>
          <a:xfrm>
            <a:off x="1562100" y="5156200"/>
            <a:ext cx="977900" cy="241300"/>
          </a:xfrm>
          <a:prstGeom prst="rect">
            <a:avLst/>
          </a:prstGeom>
          <a:solidFill>
            <a:srgbClr val="F9D5A3"/>
          </a:solidFill>
          <a:ln w="12700">
            <a:solidFill>
              <a:srgbClr val="C9A87B"/>
            </a:solidFill>
            <a:prstDash val="solid"/>
          </a:ln>
        </p:spPr>
      </p:sp>
      <p:sp>
        <p:nvSpPr>
          <p:cNvPr id="77" name="Shape 73"/>
          <p:cNvSpPr/>
          <p:nvPr/>
        </p:nvSpPr>
        <p:spPr>
          <a:xfrm>
            <a:off x="1806575" y="5156200"/>
            <a:ext cx="0" cy="2413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78" name="Shape 74"/>
          <p:cNvSpPr/>
          <p:nvPr/>
        </p:nvSpPr>
        <p:spPr>
          <a:xfrm>
            <a:off x="2051050" y="5156200"/>
            <a:ext cx="0" cy="2413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79" name="Shape 75"/>
          <p:cNvSpPr/>
          <p:nvPr/>
        </p:nvSpPr>
        <p:spPr>
          <a:xfrm>
            <a:off x="2295525" y="5156200"/>
            <a:ext cx="0" cy="2413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80" name="Shape 76"/>
          <p:cNvSpPr/>
          <p:nvPr/>
        </p:nvSpPr>
        <p:spPr>
          <a:xfrm>
            <a:off x="3213100" y="5156200"/>
            <a:ext cx="977900" cy="241300"/>
          </a:xfrm>
          <a:prstGeom prst="rect">
            <a:avLst/>
          </a:prstGeom>
          <a:solidFill>
            <a:srgbClr val="F9D5A3"/>
          </a:solidFill>
          <a:ln w="12700">
            <a:solidFill>
              <a:srgbClr val="C9A87B"/>
            </a:solidFill>
            <a:prstDash val="solid"/>
          </a:ln>
        </p:spPr>
      </p:sp>
      <p:sp>
        <p:nvSpPr>
          <p:cNvPr id="81" name="Shape 77"/>
          <p:cNvSpPr/>
          <p:nvPr/>
        </p:nvSpPr>
        <p:spPr>
          <a:xfrm>
            <a:off x="3457575" y="5156200"/>
            <a:ext cx="0" cy="2413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82" name="Shape 78"/>
          <p:cNvSpPr/>
          <p:nvPr/>
        </p:nvSpPr>
        <p:spPr>
          <a:xfrm>
            <a:off x="3702050" y="5156200"/>
            <a:ext cx="0" cy="2413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83" name="Shape 79"/>
          <p:cNvSpPr/>
          <p:nvPr/>
        </p:nvSpPr>
        <p:spPr>
          <a:xfrm>
            <a:off x="3946525" y="5156200"/>
            <a:ext cx="0" cy="2413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84" name="Shape 80"/>
          <p:cNvSpPr/>
          <p:nvPr/>
        </p:nvSpPr>
        <p:spPr>
          <a:xfrm>
            <a:off x="4876800" y="5156200"/>
            <a:ext cx="977900" cy="241300"/>
          </a:xfrm>
          <a:prstGeom prst="rect">
            <a:avLst/>
          </a:prstGeom>
          <a:solidFill>
            <a:srgbClr val="F9D5A3"/>
          </a:solidFill>
          <a:ln w="12700">
            <a:solidFill>
              <a:srgbClr val="C9A87B"/>
            </a:solidFill>
            <a:prstDash val="solid"/>
          </a:ln>
        </p:spPr>
      </p:sp>
      <p:sp>
        <p:nvSpPr>
          <p:cNvPr id="85" name="Shape 81"/>
          <p:cNvSpPr/>
          <p:nvPr/>
        </p:nvSpPr>
        <p:spPr>
          <a:xfrm>
            <a:off x="5121275" y="5156200"/>
            <a:ext cx="0" cy="2413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86" name="Shape 82"/>
          <p:cNvSpPr/>
          <p:nvPr/>
        </p:nvSpPr>
        <p:spPr>
          <a:xfrm>
            <a:off x="5365750" y="5156200"/>
            <a:ext cx="0" cy="2413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87" name="Shape 83"/>
          <p:cNvSpPr/>
          <p:nvPr/>
        </p:nvSpPr>
        <p:spPr>
          <a:xfrm>
            <a:off x="5610225" y="5156200"/>
            <a:ext cx="0" cy="2413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88" name="Shape 84"/>
          <p:cNvSpPr/>
          <p:nvPr/>
        </p:nvSpPr>
        <p:spPr>
          <a:xfrm>
            <a:off x="2044700" y="5435600"/>
            <a:ext cx="0" cy="53340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headEnd type="triangle"/>
          </a:ln>
        </p:spPr>
      </p:sp>
      <p:sp>
        <p:nvSpPr>
          <p:cNvPr id="89" name="Shape 85"/>
          <p:cNvSpPr/>
          <p:nvPr/>
        </p:nvSpPr>
        <p:spPr>
          <a:xfrm>
            <a:off x="3702050" y="5435600"/>
            <a:ext cx="0" cy="53340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headEnd type="triangle"/>
          </a:ln>
        </p:spPr>
      </p:sp>
      <p:sp>
        <p:nvSpPr>
          <p:cNvPr id="90" name="Shape 86"/>
          <p:cNvSpPr/>
          <p:nvPr/>
        </p:nvSpPr>
        <p:spPr>
          <a:xfrm>
            <a:off x="5365750" y="5435600"/>
            <a:ext cx="0" cy="53340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headEnd type="triangle"/>
          </a:ln>
        </p:spPr>
      </p:sp>
      <p:sp>
        <p:nvSpPr>
          <p:cNvPr id="91" name="Text 87"/>
          <p:cNvSpPr/>
          <p:nvPr/>
        </p:nvSpPr>
        <p:spPr>
          <a:xfrm>
            <a:off x="1659890" y="5943600"/>
            <a:ext cx="7315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700" dirty="0"/>
          </a:p>
        </p:txBody>
      </p:sp>
      <p:sp>
        <p:nvSpPr>
          <p:cNvPr id="92" name="Text 88"/>
          <p:cNvSpPr/>
          <p:nvPr/>
        </p:nvSpPr>
        <p:spPr>
          <a:xfrm>
            <a:off x="3323590" y="5943600"/>
            <a:ext cx="7315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700" dirty="0"/>
          </a:p>
        </p:txBody>
      </p:sp>
      <p:sp>
        <p:nvSpPr>
          <p:cNvPr id="93" name="Text 89"/>
          <p:cNvSpPr/>
          <p:nvPr/>
        </p:nvSpPr>
        <p:spPr>
          <a:xfrm>
            <a:off x="4987290" y="5943600"/>
            <a:ext cx="7315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700" dirty="0"/>
          </a:p>
        </p:txBody>
      </p:sp>
      <p:sp>
        <p:nvSpPr>
          <p:cNvPr id="94" name="Shape 90"/>
          <p:cNvSpPr/>
          <p:nvPr/>
        </p:nvSpPr>
        <p:spPr>
          <a:xfrm>
            <a:off x="5918200" y="4108450"/>
            <a:ext cx="76200" cy="76200"/>
          </a:xfrm>
          <a:prstGeom prst="ellipse">
            <a:avLst/>
          </a:prstGeom>
          <a:solidFill>
            <a:srgbClr val="A0000E"/>
          </a:solidFill>
          <a:ln/>
        </p:spPr>
      </p:sp>
      <p:pic>
        <p:nvPicPr>
          <p:cNvPr id="95" name="Image 2" descr="/home/ahmed/Projects/ai_llm_slides/videos/deep-learning/001_transformers_part1/recreated_pptx/build/assets/ctx_ar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2800" y="3263900"/>
            <a:ext cx="609600" cy="927100"/>
          </a:xfrm>
          <a:prstGeom prst="rect">
            <a:avLst/>
          </a:prstGeom>
        </p:spPr>
      </p:pic>
      <p:sp>
        <p:nvSpPr>
          <p:cNvPr id="96" name="Shape 91"/>
          <p:cNvSpPr/>
          <p:nvPr/>
        </p:nvSpPr>
        <p:spPr>
          <a:xfrm>
            <a:off x="5969000" y="4191000"/>
            <a:ext cx="1117600" cy="914400"/>
          </a:xfrm>
          <a:prstGeom prst="line">
            <a:avLst/>
          </a:prstGeom>
          <a:noFill/>
          <a:ln w="12700">
            <a:solidFill>
              <a:srgbClr val="A0000E"/>
            </a:solidFill>
            <a:prstDash val="solid"/>
          </a:ln>
        </p:spPr>
      </p:sp>
      <p:sp>
        <p:nvSpPr>
          <p:cNvPr id="97" name="Shape 92"/>
          <p:cNvSpPr/>
          <p:nvPr/>
        </p:nvSpPr>
        <p:spPr>
          <a:xfrm>
            <a:off x="7073900" y="5105400"/>
            <a:ext cx="3581400" cy="533400"/>
          </a:xfrm>
          <a:prstGeom prst="rect">
            <a:avLst/>
          </a:prstGeom>
          <a:solidFill>
            <a:srgbClr val="F6DCDD"/>
          </a:solidFill>
          <a:ln w="12700">
            <a:solidFill>
              <a:srgbClr val="A0000E"/>
            </a:solidFill>
            <a:prstDash val="solid"/>
          </a:ln>
        </p:spPr>
      </p:sp>
      <p:sp>
        <p:nvSpPr>
          <p:cNvPr id="98" name="Text 93"/>
          <p:cNvSpPr/>
          <p:nvPr/>
        </p:nvSpPr>
        <p:spPr>
          <a:xfrm>
            <a:off x="7073900" y="5105400"/>
            <a:ext cx="3581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A00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Vector (of Whole Inputs)</a:t>
            </a:r>
            <a:endParaRPr lang="en-US" sz="1550" dirty="0"/>
          </a:p>
        </p:txBody>
      </p:sp>
      <p:sp>
        <p:nvSpPr>
          <p:cNvPr id="99" name="Text 94"/>
          <p:cNvSpPr/>
          <p:nvPr/>
        </p:nvSpPr>
        <p:spPr>
          <a:xfrm>
            <a:off x="8534400" y="1104900"/>
            <a:ext cx="203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50" b="1" i="1" dirty="0">
                <a:solidFill>
                  <a:srgbClr val="A00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 (RNN)</a:t>
            </a:r>
            <a:endParaRPr lang="en-US" sz="2050" dirty="0"/>
          </a:p>
        </p:txBody>
      </p:sp>
      <p:sp>
        <p:nvSpPr>
          <p:cNvPr id="100" name="Text 95"/>
          <p:cNvSpPr/>
          <p:nvPr/>
        </p:nvSpPr>
        <p:spPr>
          <a:xfrm>
            <a:off x="2736850" y="6413500"/>
            <a:ext cx="203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50" b="1" i="1" dirty="0">
                <a:solidFill>
                  <a:srgbClr val="A00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 (RNN)</a:t>
            </a:r>
            <a:endParaRPr lang="en-US" sz="2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06750" y="692150"/>
            <a:ext cx="508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00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RNN  Seq2Seq model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083300" y="1485900"/>
            <a:ext cx="5372100" cy="2095500"/>
          </a:xfrm>
          <a:prstGeom prst="roundRect">
            <a:avLst>
              <a:gd name="adj" fmla="val 5236"/>
            </a:avLst>
          </a:prstGeom>
          <a:solidFill>
            <a:srgbClr val="FDFF85"/>
          </a:solidFill>
          <a:ln w="9525">
            <a:solidFill>
              <a:srgbClr val="E6E1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0040" y="1562100"/>
            <a:ext cx="7315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333740" y="1562100"/>
            <a:ext cx="7315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991090" y="1562100"/>
            <a:ext cx="7315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035800" y="1854200"/>
            <a:ext cx="0" cy="66040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headEnd type="triangle"/>
          </a:ln>
        </p:spPr>
      </p:sp>
      <p:sp>
        <p:nvSpPr>
          <p:cNvPr id="11" name="Shape 9"/>
          <p:cNvSpPr/>
          <p:nvPr/>
        </p:nvSpPr>
        <p:spPr>
          <a:xfrm>
            <a:off x="8699500" y="1854200"/>
            <a:ext cx="0" cy="66040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headEnd type="triangle"/>
          </a:ln>
        </p:spPr>
      </p:sp>
      <p:sp>
        <p:nvSpPr>
          <p:cNvPr id="12" name="Shape 10"/>
          <p:cNvSpPr/>
          <p:nvPr/>
        </p:nvSpPr>
        <p:spPr>
          <a:xfrm>
            <a:off x="10356850" y="1854200"/>
            <a:ext cx="0" cy="66040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headEnd type="triangle"/>
          </a:ln>
        </p:spPr>
      </p:sp>
      <p:sp>
        <p:nvSpPr>
          <p:cNvPr id="13" name="Text 11"/>
          <p:cNvSpPr/>
          <p:nvPr/>
        </p:nvSpPr>
        <p:spPr>
          <a:xfrm>
            <a:off x="5654040" y="2159000"/>
            <a:ext cx="128016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softmax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317740" y="2159000"/>
            <a:ext cx="128016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softmax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975090" y="2159000"/>
            <a:ext cx="128016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softmax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553200" y="2527300"/>
            <a:ext cx="977900" cy="254000"/>
          </a:xfrm>
          <a:prstGeom prst="rect">
            <a:avLst/>
          </a:prstGeom>
          <a:solidFill>
            <a:srgbClr val="E8FF6E"/>
          </a:solidFill>
          <a:ln w="12700">
            <a:solidFill>
              <a:srgbClr val="C2D6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97675" y="25273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42150" y="25273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86625" y="25273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16900" y="2527300"/>
            <a:ext cx="977900" cy="254000"/>
          </a:xfrm>
          <a:prstGeom prst="rect">
            <a:avLst/>
          </a:prstGeom>
          <a:solidFill>
            <a:srgbClr val="E8FF6E"/>
          </a:solidFill>
          <a:ln w="12700">
            <a:solidFill>
              <a:srgbClr val="C2D6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61375" y="25273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05850" y="25273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950325" y="25273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880600" y="2527300"/>
            <a:ext cx="977900" cy="254000"/>
          </a:xfrm>
          <a:prstGeom prst="rect">
            <a:avLst/>
          </a:prstGeom>
          <a:solidFill>
            <a:srgbClr val="E8FF6E"/>
          </a:solidFill>
          <a:ln w="12700">
            <a:solidFill>
              <a:srgbClr val="C2D6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125075" y="25273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369550" y="25273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614025" y="25273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035800" y="2781300"/>
            <a:ext cx="0" cy="44450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headEnd type="triangle"/>
          </a:ln>
        </p:spPr>
      </p:sp>
      <p:sp>
        <p:nvSpPr>
          <p:cNvPr id="29" name="Shape 27"/>
          <p:cNvSpPr/>
          <p:nvPr/>
        </p:nvSpPr>
        <p:spPr>
          <a:xfrm>
            <a:off x="8699500" y="2781300"/>
            <a:ext cx="0" cy="44450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headEnd type="triangle"/>
          </a:ln>
        </p:spPr>
      </p:sp>
      <p:sp>
        <p:nvSpPr>
          <p:cNvPr id="30" name="Shape 28"/>
          <p:cNvSpPr/>
          <p:nvPr/>
        </p:nvSpPr>
        <p:spPr>
          <a:xfrm>
            <a:off x="10356850" y="2781300"/>
            <a:ext cx="0" cy="44450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headEnd type="triangle"/>
          </a:ln>
        </p:spPr>
      </p:sp>
      <p:sp>
        <p:nvSpPr>
          <p:cNvPr id="31" name="Shape 29"/>
          <p:cNvSpPr/>
          <p:nvPr/>
        </p:nvSpPr>
        <p:spPr>
          <a:xfrm>
            <a:off x="6553200" y="3238500"/>
            <a:ext cx="977900" cy="254000"/>
          </a:xfrm>
          <a:prstGeom prst="rect">
            <a:avLst/>
          </a:prstGeom>
          <a:solidFill>
            <a:srgbClr val="FAEC69"/>
          </a:solidFill>
          <a:ln w="12700">
            <a:solidFill>
              <a:srgbClr val="C2C74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97675" y="32385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042150" y="32385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286625" y="32385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16900" y="3238500"/>
            <a:ext cx="977900" cy="254000"/>
          </a:xfrm>
          <a:prstGeom prst="rect">
            <a:avLst/>
          </a:prstGeom>
          <a:solidFill>
            <a:srgbClr val="FAEC69"/>
          </a:solidFill>
          <a:ln w="12700">
            <a:solidFill>
              <a:srgbClr val="C2C74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461375" y="32385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05850" y="32385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950325" y="32385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880600" y="3238500"/>
            <a:ext cx="977900" cy="254000"/>
          </a:xfrm>
          <a:prstGeom prst="rect">
            <a:avLst/>
          </a:prstGeom>
          <a:solidFill>
            <a:srgbClr val="FAEC69"/>
          </a:solidFill>
          <a:ln w="12700">
            <a:solidFill>
              <a:srgbClr val="C2C74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125075" y="32385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369550" y="32385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614025" y="32385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581900" y="3359150"/>
            <a:ext cx="647700" cy="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9245600" y="3359150"/>
            <a:ext cx="647700" cy="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10922000" y="3359150"/>
            <a:ext cx="508000" cy="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tailEnd type="triangle"/>
          </a:ln>
        </p:spPr>
      </p:sp>
      <p:sp>
        <p:nvSpPr>
          <p:cNvPr id="46" name="Text 44"/>
          <p:cNvSpPr/>
          <p:nvPr/>
        </p:nvSpPr>
        <p:spPr>
          <a:xfrm>
            <a:off x="7501890" y="3403600"/>
            <a:ext cx="73152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700" dirty="0"/>
          </a:p>
        </p:txBody>
      </p:sp>
      <p:sp>
        <p:nvSpPr>
          <p:cNvPr id="47" name="Text 45"/>
          <p:cNvSpPr/>
          <p:nvPr/>
        </p:nvSpPr>
        <p:spPr>
          <a:xfrm>
            <a:off x="9159240" y="3403600"/>
            <a:ext cx="73152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700" dirty="0"/>
          </a:p>
        </p:txBody>
      </p:sp>
      <p:sp>
        <p:nvSpPr>
          <p:cNvPr id="48" name="Text 46"/>
          <p:cNvSpPr/>
          <p:nvPr/>
        </p:nvSpPr>
        <p:spPr>
          <a:xfrm>
            <a:off x="10822940" y="3403600"/>
            <a:ext cx="73152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700" dirty="0"/>
          </a:p>
        </p:txBody>
      </p:sp>
      <p:pic>
        <p:nvPicPr>
          <p:cNvPr id="49" name="Image 0" descr="/home/ahmed/Projects/ai_llm_slides/videos/deep-learning/001_transformers_part1/recreated_pptx/build/assets/curve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5000" y="2324100"/>
            <a:ext cx="1778000" cy="1485900"/>
          </a:xfrm>
          <a:prstGeom prst="rect">
            <a:avLst/>
          </a:prstGeom>
        </p:spPr>
      </p:pic>
      <p:pic>
        <p:nvPicPr>
          <p:cNvPr id="50" name="Image 1" descr="/home/ahmed/Projects/ai_llm_slides/videos/deep-learning/001_transformers_part1/recreated_pptx/build/assets/curve_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8700" y="2324100"/>
            <a:ext cx="1778000" cy="1485900"/>
          </a:xfrm>
          <a:prstGeom prst="rect">
            <a:avLst/>
          </a:prstGeom>
        </p:spPr>
      </p:pic>
      <p:sp>
        <p:nvSpPr>
          <p:cNvPr id="51" name="Shape 47"/>
          <p:cNvSpPr/>
          <p:nvPr/>
        </p:nvSpPr>
        <p:spPr>
          <a:xfrm>
            <a:off x="6483350" y="3295650"/>
            <a:ext cx="76200" cy="76200"/>
          </a:xfrm>
          <a:prstGeom prst="ellipse">
            <a:avLst/>
          </a:prstGeom>
          <a:solidFill>
            <a:srgbClr val="A0000E"/>
          </a:solidFill>
          <a:ln/>
        </p:spPr>
      </p:sp>
      <p:sp>
        <p:nvSpPr>
          <p:cNvPr id="52" name="Shape 48"/>
          <p:cNvSpPr/>
          <p:nvPr/>
        </p:nvSpPr>
        <p:spPr>
          <a:xfrm>
            <a:off x="584200" y="3886200"/>
            <a:ext cx="5613400" cy="2413000"/>
          </a:xfrm>
          <a:prstGeom prst="roundRect">
            <a:avLst>
              <a:gd name="adj" fmla="val 5684"/>
            </a:avLst>
          </a:prstGeom>
          <a:solidFill>
            <a:srgbClr val="F8D5AD"/>
          </a:solidFill>
          <a:ln w="9525">
            <a:solidFill>
              <a:srgbClr val="E6C7A2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1562100" y="4051300"/>
            <a:ext cx="977900" cy="254000"/>
          </a:xfrm>
          <a:prstGeom prst="rect">
            <a:avLst/>
          </a:prstGeom>
          <a:solidFill>
            <a:srgbClr val="F2C7A7"/>
          </a:solidFill>
          <a:ln w="12700">
            <a:solidFill>
              <a:srgbClr val="C29F77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1806575" y="40513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2051050" y="40513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2295525" y="40513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3213100" y="4051300"/>
            <a:ext cx="977900" cy="254000"/>
          </a:xfrm>
          <a:prstGeom prst="rect">
            <a:avLst/>
          </a:prstGeom>
          <a:solidFill>
            <a:srgbClr val="F2C7A7"/>
          </a:solidFill>
          <a:ln w="12700">
            <a:solidFill>
              <a:srgbClr val="C29F77"/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3457575" y="40513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3702050" y="40513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3946525" y="40513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4876800" y="4051300"/>
            <a:ext cx="977900" cy="254000"/>
          </a:xfrm>
          <a:prstGeom prst="rect">
            <a:avLst/>
          </a:prstGeom>
          <a:solidFill>
            <a:srgbClr val="F2C7A7"/>
          </a:solidFill>
          <a:ln w="12700">
            <a:solidFill>
              <a:srgbClr val="C29F77"/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5121275" y="40513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5365750" y="40513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5610225" y="40513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65" name="Text 61"/>
          <p:cNvSpPr/>
          <p:nvPr/>
        </p:nvSpPr>
        <p:spPr>
          <a:xfrm>
            <a:off x="2396490" y="3898900"/>
            <a:ext cx="73152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700" dirty="0"/>
          </a:p>
        </p:txBody>
      </p:sp>
      <p:sp>
        <p:nvSpPr>
          <p:cNvPr id="66" name="Text 62"/>
          <p:cNvSpPr/>
          <p:nvPr/>
        </p:nvSpPr>
        <p:spPr>
          <a:xfrm>
            <a:off x="4066540" y="3898900"/>
            <a:ext cx="73152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700" dirty="0"/>
          </a:p>
        </p:txBody>
      </p:sp>
      <p:sp>
        <p:nvSpPr>
          <p:cNvPr id="67" name="Shape 63"/>
          <p:cNvSpPr/>
          <p:nvPr/>
        </p:nvSpPr>
        <p:spPr>
          <a:xfrm>
            <a:off x="800100" y="4184650"/>
            <a:ext cx="711200" cy="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tailEnd type="triangle"/>
          </a:ln>
        </p:spPr>
      </p:sp>
      <p:sp>
        <p:nvSpPr>
          <p:cNvPr id="68" name="Shape 64"/>
          <p:cNvSpPr/>
          <p:nvPr/>
        </p:nvSpPr>
        <p:spPr>
          <a:xfrm>
            <a:off x="2590800" y="4184650"/>
            <a:ext cx="596900" cy="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tailEnd type="triangle"/>
          </a:ln>
        </p:spPr>
      </p:sp>
      <p:sp>
        <p:nvSpPr>
          <p:cNvPr id="69" name="Shape 65"/>
          <p:cNvSpPr/>
          <p:nvPr/>
        </p:nvSpPr>
        <p:spPr>
          <a:xfrm>
            <a:off x="4254500" y="4184650"/>
            <a:ext cx="596900" cy="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tailEnd type="triangle"/>
          </a:ln>
        </p:spPr>
      </p:sp>
      <p:sp>
        <p:nvSpPr>
          <p:cNvPr id="70" name="Shape 66"/>
          <p:cNvSpPr/>
          <p:nvPr/>
        </p:nvSpPr>
        <p:spPr>
          <a:xfrm>
            <a:off x="2044700" y="4343400"/>
            <a:ext cx="0" cy="76200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headEnd type="triangle"/>
          </a:ln>
        </p:spPr>
      </p:sp>
      <p:sp>
        <p:nvSpPr>
          <p:cNvPr id="71" name="Shape 67"/>
          <p:cNvSpPr/>
          <p:nvPr/>
        </p:nvSpPr>
        <p:spPr>
          <a:xfrm>
            <a:off x="3702050" y="4343400"/>
            <a:ext cx="0" cy="76200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headEnd type="triangle"/>
          </a:ln>
        </p:spPr>
      </p:sp>
      <p:sp>
        <p:nvSpPr>
          <p:cNvPr id="72" name="Shape 68"/>
          <p:cNvSpPr/>
          <p:nvPr/>
        </p:nvSpPr>
        <p:spPr>
          <a:xfrm>
            <a:off x="5365750" y="4343400"/>
            <a:ext cx="0" cy="76200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headEnd type="triangle"/>
          </a:ln>
        </p:spPr>
      </p:sp>
      <p:sp>
        <p:nvSpPr>
          <p:cNvPr id="73" name="Text 69"/>
          <p:cNvSpPr/>
          <p:nvPr/>
        </p:nvSpPr>
        <p:spPr>
          <a:xfrm>
            <a:off x="473710" y="4597400"/>
            <a:ext cx="146304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i="1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embedding x</a:t>
            </a:r>
            <a:pPr algn="r" indent="0" marL="0">
              <a:buNone/>
            </a:pPr>
            <a:r>
              <a:rPr lang="en-US" sz="1200" i="1" baseline="-40000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700" dirty="0"/>
          </a:p>
        </p:txBody>
      </p:sp>
      <p:sp>
        <p:nvSpPr>
          <p:cNvPr id="74" name="Text 70"/>
          <p:cNvSpPr/>
          <p:nvPr/>
        </p:nvSpPr>
        <p:spPr>
          <a:xfrm>
            <a:off x="2150110" y="4597400"/>
            <a:ext cx="146304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i="1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embedding x</a:t>
            </a:r>
            <a:pPr algn="r" indent="0" marL="0">
              <a:buNone/>
            </a:pPr>
            <a:r>
              <a:rPr lang="en-US" sz="1200" i="1" baseline="-40000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700" dirty="0"/>
          </a:p>
        </p:txBody>
      </p:sp>
      <p:sp>
        <p:nvSpPr>
          <p:cNvPr id="75" name="Text 71"/>
          <p:cNvSpPr/>
          <p:nvPr/>
        </p:nvSpPr>
        <p:spPr>
          <a:xfrm>
            <a:off x="3813810" y="4597400"/>
            <a:ext cx="146304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i="1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embedding x</a:t>
            </a:r>
            <a:pPr algn="r" indent="0" marL="0">
              <a:buNone/>
            </a:pPr>
            <a:r>
              <a:rPr lang="en-US" sz="1200" i="1" baseline="-40000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700" dirty="0"/>
          </a:p>
        </p:txBody>
      </p:sp>
      <p:sp>
        <p:nvSpPr>
          <p:cNvPr id="76" name="Shape 72"/>
          <p:cNvSpPr/>
          <p:nvPr/>
        </p:nvSpPr>
        <p:spPr>
          <a:xfrm>
            <a:off x="1562100" y="5156200"/>
            <a:ext cx="977900" cy="241300"/>
          </a:xfrm>
          <a:prstGeom prst="rect">
            <a:avLst/>
          </a:prstGeom>
          <a:solidFill>
            <a:srgbClr val="F9D5A3"/>
          </a:solidFill>
          <a:ln w="12700">
            <a:solidFill>
              <a:srgbClr val="C9A87B"/>
            </a:solidFill>
            <a:prstDash val="solid"/>
          </a:ln>
        </p:spPr>
      </p:sp>
      <p:sp>
        <p:nvSpPr>
          <p:cNvPr id="77" name="Shape 73"/>
          <p:cNvSpPr/>
          <p:nvPr/>
        </p:nvSpPr>
        <p:spPr>
          <a:xfrm>
            <a:off x="1806575" y="5156200"/>
            <a:ext cx="0" cy="2413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78" name="Shape 74"/>
          <p:cNvSpPr/>
          <p:nvPr/>
        </p:nvSpPr>
        <p:spPr>
          <a:xfrm>
            <a:off x="2051050" y="5156200"/>
            <a:ext cx="0" cy="2413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79" name="Shape 75"/>
          <p:cNvSpPr/>
          <p:nvPr/>
        </p:nvSpPr>
        <p:spPr>
          <a:xfrm>
            <a:off x="2295525" y="5156200"/>
            <a:ext cx="0" cy="2413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80" name="Shape 76"/>
          <p:cNvSpPr/>
          <p:nvPr/>
        </p:nvSpPr>
        <p:spPr>
          <a:xfrm>
            <a:off x="3213100" y="5156200"/>
            <a:ext cx="977900" cy="241300"/>
          </a:xfrm>
          <a:prstGeom prst="rect">
            <a:avLst/>
          </a:prstGeom>
          <a:solidFill>
            <a:srgbClr val="F9D5A3"/>
          </a:solidFill>
          <a:ln w="12700">
            <a:solidFill>
              <a:srgbClr val="C9A87B"/>
            </a:solidFill>
            <a:prstDash val="solid"/>
          </a:ln>
        </p:spPr>
      </p:sp>
      <p:sp>
        <p:nvSpPr>
          <p:cNvPr id="81" name="Shape 77"/>
          <p:cNvSpPr/>
          <p:nvPr/>
        </p:nvSpPr>
        <p:spPr>
          <a:xfrm>
            <a:off x="3457575" y="5156200"/>
            <a:ext cx="0" cy="2413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82" name="Shape 78"/>
          <p:cNvSpPr/>
          <p:nvPr/>
        </p:nvSpPr>
        <p:spPr>
          <a:xfrm>
            <a:off x="3702050" y="5156200"/>
            <a:ext cx="0" cy="2413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83" name="Shape 79"/>
          <p:cNvSpPr/>
          <p:nvPr/>
        </p:nvSpPr>
        <p:spPr>
          <a:xfrm>
            <a:off x="3946525" y="5156200"/>
            <a:ext cx="0" cy="2413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84" name="Shape 80"/>
          <p:cNvSpPr/>
          <p:nvPr/>
        </p:nvSpPr>
        <p:spPr>
          <a:xfrm>
            <a:off x="4876800" y="5156200"/>
            <a:ext cx="977900" cy="241300"/>
          </a:xfrm>
          <a:prstGeom prst="rect">
            <a:avLst/>
          </a:prstGeom>
          <a:solidFill>
            <a:srgbClr val="F9D5A3"/>
          </a:solidFill>
          <a:ln w="12700">
            <a:solidFill>
              <a:srgbClr val="C9A87B"/>
            </a:solidFill>
            <a:prstDash val="solid"/>
          </a:ln>
        </p:spPr>
      </p:sp>
      <p:sp>
        <p:nvSpPr>
          <p:cNvPr id="85" name="Shape 81"/>
          <p:cNvSpPr/>
          <p:nvPr/>
        </p:nvSpPr>
        <p:spPr>
          <a:xfrm>
            <a:off x="5121275" y="5156200"/>
            <a:ext cx="0" cy="2413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86" name="Shape 82"/>
          <p:cNvSpPr/>
          <p:nvPr/>
        </p:nvSpPr>
        <p:spPr>
          <a:xfrm>
            <a:off x="5365750" y="5156200"/>
            <a:ext cx="0" cy="2413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87" name="Shape 83"/>
          <p:cNvSpPr/>
          <p:nvPr/>
        </p:nvSpPr>
        <p:spPr>
          <a:xfrm>
            <a:off x="5610225" y="5156200"/>
            <a:ext cx="0" cy="2413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88" name="Shape 84"/>
          <p:cNvSpPr/>
          <p:nvPr/>
        </p:nvSpPr>
        <p:spPr>
          <a:xfrm>
            <a:off x="2044700" y="5435600"/>
            <a:ext cx="0" cy="53340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headEnd type="triangle"/>
          </a:ln>
        </p:spPr>
      </p:sp>
      <p:sp>
        <p:nvSpPr>
          <p:cNvPr id="89" name="Shape 85"/>
          <p:cNvSpPr/>
          <p:nvPr/>
        </p:nvSpPr>
        <p:spPr>
          <a:xfrm>
            <a:off x="3702050" y="5435600"/>
            <a:ext cx="0" cy="53340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headEnd type="triangle"/>
          </a:ln>
        </p:spPr>
      </p:sp>
      <p:sp>
        <p:nvSpPr>
          <p:cNvPr id="90" name="Shape 86"/>
          <p:cNvSpPr/>
          <p:nvPr/>
        </p:nvSpPr>
        <p:spPr>
          <a:xfrm>
            <a:off x="5365750" y="5435600"/>
            <a:ext cx="0" cy="53340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headEnd type="triangle"/>
          </a:ln>
        </p:spPr>
      </p:sp>
      <p:sp>
        <p:nvSpPr>
          <p:cNvPr id="91" name="Text 87"/>
          <p:cNvSpPr/>
          <p:nvPr/>
        </p:nvSpPr>
        <p:spPr>
          <a:xfrm>
            <a:off x="1659890" y="5943600"/>
            <a:ext cx="7315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700" dirty="0"/>
          </a:p>
        </p:txBody>
      </p:sp>
      <p:sp>
        <p:nvSpPr>
          <p:cNvPr id="92" name="Text 88"/>
          <p:cNvSpPr/>
          <p:nvPr/>
        </p:nvSpPr>
        <p:spPr>
          <a:xfrm>
            <a:off x="3323590" y="5943600"/>
            <a:ext cx="7315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700" dirty="0"/>
          </a:p>
        </p:txBody>
      </p:sp>
      <p:sp>
        <p:nvSpPr>
          <p:cNvPr id="93" name="Text 89"/>
          <p:cNvSpPr/>
          <p:nvPr/>
        </p:nvSpPr>
        <p:spPr>
          <a:xfrm>
            <a:off x="4987290" y="5943600"/>
            <a:ext cx="7315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700" dirty="0"/>
          </a:p>
        </p:txBody>
      </p:sp>
      <p:sp>
        <p:nvSpPr>
          <p:cNvPr id="94" name="Shape 90"/>
          <p:cNvSpPr/>
          <p:nvPr/>
        </p:nvSpPr>
        <p:spPr>
          <a:xfrm>
            <a:off x="5918200" y="4108450"/>
            <a:ext cx="76200" cy="76200"/>
          </a:xfrm>
          <a:prstGeom prst="ellipse">
            <a:avLst/>
          </a:prstGeom>
          <a:solidFill>
            <a:srgbClr val="A0000E"/>
          </a:solidFill>
          <a:ln/>
        </p:spPr>
      </p:sp>
      <p:pic>
        <p:nvPicPr>
          <p:cNvPr id="95" name="Image 2" descr="/home/ahmed/Projects/ai_llm_slides/videos/deep-learning/001_transformers_part1/recreated_pptx/build/assets/ctx_ar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2800" y="3263900"/>
            <a:ext cx="609600" cy="927100"/>
          </a:xfrm>
          <a:prstGeom prst="rect">
            <a:avLst/>
          </a:prstGeom>
        </p:spPr>
      </p:pic>
      <p:sp>
        <p:nvSpPr>
          <p:cNvPr id="96" name="Shape 91"/>
          <p:cNvSpPr/>
          <p:nvPr/>
        </p:nvSpPr>
        <p:spPr>
          <a:xfrm>
            <a:off x="5969000" y="4191000"/>
            <a:ext cx="1117600" cy="914400"/>
          </a:xfrm>
          <a:prstGeom prst="line">
            <a:avLst/>
          </a:prstGeom>
          <a:noFill/>
          <a:ln w="12700">
            <a:solidFill>
              <a:srgbClr val="A0000E"/>
            </a:solidFill>
            <a:prstDash val="solid"/>
          </a:ln>
        </p:spPr>
      </p:sp>
      <p:sp>
        <p:nvSpPr>
          <p:cNvPr id="97" name="Shape 92"/>
          <p:cNvSpPr/>
          <p:nvPr/>
        </p:nvSpPr>
        <p:spPr>
          <a:xfrm>
            <a:off x="7073900" y="5105400"/>
            <a:ext cx="3581400" cy="533400"/>
          </a:xfrm>
          <a:prstGeom prst="rect">
            <a:avLst/>
          </a:prstGeom>
          <a:solidFill>
            <a:srgbClr val="F6DCDD"/>
          </a:solidFill>
          <a:ln w="12700">
            <a:solidFill>
              <a:srgbClr val="A0000E"/>
            </a:solidFill>
            <a:prstDash val="solid"/>
          </a:ln>
        </p:spPr>
      </p:sp>
      <p:sp>
        <p:nvSpPr>
          <p:cNvPr id="98" name="Text 93"/>
          <p:cNvSpPr/>
          <p:nvPr/>
        </p:nvSpPr>
        <p:spPr>
          <a:xfrm>
            <a:off x="7073900" y="5105400"/>
            <a:ext cx="3581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A00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Vector (of Whole Inputs)</a:t>
            </a:r>
            <a:endParaRPr lang="en-US" sz="1550" dirty="0"/>
          </a:p>
        </p:txBody>
      </p:sp>
      <p:sp>
        <p:nvSpPr>
          <p:cNvPr id="99" name="Text 94"/>
          <p:cNvSpPr/>
          <p:nvPr/>
        </p:nvSpPr>
        <p:spPr>
          <a:xfrm>
            <a:off x="8534400" y="1104900"/>
            <a:ext cx="203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50" b="1" i="1" dirty="0">
                <a:solidFill>
                  <a:srgbClr val="A00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 (RNN)</a:t>
            </a:r>
            <a:endParaRPr lang="en-US" sz="2050" dirty="0"/>
          </a:p>
        </p:txBody>
      </p:sp>
      <p:sp>
        <p:nvSpPr>
          <p:cNvPr id="100" name="Text 95"/>
          <p:cNvSpPr/>
          <p:nvPr/>
        </p:nvSpPr>
        <p:spPr>
          <a:xfrm>
            <a:off x="2736850" y="6413500"/>
            <a:ext cx="203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50" b="1" i="1" dirty="0">
                <a:solidFill>
                  <a:srgbClr val="A00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 (RNN)</a:t>
            </a:r>
            <a:endParaRPr lang="en-US" sz="2050" dirty="0"/>
          </a:p>
        </p:txBody>
      </p:sp>
      <p:sp>
        <p:nvSpPr>
          <p:cNvPr id="101" name="Text 96"/>
          <p:cNvSpPr/>
          <p:nvPr/>
        </p:nvSpPr>
        <p:spPr>
          <a:xfrm>
            <a:off x="3206750" y="1028700"/>
            <a:ext cx="508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00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(Challenges)</a:t>
            </a:r>
            <a:endParaRPr lang="en-US" sz="2700" dirty="0"/>
          </a:p>
        </p:txBody>
      </p:sp>
      <p:sp>
        <p:nvSpPr>
          <p:cNvPr id="102" name="Shape 97"/>
          <p:cNvSpPr/>
          <p:nvPr/>
        </p:nvSpPr>
        <p:spPr>
          <a:xfrm>
            <a:off x="558800" y="2159000"/>
            <a:ext cx="5232400" cy="1244600"/>
          </a:xfrm>
          <a:prstGeom prst="roundRect">
            <a:avLst>
              <a:gd name="adj" fmla="val 2204"/>
            </a:avLst>
          </a:prstGeom>
          <a:solidFill>
            <a:srgbClr val="DFFFFC"/>
          </a:solidFill>
          <a:ln w="12700">
            <a:solidFill>
              <a:srgbClr val="ABB8CB"/>
            </a:solidFill>
            <a:prstDash val="solid"/>
          </a:ln>
        </p:spPr>
      </p:sp>
      <p:sp>
        <p:nvSpPr>
          <p:cNvPr id="103" name="Text 98"/>
          <p:cNvSpPr/>
          <p:nvPr/>
        </p:nvSpPr>
        <p:spPr>
          <a:xfrm>
            <a:off x="558800" y="2159000"/>
            <a:ext cx="5232400" cy="124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750" b="1" u="sng" dirty="0">
                <a:solidFill>
                  <a:srgbClr val="000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Bottleneck</a:t>
            </a:r>
            <a:endParaRPr lang="en-US" sz="155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000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meaning of the entire input sequence  is</a:t>
            </a:r>
            <a:endParaRPr lang="en-US" sz="155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000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to be captured  </a:t>
            </a:r>
            <a:pPr algn="ctr" indent="0" marL="0">
              <a:lnSpc>
                <a:spcPts val="1800"/>
              </a:lnSpc>
              <a:buNone/>
            </a:pPr>
            <a:r>
              <a:rPr lang="en-US" sz="1550" b="1" u="sng" dirty="0">
                <a:solidFill>
                  <a:srgbClr val="000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a single context vector</a:t>
            </a:r>
            <a:endParaRPr lang="en-US" sz="155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000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</a:t>
            </a:r>
            <a:pPr algn="ctr" indent="0" marL="0">
              <a:lnSpc>
                <a:spcPts val="1800"/>
              </a:lnSpc>
              <a:buNone/>
            </a:pPr>
            <a:r>
              <a:rPr lang="en-US" sz="1550" b="1" u="sng" dirty="0">
                <a:solidFill>
                  <a:srgbClr val="000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 dimensionality</a:t>
            </a:r>
            <a:endParaRPr lang="en-US" sz="1550" dirty="0"/>
          </a:p>
        </p:txBody>
      </p:sp>
      <p:sp>
        <p:nvSpPr>
          <p:cNvPr id="104" name="Shape 99"/>
          <p:cNvSpPr/>
          <p:nvPr/>
        </p:nvSpPr>
        <p:spPr>
          <a:xfrm>
            <a:off x="5880100" y="2387600"/>
            <a:ext cx="177800" cy="1155700"/>
          </a:xfrm>
          <a:prstGeom prst="line">
            <a:avLst/>
          </a:prstGeom>
          <a:noFill/>
          <a:ln w="12700">
            <a:solidFill>
              <a:srgbClr val="A8AABC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083300" y="1485900"/>
            <a:ext cx="5372100" cy="2095500"/>
          </a:xfrm>
          <a:prstGeom prst="roundRect">
            <a:avLst>
              <a:gd name="adj" fmla="val 5236"/>
            </a:avLst>
          </a:prstGeom>
          <a:solidFill>
            <a:srgbClr val="FDFF85"/>
          </a:solidFill>
          <a:ln w="9525">
            <a:solidFill>
              <a:srgbClr val="E6E17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0040" y="1562100"/>
            <a:ext cx="7315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333740" y="1562100"/>
            <a:ext cx="7315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991090" y="1562100"/>
            <a:ext cx="7315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035800" y="1854200"/>
            <a:ext cx="0" cy="66040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headEnd type="triangle"/>
          </a:ln>
        </p:spPr>
      </p:sp>
      <p:sp>
        <p:nvSpPr>
          <p:cNvPr id="10" name="Shape 8"/>
          <p:cNvSpPr/>
          <p:nvPr/>
        </p:nvSpPr>
        <p:spPr>
          <a:xfrm>
            <a:off x="8699500" y="1854200"/>
            <a:ext cx="0" cy="66040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headEnd type="triangle"/>
          </a:ln>
        </p:spPr>
      </p:sp>
      <p:sp>
        <p:nvSpPr>
          <p:cNvPr id="11" name="Shape 9"/>
          <p:cNvSpPr/>
          <p:nvPr/>
        </p:nvSpPr>
        <p:spPr>
          <a:xfrm>
            <a:off x="10356850" y="1854200"/>
            <a:ext cx="0" cy="66040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headEnd type="triangle"/>
          </a:ln>
        </p:spPr>
      </p:sp>
      <p:sp>
        <p:nvSpPr>
          <p:cNvPr id="12" name="Text 10"/>
          <p:cNvSpPr/>
          <p:nvPr/>
        </p:nvSpPr>
        <p:spPr>
          <a:xfrm>
            <a:off x="5654040" y="2159000"/>
            <a:ext cx="128016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softmax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317740" y="2159000"/>
            <a:ext cx="128016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softmax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975090" y="2159000"/>
            <a:ext cx="128016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softmax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553200" y="2527300"/>
            <a:ext cx="977900" cy="254000"/>
          </a:xfrm>
          <a:prstGeom prst="rect">
            <a:avLst/>
          </a:prstGeom>
          <a:solidFill>
            <a:srgbClr val="E8FF6E"/>
          </a:solidFill>
          <a:ln w="12700">
            <a:solidFill>
              <a:srgbClr val="C2D6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97675" y="25273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42150" y="25273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86625" y="25273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16900" y="2527300"/>
            <a:ext cx="977900" cy="254000"/>
          </a:xfrm>
          <a:prstGeom prst="rect">
            <a:avLst/>
          </a:prstGeom>
          <a:solidFill>
            <a:srgbClr val="E8FF6E"/>
          </a:solidFill>
          <a:ln w="12700">
            <a:solidFill>
              <a:srgbClr val="C2D6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61375" y="25273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05850" y="25273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50325" y="25273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880600" y="2527300"/>
            <a:ext cx="977900" cy="254000"/>
          </a:xfrm>
          <a:prstGeom prst="rect">
            <a:avLst/>
          </a:prstGeom>
          <a:solidFill>
            <a:srgbClr val="E8FF6E"/>
          </a:solidFill>
          <a:ln w="12700">
            <a:solidFill>
              <a:srgbClr val="C2D6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125075" y="25273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69550" y="25273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614025" y="25273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35800" y="2781300"/>
            <a:ext cx="0" cy="44450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headEnd type="triangle"/>
          </a:ln>
        </p:spPr>
      </p:sp>
      <p:sp>
        <p:nvSpPr>
          <p:cNvPr id="28" name="Shape 26"/>
          <p:cNvSpPr/>
          <p:nvPr/>
        </p:nvSpPr>
        <p:spPr>
          <a:xfrm>
            <a:off x="8699500" y="2781300"/>
            <a:ext cx="0" cy="44450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headEnd type="triangle"/>
          </a:ln>
        </p:spPr>
      </p:sp>
      <p:sp>
        <p:nvSpPr>
          <p:cNvPr id="29" name="Shape 27"/>
          <p:cNvSpPr/>
          <p:nvPr/>
        </p:nvSpPr>
        <p:spPr>
          <a:xfrm>
            <a:off x="10356850" y="2781300"/>
            <a:ext cx="0" cy="44450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headEnd type="triangle"/>
          </a:ln>
        </p:spPr>
      </p:sp>
      <p:sp>
        <p:nvSpPr>
          <p:cNvPr id="30" name="Shape 28"/>
          <p:cNvSpPr/>
          <p:nvPr/>
        </p:nvSpPr>
        <p:spPr>
          <a:xfrm>
            <a:off x="6553200" y="3238500"/>
            <a:ext cx="977900" cy="254000"/>
          </a:xfrm>
          <a:prstGeom prst="rect">
            <a:avLst/>
          </a:prstGeom>
          <a:solidFill>
            <a:srgbClr val="FAEC69"/>
          </a:solidFill>
          <a:ln w="12700">
            <a:solidFill>
              <a:srgbClr val="C2C74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97675" y="32385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042150" y="32385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86625" y="32385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16900" y="3238500"/>
            <a:ext cx="977900" cy="254000"/>
          </a:xfrm>
          <a:prstGeom prst="rect">
            <a:avLst/>
          </a:prstGeom>
          <a:solidFill>
            <a:srgbClr val="FAEC69"/>
          </a:solidFill>
          <a:ln w="12700">
            <a:solidFill>
              <a:srgbClr val="C2C74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461375" y="32385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705850" y="32385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950325" y="32385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880600" y="3238500"/>
            <a:ext cx="977900" cy="254000"/>
          </a:xfrm>
          <a:prstGeom prst="rect">
            <a:avLst/>
          </a:prstGeom>
          <a:solidFill>
            <a:srgbClr val="FAEC69"/>
          </a:solidFill>
          <a:ln w="12700">
            <a:solidFill>
              <a:srgbClr val="C2C74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125075" y="32385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369550" y="32385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614025" y="32385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581900" y="3359150"/>
            <a:ext cx="647700" cy="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9245600" y="3359150"/>
            <a:ext cx="647700" cy="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10922000" y="3359150"/>
            <a:ext cx="508000" cy="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tailEnd type="triangle"/>
          </a:ln>
        </p:spPr>
      </p:sp>
      <p:sp>
        <p:nvSpPr>
          <p:cNvPr id="45" name="Text 43"/>
          <p:cNvSpPr/>
          <p:nvPr/>
        </p:nvSpPr>
        <p:spPr>
          <a:xfrm>
            <a:off x="7501890" y="3403600"/>
            <a:ext cx="73152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700" dirty="0"/>
          </a:p>
        </p:txBody>
      </p:sp>
      <p:sp>
        <p:nvSpPr>
          <p:cNvPr id="46" name="Text 44"/>
          <p:cNvSpPr/>
          <p:nvPr/>
        </p:nvSpPr>
        <p:spPr>
          <a:xfrm>
            <a:off x="9159240" y="3403600"/>
            <a:ext cx="73152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700" dirty="0"/>
          </a:p>
        </p:txBody>
      </p:sp>
      <p:sp>
        <p:nvSpPr>
          <p:cNvPr id="47" name="Text 45"/>
          <p:cNvSpPr/>
          <p:nvPr/>
        </p:nvSpPr>
        <p:spPr>
          <a:xfrm>
            <a:off x="10822940" y="3403600"/>
            <a:ext cx="73152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700" dirty="0"/>
          </a:p>
        </p:txBody>
      </p:sp>
      <p:pic>
        <p:nvPicPr>
          <p:cNvPr id="48" name="Image 0" descr="/home/ahmed/Projects/ai_llm_slides/videos/deep-learning/001_transformers_part1/recreated_pptx/build/assets/curve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5000" y="2324100"/>
            <a:ext cx="1778000" cy="1485900"/>
          </a:xfrm>
          <a:prstGeom prst="rect">
            <a:avLst/>
          </a:prstGeom>
        </p:spPr>
      </p:pic>
      <p:pic>
        <p:nvPicPr>
          <p:cNvPr id="49" name="Image 1" descr="/home/ahmed/Projects/ai_llm_slides/videos/deep-learning/001_transformers_part1/recreated_pptx/build/assets/curve_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8700" y="2324100"/>
            <a:ext cx="1778000" cy="1485900"/>
          </a:xfrm>
          <a:prstGeom prst="rect">
            <a:avLst/>
          </a:prstGeom>
        </p:spPr>
      </p:pic>
      <p:sp>
        <p:nvSpPr>
          <p:cNvPr id="50" name="Shape 46"/>
          <p:cNvSpPr/>
          <p:nvPr/>
        </p:nvSpPr>
        <p:spPr>
          <a:xfrm>
            <a:off x="6483350" y="3295650"/>
            <a:ext cx="76200" cy="76200"/>
          </a:xfrm>
          <a:prstGeom prst="ellipse">
            <a:avLst/>
          </a:prstGeom>
          <a:solidFill>
            <a:srgbClr val="A0000E"/>
          </a:solidFill>
          <a:ln/>
        </p:spPr>
      </p:sp>
      <p:sp>
        <p:nvSpPr>
          <p:cNvPr id="51" name="Shape 47"/>
          <p:cNvSpPr/>
          <p:nvPr/>
        </p:nvSpPr>
        <p:spPr>
          <a:xfrm>
            <a:off x="584200" y="3886200"/>
            <a:ext cx="5613400" cy="2413000"/>
          </a:xfrm>
          <a:prstGeom prst="roundRect">
            <a:avLst>
              <a:gd name="adj" fmla="val 5684"/>
            </a:avLst>
          </a:prstGeom>
          <a:solidFill>
            <a:srgbClr val="F8D5AD"/>
          </a:solidFill>
          <a:ln w="9525">
            <a:solidFill>
              <a:srgbClr val="E6C7A2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1562100" y="4051300"/>
            <a:ext cx="977900" cy="254000"/>
          </a:xfrm>
          <a:prstGeom prst="rect">
            <a:avLst/>
          </a:prstGeom>
          <a:solidFill>
            <a:srgbClr val="F2C7A7"/>
          </a:solidFill>
          <a:ln w="12700">
            <a:solidFill>
              <a:srgbClr val="C29F77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1806575" y="40513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2051050" y="40513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2295525" y="40513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3213100" y="4051300"/>
            <a:ext cx="977900" cy="254000"/>
          </a:xfrm>
          <a:prstGeom prst="rect">
            <a:avLst/>
          </a:prstGeom>
          <a:solidFill>
            <a:srgbClr val="F2C7A7"/>
          </a:solidFill>
          <a:ln w="12700">
            <a:solidFill>
              <a:srgbClr val="C29F77"/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3457575" y="40513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3702050" y="40513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3946525" y="40513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4876800" y="4051300"/>
            <a:ext cx="977900" cy="254000"/>
          </a:xfrm>
          <a:prstGeom prst="rect">
            <a:avLst/>
          </a:prstGeom>
          <a:solidFill>
            <a:srgbClr val="F2C7A7"/>
          </a:solidFill>
          <a:ln w="12700">
            <a:solidFill>
              <a:srgbClr val="C29F77"/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5121275" y="40513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5365750" y="40513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5610225" y="40513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64" name="Text 60"/>
          <p:cNvSpPr/>
          <p:nvPr/>
        </p:nvSpPr>
        <p:spPr>
          <a:xfrm>
            <a:off x="2396490" y="3898900"/>
            <a:ext cx="73152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700" dirty="0"/>
          </a:p>
        </p:txBody>
      </p:sp>
      <p:sp>
        <p:nvSpPr>
          <p:cNvPr id="65" name="Text 61"/>
          <p:cNvSpPr/>
          <p:nvPr/>
        </p:nvSpPr>
        <p:spPr>
          <a:xfrm>
            <a:off x="4066540" y="3898900"/>
            <a:ext cx="73152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700" dirty="0"/>
          </a:p>
        </p:txBody>
      </p:sp>
      <p:sp>
        <p:nvSpPr>
          <p:cNvPr id="66" name="Shape 62"/>
          <p:cNvSpPr/>
          <p:nvPr/>
        </p:nvSpPr>
        <p:spPr>
          <a:xfrm>
            <a:off x="800100" y="4184650"/>
            <a:ext cx="711200" cy="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tailEnd type="triangle"/>
          </a:ln>
        </p:spPr>
      </p:sp>
      <p:sp>
        <p:nvSpPr>
          <p:cNvPr id="67" name="Shape 63"/>
          <p:cNvSpPr/>
          <p:nvPr/>
        </p:nvSpPr>
        <p:spPr>
          <a:xfrm>
            <a:off x="2590800" y="4184650"/>
            <a:ext cx="596900" cy="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tailEnd type="triangle"/>
          </a:ln>
        </p:spPr>
      </p:sp>
      <p:sp>
        <p:nvSpPr>
          <p:cNvPr id="68" name="Shape 64"/>
          <p:cNvSpPr/>
          <p:nvPr/>
        </p:nvSpPr>
        <p:spPr>
          <a:xfrm>
            <a:off x="4254500" y="4184650"/>
            <a:ext cx="596900" cy="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tailEnd type="triangle"/>
          </a:ln>
        </p:spPr>
      </p:sp>
      <p:sp>
        <p:nvSpPr>
          <p:cNvPr id="69" name="Shape 65"/>
          <p:cNvSpPr/>
          <p:nvPr/>
        </p:nvSpPr>
        <p:spPr>
          <a:xfrm>
            <a:off x="2044700" y="4343400"/>
            <a:ext cx="0" cy="76200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headEnd type="triangle"/>
          </a:ln>
        </p:spPr>
      </p:sp>
      <p:sp>
        <p:nvSpPr>
          <p:cNvPr id="70" name="Shape 66"/>
          <p:cNvSpPr/>
          <p:nvPr/>
        </p:nvSpPr>
        <p:spPr>
          <a:xfrm>
            <a:off x="3702050" y="4343400"/>
            <a:ext cx="0" cy="76200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headEnd type="triangle"/>
          </a:ln>
        </p:spPr>
      </p:sp>
      <p:sp>
        <p:nvSpPr>
          <p:cNvPr id="71" name="Shape 67"/>
          <p:cNvSpPr/>
          <p:nvPr/>
        </p:nvSpPr>
        <p:spPr>
          <a:xfrm>
            <a:off x="5365750" y="4343400"/>
            <a:ext cx="0" cy="76200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headEnd type="triangle"/>
          </a:ln>
        </p:spPr>
      </p:sp>
      <p:sp>
        <p:nvSpPr>
          <p:cNvPr id="72" name="Text 68"/>
          <p:cNvSpPr/>
          <p:nvPr/>
        </p:nvSpPr>
        <p:spPr>
          <a:xfrm>
            <a:off x="473710" y="4597400"/>
            <a:ext cx="146304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i="1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embedding x</a:t>
            </a:r>
            <a:pPr algn="r" indent="0" marL="0">
              <a:buNone/>
            </a:pPr>
            <a:r>
              <a:rPr lang="en-US" sz="1200" i="1" baseline="-40000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700" dirty="0"/>
          </a:p>
        </p:txBody>
      </p:sp>
      <p:sp>
        <p:nvSpPr>
          <p:cNvPr id="73" name="Text 69"/>
          <p:cNvSpPr/>
          <p:nvPr/>
        </p:nvSpPr>
        <p:spPr>
          <a:xfrm>
            <a:off x="2150110" y="4597400"/>
            <a:ext cx="146304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i="1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embedding x</a:t>
            </a:r>
            <a:pPr algn="r" indent="0" marL="0">
              <a:buNone/>
            </a:pPr>
            <a:r>
              <a:rPr lang="en-US" sz="1200" i="1" baseline="-40000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700" dirty="0"/>
          </a:p>
        </p:txBody>
      </p:sp>
      <p:sp>
        <p:nvSpPr>
          <p:cNvPr id="74" name="Text 70"/>
          <p:cNvSpPr/>
          <p:nvPr/>
        </p:nvSpPr>
        <p:spPr>
          <a:xfrm>
            <a:off x="3813810" y="4597400"/>
            <a:ext cx="146304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i="1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embedding x</a:t>
            </a:r>
            <a:pPr algn="r" indent="0" marL="0">
              <a:buNone/>
            </a:pPr>
            <a:r>
              <a:rPr lang="en-US" sz="1200" i="1" baseline="-40000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700" dirty="0"/>
          </a:p>
        </p:txBody>
      </p:sp>
      <p:sp>
        <p:nvSpPr>
          <p:cNvPr id="75" name="Shape 71"/>
          <p:cNvSpPr/>
          <p:nvPr/>
        </p:nvSpPr>
        <p:spPr>
          <a:xfrm>
            <a:off x="1562100" y="5156200"/>
            <a:ext cx="977900" cy="241300"/>
          </a:xfrm>
          <a:prstGeom prst="rect">
            <a:avLst/>
          </a:prstGeom>
          <a:solidFill>
            <a:srgbClr val="F9D5A3"/>
          </a:solidFill>
          <a:ln w="12700">
            <a:solidFill>
              <a:srgbClr val="C9A87B"/>
            </a:solidFill>
            <a:prstDash val="solid"/>
          </a:ln>
        </p:spPr>
      </p:sp>
      <p:sp>
        <p:nvSpPr>
          <p:cNvPr id="76" name="Shape 72"/>
          <p:cNvSpPr/>
          <p:nvPr/>
        </p:nvSpPr>
        <p:spPr>
          <a:xfrm>
            <a:off x="1806575" y="5156200"/>
            <a:ext cx="0" cy="2413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77" name="Shape 73"/>
          <p:cNvSpPr/>
          <p:nvPr/>
        </p:nvSpPr>
        <p:spPr>
          <a:xfrm>
            <a:off x="2051050" y="5156200"/>
            <a:ext cx="0" cy="2413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78" name="Shape 74"/>
          <p:cNvSpPr/>
          <p:nvPr/>
        </p:nvSpPr>
        <p:spPr>
          <a:xfrm>
            <a:off x="2295525" y="5156200"/>
            <a:ext cx="0" cy="2413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79" name="Shape 75"/>
          <p:cNvSpPr/>
          <p:nvPr/>
        </p:nvSpPr>
        <p:spPr>
          <a:xfrm>
            <a:off x="3213100" y="5156200"/>
            <a:ext cx="977900" cy="241300"/>
          </a:xfrm>
          <a:prstGeom prst="rect">
            <a:avLst/>
          </a:prstGeom>
          <a:solidFill>
            <a:srgbClr val="F9D5A3"/>
          </a:solidFill>
          <a:ln w="12700">
            <a:solidFill>
              <a:srgbClr val="C9A87B"/>
            </a:solidFill>
            <a:prstDash val="solid"/>
          </a:ln>
        </p:spPr>
      </p:sp>
      <p:sp>
        <p:nvSpPr>
          <p:cNvPr id="80" name="Shape 76"/>
          <p:cNvSpPr/>
          <p:nvPr/>
        </p:nvSpPr>
        <p:spPr>
          <a:xfrm>
            <a:off x="3457575" y="5156200"/>
            <a:ext cx="0" cy="2413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81" name="Shape 77"/>
          <p:cNvSpPr/>
          <p:nvPr/>
        </p:nvSpPr>
        <p:spPr>
          <a:xfrm>
            <a:off x="3702050" y="5156200"/>
            <a:ext cx="0" cy="2413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82" name="Shape 78"/>
          <p:cNvSpPr/>
          <p:nvPr/>
        </p:nvSpPr>
        <p:spPr>
          <a:xfrm>
            <a:off x="3946525" y="5156200"/>
            <a:ext cx="0" cy="2413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83" name="Shape 79"/>
          <p:cNvSpPr/>
          <p:nvPr/>
        </p:nvSpPr>
        <p:spPr>
          <a:xfrm>
            <a:off x="4876800" y="5156200"/>
            <a:ext cx="977900" cy="241300"/>
          </a:xfrm>
          <a:prstGeom prst="rect">
            <a:avLst/>
          </a:prstGeom>
          <a:solidFill>
            <a:srgbClr val="F9D5A3"/>
          </a:solidFill>
          <a:ln w="12700">
            <a:solidFill>
              <a:srgbClr val="C9A87B"/>
            </a:solidFill>
            <a:prstDash val="solid"/>
          </a:ln>
        </p:spPr>
      </p:sp>
      <p:sp>
        <p:nvSpPr>
          <p:cNvPr id="84" name="Shape 80"/>
          <p:cNvSpPr/>
          <p:nvPr/>
        </p:nvSpPr>
        <p:spPr>
          <a:xfrm>
            <a:off x="5121275" y="5156200"/>
            <a:ext cx="0" cy="2413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85" name="Shape 81"/>
          <p:cNvSpPr/>
          <p:nvPr/>
        </p:nvSpPr>
        <p:spPr>
          <a:xfrm>
            <a:off x="5365750" y="5156200"/>
            <a:ext cx="0" cy="2413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86" name="Shape 82"/>
          <p:cNvSpPr/>
          <p:nvPr/>
        </p:nvSpPr>
        <p:spPr>
          <a:xfrm>
            <a:off x="5610225" y="5156200"/>
            <a:ext cx="0" cy="2413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87" name="Shape 83"/>
          <p:cNvSpPr/>
          <p:nvPr/>
        </p:nvSpPr>
        <p:spPr>
          <a:xfrm>
            <a:off x="2044700" y="5435600"/>
            <a:ext cx="0" cy="53340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headEnd type="triangle"/>
          </a:ln>
        </p:spPr>
      </p:sp>
      <p:sp>
        <p:nvSpPr>
          <p:cNvPr id="88" name="Shape 84"/>
          <p:cNvSpPr/>
          <p:nvPr/>
        </p:nvSpPr>
        <p:spPr>
          <a:xfrm>
            <a:off x="3702050" y="5435600"/>
            <a:ext cx="0" cy="53340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headEnd type="triangle"/>
          </a:ln>
        </p:spPr>
      </p:sp>
      <p:sp>
        <p:nvSpPr>
          <p:cNvPr id="89" name="Shape 85"/>
          <p:cNvSpPr/>
          <p:nvPr/>
        </p:nvSpPr>
        <p:spPr>
          <a:xfrm>
            <a:off x="5365750" y="5435600"/>
            <a:ext cx="0" cy="53340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headEnd type="triangle"/>
          </a:ln>
        </p:spPr>
      </p:sp>
      <p:sp>
        <p:nvSpPr>
          <p:cNvPr id="90" name="Text 86"/>
          <p:cNvSpPr/>
          <p:nvPr/>
        </p:nvSpPr>
        <p:spPr>
          <a:xfrm>
            <a:off x="1659890" y="5943600"/>
            <a:ext cx="7315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700" dirty="0"/>
          </a:p>
        </p:txBody>
      </p:sp>
      <p:sp>
        <p:nvSpPr>
          <p:cNvPr id="91" name="Text 87"/>
          <p:cNvSpPr/>
          <p:nvPr/>
        </p:nvSpPr>
        <p:spPr>
          <a:xfrm>
            <a:off x="3323590" y="5943600"/>
            <a:ext cx="7315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700" dirty="0"/>
          </a:p>
        </p:txBody>
      </p:sp>
      <p:sp>
        <p:nvSpPr>
          <p:cNvPr id="92" name="Text 88"/>
          <p:cNvSpPr/>
          <p:nvPr/>
        </p:nvSpPr>
        <p:spPr>
          <a:xfrm>
            <a:off x="4987290" y="5943600"/>
            <a:ext cx="7315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700" dirty="0"/>
          </a:p>
        </p:txBody>
      </p:sp>
      <p:sp>
        <p:nvSpPr>
          <p:cNvPr id="93" name="Shape 89"/>
          <p:cNvSpPr/>
          <p:nvPr/>
        </p:nvSpPr>
        <p:spPr>
          <a:xfrm>
            <a:off x="5918200" y="4108450"/>
            <a:ext cx="76200" cy="76200"/>
          </a:xfrm>
          <a:prstGeom prst="ellipse">
            <a:avLst/>
          </a:prstGeom>
          <a:solidFill>
            <a:srgbClr val="A0000E"/>
          </a:solidFill>
          <a:ln/>
        </p:spPr>
      </p:sp>
      <p:pic>
        <p:nvPicPr>
          <p:cNvPr id="94" name="Image 2" descr="/home/ahmed/Projects/ai_llm_slides/videos/deep-learning/001_transformers_part1/recreated_pptx/build/assets/ctx_ar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2800" y="3263900"/>
            <a:ext cx="609600" cy="927100"/>
          </a:xfrm>
          <a:prstGeom prst="rect">
            <a:avLst/>
          </a:prstGeom>
        </p:spPr>
      </p:pic>
      <p:sp>
        <p:nvSpPr>
          <p:cNvPr id="95" name="Shape 90"/>
          <p:cNvSpPr/>
          <p:nvPr/>
        </p:nvSpPr>
        <p:spPr>
          <a:xfrm>
            <a:off x="5969000" y="4191000"/>
            <a:ext cx="1117600" cy="914400"/>
          </a:xfrm>
          <a:prstGeom prst="line">
            <a:avLst/>
          </a:prstGeom>
          <a:noFill/>
          <a:ln w="12700">
            <a:solidFill>
              <a:srgbClr val="A0000E"/>
            </a:solidFill>
            <a:prstDash val="solid"/>
          </a:ln>
        </p:spPr>
      </p:sp>
      <p:sp>
        <p:nvSpPr>
          <p:cNvPr id="96" name="Shape 91"/>
          <p:cNvSpPr/>
          <p:nvPr/>
        </p:nvSpPr>
        <p:spPr>
          <a:xfrm>
            <a:off x="7073900" y="5105400"/>
            <a:ext cx="3581400" cy="533400"/>
          </a:xfrm>
          <a:prstGeom prst="rect">
            <a:avLst/>
          </a:prstGeom>
          <a:solidFill>
            <a:srgbClr val="F6DCDD"/>
          </a:solidFill>
          <a:ln w="12700">
            <a:solidFill>
              <a:srgbClr val="A0000E"/>
            </a:solidFill>
            <a:prstDash val="solid"/>
          </a:ln>
        </p:spPr>
      </p:sp>
      <p:sp>
        <p:nvSpPr>
          <p:cNvPr id="97" name="Text 92"/>
          <p:cNvSpPr/>
          <p:nvPr/>
        </p:nvSpPr>
        <p:spPr>
          <a:xfrm>
            <a:off x="7073900" y="5105400"/>
            <a:ext cx="3581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A00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Vector (of Whole Inputs)</a:t>
            </a:r>
            <a:endParaRPr lang="en-US" sz="1550" dirty="0"/>
          </a:p>
        </p:txBody>
      </p:sp>
      <p:sp>
        <p:nvSpPr>
          <p:cNvPr id="98" name="Text 93"/>
          <p:cNvSpPr/>
          <p:nvPr/>
        </p:nvSpPr>
        <p:spPr>
          <a:xfrm>
            <a:off x="8534400" y="1104900"/>
            <a:ext cx="203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50" b="1" i="1" dirty="0">
                <a:solidFill>
                  <a:srgbClr val="A00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 (RNN)</a:t>
            </a:r>
            <a:endParaRPr lang="en-US" sz="2050" dirty="0"/>
          </a:p>
        </p:txBody>
      </p:sp>
      <p:sp>
        <p:nvSpPr>
          <p:cNvPr id="99" name="Text 94"/>
          <p:cNvSpPr/>
          <p:nvPr/>
        </p:nvSpPr>
        <p:spPr>
          <a:xfrm>
            <a:off x="2736850" y="6413500"/>
            <a:ext cx="203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50" b="1" i="1" dirty="0">
                <a:solidFill>
                  <a:srgbClr val="A00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 (RNN)</a:t>
            </a:r>
            <a:endParaRPr lang="en-US" sz="2050" dirty="0"/>
          </a:p>
        </p:txBody>
      </p:sp>
      <p:sp>
        <p:nvSpPr>
          <p:cNvPr id="100" name="Text 95"/>
          <p:cNvSpPr/>
          <p:nvPr/>
        </p:nvSpPr>
        <p:spPr>
          <a:xfrm>
            <a:off x="3295650" y="692150"/>
            <a:ext cx="508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00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RNN  Seq2Seq model</a:t>
            </a:r>
            <a:endParaRPr lang="en-US" sz="2400" dirty="0"/>
          </a:p>
        </p:txBody>
      </p:sp>
      <p:sp>
        <p:nvSpPr>
          <p:cNvPr id="101" name="Text 96"/>
          <p:cNvSpPr/>
          <p:nvPr/>
        </p:nvSpPr>
        <p:spPr>
          <a:xfrm>
            <a:off x="3232150" y="1009650"/>
            <a:ext cx="5080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50" b="1" dirty="0">
                <a:solidFill>
                  <a:srgbClr val="0000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(Challenges)</a:t>
            </a:r>
            <a:endParaRPr lang="en-US" sz="2650" dirty="0"/>
          </a:p>
        </p:txBody>
      </p:sp>
      <p:sp>
        <p:nvSpPr>
          <p:cNvPr id="102" name="Shape 97"/>
          <p:cNvSpPr/>
          <p:nvPr/>
        </p:nvSpPr>
        <p:spPr>
          <a:xfrm>
            <a:off x="4140200" y="2679700"/>
            <a:ext cx="1778000" cy="1466850"/>
          </a:xfrm>
          <a:prstGeom prst="line">
            <a:avLst/>
          </a:prstGeom>
          <a:noFill/>
          <a:ln w="12700">
            <a:solidFill>
              <a:srgbClr val="7A76A0"/>
            </a:solidFill>
            <a:prstDash val="solid"/>
          </a:ln>
        </p:spPr>
      </p:sp>
      <p:sp>
        <p:nvSpPr>
          <p:cNvPr id="103" name="Shape 98"/>
          <p:cNvSpPr/>
          <p:nvPr/>
        </p:nvSpPr>
        <p:spPr>
          <a:xfrm>
            <a:off x="2343150" y="3441700"/>
            <a:ext cx="292100" cy="190500"/>
          </a:xfrm>
          <a:prstGeom prst="line">
            <a:avLst/>
          </a:prstGeom>
          <a:noFill/>
          <a:ln w="12700">
            <a:solidFill>
              <a:srgbClr val="7A76A0"/>
            </a:solidFill>
            <a:prstDash val="solid"/>
          </a:ln>
        </p:spPr>
      </p:sp>
      <p:sp>
        <p:nvSpPr>
          <p:cNvPr id="104" name="Shape 99"/>
          <p:cNvSpPr/>
          <p:nvPr/>
        </p:nvSpPr>
        <p:spPr>
          <a:xfrm>
            <a:off x="2635250" y="3632200"/>
            <a:ext cx="0" cy="241300"/>
          </a:xfrm>
          <a:prstGeom prst="line">
            <a:avLst/>
          </a:prstGeom>
          <a:noFill/>
          <a:ln w="12700">
            <a:solidFill>
              <a:srgbClr val="7A76A0"/>
            </a:solidFill>
            <a:prstDash val="solid"/>
          </a:ln>
        </p:spPr>
      </p:sp>
      <p:sp>
        <p:nvSpPr>
          <p:cNvPr id="105" name="Shape 100"/>
          <p:cNvSpPr/>
          <p:nvPr/>
        </p:nvSpPr>
        <p:spPr>
          <a:xfrm>
            <a:off x="4381500" y="3409950"/>
            <a:ext cx="292100" cy="196850"/>
          </a:xfrm>
          <a:prstGeom prst="line">
            <a:avLst/>
          </a:prstGeom>
          <a:noFill/>
          <a:ln w="12700">
            <a:solidFill>
              <a:srgbClr val="7A76A0"/>
            </a:solidFill>
            <a:prstDash val="solid"/>
          </a:ln>
        </p:spPr>
      </p:sp>
      <p:sp>
        <p:nvSpPr>
          <p:cNvPr id="106" name="Shape 101"/>
          <p:cNvSpPr/>
          <p:nvPr/>
        </p:nvSpPr>
        <p:spPr>
          <a:xfrm>
            <a:off x="4673600" y="3606800"/>
            <a:ext cx="0" cy="266700"/>
          </a:xfrm>
          <a:prstGeom prst="line">
            <a:avLst/>
          </a:prstGeom>
          <a:noFill/>
          <a:ln w="12700">
            <a:solidFill>
              <a:srgbClr val="7A76A0"/>
            </a:solidFill>
            <a:prstDash val="solid"/>
          </a:ln>
        </p:spPr>
      </p:sp>
      <p:sp>
        <p:nvSpPr>
          <p:cNvPr id="107" name="Shape 102"/>
          <p:cNvSpPr/>
          <p:nvPr/>
        </p:nvSpPr>
        <p:spPr>
          <a:xfrm>
            <a:off x="558800" y="2146300"/>
            <a:ext cx="3568700" cy="762000"/>
          </a:xfrm>
          <a:prstGeom prst="rect">
            <a:avLst/>
          </a:prstGeom>
          <a:solidFill>
            <a:srgbClr val="E1FEFD"/>
          </a:solidFill>
          <a:ln w="9525">
            <a:solidFill>
              <a:srgbClr val="A3B2CC"/>
            </a:solidFill>
            <a:prstDash val="solid"/>
          </a:ln>
        </p:spPr>
      </p:sp>
      <p:sp>
        <p:nvSpPr>
          <p:cNvPr id="108" name="Text 103"/>
          <p:cNvSpPr/>
          <p:nvPr/>
        </p:nvSpPr>
        <p:spPr>
          <a:xfrm>
            <a:off x="571500" y="2254250"/>
            <a:ext cx="3556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u="sng" dirty="0">
                <a:solidFill>
                  <a:srgbClr val="0000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Sequential Processing</a:t>
            </a:r>
            <a:endParaRPr lang="en-US" sz="1750" dirty="0"/>
          </a:p>
        </p:txBody>
      </p:sp>
      <p:sp>
        <p:nvSpPr>
          <p:cNvPr id="109" name="Text 104"/>
          <p:cNvSpPr/>
          <p:nvPr/>
        </p:nvSpPr>
        <p:spPr>
          <a:xfrm>
            <a:off x="584200" y="2495550"/>
            <a:ext cx="3556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000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NOT do processing in Parallel</a:t>
            </a:r>
            <a:endParaRPr lang="en-US" sz="1550" dirty="0"/>
          </a:p>
        </p:txBody>
      </p:sp>
      <p:sp>
        <p:nvSpPr>
          <p:cNvPr id="110" name="Shape 105"/>
          <p:cNvSpPr/>
          <p:nvPr/>
        </p:nvSpPr>
        <p:spPr>
          <a:xfrm>
            <a:off x="660400" y="3263900"/>
            <a:ext cx="1676400" cy="444500"/>
          </a:xfrm>
          <a:prstGeom prst="rect">
            <a:avLst/>
          </a:prstGeom>
          <a:solidFill>
            <a:srgbClr val="E1FEFD"/>
          </a:solidFill>
          <a:ln w="9525">
            <a:solidFill>
              <a:srgbClr val="A3B2CC"/>
            </a:solidFill>
            <a:prstDash val="solid"/>
          </a:ln>
        </p:spPr>
      </p:sp>
      <p:sp>
        <p:nvSpPr>
          <p:cNvPr id="111" name="Text 106"/>
          <p:cNvSpPr/>
          <p:nvPr/>
        </p:nvSpPr>
        <p:spPr>
          <a:xfrm>
            <a:off x="660400" y="3263900"/>
            <a:ext cx="16764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40" b="1" u="sng" dirty="0">
                <a:solidFill>
                  <a:srgbClr val="0000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</a:t>
            </a:r>
            <a:endParaRPr lang="en-US" sz="134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340" b="1" dirty="0">
                <a:solidFill>
                  <a:srgbClr val="0000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Till Processing X</a:t>
            </a:r>
            <a:pPr algn="ctr" indent="0" marL="0">
              <a:lnSpc>
                <a:spcPts val="1600"/>
              </a:lnSpc>
              <a:buNone/>
            </a:pPr>
            <a:r>
              <a:rPr lang="en-US" sz="900" b="1" baseline="-40000" dirty="0">
                <a:solidFill>
                  <a:srgbClr val="0000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40" dirty="0"/>
          </a:p>
        </p:txBody>
      </p:sp>
      <p:sp>
        <p:nvSpPr>
          <p:cNvPr id="112" name="Shape 107"/>
          <p:cNvSpPr/>
          <p:nvPr/>
        </p:nvSpPr>
        <p:spPr>
          <a:xfrm>
            <a:off x="2705100" y="3238500"/>
            <a:ext cx="1676400" cy="431800"/>
          </a:xfrm>
          <a:prstGeom prst="rect">
            <a:avLst/>
          </a:prstGeom>
          <a:solidFill>
            <a:srgbClr val="E1FEFD"/>
          </a:solidFill>
          <a:ln w="9525">
            <a:solidFill>
              <a:srgbClr val="A3B2CC"/>
            </a:solidFill>
            <a:prstDash val="solid"/>
          </a:ln>
        </p:spPr>
      </p:sp>
      <p:sp>
        <p:nvSpPr>
          <p:cNvPr id="113" name="Text 108"/>
          <p:cNvSpPr/>
          <p:nvPr/>
        </p:nvSpPr>
        <p:spPr>
          <a:xfrm>
            <a:off x="2705100" y="3238500"/>
            <a:ext cx="167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40" b="1" u="sng" dirty="0">
                <a:solidFill>
                  <a:srgbClr val="0000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</a:t>
            </a:r>
            <a:endParaRPr lang="en-US" sz="134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340" b="1" dirty="0">
                <a:solidFill>
                  <a:srgbClr val="0000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Till Processing X</a:t>
            </a:r>
            <a:pPr algn="ctr" indent="0" marL="0">
              <a:lnSpc>
                <a:spcPts val="1600"/>
              </a:lnSpc>
              <a:buNone/>
            </a:pPr>
            <a:r>
              <a:rPr lang="en-US" sz="900" b="1" baseline="-40000" dirty="0">
                <a:solidFill>
                  <a:srgbClr val="0000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06750" y="692150"/>
            <a:ext cx="508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00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RNN  Seq2Seq model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534400" y="1104900"/>
            <a:ext cx="203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50" b="1" i="1" dirty="0">
                <a:solidFill>
                  <a:srgbClr val="A00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 (RNN)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2736850" y="6413500"/>
            <a:ext cx="203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50" b="1" i="1" dirty="0">
                <a:solidFill>
                  <a:srgbClr val="A00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 (RNN)</a:t>
            </a:r>
            <a:endParaRPr lang="en-US" sz="2050" dirty="0"/>
          </a:p>
        </p:txBody>
      </p:sp>
      <p:pic>
        <p:nvPicPr>
          <p:cNvPr id="8" name="Image 0" descr="/home/ahmed/Projects/ai_llm_slides/videos/deep-learning/001_transformers_part1/recreated_pptx/build/assets/bluecurve0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27600" y="1854200"/>
            <a:ext cx="4064000" cy="22098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197600" y="1511300"/>
            <a:ext cx="5372100" cy="2095500"/>
          </a:xfrm>
          <a:prstGeom prst="roundRect">
            <a:avLst>
              <a:gd name="adj" fmla="val 5236"/>
            </a:avLst>
          </a:prstGeom>
          <a:solidFill>
            <a:srgbClr val="FDFF85"/>
          </a:solidFill>
          <a:ln w="9525">
            <a:solidFill>
              <a:srgbClr val="E6E17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84340" y="1587500"/>
            <a:ext cx="7315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448040" y="1587500"/>
            <a:ext cx="7315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0105390" y="1587500"/>
            <a:ext cx="7315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7150100" y="1879600"/>
            <a:ext cx="0" cy="66040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headEnd type="triangle"/>
          </a:ln>
        </p:spPr>
      </p:sp>
      <p:sp>
        <p:nvSpPr>
          <p:cNvPr id="14" name="Shape 11"/>
          <p:cNvSpPr/>
          <p:nvPr/>
        </p:nvSpPr>
        <p:spPr>
          <a:xfrm>
            <a:off x="8813800" y="1879600"/>
            <a:ext cx="0" cy="66040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headEnd type="triangle"/>
          </a:ln>
        </p:spPr>
      </p:sp>
      <p:sp>
        <p:nvSpPr>
          <p:cNvPr id="15" name="Shape 12"/>
          <p:cNvSpPr/>
          <p:nvPr/>
        </p:nvSpPr>
        <p:spPr>
          <a:xfrm>
            <a:off x="10471150" y="1879600"/>
            <a:ext cx="0" cy="66040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headEnd type="triangle"/>
          </a:ln>
        </p:spPr>
      </p:sp>
      <p:sp>
        <p:nvSpPr>
          <p:cNvPr id="16" name="Text 13"/>
          <p:cNvSpPr/>
          <p:nvPr/>
        </p:nvSpPr>
        <p:spPr>
          <a:xfrm>
            <a:off x="5768340" y="2184400"/>
            <a:ext cx="128016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softmax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7432040" y="2184400"/>
            <a:ext cx="128016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softmax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9089390" y="2184400"/>
            <a:ext cx="128016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softmax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6667500" y="2552700"/>
            <a:ext cx="977900" cy="254000"/>
          </a:xfrm>
          <a:prstGeom prst="rect">
            <a:avLst/>
          </a:prstGeom>
          <a:solidFill>
            <a:srgbClr val="E8FF6E"/>
          </a:solidFill>
          <a:ln w="12700">
            <a:solidFill>
              <a:srgbClr val="C2D64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911975" y="25527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156450" y="25527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400925" y="25527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331200" y="2552700"/>
            <a:ext cx="977900" cy="254000"/>
          </a:xfrm>
          <a:prstGeom prst="rect">
            <a:avLst/>
          </a:prstGeom>
          <a:solidFill>
            <a:srgbClr val="E8FF6E"/>
          </a:solidFill>
          <a:ln w="12700">
            <a:solidFill>
              <a:srgbClr val="C2D64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575675" y="25527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820150" y="25527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064625" y="25527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994900" y="2552700"/>
            <a:ext cx="977900" cy="254000"/>
          </a:xfrm>
          <a:prstGeom prst="rect">
            <a:avLst/>
          </a:prstGeom>
          <a:solidFill>
            <a:srgbClr val="E8FF6E"/>
          </a:solidFill>
          <a:ln w="12700">
            <a:solidFill>
              <a:srgbClr val="C2D64A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0239375" y="25527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0483850" y="25527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0728325" y="25527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150100" y="2806700"/>
            <a:ext cx="0" cy="44450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headEnd type="triangle"/>
          </a:ln>
        </p:spPr>
      </p:sp>
      <p:sp>
        <p:nvSpPr>
          <p:cNvPr id="32" name="Shape 29"/>
          <p:cNvSpPr/>
          <p:nvPr/>
        </p:nvSpPr>
        <p:spPr>
          <a:xfrm>
            <a:off x="8813800" y="2806700"/>
            <a:ext cx="0" cy="44450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headEnd type="triangle"/>
          </a:ln>
        </p:spPr>
      </p:sp>
      <p:sp>
        <p:nvSpPr>
          <p:cNvPr id="33" name="Shape 30"/>
          <p:cNvSpPr/>
          <p:nvPr/>
        </p:nvSpPr>
        <p:spPr>
          <a:xfrm>
            <a:off x="10471150" y="2806700"/>
            <a:ext cx="0" cy="44450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headEnd type="triangle"/>
          </a:ln>
        </p:spPr>
      </p:sp>
      <p:sp>
        <p:nvSpPr>
          <p:cNvPr id="34" name="Shape 31"/>
          <p:cNvSpPr/>
          <p:nvPr/>
        </p:nvSpPr>
        <p:spPr>
          <a:xfrm>
            <a:off x="6667500" y="3263900"/>
            <a:ext cx="977900" cy="254000"/>
          </a:xfrm>
          <a:prstGeom prst="rect">
            <a:avLst/>
          </a:prstGeom>
          <a:solidFill>
            <a:srgbClr val="FAEC69"/>
          </a:solidFill>
          <a:ln w="12700">
            <a:solidFill>
              <a:srgbClr val="C2C744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911975" y="32639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156450" y="32639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400925" y="32639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331200" y="3263900"/>
            <a:ext cx="977900" cy="254000"/>
          </a:xfrm>
          <a:prstGeom prst="rect">
            <a:avLst/>
          </a:prstGeom>
          <a:solidFill>
            <a:srgbClr val="FAEC69"/>
          </a:solidFill>
          <a:ln w="12700">
            <a:solidFill>
              <a:srgbClr val="C2C744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575675" y="32639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820150" y="32639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9064625" y="32639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9994900" y="3263900"/>
            <a:ext cx="977900" cy="254000"/>
          </a:xfrm>
          <a:prstGeom prst="rect">
            <a:avLst/>
          </a:prstGeom>
          <a:solidFill>
            <a:srgbClr val="FAEC69"/>
          </a:solidFill>
          <a:ln w="12700">
            <a:solidFill>
              <a:srgbClr val="C2C744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10239375" y="32639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10483850" y="32639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10728325" y="32639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7696200" y="3384550"/>
            <a:ext cx="647700" cy="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tailEnd type="triangle"/>
          </a:ln>
        </p:spPr>
      </p:sp>
      <p:sp>
        <p:nvSpPr>
          <p:cNvPr id="47" name="Shape 44"/>
          <p:cNvSpPr/>
          <p:nvPr/>
        </p:nvSpPr>
        <p:spPr>
          <a:xfrm>
            <a:off x="9359900" y="3384550"/>
            <a:ext cx="647700" cy="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tailEnd type="triangle"/>
          </a:ln>
        </p:spPr>
      </p:sp>
      <p:sp>
        <p:nvSpPr>
          <p:cNvPr id="48" name="Shape 45"/>
          <p:cNvSpPr/>
          <p:nvPr/>
        </p:nvSpPr>
        <p:spPr>
          <a:xfrm>
            <a:off x="11036300" y="3384550"/>
            <a:ext cx="508000" cy="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tailEnd type="triangle"/>
          </a:ln>
        </p:spPr>
      </p:sp>
      <p:sp>
        <p:nvSpPr>
          <p:cNvPr id="49" name="Text 46"/>
          <p:cNvSpPr/>
          <p:nvPr/>
        </p:nvSpPr>
        <p:spPr>
          <a:xfrm>
            <a:off x="7616190" y="3429000"/>
            <a:ext cx="73152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700" dirty="0"/>
          </a:p>
        </p:txBody>
      </p:sp>
      <p:sp>
        <p:nvSpPr>
          <p:cNvPr id="50" name="Text 47"/>
          <p:cNvSpPr/>
          <p:nvPr/>
        </p:nvSpPr>
        <p:spPr>
          <a:xfrm>
            <a:off x="9273540" y="3429000"/>
            <a:ext cx="73152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700" dirty="0"/>
          </a:p>
        </p:txBody>
      </p:sp>
      <p:sp>
        <p:nvSpPr>
          <p:cNvPr id="51" name="Text 48"/>
          <p:cNvSpPr/>
          <p:nvPr/>
        </p:nvSpPr>
        <p:spPr>
          <a:xfrm>
            <a:off x="10937240" y="3429000"/>
            <a:ext cx="73152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700" dirty="0"/>
          </a:p>
        </p:txBody>
      </p:sp>
      <p:pic>
        <p:nvPicPr>
          <p:cNvPr id="52" name="Image 1" descr="/home/ahmed/Projects/ai_llm_slides/videos/deep-learning/001_transformers_part1/recreated_pptx/build/assets/curve_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9300" y="2349500"/>
            <a:ext cx="1778000" cy="1485900"/>
          </a:xfrm>
          <a:prstGeom prst="rect">
            <a:avLst/>
          </a:prstGeom>
        </p:spPr>
      </p:pic>
      <p:pic>
        <p:nvPicPr>
          <p:cNvPr id="53" name="Image 2" descr="/home/ahmed/Projects/ai_llm_slides/videos/deep-learning/001_transformers_part1/recreated_pptx/build/assets/curve_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0" y="2349500"/>
            <a:ext cx="1778000" cy="1485900"/>
          </a:xfrm>
          <a:prstGeom prst="rect">
            <a:avLst/>
          </a:prstGeom>
        </p:spPr>
      </p:pic>
      <p:sp>
        <p:nvSpPr>
          <p:cNvPr id="54" name="Shape 49"/>
          <p:cNvSpPr/>
          <p:nvPr/>
        </p:nvSpPr>
        <p:spPr>
          <a:xfrm>
            <a:off x="6597650" y="3321050"/>
            <a:ext cx="76200" cy="76200"/>
          </a:xfrm>
          <a:prstGeom prst="ellipse">
            <a:avLst/>
          </a:prstGeom>
          <a:solidFill>
            <a:srgbClr val="A0000E"/>
          </a:solidFill>
          <a:ln/>
        </p:spPr>
      </p:sp>
      <p:sp>
        <p:nvSpPr>
          <p:cNvPr id="55" name="Shape 50"/>
          <p:cNvSpPr/>
          <p:nvPr/>
        </p:nvSpPr>
        <p:spPr>
          <a:xfrm>
            <a:off x="698500" y="3911600"/>
            <a:ext cx="5613400" cy="2413000"/>
          </a:xfrm>
          <a:prstGeom prst="roundRect">
            <a:avLst>
              <a:gd name="adj" fmla="val 5684"/>
            </a:avLst>
          </a:prstGeom>
          <a:solidFill>
            <a:srgbClr val="F8D5AD"/>
          </a:solidFill>
          <a:ln w="9525">
            <a:solidFill>
              <a:srgbClr val="E6C7A2"/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1676400" y="4076700"/>
            <a:ext cx="977900" cy="254000"/>
          </a:xfrm>
          <a:prstGeom prst="rect">
            <a:avLst/>
          </a:prstGeom>
          <a:solidFill>
            <a:srgbClr val="F2C7A7"/>
          </a:solidFill>
          <a:ln w="12700">
            <a:solidFill>
              <a:srgbClr val="C29F77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1920875" y="40767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2165350" y="40767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59" name="Shape 54"/>
          <p:cNvSpPr/>
          <p:nvPr/>
        </p:nvSpPr>
        <p:spPr>
          <a:xfrm>
            <a:off x="2409825" y="40767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60" name="Shape 55"/>
          <p:cNvSpPr/>
          <p:nvPr/>
        </p:nvSpPr>
        <p:spPr>
          <a:xfrm>
            <a:off x="3327400" y="4076700"/>
            <a:ext cx="977900" cy="254000"/>
          </a:xfrm>
          <a:prstGeom prst="rect">
            <a:avLst/>
          </a:prstGeom>
          <a:solidFill>
            <a:srgbClr val="F2C7A7"/>
          </a:solidFill>
          <a:ln w="12700">
            <a:solidFill>
              <a:srgbClr val="C29F77"/>
            </a:solidFill>
            <a:prstDash val="solid"/>
          </a:ln>
        </p:spPr>
      </p:sp>
      <p:sp>
        <p:nvSpPr>
          <p:cNvPr id="61" name="Shape 56"/>
          <p:cNvSpPr/>
          <p:nvPr/>
        </p:nvSpPr>
        <p:spPr>
          <a:xfrm>
            <a:off x="3571875" y="40767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62" name="Shape 57"/>
          <p:cNvSpPr/>
          <p:nvPr/>
        </p:nvSpPr>
        <p:spPr>
          <a:xfrm>
            <a:off x="3816350" y="40767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63" name="Shape 58"/>
          <p:cNvSpPr/>
          <p:nvPr/>
        </p:nvSpPr>
        <p:spPr>
          <a:xfrm>
            <a:off x="4060825" y="40767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64" name="Shape 59"/>
          <p:cNvSpPr/>
          <p:nvPr/>
        </p:nvSpPr>
        <p:spPr>
          <a:xfrm>
            <a:off x="4991100" y="4076700"/>
            <a:ext cx="977900" cy="254000"/>
          </a:xfrm>
          <a:prstGeom prst="rect">
            <a:avLst/>
          </a:prstGeom>
          <a:solidFill>
            <a:srgbClr val="F2C7A7"/>
          </a:solidFill>
          <a:ln w="12700">
            <a:solidFill>
              <a:srgbClr val="C29F77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5235575" y="40767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66" name="Shape 61"/>
          <p:cNvSpPr/>
          <p:nvPr/>
        </p:nvSpPr>
        <p:spPr>
          <a:xfrm>
            <a:off x="5480050" y="40767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67" name="Shape 62"/>
          <p:cNvSpPr/>
          <p:nvPr/>
        </p:nvSpPr>
        <p:spPr>
          <a:xfrm>
            <a:off x="5724525" y="40767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68" name="Text 63"/>
          <p:cNvSpPr/>
          <p:nvPr/>
        </p:nvSpPr>
        <p:spPr>
          <a:xfrm>
            <a:off x="2510790" y="3924300"/>
            <a:ext cx="73152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700" dirty="0"/>
          </a:p>
        </p:txBody>
      </p:sp>
      <p:sp>
        <p:nvSpPr>
          <p:cNvPr id="69" name="Text 64"/>
          <p:cNvSpPr/>
          <p:nvPr/>
        </p:nvSpPr>
        <p:spPr>
          <a:xfrm>
            <a:off x="4180840" y="3924300"/>
            <a:ext cx="73152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700" dirty="0"/>
          </a:p>
        </p:txBody>
      </p:sp>
      <p:sp>
        <p:nvSpPr>
          <p:cNvPr id="70" name="Shape 65"/>
          <p:cNvSpPr/>
          <p:nvPr/>
        </p:nvSpPr>
        <p:spPr>
          <a:xfrm>
            <a:off x="914400" y="4210050"/>
            <a:ext cx="711200" cy="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tailEnd type="triangle"/>
          </a:ln>
        </p:spPr>
      </p:sp>
      <p:sp>
        <p:nvSpPr>
          <p:cNvPr id="71" name="Shape 66"/>
          <p:cNvSpPr/>
          <p:nvPr/>
        </p:nvSpPr>
        <p:spPr>
          <a:xfrm>
            <a:off x="2705100" y="4210050"/>
            <a:ext cx="596900" cy="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tailEnd type="triangle"/>
          </a:ln>
        </p:spPr>
      </p:sp>
      <p:sp>
        <p:nvSpPr>
          <p:cNvPr id="72" name="Shape 67"/>
          <p:cNvSpPr/>
          <p:nvPr/>
        </p:nvSpPr>
        <p:spPr>
          <a:xfrm>
            <a:off x="4368800" y="4210050"/>
            <a:ext cx="596900" cy="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tailEnd type="triangle"/>
          </a:ln>
        </p:spPr>
      </p:sp>
      <p:sp>
        <p:nvSpPr>
          <p:cNvPr id="73" name="Shape 68"/>
          <p:cNvSpPr/>
          <p:nvPr/>
        </p:nvSpPr>
        <p:spPr>
          <a:xfrm>
            <a:off x="2159000" y="4368800"/>
            <a:ext cx="0" cy="76200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headEnd type="triangle"/>
          </a:ln>
        </p:spPr>
      </p:sp>
      <p:sp>
        <p:nvSpPr>
          <p:cNvPr id="74" name="Shape 69"/>
          <p:cNvSpPr/>
          <p:nvPr/>
        </p:nvSpPr>
        <p:spPr>
          <a:xfrm>
            <a:off x="3816350" y="4368800"/>
            <a:ext cx="0" cy="76200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headEnd type="triangle"/>
          </a:ln>
        </p:spPr>
      </p:sp>
      <p:sp>
        <p:nvSpPr>
          <p:cNvPr id="75" name="Shape 70"/>
          <p:cNvSpPr/>
          <p:nvPr/>
        </p:nvSpPr>
        <p:spPr>
          <a:xfrm>
            <a:off x="5480050" y="4368800"/>
            <a:ext cx="0" cy="76200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headEnd type="triangle"/>
          </a:ln>
        </p:spPr>
      </p:sp>
      <p:sp>
        <p:nvSpPr>
          <p:cNvPr id="76" name="Text 71"/>
          <p:cNvSpPr/>
          <p:nvPr/>
        </p:nvSpPr>
        <p:spPr>
          <a:xfrm>
            <a:off x="588010" y="4622800"/>
            <a:ext cx="146304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i="1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embedding x</a:t>
            </a:r>
            <a:pPr algn="r" indent="0" marL="0">
              <a:buNone/>
            </a:pPr>
            <a:r>
              <a:rPr lang="en-US" sz="1200" i="1" baseline="-40000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700" dirty="0"/>
          </a:p>
        </p:txBody>
      </p:sp>
      <p:sp>
        <p:nvSpPr>
          <p:cNvPr id="77" name="Text 72"/>
          <p:cNvSpPr/>
          <p:nvPr/>
        </p:nvSpPr>
        <p:spPr>
          <a:xfrm>
            <a:off x="2264410" y="4622800"/>
            <a:ext cx="146304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i="1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embedding x</a:t>
            </a:r>
            <a:pPr algn="r" indent="0" marL="0">
              <a:buNone/>
            </a:pPr>
            <a:r>
              <a:rPr lang="en-US" sz="1200" i="1" baseline="-40000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700" dirty="0"/>
          </a:p>
        </p:txBody>
      </p:sp>
      <p:sp>
        <p:nvSpPr>
          <p:cNvPr id="78" name="Text 73"/>
          <p:cNvSpPr/>
          <p:nvPr/>
        </p:nvSpPr>
        <p:spPr>
          <a:xfrm>
            <a:off x="3928110" y="4622800"/>
            <a:ext cx="146304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i="1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embedding x</a:t>
            </a:r>
            <a:pPr algn="r" indent="0" marL="0">
              <a:buNone/>
            </a:pPr>
            <a:r>
              <a:rPr lang="en-US" sz="1200" i="1" baseline="-40000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700" dirty="0"/>
          </a:p>
        </p:txBody>
      </p:sp>
      <p:sp>
        <p:nvSpPr>
          <p:cNvPr id="79" name="Shape 74"/>
          <p:cNvSpPr/>
          <p:nvPr/>
        </p:nvSpPr>
        <p:spPr>
          <a:xfrm>
            <a:off x="1676400" y="5181600"/>
            <a:ext cx="977900" cy="241300"/>
          </a:xfrm>
          <a:prstGeom prst="rect">
            <a:avLst/>
          </a:prstGeom>
          <a:solidFill>
            <a:srgbClr val="F9D5A3"/>
          </a:solidFill>
          <a:ln w="12700">
            <a:solidFill>
              <a:srgbClr val="C9A87B"/>
            </a:solidFill>
            <a:prstDash val="solid"/>
          </a:ln>
        </p:spPr>
      </p:sp>
      <p:sp>
        <p:nvSpPr>
          <p:cNvPr id="80" name="Shape 75"/>
          <p:cNvSpPr/>
          <p:nvPr/>
        </p:nvSpPr>
        <p:spPr>
          <a:xfrm>
            <a:off x="1920875" y="5181600"/>
            <a:ext cx="0" cy="2413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81" name="Shape 76"/>
          <p:cNvSpPr/>
          <p:nvPr/>
        </p:nvSpPr>
        <p:spPr>
          <a:xfrm>
            <a:off x="2165350" y="5181600"/>
            <a:ext cx="0" cy="2413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82" name="Shape 77"/>
          <p:cNvSpPr/>
          <p:nvPr/>
        </p:nvSpPr>
        <p:spPr>
          <a:xfrm>
            <a:off x="2409825" y="5181600"/>
            <a:ext cx="0" cy="2413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83" name="Shape 78"/>
          <p:cNvSpPr/>
          <p:nvPr/>
        </p:nvSpPr>
        <p:spPr>
          <a:xfrm>
            <a:off x="3327400" y="5181600"/>
            <a:ext cx="977900" cy="241300"/>
          </a:xfrm>
          <a:prstGeom prst="rect">
            <a:avLst/>
          </a:prstGeom>
          <a:solidFill>
            <a:srgbClr val="F9D5A3"/>
          </a:solidFill>
          <a:ln w="12700">
            <a:solidFill>
              <a:srgbClr val="C9A87B"/>
            </a:solidFill>
            <a:prstDash val="solid"/>
          </a:ln>
        </p:spPr>
      </p:sp>
      <p:sp>
        <p:nvSpPr>
          <p:cNvPr id="84" name="Shape 79"/>
          <p:cNvSpPr/>
          <p:nvPr/>
        </p:nvSpPr>
        <p:spPr>
          <a:xfrm>
            <a:off x="3571875" y="5181600"/>
            <a:ext cx="0" cy="2413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85" name="Shape 80"/>
          <p:cNvSpPr/>
          <p:nvPr/>
        </p:nvSpPr>
        <p:spPr>
          <a:xfrm>
            <a:off x="3816350" y="5181600"/>
            <a:ext cx="0" cy="2413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86" name="Shape 81"/>
          <p:cNvSpPr/>
          <p:nvPr/>
        </p:nvSpPr>
        <p:spPr>
          <a:xfrm>
            <a:off x="4060825" y="5181600"/>
            <a:ext cx="0" cy="2413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87" name="Shape 82"/>
          <p:cNvSpPr/>
          <p:nvPr/>
        </p:nvSpPr>
        <p:spPr>
          <a:xfrm>
            <a:off x="4991100" y="5181600"/>
            <a:ext cx="977900" cy="241300"/>
          </a:xfrm>
          <a:prstGeom prst="rect">
            <a:avLst/>
          </a:prstGeom>
          <a:solidFill>
            <a:srgbClr val="F9D5A3"/>
          </a:solidFill>
          <a:ln w="12700">
            <a:solidFill>
              <a:srgbClr val="C9A87B"/>
            </a:solidFill>
            <a:prstDash val="solid"/>
          </a:ln>
        </p:spPr>
      </p:sp>
      <p:sp>
        <p:nvSpPr>
          <p:cNvPr id="88" name="Shape 83"/>
          <p:cNvSpPr/>
          <p:nvPr/>
        </p:nvSpPr>
        <p:spPr>
          <a:xfrm>
            <a:off x="5235575" y="5181600"/>
            <a:ext cx="0" cy="2413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89" name="Shape 84"/>
          <p:cNvSpPr/>
          <p:nvPr/>
        </p:nvSpPr>
        <p:spPr>
          <a:xfrm>
            <a:off x="5480050" y="5181600"/>
            <a:ext cx="0" cy="2413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90" name="Shape 85"/>
          <p:cNvSpPr/>
          <p:nvPr/>
        </p:nvSpPr>
        <p:spPr>
          <a:xfrm>
            <a:off x="5724525" y="5181600"/>
            <a:ext cx="0" cy="2413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91" name="Shape 86"/>
          <p:cNvSpPr/>
          <p:nvPr/>
        </p:nvSpPr>
        <p:spPr>
          <a:xfrm>
            <a:off x="2159000" y="5461000"/>
            <a:ext cx="0" cy="53340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headEnd type="triangle"/>
          </a:ln>
        </p:spPr>
      </p:sp>
      <p:sp>
        <p:nvSpPr>
          <p:cNvPr id="92" name="Shape 87"/>
          <p:cNvSpPr/>
          <p:nvPr/>
        </p:nvSpPr>
        <p:spPr>
          <a:xfrm>
            <a:off x="3816350" y="5461000"/>
            <a:ext cx="0" cy="53340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headEnd type="triangle"/>
          </a:ln>
        </p:spPr>
      </p:sp>
      <p:sp>
        <p:nvSpPr>
          <p:cNvPr id="93" name="Shape 88"/>
          <p:cNvSpPr/>
          <p:nvPr/>
        </p:nvSpPr>
        <p:spPr>
          <a:xfrm>
            <a:off x="5480050" y="5461000"/>
            <a:ext cx="0" cy="53340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headEnd type="triangle"/>
          </a:ln>
        </p:spPr>
      </p:sp>
      <p:sp>
        <p:nvSpPr>
          <p:cNvPr id="94" name="Text 89"/>
          <p:cNvSpPr/>
          <p:nvPr/>
        </p:nvSpPr>
        <p:spPr>
          <a:xfrm>
            <a:off x="1774190" y="5969000"/>
            <a:ext cx="7315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700" dirty="0"/>
          </a:p>
        </p:txBody>
      </p:sp>
      <p:sp>
        <p:nvSpPr>
          <p:cNvPr id="95" name="Text 90"/>
          <p:cNvSpPr/>
          <p:nvPr/>
        </p:nvSpPr>
        <p:spPr>
          <a:xfrm>
            <a:off x="3437890" y="5969000"/>
            <a:ext cx="7315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700" dirty="0"/>
          </a:p>
        </p:txBody>
      </p:sp>
      <p:sp>
        <p:nvSpPr>
          <p:cNvPr id="96" name="Text 91"/>
          <p:cNvSpPr/>
          <p:nvPr/>
        </p:nvSpPr>
        <p:spPr>
          <a:xfrm>
            <a:off x="5101590" y="5969000"/>
            <a:ext cx="7315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700" dirty="0"/>
          </a:p>
        </p:txBody>
      </p:sp>
      <p:sp>
        <p:nvSpPr>
          <p:cNvPr id="97" name="Shape 92"/>
          <p:cNvSpPr/>
          <p:nvPr/>
        </p:nvSpPr>
        <p:spPr>
          <a:xfrm>
            <a:off x="6032500" y="4133850"/>
            <a:ext cx="76200" cy="76200"/>
          </a:xfrm>
          <a:prstGeom prst="ellipse">
            <a:avLst/>
          </a:prstGeom>
          <a:solidFill>
            <a:srgbClr val="A0000E"/>
          </a:solidFill>
          <a:ln/>
        </p:spPr>
      </p:sp>
      <p:pic>
        <p:nvPicPr>
          <p:cNvPr id="98" name="Image 3" descr="/home/ahmed/Projects/ai_llm_slides/videos/deep-learning/001_transformers_part1/recreated_pptx/build/assets/ctx_ar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7100" y="3289300"/>
            <a:ext cx="609600" cy="927100"/>
          </a:xfrm>
          <a:prstGeom prst="rect">
            <a:avLst/>
          </a:prstGeom>
        </p:spPr>
      </p:pic>
      <p:sp>
        <p:nvSpPr>
          <p:cNvPr id="99" name="Text 93"/>
          <p:cNvSpPr/>
          <p:nvPr/>
        </p:nvSpPr>
        <p:spPr>
          <a:xfrm>
            <a:off x="3206750" y="1028700"/>
            <a:ext cx="508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000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(Challenges)</a:t>
            </a:r>
            <a:endParaRPr lang="en-US" sz="2700" dirty="0"/>
          </a:p>
        </p:txBody>
      </p:sp>
      <p:sp>
        <p:nvSpPr>
          <p:cNvPr id="100" name="Shape 94"/>
          <p:cNvSpPr/>
          <p:nvPr/>
        </p:nvSpPr>
        <p:spPr>
          <a:xfrm>
            <a:off x="1371600" y="1651000"/>
            <a:ext cx="3594100" cy="736600"/>
          </a:xfrm>
          <a:prstGeom prst="rect">
            <a:avLst/>
          </a:prstGeom>
          <a:solidFill>
            <a:srgbClr val="CCE4F7"/>
          </a:solidFill>
          <a:ln w="12700">
            <a:solidFill>
              <a:srgbClr val="9DB2CF"/>
            </a:solidFill>
            <a:prstDash val="solid"/>
          </a:ln>
        </p:spPr>
      </p:sp>
      <p:sp>
        <p:nvSpPr>
          <p:cNvPr id="101" name="Text 95"/>
          <p:cNvSpPr/>
          <p:nvPr/>
        </p:nvSpPr>
        <p:spPr>
          <a:xfrm>
            <a:off x="1371600" y="1651000"/>
            <a:ext cx="35941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800" b="1" u="sng" dirty="0">
                <a:solidFill>
                  <a:srgbClr val="000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 Very Long Sequence</a:t>
            </a:r>
            <a:endParaRPr lang="en-US" sz="18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500" b="1" u="sng" dirty="0">
                <a:solidFill>
                  <a:srgbClr val="000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Vanishing Gradient</a:t>
            </a:r>
            <a:endParaRPr lang="en-US" sz="1800" dirty="0"/>
          </a:p>
        </p:txBody>
      </p:sp>
      <p:sp>
        <p:nvSpPr>
          <p:cNvPr id="102" name="Shape 96"/>
          <p:cNvSpPr/>
          <p:nvPr/>
        </p:nvSpPr>
        <p:spPr>
          <a:xfrm>
            <a:off x="774700" y="2552700"/>
            <a:ext cx="4813300" cy="11557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03" name="Text 97"/>
          <p:cNvSpPr/>
          <p:nvPr/>
        </p:nvSpPr>
        <p:spPr>
          <a:xfrm>
            <a:off x="939800" y="2514600"/>
            <a:ext cx="4648200" cy="1155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750" b="1" dirty="0">
                <a:solidFill>
                  <a:srgbClr val="000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Sequence:   </a:t>
            </a:r>
            <a:pPr algn="l" indent="0" marL="0">
              <a:lnSpc>
                <a:spcPts val="2500"/>
              </a:lnSpc>
              <a:buNone/>
            </a:pPr>
            <a:r>
              <a:rPr lang="en-US" sz="1750" b="1" dirty="0">
                <a:solidFill>
                  <a:srgbClr val="1E8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RNN</a:t>
            </a:r>
            <a:endParaRPr lang="en-US" sz="175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750" b="1" dirty="0">
                <a:solidFill>
                  <a:srgbClr val="000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Sequence: </a:t>
            </a:r>
            <a:pPr algn="l" indent="0" marL="0">
              <a:lnSpc>
                <a:spcPts val="2500"/>
              </a:lnSpc>
              <a:buNone/>
            </a:pPr>
            <a:r>
              <a:rPr lang="en-US" sz="1750" b="1" dirty="0">
                <a:solidFill>
                  <a:srgbClr val="1E8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LSTM, GRU</a:t>
            </a:r>
            <a:endParaRPr lang="en-US" sz="175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750" b="1" dirty="0">
                <a:solidFill>
                  <a:srgbClr val="000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Long Sequence: </a:t>
            </a:r>
            <a:pPr algn="l" indent="0" marL="0">
              <a:lnSpc>
                <a:spcPts val="2500"/>
              </a:lnSpc>
              <a:buNone/>
            </a:pPr>
            <a:r>
              <a:rPr lang="en-US" sz="175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</a:t>
            </a:r>
            <a:endParaRPr lang="en-US" sz="1750" dirty="0"/>
          </a:p>
        </p:txBody>
      </p:sp>
      <p:sp>
        <p:nvSpPr>
          <p:cNvPr id="104" name="Shape 98"/>
          <p:cNvSpPr/>
          <p:nvPr/>
        </p:nvSpPr>
        <p:spPr>
          <a:xfrm>
            <a:off x="6375400" y="3987800"/>
            <a:ext cx="5283200" cy="2336800"/>
          </a:xfrm>
          <a:prstGeom prst="rect">
            <a:avLst/>
          </a:prstGeom>
          <a:solidFill>
            <a:srgbClr val="EAE6DD"/>
          </a:solidFill>
          <a:ln w="15875">
            <a:solidFill>
              <a:srgbClr val="A6ABC0"/>
            </a:solidFill>
            <a:prstDash val="solid"/>
          </a:ln>
        </p:spPr>
      </p:sp>
      <p:pic>
        <p:nvPicPr>
          <p:cNvPr id="105" name="Image 4" descr="/home/ahmed/Projects/ai_llm_slides/videos/deep-learning/001_transformers_part1/recreated_pptx/build/assets/brace009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1300" y="4038600"/>
            <a:ext cx="4940300" cy="317500"/>
          </a:xfrm>
          <a:prstGeom prst="rect">
            <a:avLst/>
          </a:prstGeom>
        </p:spPr>
      </p:pic>
      <p:sp>
        <p:nvSpPr>
          <p:cNvPr id="106" name="Text 99"/>
          <p:cNvSpPr/>
          <p:nvPr/>
        </p:nvSpPr>
        <p:spPr>
          <a:xfrm>
            <a:off x="8001000" y="4254500"/>
            <a:ext cx="1930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Propagation</a:t>
            </a:r>
            <a:endParaRPr lang="en-US" sz="1550" dirty="0"/>
          </a:p>
        </p:txBody>
      </p:sp>
      <p:sp>
        <p:nvSpPr>
          <p:cNvPr id="107" name="Shape 100"/>
          <p:cNvSpPr/>
          <p:nvPr/>
        </p:nvSpPr>
        <p:spPr>
          <a:xfrm>
            <a:off x="6819900" y="4540250"/>
            <a:ext cx="4457700" cy="0"/>
          </a:xfrm>
          <a:prstGeom prst="line">
            <a:avLst/>
          </a:prstGeom>
          <a:noFill/>
          <a:ln w="44450">
            <a:solidFill>
              <a:srgbClr val="CC0000"/>
            </a:solidFill>
            <a:prstDash val="solid"/>
          </a:ln>
        </p:spPr>
      </p:sp>
      <p:sp>
        <p:nvSpPr>
          <p:cNvPr id="108" name="Shape 101"/>
          <p:cNvSpPr/>
          <p:nvPr/>
        </p:nvSpPr>
        <p:spPr>
          <a:xfrm rot="16200000">
            <a:off x="6642100" y="4432300"/>
            <a:ext cx="139700" cy="215900"/>
          </a:xfrm>
          <a:prstGeom prst="triangle">
            <a:avLst/>
          </a:prstGeom>
          <a:solidFill>
            <a:srgbClr val="CC0000"/>
          </a:solidFill>
          <a:ln/>
        </p:spPr>
      </p:sp>
      <p:sp>
        <p:nvSpPr>
          <p:cNvPr id="109" name="Shape 102"/>
          <p:cNvSpPr/>
          <p:nvPr/>
        </p:nvSpPr>
        <p:spPr>
          <a:xfrm>
            <a:off x="11277600" y="4445000"/>
            <a:ext cx="190500" cy="190500"/>
          </a:xfrm>
          <a:prstGeom prst="ellipse">
            <a:avLst/>
          </a:prstGeom>
          <a:solidFill>
            <a:srgbClr val="CC0000"/>
          </a:solidFill>
          <a:ln/>
        </p:spPr>
      </p:sp>
      <p:sp>
        <p:nvSpPr>
          <p:cNvPr id="110" name="Shape 103"/>
          <p:cNvSpPr/>
          <p:nvPr/>
        </p:nvSpPr>
        <p:spPr>
          <a:xfrm>
            <a:off x="6578600" y="4737100"/>
            <a:ext cx="304800" cy="266700"/>
          </a:xfrm>
          <a:prstGeom prst="rect">
            <a:avLst/>
          </a:prstGeom>
          <a:solidFill>
            <a:srgbClr val="F9E8D6"/>
          </a:solidFill>
          <a:ln w="9525">
            <a:solidFill>
              <a:srgbClr val="BE9D96"/>
            </a:solidFill>
            <a:prstDash val="solid"/>
          </a:ln>
        </p:spPr>
      </p:sp>
      <p:sp>
        <p:nvSpPr>
          <p:cNvPr id="111" name="Shape 104"/>
          <p:cNvSpPr/>
          <p:nvPr/>
        </p:nvSpPr>
        <p:spPr>
          <a:xfrm flipV="1">
            <a:off x="6705600" y="4845050"/>
            <a:ext cx="50800" cy="63500"/>
          </a:xfrm>
          <a:prstGeom prst="triangle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12" name="Shape 105"/>
          <p:cNvSpPr/>
          <p:nvPr/>
        </p:nvSpPr>
        <p:spPr>
          <a:xfrm>
            <a:off x="7048500" y="4737100"/>
            <a:ext cx="330200" cy="266700"/>
          </a:xfrm>
          <a:prstGeom prst="rect">
            <a:avLst/>
          </a:prstGeom>
          <a:solidFill>
            <a:srgbClr val="F9E8D6"/>
          </a:solidFill>
          <a:ln w="9525">
            <a:solidFill>
              <a:srgbClr val="BE9D96"/>
            </a:solidFill>
            <a:prstDash val="solid"/>
          </a:ln>
        </p:spPr>
      </p:sp>
      <p:sp>
        <p:nvSpPr>
          <p:cNvPr id="113" name="Shape 106"/>
          <p:cNvSpPr/>
          <p:nvPr/>
        </p:nvSpPr>
        <p:spPr>
          <a:xfrm flipV="1">
            <a:off x="7181850" y="4838700"/>
            <a:ext cx="63500" cy="76200"/>
          </a:xfrm>
          <a:prstGeom prst="triangle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14" name="Shape 107"/>
          <p:cNvSpPr/>
          <p:nvPr/>
        </p:nvSpPr>
        <p:spPr>
          <a:xfrm>
            <a:off x="7543800" y="4737100"/>
            <a:ext cx="304800" cy="266700"/>
          </a:xfrm>
          <a:prstGeom prst="rect">
            <a:avLst/>
          </a:prstGeom>
          <a:solidFill>
            <a:srgbClr val="F9E8D6"/>
          </a:solidFill>
          <a:ln w="9525">
            <a:solidFill>
              <a:srgbClr val="BE9D96"/>
            </a:solidFill>
            <a:prstDash val="solid"/>
          </a:ln>
        </p:spPr>
      </p:sp>
      <p:sp>
        <p:nvSpPr>
          <p:cNvPr id="115" name="Shape 108"/>
          <p:cNvSpPr/>
          <p:nvPr/>
        </p:nvSpPr>
        <p:spPr>
          <a:xfrm flipV="1">
            <a:off x="7658100" y="4826000"/>
            <a:ext cx="76200" cy="101600"/>
          </a:xfrm>
          <a:prstGeom prst="triangle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16" name="Shape 109"/>
          <p:cNvSpPr/>
          <p:nvPr/>
        </p:nvSpPr>
        <p:spPr>
          <a:xfrm>
            <a:off x="8026400" y="4737100"/>
            <a:ext cx="304800" cy="266700"/>
          </a:xfrm>
          <a:prstGeom prst="rect">
            <a:avLst/>
          </a:prstGeom>
          <a:solidFill>
            <a:srgbClr val="F9E8D6"/>
          </a:solidFill>
          <a:ln w="9525">
            <a:solidFill>
              <a:srgbClr val="BE9D96"/>
            </a:solidFill>
            <a:prstDash val="solid"/>
          </a:ln>
        </p:spPr>
      </p:sp>
      <p:sp>
        <p:nvSpPr>
          <p:cNvPr id="117" name="Shape 110"/>
          <p:cNvSpPr/>
          <p:nvPr/>
        </p:nvSpPr>
        <p:spPr>
          <a:xfrm flipV="1">
            <a:off x="8128000" y="4813300"/>
            <a:ext cx="101600" cy="127000"/>
          </a:xfrm>
          <a:prstGeom prst="triangle">
            <a:avLst/>
          </a:prstGeom>
          <a:ln w="11289">
            <a:solidFill>
              <a:srgbClr val="000000"/>
            </a:solidFill>
            <a:prstDash val="solid"/>
          </a:ln>
        </p:spPr>
      </p:sp>
      <p:sp>
        <p:nvSpPr>
          <p:cNvPr id="118" name="Shape 111"/>
          <p:cNvSpPr/>
          <p:nvPr/>
        </p:nvSpPr>
        <p:spPr>
          <a:xfrm>
            <a:off x="8509000" y="4737100"/>
            <a:ext cx="304800" cy="266700"/>
          </a:xfrm>
          <a:prstGeom prst="rect">
            <a:avLst/>
          </a:prstGeom>
          <a:solidFill>
            <a:srgbClr val="F9E8D6"/>
          </a:solidFill>
          <a:ln w="9525">
            <a:solidFill>
              <a:srgbClr val="BE9D96"/>
            </a:solidFill>
            <a:prstDash val="solid"/>
          </a:ln>
        </p:spPr>
      </p:sp>
      <p:sp>
        <p:nvSpPr>
          <p:cNvPr id="119" name="Shape 112"/>
          <p:cNvSpPr/>
          <p:nvPr/>
        </p:nvSpPr>
        <p:spPr>
          <a:xfrm flipV="1">
            <a:off x="8604250" y="4806950"/>
            <a:ext cx="114300" cy="139700"/>
          </a:xfrm>
          <a:prstGeom prst="triangle">
            <a:avLst/>
          </a:prstGeom>
          <a:ln w="12700">
            <a:solidFill>
              <a:srgbClr val="000000"/>
            </a:solidFill>
            <a:prstDash val="solid"/>
          </a:ln>
        </p:spPr>
      </p:sp>
      <p:sp>
        <p:nvSpPr>
          <p:cNvPr id="120" name="Shape 113"/>
          <p:cNvSpPr/>
          <p:nvPr/>
        </p:nvSpPr>
        <p:spPr>
          <a:xfrm>
            <a:off x="8940800" y="4737100"/>
            <a:ext cx="317500" cy="266700"/>
          </a:xfrm>
          <a:prstGeom prst="rect">
            <a:avLst/>
          </a:prstGeom>
          <a:solidFill>
            <a:srgbClr val="F9E8D6"/>
          </a:solidFill>
          <a:ln w="9525">
            <a:solidFill>
              <a:srgbClr val="BE9D96"/>
            </a:solidFill>
            <a:prstDash val="solid"/>
          </a:ln>
        </p:spPr>
      </p:sp>
      <p:sp>
        <p:nvSpPr>
          <p:cNvPr id="121" name="Shape 114"/>
          <p:cNvSpPr/>
          <p:nvPr/>
        </p:nvSpPr>
        <p:spPr>
          <a:xfrm flipV="1">
            <a:off x="9042400" y="4806950"/>
            <a:ext cx="114300" cy="139700"/>
          </a:xfrm>
          <a:prstGeom prst="triangle">
            <a:avLst/>
          </a:prstGeom>
          <a:ln w="12700">
            <a:solidFill>
              <a:srgbClr val="000000"/>
            </a:solidFill>
            <a:prstDash val="solid"/>
          </a:ln>
        </p:spPr>
      </p:sp>
      <p:sp>
        <p:nvSpPr>
          <p:cNvPr id="122" name="Shape 115"/>
          <p:cNvSpPr/>
          <p:nvPr/>
        </p:nvSpPr>
        <p:spPr>
          <a:xfrm>
            <a:off x="9385300" y="4737100"/>
            <a:ext cx="304800" cy="266700"/>
          </a:xfrm>
          <a:prstGeom prst="rect">
            <a:avLst/>
          </a:prstGeom>
          <a:solidFill>
            <a:srgbClr val="F9E8D6"/>
          </a:solidFill>
          <a:ln w="9525">
            <a:solidFill>
              <a:srgbClr val="BE9D96"/>
            </a:solidFill>
            <a:prstDash val="solid"/>
          </a:ln>
        </p:spPr>
      </p:sp>
      <p:sp>
        <p:nvSpPr>
          <p:cNvPr id="123" name="Shape 116"/>
          <p:cNvSpPr/>
          <p:nvPr/>
        </p:nvSpPr>
        <p:spPr>
          <a:xfrm flipV="1">
            <a:off x="9474200" y="4800600"/>
            <a:ext cx="127000" cy="152400"/>
          </a:xfrm>
          <a:prstGeom prst="triangle">
            <a:avLst/>
          </a:prstGeom>
          <a:ln w="14111">
            <a:solidFill>
              <a:srgbClr val="000000"/>
            </a:solidFill>
            <a:prstDash val="solid"/>
          </a:ln>
        </p:spPr>
      </p:sp>
      <p:sp>
        <p:nvSpPr>
          <p:cNvPr id="124" name="Shape 117"/>
          <p:cNvSpPr/>
          <p:nvPr/>
        </p:nvSpPr>
        <p:spPr>
          <a:xfrm>
            <a:off x="9817100" y="4737100"/>
            <a:ext cx="317500" cy="266700"/>
          </a:xfrm>
          <a:prstGeom prst="rect">
            <a:avLst/>
          </a:prstGeom>
          <a:solidFill>
            <a:srgbClr val="F9E8D6"/>
          </a:solidFill>
          <a:ln w="9525">
            <a:solidFill>
              <a:srgbClr val="BE9D96"/>
            </a:solidFill>
            <a:prstDash val="solid"/>
          </a:ln>
        </p:spPr>
      </p:sp>
      <p:sp>
        <p:nvSpPr>
          <p:cNvPr id="125" name="Shape 118"/>
          <p:cNvSpPr/>
          <p:nvPr/>
        </p:nvSpPr>
        <p:spPr>
          <a:xfrm flipV="1">
            <a:off x="9906000" y="4800600"/>
            <a:ext cx="139700" cy="152400"/>
          </a:xfrm>
          <a:prstGeom prst="triangle">
            <a:avLst/>
          </a:prstGeom>
          <a:ln w="15522">
            <a:solidFill>
              <a:srgbClr val="000000"/>
            </a:solidFill>
            <a:prstDash val="solid"/>
          </a:ln>
        </p:spPr>
      </p:sp>
      <p:sp>
        <p:nvSpPr>
          <p:cNvPr id="126" name="Shape 119"/>
          <p:cNvSpPr/>
          <p:nvPr/>
        </p:nvSpPr>
        <p:spPr>
          <a:xfrm>
            <a:off x="10299700" y="4737100"/>
            <a:ext cx="317500" cy="266700"/>
          </a:xfrm>
          <a:prstGeom prst="rect">
            <a:avLst/>
          </a:prstGeom>
          <a:solidFill>
            <a:srgbClr val="F9E8D6"/>
          </a:solidFill>
          <a:ln w="9525">
            <a:solidFill>
              <a:srgbClr val="BE9D96"/>
            </a:solidFill>
            <a:prstDash val="solid"/>
          </a:ln>
        </p:spPr>
      </p:sp>
      <p:sp>
        <p:nvSpPr>
          <p:cNvPr id="127" name="Shape 120"/>
          <p:cNvSpPr/>
          <p:nvPr/>
        </p:nvSpPr>
        <p:spPr>
          <a:xfrm flipV="1">
            <a:off x="10382250" y="4787900"/>
            <a:ext cx="152400" cy="177800"/>
          </a:xfrm>
          <a:prstGeom prst="triangle">
            <a:avLst/>
          </a:prstGeom>
          <a:ln w="16933">
            <a:solidFill>
              <a:srgbClr val="000000"/>
            </a:solidFill>
            <a:prstDash val="solid"/>
          </a:ln>
        </p:spPr>
      </p:sp>
      <p:sp>
        <p:nvSpPr>
          <p:cNvPr id="128" name="Shape 121"/>
          <p:cNvSpPr/>
          <p:nvPr/>
        </p:nvSpPr>
        <p:spPr>
          <a:xfrm>
            <a:off x="10744200" y="4737100"/>
            <a:ext cx="317500" cy="266700"/>
          </a:xfrm>
          <a:prstGeom prst="rect">
            <a:avLst/>
          </a:prstGeom>
          <a:solidFill>
            <a:srgbClr val="F9E8D6"/>
          </a:solidFill>
          <a:ln w="9525">
            <a:solidFill>
              <a:srgbClr val="BE9D96"/>
            </a:solidFill>
            <a:prstDash val="solid"/>
          </a:ln>
        </p:spPr>
      </p:sp>
      <p:sp>
        <p:nvSpPr>
          <p:cNvPr id="129" name="Shape 122"/>
          <p:cNvSpPr/>
          <p:nvPr/>
        </p:nvSpPr>
        <p:spPr>
          <a:xfrm flipV="1">
            <a:off x="10820400" y="4781550"/>
            <a:ext cx="165100" cy="190500"/>
          </a:xfrm>
          <a:prstGeom prst="triangle">
            <a:avLst/>
          </a:prstGeom>
          <a:ln w="18344">
            <a:solidFill>
              <a:srgbClr val="000000"/>
            </a:solidFill>
            <a:prstDash val="solid"/>
          </a:ln>
        </p:spPr>
      </p:sp>
      <p:sp>
        <p:nvSpPr>
          <p:cNvPr id="130" name="Shape 123"/>
          <p:cNvSpPr/>
          <p:nvPr/>
        </p:nvSpPr>
        <p:spPr>
          <a:xfrm>
            <a:off x="11188700" y="4737100"/>
            <a:ext cx="304800" cy="266700"/>
          </a:xfrm>
          <a:prstGeom prst="rect">
            <a:avLst/>
          </a:prstGeom>
          <a:solidFill>
            <a:srgbClr val="F9E8D6"/>
          </a:solidFill>
          <a:ln w="9525">
            <a:solidFill>
              <a:srgbClr val="BE9D96"/>
            </a:solidFill>
            <a:prstDash val="solid"/>
          </a:ln>
        </p:spPr>
      </p:sp>
      <p:sp>
        <p:nvSpPr>
          <p:cNvPr id="131" name="Shape 124"/>
          <p:cNvSpPr/>
          <p:nvPr/>
        </p:nvSpPr>
        <p:spPr>
          <a:xfrm flipV="1">
            <a:off x="11252200" y="4775200"/>
            <a:ext cx="177800" cy="203200"/>
          </a:xfrm>
          <a:prstGeom prst="triangle">
            <a:avLst/>
          </a:prstGeom>
          <a:ln w="19756">
            <a:solidFill>
              <a:srgbClr val="000000"/>
            </a:solidFill>
            <a:prstDash val="solid"/>
          </a:ln>
        </p:spPr>
      </p:sp>
      <p:sp>
        <p:nvSpPr>
          <p:cNvPr id="132" name="Shape 125"/>
          <p:cNvSpPr/>
          <p:nvPr/>
        </p:nvSpPr>
        <p:spPr>
          <a:xfrm>
            <a:off x="6902450" y="4889500"/>
            <a:ext cx="139700" cy="0"/>
          </a:xfrm>
          <a:prstGeom prst="line">
            <a:avLst/>
          </a:prstGeom>
          <a:noFill/>
          <a:ln w="15875">
            <a:solidFill>
              <a:srgbClr val="B22228"/>
            </a:solidFill>
            <a:prstDash val="solid"/>
            <a:headEnd type="triangle"/>
          </a:ln>
        </p:spPr>
      </p:sp>
      <p:sp>
        <p:nvSpPr>
          <p:cNvPr id="133" name="Shape 126"/>
          <p:cNvSpPr/>
          <p:nvPr/>
        </p:nvSpPr>
        <p:spPr>
          <a:xfrm>
            <a:off x="7385050" y="4889500"/>
            <a:ext cx="139700" cy="0"/>
          </a:xfrm>
          <a:prstGeom prst="line">
            <a:avLst/>
          </a:prstGeom>
          <a:noFill/>
          <a:ln w="15875">
            <a:solidFill>
              <a:srgbClr val="B22228"/>
            </a:solidFill>
            <a:prstDash val="solid"/>
            <a:headEnd type="triangle"/>
          </a:ln>
        </p:spPr>
      </p:sp>
      <p:sp>
        <p:nvSpPr>
          <p:cNvPr id="134" name="Shape 127"/>
          <p:cNvSpPr/>
          <p:nvPr/>
        </p:nvSpPr>
        <p:spPr>
          <a:xfrm>
            <a:off x="7867650" y="4889500"/>
            <a:ext cx="139700" cy="0"/>
          </a:xfrm>
          <a:prstGeom prst="line">
            <a:avLst/>
          </a:prstGeom>
          <a:noFill/>
          <a:ln w="15875">
            <a:solidFill>
              <a:srgbClr val="B22228"/>
            </a:solidFill>
            <a:prstDash val="solid"/>
            <a:headEnd type="triangle"/>
          </a:ln>
        </p:spPr>
      </p:sp>
      <p:sp>
        <p:nvSpPr>
          <p:cNvPr id="135" name="Shape 128"/>
          <p:cNvSpPr/>
          <p:nvPr/>
        </p:nvSpPr>
        <p:spPr>
          <a:xfrm>
            <a:off x="8350250" y="4889500"/>
            <a:ext cx="139700" cy="0"/>
          </a:xfrm>
          <a:prstGeom prst="line">
            <a:avLst/>
          </a:prstGeom>
          <a:noFill/>
          <a:ln w="15875">
            <a:solidFill>
              <a:srgbClr val="B22228"/>
            </a:solidFill>
            <a:prstDash val="solid"/>
            <a:headEnd type="triangle"/>
          </a:ln>
        </p:spPr>
      </p:sp>
      <p:sp>
        <p:nvSpPr>
          <p:cNvPr id="136" name="Shape 129"/>
          <p:cNvSpPr/>
          <p:nvPr/>
        </p:nvSpPr>
        <p:spPr>
          <a:xfrm>
            <a:off x="8810625" y="4889500"/>
            <a:ext cx="139700" cy="0"/>
          </a:xfrm>
          <a:prstGeom prst="line">
            <a:avLst/>
          </a:prstGeom>
          <a:noFill/>
          <a:ln w="15875">
            <a:solidFill>
              <a:srgbClr val="B22228"/>
            </a:solidFill>
            <a:prstDash val="solid"/>
            <a:headEnd type="triangle"/>
          </a:ln>
        </p:spPr>
      </p:sp>
      <p:sp>
        <p:nvSpPr>
          <p:cNvPr id="137" name="Shape 130"/>
          <p:cNvSpPr/>
          <p:nvPr/>
        </p:nvSpPr>
        <p:spPr>
          <a:xfrm>
            <a:off x="9248775" y="4889500"/>
            <a:ext cx="139700" cy="0"/>
          </a:xfrm>
          <a:prstGeom prst="line">
            <a:avLst/>
          </a:prstGeom>
          <a:noFill/>
          <a:ln w="15875">
            <a:solidFill>
              <a:srgbClr val="B22228"/>
            </a:solidFill>
            <a:prstDash val="solid"/>
            <a:headEnd type="triangle"/>
          </a:ln>
        </p:spPr>
      </p:sp>
      <p:sp>
        <p:nvSpPr>
          <p:cNvPr id="138" name="Shape 131"/>
          <p:cNvSpPr/>
          <p:nvPr/>
        </p:nvSpPr>
        <p:spPr>
          <a:xfrm>
            <a:off x="9686925" y="4889500"/>
            <a:ext cx="139700" cy="0"/>
          </a:xfrm>
          <a:prstGeom prst="line">
            <a:avLst/>
          </a:prstGeom>
          <a:noFill/>
          <a:ln w="15875">
            <a:solidFill>
              <a:srgbClr val="B22228"/>
            </a:solidFill>
            <a:prstDash val="solid"/>
            <a:headEnd type="triangle"/>
          </a:ln>
        </p:spPr>
      </p:sp>
      <p:sp>
        <p:nvSpPr>
          <p:cNvPr id="139" name="Shape 132"/>
          <p:cNvSpPr/>
          <p:nvPr/>
        </p:nvSpPr>
        <p:spPr>
          <a:xfrm>
            <a:off x="10147300" y="4889500"/>
            <a:ext cx="139700" cy="0"/>
          </a:xfrm>
          <a:prstGeom prst="line">
            <a:avLst/>
          </a:prstGeom>
          <a:noFill/>
          <a:ln w="15875">
            <a:solidFill>
              <a:srgbClr val="B22228"/>
            </a:solidFill>
            <a:prstDash val="solid"/>
            <a:headEnd type="triangle"/>
          </a:ln>
        </p:spPr>
      </p:sp>
      <p:sp>
        <p:nvSpPr>
          <p:cNvPr id="140" name="Shape 133"/>
          <p:cNvSpPr/>
          <p:nvPr/>
        </p:nvSpPr>
        <p:spPr>
          <a:xfrm>
            <a:off x="10610850" y="4889500"/>
            <a:ext cx="139700" cy="0"/>
          </a:xfrm>
          <a:prstGeom prst="line">
            <a:avLst/>
          </a:prstGeom>
          <a:noFill/>
          <a:ln w="15875">
            <a:solidFill>
              <a:srgbClr val="B22228"/>
            </a:solidFill>
            <a:prstDash val="solid"/>
            <a:headEnd type="triangle"/>
          </a:ln>
        </p:spPr>
      </p:sp>
      <p:sp>
        <p:nvSpPr>
          <p:cNvPr id="141" name="Shape 134"/>
          <p:cNvSpPr/>
          <p:nvPr/>
        </p:nvSpPr>
        <p:spPr>
          <a:xfrm>
            <a:off x="11052175" y="4889500"/>
            <a:ext cx="139700" cy="0"/>
          </a:xfrm>
          <a:prstGeom prst="line">
            <a:avLst/>
          </a:prstGeom>
          <a:noFill/>
          <a:ln w="15875">
            <a:solidFill>
              <a:srgbClr val="B22228"/>
            </a:solidFill>
            <a:prstDash val="solid"/>
            <a:headEnd type="triangle"/>
          </a:ln>
        </p:spPr>
      </p:sp>
      <p:sp>
        <p:nvSpPr>
          <p:cNvPr id="142" name="Shape 135"/>
          <p:cNvSpPr/>
          <p:nvPr/>
        </p:nvSpPr>
        <p:spPr>
          <a:xfrm>
            <a:off x="6610350" y="5207000"/>
            <a:ext cx="266700" cy="127000"/>
          </a:xfrm>
          <a:prstGeom prst="rect">
            <a:avLst/>
          </a:prstGeom>
          <a:solidFill>
            <a:srgbClr val="FAEBFC"/>
          </a:solidFill>
          <a:ln w="6350">
            <a:solidFill>
              <a:srgbClr val="C9A6BC"/>
            </a:solidFill>
            <a:prstDash val="solid"/>
          </a:ln>
        </p:spPr>
      </p:sp>
      <p:sp>
        <p:nvSpPr>
          <p:cNvPr id="143" name="Shape 136"/>
          <p:cNvSpPr/>
          <p:nvPr/>
        </p:nvSpPr>
        <p:spPr>
          <a:xfrm>
            <a:off x="7054850" y="5207000"/>
            <a:ext cx="266700" cy="127000"/>
          </a:xfrm>
          <a:prstGeom prst="rect">
            <a:avLst/>
          </a:prstGeom>
          <a:solidFill>
            <a:srgbClr val="FAEBFC"/>
          </a:solidFill>
          <a:ln w="6350">
            <a:solidFill>
              <a:srgbClr val="C9A6BC"/>
            </a:solidFill>
            <a:prstDash val="solid"/>
          </a:ln>
        </p:spPr>
      </p:sp>
      <p:sp>
        <p:nvSpPr>
          <p:cNvPr id="144" name="Shape 137"/>
          <p:cNvSpPr/>
          <p:nvPr/>
        </p:nvSpPr>
        <p:spPr>
          <a:xfrm>
            <a:off x="7486650" y="5207000"/>
            <a:ext cx="266700" cy="127000"/>
          </a:xfrm>
          <a:prstGeom prst="rect">
            <a:avLst/>
          </a:prstGeom>
          <a:solidFill>
            <a:srgbClr val="FAEBFC"/>
          </a:solidFill>
          <a:ln w="6350">
            <a:solidFill>
              <a:srgbClr val="C9A6BC"/>
            </a:solidFill>
            <a:prstDash val="solid"/>
          </a:ln>
        </p:spPr>
      </p:sp>
      <p:sp>
        <p:nvSpPr>
          <p:cNvPr id="145" name="Shape 138"/>
          <p:cNvSpPr/>
          <p:nvPr/>
        </p:nvSpPr>
        <p:spPr>
          <a:xfrm>
            <a:off x="7969250" y="5207000"/>
            <a:ext cx="266700" cy="127000"/>
          </a:xfrm>
          <a:prstGeom prst="rect">
            <a:avLst/>
          </a:prstGeom>
          <a:solidFill>
            <a:srgbClr val="FAEBFC"/>
          </a:solidFill>
          <a:ln w="6350">
            <a:solidFill>
              <a:srgbClr val="C9A6BC"/>
            </a:solidFill>
            <a:prstDash val="solid"/>
          </a:ln>
        </p:spPr>
      </p:sp>
      <p:sp>
        <p:nvSpPr>
          <p:cNvPr id="146" name="Shape 139"/>
          <p:cNvSpPr/>
          <p:nvPr/>
        </p:nvSpPr>
        <p:spPr>
          <a:xfrm>
            <a:off x="8413750" y="5207000"/>
            <a:ext cx="266700" cy="127000"/>
          </a:xfrm>
          <a:prstGeom prst="rect">
            <a:avLst/>
          </a:prstGeom>
          <a:solidFill>
            <a:srgbClr val="FAEBFC"/>
          </a:solidFill>
          <a:ln w="6350">
            <a:solidFill>
              <a:srgbClr val="C9A6BC"/>
            </a:solidFill>
            <a:prstDash val="solid"/>
          </a:ln>
        </p:spPr>
      </p:sp>
      <p:sp>
        <p:nvSpPr>
          <p:cNvPr id="147" name="Shape 140"/>
          <p:cNvSpPr/>
          <p:nvPr/>
        </p:nvSpPr>
        <p:spPr>
          <a:xfrm>
            <a:off x="8851900" y="5207000"/>
            <a:ext cx="266700" cy="127000"/>
          </a:xfrm>
          <a:prstGeom prst="rect">
            <a:avLst/>
          </a:prstGeom>
          <a:solidFill>
            <a:srgbClr val="FAEBFC"/>
          </a:solidFill>
          <a:ln w="6350">
            <a:solidFill>
              <a:srgbClr val="C9A6BC"/>
            </a:solidFill>
            <a:prstDash val="solid"/>
          </a:ln>
        </p:spPr>
      </p:sp>
      <p:sp>
        <p:nvSpPr>
          <p:cNvPr id="148" name="Shape 141"/>
          <p:cNvSpPr/>
          <p:nvPr/>
        </p:nvSpPr>
        <p:spPr>
          <a:xfrm>
            <a:off x="9290050" y="5207000"/>
            <a:ext cx="266700" cy="127000"/>
          </a:xfrm>
          <a:prstGeom prst="rect">
            <a:avLst/>
          </a:prstGeom>
          <a:solidFill>
            <a:srgbClr val="FAEBFC"/>
          </a:solidFill>
          <a:ln w="6350">
            <a:solidFill>
              <a:srgbClr val="C9A6BC"/>
            </a:solidFill>
            <a:prstDash val="solid"/>
          </a:ln>
        </p:spPr>
      </p:sp>
      <p:sp>
        <p:nvSpPr>
          <p:cNvPr id="149" name="Shape 142"/>
          <p:cNvSpPr/>
          <p:nvPr/>
        </p:nvSpPr>
        <p:spPr>
          <a:xfrm>
            <a:off x="9772650" y="5207000"/>
            <a:ext cx="266700" cy="127000"/>
          </a:xfrm>
          <a:prstGeom prst="rect">
            <a:avLst/>
          </a:prstGeom>
          <a:solidFill>
            <a:srgbClr val="FAEBFC"/>
          </a:solidFill>
          <a:ln w="6350">
            <a:solidFill>
              <a:srgbClr val="C9A6BC"/>
            </a:solidFill>
            <a:prstDash val="solid"/>
          </a:ln>
        </p:spPr>
      </p:sp>
      <p:sp>
        <p:nvSpPr>
          <p:cNvPr id="150" name="Shape 143"/>
          <p:cNvSpPr/>
          <p:nvPr/>
        </p:nvSpPr>
        <p:spPr>
          <a:xfrm>
            <a:off x="10255250" y="5207000"/>
            <a:ext cx="266700" cy="127000"/>
          </a:xfrm>
          <a:prstGeom prst="rect">
            <a:avLst/>
          </a:prstGeom>
          <a:solidFill>
            <a:srgbClr val="FAEBFC"/>
          </a:solidFill>
          <a:ln w="6350">
            <a:solidFill>
              <a:srgbClr val="C9A6BC"/>
            </a:solidFill>
            <a:prstDash val="solid"/>
          </a:ln>
        </p:spPr>
      </p:sp>
      <p:sp>
        <p:nvSpPr>
          <p:cNvPr id="151" name="Shape 144"/>
          <p:cNvSpPr/>
          <p:nvPr/>
        </p:nvSpPr>
        <p:spPr>
          <a:xfrm>
            <a:off x="10737850" y="5207000"/>
            <a:ext cx="266700" cy="127000"/>
          </a:xfrm>
          <a:prstGeom prst="rect">
            <a:avLst/>
          </a:prstGeom>
          <a:solidFill>
            <a:srgbClr val="FAEBFC"/>
          </a:solidFill>
          <a:ln w="6350">
            <a:solidFill>
              <a:srgbClr val="C9A6BC"/>
            </a:solidFill>
            <a:prstDash val="solid"/>
          </a:ln>
        </p:spPr>
      </p:sp>
      <p:sp>
        <p:nvSpPr>
          <p:cNvPr id="152" name="Shape 145"/>
          <p:cNvSpPr/>
          <p:nvPr/>
        </p:nvSpPr>
        <p:spPr>
          <a:xfrm>
            <a:off x="11220450" y="5207000"/>
            <a:ext cx="266700" cy="127000"/>
          </a:xfrm>
          <a:prstGeom prst="rect">
            <a:avLst/>
          </a:prstGeom>
          <a:solidFill>
            <a:srgbClr val="FAEBFC"/>
          </a:solidFill>
          <a:ln w="6350">
            <a:solidFill>
              <a:srgbClr val="C9A6BC"/>
            </a:solidFill>
            <a:prstDash val="solid"/>
          </a:ln>
        </p:spPr>
      </p:sp>
      <p:sp>
        <p:nvSpPr>
          <p:cNvPr id="153" name="Shape 146"/>
          <p:cNvSpPr/>
          <p:nvPr/>
        </p:nvSpPr>
        <p:spPr>
          <a:xfrm>
            <a:off x="6896100" y="5276850"/>
            <a:ext cx="139700" cy="0"/>
          </a:xfrm>
          <a:prstGeom prst="line">
            <a:avLst/>
          </a:prstGeom>
          <a:noFill/>
          <a:ln w="15875">
            <a:solidFill>
              <a:srgbClr val="B22228"/>
            </a:solidFill>
            <a:prstDash val="solid"/>
            <a:headEnd type="triangle"/>
          </a:ln>
        </p:spPr>
      </p:sp>
      <p:sp>
        <p:nvSpPr>
          <p:cNvPr id="154" name="Shape 147"/>
          <p:cNvSpPr/>
          <p:nvPr/>
        </p:nvSpPr>
        <p:spPr>
          <a:xfrm>
            <a:off x="7334250" y="5276850"/>
            <a:ext cx="139700" cy="0"/>
          </a:xfrm>
          <a:prstGeom prst="line">
            <a:avLst/>
          </a:prstGeom>
          <a:noFill/>
          <a:ln w="15875">
            <a:solidFill>
              <a:srgbClr val="B22228"/>
            </a:solidFill>
            <a:prstDash val="solid"/>
            <a:headEnd type="triangle"/>
          </a:ln>
        </p:spPr>
      </p:sp>
      <p:sp>
        <p:nvSpPr>
          <p:cNvPr id="155" name="Shape 148"/>
          <p:cNvSpPr/>
          <p:nvPr/>
        </p:nvSpPr>
        <p:spPr>
          <a:xfrm>
            <a:off x="7791450" y="5276850"/>
            <a:ext cx="139700" cy="0"/>
          </a:xfrm>
          <a:prstGeom prst="line">
            <a:avLst/>
          </a:prstGeom>
          <a:noFill/>
          <a:ln w="15875">
            <a:solidFill>
              <a:srgbClr val="B22228"/>
            </a:solidFill>
            <a:prstDash val="solid"/>
            <a:headEnd type="triangle"/>
          </a:ln>
        </p:spPr>
      </p:sp>
      <p:sp>
        <p:nvSpPr>
          <p:cNvPr id="156" name="Shape 149"/>
          <p:cNvSpPr/>
          <p:nvPr/>
        </p:nvSpPr>
        <p:spPr>
          <a:xfrm>
            <a:off x="8255000" y="5276850"/>
            <a:ext cx="139700" cy="0"/>
          </a:xfrm>
          <a:prstGeom prst="line">
            <a:avLst/>
          </a:prstGeom>
          <a:noFill/>
          <a:ln w="15875">
            <a:solidFill>
              <a:srgbClr val="B22228"/>
            </a:solidFill>
            <a:prstDash val="solid"/>
            <a:headEnd type="triangle"/>
          </a:ln>
        </p:spPr>
      </p:sp>
      <p:sp>
        <p:nvSpPr>
          <p:cNvPr id="157" name="Shape 150"/>
          <p:cNvSpPr/>
          <p:nvPr/>
        </p:nvSpPr>
        <p:spPr>
          <a:xfrm>
            <a:off x="8696325" y="5276850"/>
            <a:ext cx="139700" cy="0"/>
          </a:xfrm>
          <a:prstGeom prst="line">
            <a:avLst/>
          </a:prstGeom>
          <a:noFill/>
          <a:ln w="15875">
            <a:solidFill>
              <a:srgbClr val="B22228"/>
            </a:solidFill>
            <a:prstDash val="solid"/>
            <a:headEnd type="triangle"/>
          </a:ln>
        </p:spPr>
      </p:sp>
      <p:sp>
        <p:nvSpPr>
          <p:cNvPr id="158" name="Shape 151"/>
          <p:cNvSpPr/>
          <p:nvPr/>
        </p:nvSpPr>
        <p:spPr>
          <a:xfrm>
            <a:off x="9134475" y="5276850"/>
            <a:ext cx="139700" cy="0"/>
          </a:xfrm>
          <a:prstGeom prst="line">
            <a:avLst/>
          </a:prstGeom>
          <a:noFill/>
          <a:ln w="15875">
            <a:solidFill>
              <a:srgbClr val="B22228"/>
            </a:solidFill>
            <a:prstDash val="solid"/>
            <a:headEnd type="triangle"/>
          </a:ln>
        </p:spPr>
      </p:sp>
      <p:sp>
        <p:nvSpPr>
          <p:cNvPr id="159" name="Shape 152"/>
          <p:cNvSpPr/>
          <p:nvPr/>
        </p:nvSpPr>
        <p:spPr>
          <a:xfrm>
            <a:off x="9594850" y="5276850"/>
            <a:ext cx="139700" cy="0"/>
          </a:xfrm>
          <a:prstGeom prst="line">
            <a:avLst/>
          </a:prstGeom>
          <a:noFill/>
          <a:ln w="15875">
            <a:solidFill>
              <a:srgbClr val="B22228"/>
            </a:solidFill>
            <a:prstDash val="solid"/>
            <a:headEnd type="triangle"/>
          </a:ln>
        </p:spPr>
      </p:sp>
      <p:sp>
        <p:nvSpPr>
          <p:cNvPr id="160" name="Shape 153"/>
          <p:cNvSpPr/>
          <p:nvPr/>
        </p:nvSpPr>
        <p:spPr>
          <a:xfrm>
            <a:off x="10077450" y="5276850"/>
            <a:ext cx="139700" cy="0"/>
          </a:xfrm>
          <a:prstGeom prst="line">
            <a:avLst/>
          </a:prstGeom>
          <a:noFill/>
          <a:ln w="15875">
            <a:solidFill>
              <a:srgbClr val="B22228"/>
            </a:solidFill>
            <a:prstDash val="solid"/>
            <a:headEnd type="triangle"/>
          </a:ln>
        </p:spPr>
      </p:sp>
      <p:sp>
        <p:nvSpPr>
          <p:cNvPr id="161" name="Shape 154"/>
          <p:cNvSpPr/>
          <p:nvPr/>
        </p:nvSpPr>
        <p:spPr>
          <a:xfrm>
            <a:off x="10560050" y="5276850"/>
            <a:ext cx="139700" cy="0"/>
          </a:xfrm>
          <a:prstGeom prst="line">
            <a:avLst/>
          </a:prstGeom>
          <a:noFill/>
          <a:ln w="15875">
            <a:solidFill>
              <a:srgbClr val="B22228"/>
            </a:solidFill>
            <a:prstDash val="solid"/>
            <a:headEnd type="triangle"/>
          </a:ln>
        </p:spPr>
      </p:sp>
      <p:sp>
        <p:nvSpPr>
          <p:cNvPr id="162" name="Shape 155"/>
          <p:cNvSpPr/>
          <p:nvPr/>
        </p:nvSpPr>
        <p:spPr>
          <a:xfrm>
            <a:off x="11042650" y="5276850"/>
            <a:ext cx="139700" cy="0"/>
          </a:xfrm>
          <a:prstGeom prst="line">
            <a:avLst/>
          </a:prstGeom>
          <a:noFill/>
          <a:ln w="15875">
            <a:solidFill>
              <a:srgbClr val="B22228"/>
            </a:solidFill>
            <a:prstDash val="solid"/>
            <a:headEnd type="triangle"/>
          </a:ln>
        </p:spPr>
      </p:sp>
      <p:sp>
        <p:nvSpPr>
          <p:cNvPr id="163" name="Shape 156"/>
          <p:cNvSpPr/>
          <p:nvPr/>
        </p:nvSpPr>
        <p:spPr>
          <a:xfrm>
            <a:off x="6743700" y="5321300"/>
            <a:ext cx="0" cy="546100"/>
          </a:xfrm>
          <a:prstGeom prst="line">
            <a:avLst/>
          </a:prstGeom>
          <a:noFill/>
          <a:ln w="9525">
            <a:solidFill>
              <a:srgbClr val="7AA87A"/>
            </a:solidFill>
            <a:prstDash val="solid"/>
            <a:headEnd type="triangle"/>
          </a:ln>
        </p:spPr>
      </p:sp>
      <p:sp>
        <p:nvSpPr>
          <p:cNvPr id="164" name="Shape 157"/>
          <p:cNvSpPr/>
          <p:nvPr/>
        </p:nvSpPr>
        <p:spPr>
          <a:xfrm>
            <a:off x="7188200" y="5321300"/>
            <a:ext cx="0" cy="546100"/>
          </a:xfrm>
          <a:prstGeom prst="line">
            <a:avLst/>
          </a:prstGeom>
          <a:noFill/>
          <a:ln w="9525">
            <a:solidFill>
              <a:srgbClr val="7AA87A"/>
            </a:solidFill>
            <a:prstDash val="solid"/>
            <a:headEnd type="triangle"/>
          </a:ln>
        </p:spPr>
      </p:sp>
      <p:sp>
        <p:nvSpPr>
          <p:cNvPr id="165" name="Shape 158"/>
          <p:cNvSpPr/>
          <p:nvPr/>
        </p:nvSpPr>
        <p:spPr>
          <a:xfrm>
            <a:off x="7620000" y="5321300"/>
            <a:ext cx="0" cy="546100"/>
          </a:xfrm>
          <a:prstGeom prst="line">
            <a:avLst/>
          </a:prstGeom>
          <a:noFill/>
          <a:ln w="9525">
            <a:solidFill>
              <a:srgbClr val="7AA87A"/>
            </a:solidFill>
            <a:prstDash val="solid"/>
            <a:headEnd type="triangle"/>
          </a:ln>
        </p:spPr>
      </p:sp>
      <p:sp>
        <p:nvSpPr>
          <p:cNvPr id="166" name="Shape 159"/>
          <p:cNvSpPr/>
          <p:nvPr/>
        </p:nvSpPr>
        <p:spPr>
          <a:xfrm>
            <a:off x="8102600" y="5321300"/>
            <a:ext cx="0" cy="546100"/>
          </a:xfrm>
          <a:prstGeom prst="line">
            <a:avLst/>
          </a:prstGeom>
          <a:noFill/>
          <a:ln w="9525">
            <a:solidFill>
              <a:srgbClr val="7AA87A"/>
            </a:solidFill>
            <a:prstDash val="solid"/>
            <a:headEnd type="triangle"/>
          </a:ln>
        </p:spPr>
      </p:sp>
      <p:sp>
        <p:nvSpPr>
          <p:cNvPr id="167" name="Shape 160"/>
          <p:cNvSpPr/>
          <p:nvPr/>
        </p:nvSpPr>
        <p:spPr>
          <a:xfrm>
            <a:off x="8547100" y="5321300"/>
            <a:ext cx="0" cy="546100"/>
          </a:xfrm>
          <a:prstGeom prst="line">
            <a:avLst/>
          </a:prstGeom>
          <a:noFill/>
          <a:ln w="9525">
            <a:solidFill>
              <a:srgbClr val="7AA87A"/>
            </a:solidFill>
            <a:prstDash val="solid"/>
            <a:headEnd type="triangle"/>
          </a:ln>
        </p:spPr>
      </p:sp>
      <p:sp>
        <p:nvSpPr>
          <p:cNvPr id="168" name="Shape 161"/>
          <p:cNvSpPr/>
          <p:nvPr/>
        </p:nvSpPr>
        <p:spPr>
          <a:xfrm>
            <a:off x="8985250" y="5321300"/>
            <a:ext cx="0" cy="546100"/>
          </a:xfrm>
          <a:prstGeom prst="line">
            <a:avLst/>
          </a:prstGeom>
          <a:noFill/>
          <a:ln w="9525">
            <a:solidFill>
              <a:srgbClr val="7AA87A"/>
            </a:solidFill>
            <a:prstDash val="solid"/>
            <a:headEnd type="triangle"/>
          </a:ln>
        </p:spPr>
      </p:sp>
      <p:sp>
        <p:nvSpPr>
          <p:cNvPr id="169" name="Shape 162"/>
          <p:cNvSpPr/>
          <p:nvPr/>
        </p:nvSpPr>
        <p:spPr>
          <a:xfrm>
            <a:off x="9423400" y="5321300"/>
            <a:ext cx="0" cy="546100"/>
          </a:xfrm>
          <a:prstGeom prst="line">
            <a:avLst/>
          </a:prstGeom>
          <a:noFill/>
          <a:ln w="9525">
            <a:solidFill>
              <a:srgbClr val="7AA87A"/>
            </a:solidFill>
            <a:prstDash val="solid"/>
            <a:headEnd type="triangle"/>
          </a:ln>
        </p:spPr>
      </p:sp>
      <p:sp>
        <p:nvSpPr>
          <p:cNvPr id="170" name="Shape 163"/>
          <p:cNvSpPr/>
          <p:nvPr/>
        </p:nvSpPr>
        <p:spPr>
          <a:xfrm>
            <a:off x="9906000" y="5321300"/>
            <a:ext cx="0" cy="546100"/>
          </a:xfrm>
          <a:prstGeom prst="line">
            <a:avLst/>
          </a:prstGeom>
          <a:noFill/>
          <a:ln w="9525">
            <a:solidFill>
              <a:srgbClr val="7AA87A"/>
            </a:solidFill>
            <a:prstDash val="solid"/>
            <a:headEnd type="triangle"/>
          </a:ln>
        </p:spPr>
      </p:sp>
      <p:sp>
        <p:nvSpPr>
          <p:cNvPr id="171" name="Shape 164"/>
          <p:cNvSpPr/>
          <p:nvPr/>
        </p:nvSpPr>
        <p:spPr>
          <a:xfrm>
            <a:off x="10388600" y="5321300"/>
            <a:ext cx="0" cy="546100"/>
          </a:xfrm>
          <a:prstGeom prst="line">
            <a:avLst/>
          </a:prstGeom>
          <a:noFill/>
          <a:ln w="9525">
            <a:solidFill>
              <a:srgbClr val="7AA87A"/>
            </a:solidFill>
            <a:prstDash val="solid"/>
            <a:headEnd type="triangle"/>
          </a:ln>
        </p:spPr>
      </p:sp>
      <p:sp>
        <p:nvSpPr>
          <p:cNvPr id="172" name="Shape 165"/>
          <p:cNvSpPr/>
          <p:nvPr/>
        </p:nvSpPr>
        <p:spPr>
          <a:xfrm>
            <a:off x="10871200" y="5321300"/>
            <a:ext cx="0" cy="546100"/>
          </a:xfrm>
          <a:prstGeom prst="line">
            <a:avLst/>
          </a:prstGeom>
          <a:noFill/>
          <a:ln w="9525">
            <a:solidFill>
              <a:srgbClr val="7AA87A"/>
            </a:solidFill>
            <a:prstDash val="solid"/>
            <a:headEnd type="triangle"/>
          </a:ln>
        </p:spPr>
      </p:sp>
      <p:sp>
        <p:nvSpPr>
          <p:cNvPr id="173" name="Shape 166"/>
          <p:cNvSpPr/>
          <p:nvPr/>
        </p:nvSpPr>
        <p:spPr>
          <a:xfrm>
            <a:off x="11353800" y="5321300"/>
            <a:ext cx="0" cy="546100"/>
          </a:xfrm>
          <a:prstGeom prst="line">
            <a:avLst/>
          </a:prstGeom>
          <a:noFill/>
          <a:ln w="9525">
            <a:solidFill>
              <a:srgbClr val="7AA87A"/>
            </a:solidFill>
            <a:prstDash val="solid"/>
            <a:headEnd type="triangle"/>
          </a:ln>
        </p:spPr>
      </p:sp>
      <p:sp>
        <p:nvSpPr>
          <p:cNvPr id="174" name="Shape 167"/>
          <p:cNvSpPr/>
          <p:nvPr/>
        </p:nvSpPr>
        <p:spPr>
          <a:xfrm>
            <a:off x="6604000" y="5880100"/>
            <a:ext cx="279400" cy="254000"/>
          </a:xfrm>
          <a:prstGeom prst="rect">
            <a:avLst/>
          </a:prstGeom>
          <a:solidFill>
            <a:srgbClr val="ECFFF0"/>
          </a:solidFill>
          <a:ln w="9525">
            <a:solidFill>
              <a:srgbClr val="96B294"/>
            </a:solidFill>
            <a:prstDash val="solid"/>
          </a:ln>
        </p:spPr>
      </p:sp>
      <p:sp>
        <p:nvSpPr>
          <p:cNvPr id="175" name="Text 168"/>
          <p:cNvSpPr/>
          <p:nvPr/>
        </p:nvSpPr>
        <p:spPr>
          <a:xfrm>
            <a:off x="6553200" y="5892800"/>
            <a:ext cx="38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6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950" b="1" baseline="-40000" dirty="0">
                <a:solidFill>
                  <a:srgbClr val="106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176" name="Shape 169"/>
          <p:cNvSpPr/>
          <p:nvPr/>
        </p:nvSpPr>
        <p:spPr>
          <a:xfrm>
            <a:off x="7048500" y="5880100"/>
            <a:ext cx="279400" cy="254000"/>
          </a:xfrm>
          <a:prstGeom prst="rect">
            <a:avLst/>
          </a:prstGeom>
          <a:solidFill>
            <a:srgbClr val="ECFFF0"/>
          </a:solidFill>
          <a:ln w="9525">
            <a:solidFill>
              <a:srgbClr val="96B294"/>
            </a:solidFill>
            <a:prstDash val="solid"/>
          </a:ln>
        </p:spPr>
      </p:sp>
      <p:sp>
        <p:nvSpPr>
          <p:cNvPr id="177" name="Text 170"/>
          <p:cNvSpPr/>
          <p:nvPr/>
        </p:nvSpPr>
        <p:spPr>
          <a:xfrm>
            <a:off x="6997700" y="5892800"/>
            <a:ext cx="38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6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950" b="1" baseline="-40000" dirty="0">
                <a:solidFill>
                  <a:srgbClr val="106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78" name="Shape 171"/>
          <p:cNvSpPr/>
          <p:nvPr/>
        </p:nvSpPr>
        <p:spPr>
          <a:xfrm>
            <a:off x="7480300" y="5880100"/>
            <a:ext cx="279400" cy="254000"/>
          </a:xfrm>
          <a:prstGeom prst="rect">
            <a:avLst/>
          </a:prstGeom>
          <a:solidFill>
            <a:srgbClr val="ECFFF0"/>
          </a:solidFill>
          <a:ln w="9525">
            <a:solidFill>
              <a:srgbClr val="96B294"/>
            </a:solidFill>
            <a:prstDash val="solid"/>
          </a:ln>
        </p:spPr>
      </p:sp>
      <p:sp>
        <p:nvSpPr>
          <p:cNvPr id="179" name="Text 172"/>
          <p:cNvSpPr/>
          <p:nvPr/>
        </p:nvSpPr>
        <p:spPr>
          <a:xfrm>
            <a:off x="7429500" y="5892800"/>
            <a:ext cx="38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6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950" b="1" baseline="-40000" dirty="0">
                <a:solidFill>
                  <a:srgbClr val="106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80" name="Shape 173"/>
          <p:cNvSpPr/>
          <p:nvPr/>
        </p:nvSpPr>
        <p:spPr>
          <a:xfrm>
            <a:off x="7962900" y="5880100"/>
            <a:ext cx="279400" cy="254000"/>
          </a:xfrm>
          <a:prstGeom prst="rect">
            <a:avLst/>
          </a:prstGeom>
          <a:solidFill>
            <a:srgbClr val="ECFFF0"/>
          </a:solidFill>
          <a:ln w="9525">
            <a:solidFill>
              <a:srgbClr val="96B294"/>
            </a:solidFill>
            <a:prstDash val="solid"/>
          </a:ln>
        </p:spPr>
      </p:sp>
      <p:sp>
        <p:nvSpPr>
          <p:cNvPr id="181" name="Text 174"/>
          <p:cNvSpPr/>
          <p:nvPr/>
        </p:nvSpPr>
        <p:spPr>
          <a:xfrm>
            <a:off x="7912100" y="5892800"/>
            <a:ext cx="38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6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950" b="1" baseline="-40000" dirty="0">
                <a:solidFill>
                  <a:srgbClr val="106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2" name="Shape 175"/>
          <p:cNvSpPr/>
          <p:nvPr/>
        </p:nvSpPr>
        <p:spPr>
          <a:xfrm>
            <a:off x="8407400" y="5880100"/>
            <a:ext cx="279400" cy="254000"/>
          </a:xfrm>
          <a:prstGeom prst="rect">
            <a:avLst/>
          </a:prstGeom>
          <a:solidFill>
            <a:srgbClr val="ECFFF0"/>
          </a:solidFill>
          <a:ln w="9525">
            <a:solidFill>
              <a:srgbClr val="96B294"/>
            </a:solidFill>
            <a:prstDash val="solid"/>
          </a:ln>
        </p:spPr>
      </p:sp>
      <p:sp>
        <p:nvSpPr>
          <p:cNvPr id="183" name="Text 176"/>
          <p:cNvSpPr/>
          <p:nvPr/>
        </p:nvSpPr>
        <p:spPr>
          <a:xfrm>
            <a:off x="8356600" y="5892800"/>
            <a:ext cx="38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6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950" b="1" baseline="-40000" dirty="0">
                <a:solidFill>
                  <a:srgbClr val="106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84" name="Shape 177"/>
          <p:cNvSpPr/>
          <p:nvPr/>
        </p:nvSpPr>
        <p:spPr>
          <a:xfrm>
            <a:off x="8839200" y="5880100"/>
            <a:ext cx="292100" cy="254000"/>
          </a:xfrm>
          <a:prstGeom prst="rect">
            <a:avLst/>
          </a:prstGeom>
          <a:solidFill>
            <a:srgbClr val="ECFFF0"/>
          </a:solidFill>
          <a:ln w="9525">
            <a:solidFill>
              <a:srgbClr val="96B294"/>
            </a:solidFill>
            <a:prstDash val="solid"/>
          </a:ln>
        </p:spPr>
      </p:sp>
      <p:sp>
        <p:nvSpPr>
          <p:cNvPr id="185" name="Text 178"/>
          <p:cNvSpPr/>
          <p:nvPr/>
        </p:nvSpPr>
        <p:spPr>
          <a:xfrm>
            <a:off x="8788400" y="5892800"/>
            <a:ext cx="393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6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950" b="1" baseline="-40000" dirty="0">
                <a:solidFill>
                  <a:srgbClr val="106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86" name="Shape 179"/>
          <p:cNvSpPr/>
          <p:nvPr/>
        </p:nvSpPr>
        <p:spPr>
          <a:xfrm>
            <a:off x="9283700" y="5880100"/>
            <a:ext cx="279400" cy="254000"/>
          </a:xfrm>
          <a:prstGeom prst="rect">
            <a:avLst/>
          </a:prstGeom>
          <a:solidFill>
            <a:srgbClr val="ECFFF0"/>
          </a:solidFill>
          <a:ln w="9525">
            <a:solidFill>
              <a:srgbClr val="96B294"/>
            </a:solidFill>
            <a:prstDash val="solid"/>
          </a:ln>
        </p:spPr>
      </p:sp>
      <p:sp>
        <p:nvSpPr>
          <p:cNvPr id="187" name="Text 180"/>
          <p:cNvSpPr/>
          <p:nvPr/>
        </p:nvSpPr>
        <p:spPr>
          <a:xfrm>
            <a:off x="9232900" y="5892800"/>
            <a:ext cx="38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6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950" b="1" baseline="-40000" dirty="0">
                <a:solidFill>
                  <a:srgbClr val="106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188" name="Shape 181"/>
          <p:cNvSpPr/>
          <p:nvPr/>
        </p:nvSpPr>
        <p:spPr>
          <a:xfrm>
            <a:off x="9766300" y="5880100"/>
            <a:ext cx="279400" cy="254000"/>
          </a:xfrm>
          <a:prstGeom prst="rect">
            <a:avLst/>
          </a:prstGeom>
          <a:solidFill>
            <a:srgbClr val="ECFFF0"/>
          </a:solidFill>
          <a:ln w="9525">
            <a:solidFill>
              <a:srgbClr val="96B294"/>
            </a:solidFill>
            <a:prstDash val="solid"/>
          </a:ln>
        </p:spPr>
      </p:sp>
      <p:sp>
        <p:nvSpPr>
          <p:cNvPr id="189" name="Text 182"/>
          <p:cNvSpPr/>
          <p:nvPr/>
        </p:nvSpPr>
        <p:spPr>
          <a:xfrm>
            <a:off x="9715500" y="5892800"/>
            <a:ext cx="38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6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950" b="1" baseline="-40000" dirty="0">
                <a:solidFill>
                  <a:srgbClr val="106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190" name="Shape 183"/>
          <p:cNvSpPr/>
          <p:nvPr/>
        </p:nvSpPr>
        <p:spPr>
          <a:xfrm>
            <a:off x="10248900" y="5880100"/>
            <a:ext cx="279400" cy="254000"/>
          </a:xfrm>
          <a:prstGeom prst="rect">
            <a:avLst/>
          </a:prstGeom>
          <a:solidFill>
            <a:srgbClr val="ECFFF0"/>
          </a:solidFill>
          <a:ln w="9525">
            <a:solidFill>
              <a:srgbClr val="96B294"/>
            </a:solidFill>
            <a:prstDash val="solid"/>
          </a:ln>
        </p:spPr>
      </p:sp>
      <p:sp>
        <p:nvSpPr>
          <p:cNvPr id="191" name="Text 184"/>
          <p:cNvSpPr/>
          <p:nvPr/>
        </p:nvSpPr>
        <p:spPr>
          <a:xfrm>
            <a:off x="10198100" y="5892800"/>
            <a:ext cx="38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6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950" b="1" baseline="-40000" dirty="0">
                <a:solidFill>
                  <a:srgbClr val="106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192" name="Shape 185"/>
          <p:cNvSpPr/>
          <p:nvPr/>
        </p:nvSpPr>
        <p:spPr>
          <a:xfrm>
            <a:off x="10731500" y="5880100"/>
            <a:ext cx="279400" cy="254000"/>
          </a:xfrm>
          <a:prstGeom prst="rect">
            <a:avLst/>
          </a:prstGeom>
          <a:solidFill>
            <a:srgbClr val="ECFFF0"/>
          </a:solidFill>
          <a:ln w="9525">
            <a:solidFill>
              <a:srgbClr val="96B294"/>
            </a:solidFill>
            <a:prstDash val="solid"/>
          </a:ln>
        </p:spPr>
      </p:sp>
      <p:sp>
        <p:nvSpPr>
          <p:cNvPr id="193" name="Text 186"/>
          <p:cNvSpPr/>
          <p:nvPr/>
        </p:nvSpPr>
        <p:spPr>
          <a:xfrm>
            <a:off x="10680700" y="5892800"/>
            <a:ext cx="38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6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950" b="1" baseline="-40000" dirty="0">
                <a:solidFill>
                  <a:srgbClr val="106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400" dirty="0"/>
          </a:p>
        </p:txBody>
      </p:sp>
      <p:sp>
        <p:nvSpPr>
          <p:cNvPr id="194" name="Shape 187"/>
          <p:cNvSpPr/>
          <p:nvPr/>
        </p:nvSpPr>
        <p:spPr>
          <a:xfrm>
            <a:off x="11214100" y="5880100"/>
            <a:ext cx="279400" cy="254000"/>
          </a:xfrm>
          <a:prstGeom prst="rect">
            <a:avLst/>
          </a:prstGeom>
          <a:solidFill>
            <a:srgbClr val="ECFFF0"/>
          </a:solidFill>
          <a:ln w="9525">
            <a:solidFill>
              <a:srgbClr val="96B294"/>
            </a:solidFill>
            <a:prstDash val="solid"/>
          </a:ln>
        </p:spPr>
      </p:sp>
      <p:sp>
        <p:nvSpPr>
          <p:cNvPr id="195" name="Text 188"/>
          <p:cNvSpPr/>
          <p:nvPr/>
        </p:nvSpPr>
        <p:spPr>
          <a:xfrm>
            <a:off x="11163300" y="5892800"/>
            <a:ext cx="38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6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950" b="1" baseline="-40000" dirty="0">
                <a:solidFill>
                  <a:srgbClr val="106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6100" y="1479550"/>
            <a:ext cx="11099800" cy="48704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083300" y="1485900"/>
            <a:ext cx="5372100" cy="2095500"/>
          </a:xfrm>
          <a:prstGeom prst="roundRect">
            <a:avLst>
              <a:gd name="adj" fmla="val 5236"/>
            </a:avLst>
          </a:prstGeom>
          <a:solidFill>
            <a:srgbClr val="FDFF85"/>
          </a:solidFill>
          <a:ln w="9525">
            <a:solidFill>
              <a:srgbClr val="E6E17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4200" y="3886200"/>
            <a:ext cx="5613400" cy="2413000"/>
          </a:xfrm>
          <a:prstGeom prst="roundRect">
            <a:avLst>
              <a:gd name="adj" fmla="val 5684"/>
            </a:avLst>
          </a:prstGeom>
          <a:solidFill>
            <a:srgbClr val="F8D5AD"/>
          </a:solidFill>
          <a:ln w="9525">
            <a:solidFill>
              <a:srgbClr val="E6C7A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65900" y="2489200"/>
            <a:ext cx="977900" cy="254000"/>
          </a:xfrm>
          <a:prstGeom prst="rect">
            <a:avLst/>
          </a:prstGeom>
          <a:solidFill>
            <a:srgbClr val="E8FF6E"/>
          </a:solidFill>
          <a:ln w="12700">
            <a:solidFill>
              <a:srgbClr val="C2D6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10375" y="24892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54850" y="24892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99325" y="24892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74050" y="2489200"/>
            <a:ext cx="977900" cy="254000"/>
          </a:xfrm>
          <a:prstGeom prst="rect">
            <a:avLst/>
          </a:prstGeom>
          <a:solidFill>
            <a:srgbClr val="E8FF6E"/>
          </a:solidFill>
          <a:ln w="12700">
            <a:solidFill>
              <a:srgbClr val="C2D6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18525" y="24892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63000" y="24892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007475" y="24892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975850" y="2489200"/>
            <a:ext cx="977900" cy="254000"/>
          </a:xfrm>
          <a:prstGeom prst="rect">
            <a:avLst/>
          </a:prstGeom>
          <a:solidFill>
            <a:srgbClr val="E8FF6E"/>
          </a:solidFill>
          <a:ln w="12700">
            <a:solidFill>
              <a:srgbClr val="C2D6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220325" y="24892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464800" y="24892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09275" y="24892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65900" y="3225800"/>
            <a:ext cx="977900" cy="254000"/>
          </a:xfrm>
          <a:prstGeom prst="rect">
            <a:avLst/>
          </a:prstGeom>
          <a:solidFill>
            <a:srgbClr val="FAEC69"/>
          </a:solidFill>
          <a:ln w="12700">
            <a:solidFill>
              <a:srgbClr val="C2C7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10375" y="32258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54850" y="32258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99325" y="32258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74050" y="3225800"/>
            <a:ext cx="977900" cy="254000"/>
          </a:xfrm>
          <a:prstGeom prst="rect">
            <a:avLst/>
          </a:prstGeom>
          <a:solidFill>
            <a:srgbClr val="FAEC69"/>
          </a:solidFill>
          <a:ln w="12700">
            <a:solidFill>
              <a:srgbClr val="C2C74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18525" y="32258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763000" y="32258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007475" y="32258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975850" y="3225800"/>
            <a:ext cx="977900" cy="254000"/>
          </a:xfrm>
          <a:prstGeom prst="rect">
            <a:avLst/>
          </a:prstGeom>
          <a:solidFill>
            <a:srgbClr val="FAEC69"/>
          </a:solidFill>
          <a:ln w="12700">
            <a:solidFill>
              <a:srgbClr val="C2C74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220325" y="32258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464800" y="32258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709275" y="32258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054850" y="1828800"/>
            <a:ext cx="0" cy="66040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headEnd type="triangle"/>
          </a:ln>
        </p:spPr>
      </p:sp>
      <p:sp>
        <p:nvSpPr>
          <p:cNvPr id="33" name="Shape 31"/>
          <p:cNvSpPr/>
          <p:nvPr/>
        </p:nvSpPr>
        <p:spPr>
          <a:xfrm>
            <a:off x="8763000" y="1828800"/>
            <a:ext cx="0" cy="66040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headEnd type="triangle"/>
          </a:ln>
        </p:spPr>
      </p:sp>
      <p:sp>
        <p:nvSpPr>
          <p:cNvPr id="34" name="Shape 32"/>
          <p:cNvSpPr/>
          <p:nvPr/>
        </p:nvSpPr>
        <p:spPr>
          <a:xfrm>
            <a:off x="10464800" y="1828800"/>
            <a:ext cx="0" cy="66040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headEnd type="triangle"/>
          </a:ln>
        </p:spPr>
      </p:sp>
      <p:sp>
        <p:nvSpPr>
          <p:cNvPr id="35" name="Text 33"/>
          <p:cNvSpPr/>
          <p:nvPr/>
        </p:nvSpPr>
        <p:spPr>
          <a:xfrm>
            <a:off x="6689090" y="1447800"/>
            <a:ext cx="7315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8397240" y="1447800"/>
            <a:ext cx="7315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10099040" y="1447800"/>
            <a:ext cx="7315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5685790" y="2082800"/>
            <a:ext cx="128016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5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softmax</a:t>
            </a:r>
            <a:endParaRPr lang="en-US" sz="1850" dirty="0"/>
          </a:p>
        </p:txBody>
      </p:sp>
      <p:sp>
        <p:nvSpPr>
          <p:cNvPr id="39" name="Text 37"/>
          <p:cNvSpPr/>
          <p:nvPr/>
        </p:nvSpPr>
        <p:spPr>
          <a:xfrm>
            <a:off x="7393940" y="2082800"/>
            <a:ext cx="128016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5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softmax</a:t>
            </a:r>
            <a:endParaRPr lang="en-US" sz="1850" dirty="0"/>
          </a:p>
        </p:txBody>
      </p:sp>
      <p:sp>
        <p:nvSpPr>
          <p:cNvPr id="40" name="Text 38"/>
          <p:cNvSpPr/>
          <p:nvPr/>
        </p:nvSpPr>
        <p:spPr>
          <a:xfrm>
            <a:off x="9095740" y="2082800"/>
            <a:ext cx="128016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5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softmax</a:t>
            </a:r>
            <a:endParaRPr lang="en-US" sz="1850" dirty="0"/>
          </a:p>
        </p:txBody>
      </p:sp>
      <p:sp>
        <p:nvSpPr>
          <p:cNvPr id="41" name="Shape 39"/>
          <p:cNvSpPr/>
          <p:nvPr/>
        </p:nvSpPr>
        <p:spPr>
          <a:xfrm>
            <a:off x="7054850" y="2755900"/>
            <a:ext cx="0" cy="46990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8763000" y="2755900"/>
            <a:ext cx="0" cy="46990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10464800" y="2755900"/>
            <a:ext cx="0" cy="46990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7620000" y="3352800"/>
            <a:ext cx="647700" cy="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9334500" y="3352800"/>
            <a:ext cx="647700" cy="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11049000" y="3352800"/>
            <a:ext cx="393700" cy="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tailEnd type="triangle"/>
          </a:ln>
        </p:spPr>
      </p:sp>
      <p:sp>
        <p:nvSpPr>
          <p:cNvPr id="47" name="Text 45"/>
          <p:cNvSpPr/>
          <p:nvPr/>
        </p:nvSpPr>
        <p:spPr>
          <a:xfrm>
            <a:off x="7546340" y="3378200"/>
            <a:ext cx="73152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700" dirty="0"/>
          </a:p>
        </p:txBody>
      </p:sp>
      <p:sp>
        <p:nvSpPr>
          <p:cNvPr id="48" name="Text 46"/>
          <p:cNvSpPr/>
          <p:nvPr/>
        </p:nvSpPr>
        <p:spPr>
          <a:xfrm>
            <a:off x="9267190" y="3378200"/>
            <a:ext cx="73152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700" dirty="0"/>
          </a:p>
        </p:txBody>
      </p:sp>
      <p:sp>
        <p:nvSpPr>
          <p:cNvPr id="49" name="Text 47"/>
          <p:cNvSpPr/>
          <p:nvPr/>
        </p:nvSpPr>
        <p:spPr>
          <a:xfrm>
            <a:off x="10981690" y="3378200"/>
            <a:ext cx="73152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700" dirty="0"/>
          </a:p>
        </p:txBody>
      </p:sp>
      <p:pic>
        <p:nvPicPr>
          <p:cNvPr id="50" name="Image 0" descr="/home/ahmed/Projects/ai_llm_slides/videos/deep-learning/001_transformers_part1/recreated_pptx/build/assets/curve_a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7700" y="2336800"/>
            <a:ext cx="1320759" cy="927110"/>
          </a:xfrm>
          <a:prstGeom prst="rect">
            <a:avLst/>
          </a:prstGeom>
        </p:spPr>
      </p:pic>
      <p:pic>
        <p:nvPicPr>
          <p:cNvPr id="51" name="Image 1" descr="/home/ahmed/Projects/ai_llm_slides/videos/deep-learning/001_transformers_part1/recreated_pptx/build/assets/curve_b1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9500" y="2336800"/>
            <a:ext cx="1320759" cy="927110"/>
          </a:xfrm>
          <a:prstGeom prst="rect">
            <a:avLst/>
          </a:prstGeom>
        </p:spPr>
      </p:pic>
      <p:sp>
        <p:nvSpPr>
          <p:cNvPr id="52" name="Shape 48"/>
          <p:cNvSpPr/>
          <p:nvPr/>
        </p:nvSpPr>
        <p:spPr>
          <a:xfrm>
            <a:off x="8350250" y="3505200"/>
            <a:ext cx="203200" cy="190500"/>
          </a:xfrm>
          <a:prstGeom prst="line">
            <a:avLst/>
          </a:prstGeom>
          <a:noFill/>
          <a:ln w="19050">
            <a:solidFill>
              <a:srgbClr val="9EA828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10058400" y="3505200"/>
            <a:ext cx="203200" cy="190500"/>
          </a:xfrm>
          <a:prstGeom prst="line">
            <a:avLst/>
          </a:prstGeom>
          <a:noFill/>
          <a:ln w="19050">
            <a:solidFill>
              <a:srgbClr val="9EA828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1441450" y="4076700"/>
            <a:ext cx="977900" cy="254000"/>
          </a:xfrm>
          <a:prstGeom prst="rect">
            <a:avLst/>
          </a:prstGeom>
          <a:solidFill>
            <a:srgbClr val="F2C7A7"/>
          </a:solidFill>
          <a:ln w="12700">
            <a:solidFill>
              <a:srgbClr val="C29F77"/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1685925" y="40767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1930400" y="40767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2174875" y="40767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3155950" y="4076700"/>
            <a:ext cx="977900" cy="254000"/>
          </a:xfrm>
          <a:prstGeom prst="rect">
            <a:avLst/>
          </a:prstGeom>
          <a:solidFill>
            <a:srgbClr val="F2C7A7"/>
          </a:solidFill>
          <a:ln w="12700">
            <a:solidFill>
              <a:srgbClr val="C29F77"/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3400425" y="40767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3644900" y="40767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3889375" y="40767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4851400" y="4076700"/>
            <a:ext cx="977900" cy="254000"/>
          </a:xfrm>
          <a:prstGeom prst="rect">
            <a:avLst/>
          </a:prstGeom>
          <a:solidFill>
            <a:srgbClr val="F2C7A7"/>
          </a:solidFill>
          <a:ln w="12700">
            <a:solidFill>
              <a:srgbClr val="C29F77"/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5095875" y="40767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5340350" y="40767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65" name="Shape 61"/>
          <p:cNvSpPr/>
          <p:nvPr/>
        </p:nvSpPr>
        <p:spPr>
          <a:xfrm>
            <a:off x="5584825" y="40767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66" name="Shape 62"/>
          <p:cNvSpPr/>
          <p:nvPr/>
        </p:nvSpPr>
        <p:spPr>
          <a:xfrm>
            <a:off x="1441450" y="5219700"/>
            <a:ext cx="977900" cy="266700"/>
          </a:xfrm>
          <a:prstGeom prst="rect">
            <a:avLst/>
          </a:prstGeom>
          <a:solidFill>
            <a:srgbClr val="F9D5A3"/>
          </a:solidFill>
          <a:ln w="12700">
            <a:solidFill>
              <a:srgbClr val="C9A87B"/>
            </a:solidFill>
            <a:prstDash val="solid"/>
          </a:ln>
        </p:spPr>
      </p:sp>
      <p:sp>
        <p:nvSpPr>
          <p:cNvPr id="67" name="Shape 63"/>
          <p:cNvSpPr/>
          <p:nvPr/>
        </p:nvSpPr>
        <p:spPr>
          <a:xfrm>
            <a:off x="1685925" y="5219700"/>
            <a:ext cx="0" cy="2667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68" name="Shape 64"/>
          <p:cNvSpPr/>
          <p:nvPr/>
        </p:nvSpPr>
        <p:spPr>
          <a:xfrm>
            <a:off x="1930400" y="5219700"/>
            <a:ext cx="0" cy="2667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69" name="Shape 65"/>
          <p:cNvSpPr/>
          <p:nvPr/>
        </p:nvSpPr>
        <p:spPr>
          <a:xfrm>
            <a:off x="2174875" y="5219700"/>
            <a:ext cx="0" cy="2667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70" name="Shape 66"/>
          <p:cNvSpPr/>
          <p:nvPr/>
        </p:nvSpPr>
        <p:spPr>
          <a:xfrm>
            <a:off x="3155950" y="5219700"/>
            <a:ext cx="977900" cy="266700"/>
          </a:xfrm>
          <a:prstGeom prst="rect">
            <a:avLst/>
          </a:prstGeom>
          <a:solidFill>
            <a:srgbClr val="F9D5A3"/>
          </a:solidFill>
          <a:ln w="12700">
            <a:solidFill>
              <a:srgbClr val="C9A87B"/>
            </a:solidFill>
            <a:prstDash val="solid"/>
          </a:ln>
        </p:spPr>
      </p:sp>
      <p:sp>
        <p:nvSpPr>
          <p:cNvPr id="71" name="Shape 67"/>
          <p:cNvSpPr/>
          <p:nvPr/>
        </p:nvSpPr>
        <p:spPr>
          <a:xfrm>
            <a:off x="3400425" y="5219700"/>
            <a:ext cx="0" cy="2667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72" name="Shape 68"/>
          <p:cNvSpPr/>
          <p:nvPr/>
        </p:nvSpPr>
        <p:spPr>
          <a:xfrm>
            <a:off x="3644900" y="5219700"/>
            <a:ext cx="0" cy="2667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73" name="Shape 69"/>
          <p:cNvSpPr/>
          <p:nvPr/>
        </p:nvSpPr>
        <p:spPr>
          <a:xfrm>
            <a:off x="3889375" y="5219700"/>
            <a:ext cx="0" cy="2667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74" name="Shape 70"/>
          <p:cNvSpPr/>
          <p:nvPr/>
        </p:nvSpPr>
        <p:spPr>
          <a:xfrm>
            <a:off x="4851400" y="5219700"/>
            <a:ext cx="977900" cy="266700"/>
          </a:xfrm>
          <a:prstGeom prst="rect">
            <a:avLst/>
          </a:prstGeom>
          <a:solidFill>
            <a:srgbClr val="F9D5A3"/>
          </a:solidFill>
          <a:ln w="12700">
            <a:solidFill>
              <a:srgbClr val="C9A87B"/>
            </a:solidFill>
            <a:prstDash val="solid"/>
          </a:ln>
        </p:spPr>
      </p:sp>
      <p:sp>
        <p:nvSpPr>
          <p:cNvPr id="75" name="Shape 71"/>
          <p:cNvSpPr/>
          <p:nvPr/>
        </p:nvSpPr>
        <p:spPr>
          <a:xfrm>
            <a:off x="5095875" y="5219700"/>
            <a:ext cx="0" cy="2667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76" name="Shape 72"/>
          <p:cNvSpPr/>
          <p:nvPr/>
        </p:nvSpPr>
        <p:spPr>
          <a:xfrm>
            <a:off x="5340350" y="5219700"/>
            <a:ext cx="0" cy="2667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77" name="Shape 73"/>
          <p:cNvSpPr/>
          <p:nvPr/>
        </p:nvSpPr>
        <p:spPr>
          <a:xfrm>
            <a:off x="5584825" y="5219700"/>
            <a:ext cx="0" cy="2667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78" name="Text 74"/>
          <p:cNvSpPr/>
          <p:nvPr/>
        </p:nvSpPr>
        <p:spPr>
          <a:xfrm>
            <a:off x="2263140" y="3937000"/>
            <a:ext cx="73152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700" dirty="0"/>
          </a:p>
        </p:txBody>
      </p:sp>
      <p:sp>
        <p:nvSpPr>
          <p:cNvPr id="79" name="Text 75"/>
          <p:cNvSpPr/>
          <p:nvPr/>
        </p:nvSpPr>
        <p:spPr>
          <a:xfrm>
            <a:off x="3977640" y="3937000"/>
            <a:ext cx="73152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700" dirty="0"/>
          </a:p>
        </p:txBody>
      </p:sp>
      <p:sp>
        <p:nvSpPr>
          <p:cNvPr id="80" name="Shape 76"/>
          <p:cNvSpPr/>
          <p:nvPr/>
        </p:nvSpPr>
        <p:spPr>
          <a:xfrm>
            <a:off x="647700" y="4210050"/>
            <a:ext cx="723900" cy="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tailEnd type="triangle"/>
          </a:ln>
        </p:spPr>
      </p:sp>
      <p:sp>
        <p:nvSpPr>
          <p:cNvPr id="81" name="Shape 77"/>
          <p:cNvSpPr/>
          <p:nvPr/>
        </p:nvSpPr>
        <p:spPr>
          <a:xfrm>
            <a:off x="2489200" y="4210050"/>
            <a:ext cx="596900" cy="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tailEnd type="triangle"/>
          </a:ln>
        </p:spPr>
      </p:sp>
      <p:sp>
        <p:nvSpPr>
          <p:cNvPr id="82" name="Shape 78"/>
          <p:cNvSpPr/>
          <p:nvPr/>
        </p:nvSpPr>
        <p:spPr>
          <a:xfrm>
            <a:off x="4191000" y="4210050"/>
            <a:ext cx="596900" cy="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tailEnd type="triangle"/>
          </a:ln>
        </p:spPr>
      </p:sp>
      <p:sp>
        <p:nvSpPr>
          <p:cNvPr id="83" name="Shape 79"/>
          <p:cNvSpPr/>
          <p:nvPr/>
        </p:nvSpPr>
        <p:spPr>
          <a:xfrm>
            <a:off x="1930400" y="4394200"/>
            <a:ext cx="0" cy="77470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headEnd type="triangle"/>
          </a:ln>
        </p:spPr>
      </p:sp>
      <p:sp>
        <p:nvSpPr>
          <p:cNvPr id="84" name="Shape 80"/>
          <p:cNvSpPr/>
          <p:nvPr/>
        </p:nvSpPr>
        <p:spPr>
          <a:xfrm>
            <a:off x="3644900" y="4394200"/>
            <a:ext cx="0" cy="77470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headEnd type="triangle"/>
          </a:ln>
        </p:spPr>
      </p:sp>
      <p:sp>
        <p:nvSpPr>
          <p:cNvPr id="85" name="Shape 81"/>
          <p:cNvSpPr/>
          <p:nvPr/>
        </p:nvSpPr>
        <p:spPr>
          <a:xfrm>
            <a:off x="5340350" y="4394200"/>
            <a:ext cx="0" cy="77470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headEnd type="triangle"/>
          </a:ln>
        </p:spPr>
      </p:sp>
      <p:sp>
        <p:nvSpPr>
          <p:cNvPr id="86" name="Text 82"/>
          <p:cNvSpPr/>
          <p:nvPr/>
        </p:nvSpPr>
        <p:spPr>
          <a:xfrm>
            <a:off x="365760" y="4648200"/>
            <a:ext cx="146304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i="1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embedding x</a:t>
            </a:r>
            <a:pPr algn="r" indent="0" marL="0">
              <a:buNone/>
            </a:pPr>
            <a:r>
              <a:rPr lang="en-US" sz="1200" i="1" baseline="-40000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750" dirty="0"/>
          </a:p>
        </p:txBody>
      </p:sp>
      <p:sp>
        <p:nvSpPr>
          <p:cNvPr id="87" name="Text 83"/>
          <p:cNvSpPr/>
          <p:nvPr/>
        </p:nvSpPr>
        <p:spPr>
          <a:xfrm>
            <a:off x="2092960" y="4648200"/>
            <a:ext cx="146304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i="1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embedding x</a:t>
            </a:r>
            <a:pPr algn="r" indent="0" marL="0">
              <a:buNone/>
            </a:pPr>
            <a:r>
              <a:rPr lang="en-US" sz="1200" i="1" baseline="-40000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750" dirty="0"/>
          </a:p>
        </p:txBody>
      </p:sp>
      <p:sp>
        <p:nvSpPr>
          <p:cNvPr id="88" name="Text 84"/>
          <p:cNvSpPr/>
          <p:nvPr/>
        </p:nvSpPr>
        <p:spPr>
          <a:xfrm>
            <a:off x="3794760" y="4648200"/>
            <a:ext cx="146304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i="1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embedding x</a:t>
            </a:r>
            <a:pPr algn="r" indent="0" marL="0">
              <a:buNone/>
            </a:pPr>
            <a:r>
              <a:rPr lang="en-US" sz="1200" i="1" baseline="-40000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750" dirty="0"/>
          </a:p>
        </p:txBody>
      </p:sp>
      <p:sp>
        <p:nvSpPr>
          <p:cNvPr id="89" name="Shape 85"/>
          <p:cNvSpPr/>
          <p:nvPr/>
        </p:nvSpPr>
        <p:spPr>
          <a:xfrm>
            <a:off x="2667000" y="5003800"/>
            <a:ext cx="0" cy="17780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</a:ln>
        </p:spPr>
      </p:sp>
      <p:sp>
        <p:nvSpPr>
          <p:cNvPr id="90" name="Shape 86"/>
          <p:cNvSpPr/>
          <p:nvPr/>
        </p:nvSpPr>
        <p:spPr>
          <a:xfrm>
            <a:off x="2590800" y="5092700"/>
            <a:ext cx="165100" cy="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</a:ln>
        </p:spPr>
      </p:sp>
      <p:sp>
        <p:nvSpPr>
          <p:cNvPr id="91" name="Shape 87"/>
          <p:cNvSpPr/>
          <p:nvPr/>
        </p:nvSpPr>
        <p:spPr>
          <a:xfrm>
            <a:off x="1930400" y="5537200"/>
            <a:ext cx="0" cy="54610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headEnd type="triangle"/>
          </a:ln>
        </p:spPr>
      </p:sp>
      <p:sp>
        <p:nvSpPr>
          <p:cNvPr id="92" name="Shape 88"/>
          <p:cNvSpPr/>
          <p:nvPr/>
        </p:nvSpPr>
        <p:spPr>
          <a:xfrm>
            <a:off x="3644900" y="5537200"/>
            <a:ext cx="0" cy="54610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headEnd type="triangle"/>
          </a:ln>
        </p:spPr>
      </p:sp>
      <p:sp>
        <p:nvSpPr>
          <p:cNvPr id="93" name="Shape 89"/>
          <p:cNvSpPr/>
          <p:nvPr/>
        </p:nvSpPr>
        <p:spPr>
          <a:xfrm>
            <a:off x="5340350" y="5537200"/>
            <a:ext cx="0" cy="54610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headEnd type="triangle"/>
          </a:ln>
        </p:spPr>
      </p:sp>
      <p:sp>
        <p:nvSpPr>
          <p:cNvPr id="94" name="Text 90"/>
          <p:cNvSpPr/>
          <p:nvPr/>
        </p:nvSpPr>
        <p:spPr>
          <a:xfrm>
            <a:off x="1564640" y="6045200"/>
            <a:ext cx="7315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700" dirty="0"/>
          </a:p>
        </p:txBody>
      </p:sp>
      <p:sp>
        <p:nvSpPr>
          <p:cNvPr id="95" name="Text 91"/>
          <p:cNvSpPr/>
          <p:nvPr/>
        </p:nvSpPr>
        <p:spPr>
          <a:xfrm>
            <a:off x="3279140" y="6045200"/>
            <a:ext cx="7315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700" dirty="0"/>
          </a:p>
        </p:txBody>
      </p:sp>
      <p:sp>
        <p:nvSpPr>
          <p:cNvPr id="96" name="Text 92"/>
          <p:cNvSpPr/>
          <p:nvPr/>
        </p:nvSpPr>
        <p:spPr>
          <a:xfrm>
            <a:off x="4974590" y="6045200"/>
            <a:ext cx="7315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700" dirty="0"/>
          </a:p>
        </p:txBody>
      </p:sp>
      <p:sp>
        <p:nvSpPr>
          <p:cNvPr id="97" name="Shape 93"/>
          <p:cNvSpPr/>
          <p:nvPr/>
        </p:nvSpPr>
        <p:spPr>
          <a:xfrm>
            <a:off x="1384300" y="2870200"/>
            <a:ext cx="4572000" cy="977900"/>
          </a:xfrm>
          <a:prstGeom prst="roundRect">
            <a:avLst>
              <a:gd name="adj" fmla="val 9351"/>
            </a:avLst>
          </a:prstGeom>
          <a:solidFill>
            <a:srgbClr val="EFF1FD"/>
          </a:solidFill>
          <a:ln w="12700">
            <a:solidFill>
              <a:srgbClr val="C3CCD5"/>
            </a:solidFill>
            <a:prstDash val="solid"/>
          </a:ln>
        </p:spPr>
      </p:sp>
      <p:sp>
        <p:nvSpPr>
          <p:cNvPr id="98" name="Shape 94"/>
          <p:cNvSpPr/>
          <p:nvPr/>
        </p:nvSpPr>
        <p:spPr>
          <a:xfrm>
            <a:off x="3124200" y="3213100"/>
            <a:ext cx="1054100" cy="304800"/>
          </a:xfrm>
          <a:prstGeom prst="rect">
            <a:avLst/>
          </a:prstGeom>
          <a:solidFill>
            <a:srgbClr val="D6D8E4"/>
          </a:solidFill>
          <a:ln w="12700">
            <a:solidFill>
              <a:srgbClr val="A9ACB8"/>
            </a:solidFill>
            <a:prstDash val="solid"/>
          </a:ln>
        </p:spPr>
      </p:sp>
      <p:sp>
        <p:nvSpPr>
          <p:cNvPr id="99" name="Text 95"/>
          <p:cNvSpPr/>
          <p:nvPr/>
        </p:nvSpPr>
        <p:spPr>
          <a:xfrm>
            <a:off x="3124200" y="3213100"/>
            <a:ext cx="1054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4444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attention</a:t>
            </a:r>
            <a:endParaRPr lang="en-US" sz="2000" dirty="0"/>
          </a:p>
        </p:txBody>
      </p:sp>
      <p:sp>
        <p:nvSpPr>
          <p:cNvPr id="100" name="Shape 96"/>
          <p:cNvSpPr/>
          <p:nvPr/>
        </p:nvSpPr>
        <p:spPr>
          <a:xfrm flipV="1">
            <a:off x="1930400" y="3530600"/>
            <a:ext cx="1714500" cy="508000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101" name="Shape 97"/>
          <p:cNvSpPr/>
          <p:nvPr/>
        </p:nvSpPr>
        <p:spPr>
          <a:xfrm>
            <a:off x="3644900" y="3530600"/>
            <a:ext cx="0" cy="508000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  <a:headEnd type="triangle"/>
          </a:ln>
        </p:spPr>
      </p:sp>
      <p:sp>
        <p:nvSpPr>
          <p:cNvPr id="102" name="Shape 98"/>
          <p:cNvSpPr/>
          <p:nvPr/>
        </p:nvSpPr>
        <p:spPr>
          <a:xfrm>
            <a:off x="3644900" y="3530600"/>
            <a:ext cx="1701800" cy="508000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  <a:headEnd type="triangle"/>
          </a:ln>
        </p:spPr>
      </p:sp>
      <p:sp>
        <p:nvSpPr>
          <p:cNvPr id="103" name="Text 99"/>
          <p:cNvSpPr/>
          <p:nvPr/>
        </p:nvSpPr>
        <p:spPr>
          <a:xfrm>
            <a:off x="2641600" y="2540000"/>
            <a:ext cx="203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i="1" dirty="0">
                <a:solidFill>
                  <a:srgbClr val="060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1950" dirty="0"/>
          </a:p>
        </p:txBody>
      </p:sp>
      <p:sp>
        <p:nvSpPr>
          <p:cNvPr id="104" name="Shape 100"/>
          <p:cNvSpPr/>
          <p:nvPr/>
        </p:nvSpPr>
        <p:spPr>
          <a:xfrm>
            <a:off x="6286500" y="3708400"/>
            <a:ext cx="4546600" cy="622300"/>
          </a:xfrm>
          <a:prstGeom prst="roundRect">
            <a:avLst>
              <a:gd name="adj" fmla="val 11755"/>
            </a:avLst>
          </a:prstGeom>
          <a:solidFill>
            <a:srgbClr val="EFF1FD"/>
          </a:solidFill>
          <a:ln w="12700">
            <a:solidFill>
              <a:srgbClr val="C8CCD5"/>
            </a:solidFill>
            <a:prstDash val="solid"/>
          </a:ln>
        </p:spPr>
      </p:sp>
      <p:pic>
        <p:nvPicPr>
          <p:cNvPr id="105" name="Image 2" descr="/home/ahmed/Projects/ai_llm_slides/videos/deep-learning/001_transformers_part1/recreated_pptx/build/assets/dash_f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5600" y="2047240"/>
            <a:ext cx="6299210" cy="2270949"/>
          </a:xfrm>
          <a:prstGeom prst="rect">
            <a:avLst/>
          </a:prstGeom>
        </p:spPr>
      </p:pic>
      <p:sp>
        <p:nvSpPr>
          <p:cNvPr id="106" name="Shape 101"/>
          <p:cNvSpPr/>
          <p:nvPr/>
        </p:nvSpPr>
        <p:spPr>
          <a:xfrm>
            <a:off x="7073900" y="3517900"/>
            <a:ext cx="0" cy="15240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headEnd type="triangle"/>
          </a:ln>
        </p:spPr>
      </p:sp>
      <p:sp>
        <p:nvSpPr>
          <p:cNvPr id="107" name="Shape 102"/>
          <p:cNvSpPr/>
          <p:nvPr/>
        </p:nvSpPr>
        <p:spPr>
          <a:xfrm>
            <a:off x="8686800" y="3517900"/>
            <a:ext cx="0" cy="15240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headEnd type="triangle"/>
          </a:ln>
        </p:spPr>
      </p:sp>
      <p:sp>
        <p:nvSpPr>
          <p:cNvPr id="108" name="Shape 103"/>
          <p:cNvSpPr/>
          <p:nvPr/>
        </p:nvSpPr>
        <p:spPr>
          <a:xfrm>
            <a:off x="10414000" y="3517900"/>
            <a:ext cx="0" cy="15240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headEnd type="triangle"/>
          </a:ln>
        </p:spPr>
      </p:sp>
      <p:sp>
        <p:nvSpPr>
          <p:cNvPr id="109" name="Text 104"/>
          <p:cNvSpPr/>
          <p:nvPr/>
        </p:nvSpPr>
        <p:spPr>
          <a:xfrm>
            <a:off x="8674100" y="4356100"/>
            <a:ext cx="203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i="1" dirty="0">
                <a:solidFill>
                  <a:srgbClr val="060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1650" dirty="0"/>
          </a:p>
        </p:txBody>
      </p:sp>
      <p:sp>
        <p:nvSpPr>
          <p:cNvPr id="110" name="Shape 105"/>
          <p:cNvSpPr/>
          <p:nvPr/>
        </p:nvSpPr>
        <p:spPr>
          <a:xfrm>
            <a:off x="6483350" y="3295650"/>
            <a:ext cx="76200" cy="76200"/>
          </a:xfrm>
          <a:prstGeom prst="ellipse">
            <a:avLst/>
          </a:prstGeom>
          <a:solidFill>
            <a:srgbClr val="A0000E"/>
          </a:solidFill>
          <a:ln/>
        </p:spPr>
      </p:sp>
      <p:sp>
        <p:nvSpPr>
          <p:cNvPr id="111" name="Shape 106"/>
          <p:cNvSpPr/>
          <p:nvPr/>
        </p:nvSpPr>
        <p:spPr>
          <a:xfrm>
            <a:off x="5918200" y="4108450"/>
            <a:ext cx="76200" cy="76200"/>
          </a:xfrm>
          <a:prstGeom prst="ellipse">
            <a:avLst/>
          </a:prstGeom>
          <a:solidFill>
            <a:srgbClr val="A0000E"/>
          </a:solidFill>
          <a:ln/>
        </p:spPr>
      </p:sp>
      <p:pic>
        <p:nvPicPr>
          <p:cNvPr id="112" name="Image 3" descr="/home/ahmed/Projects/ai_llm_slides/videos/deep-learning/001_transformers_part1/recreated_pptx/build/assets/ctx_ar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2800" y="3263900"/>
            <a:ext cx="609600" cy="927100"/>
          </a:xfrm>
          <a:prstGeom prst="rect">
            <a:avLst/>
          </a:prstGeom>
        </p:spPr>
      </p:pic>
      <p:pic>
        <p:nvPicPr>
          <p:cNvPr id="113" name="Image 4" descr="/home/ahmed/Projects/ai_llm_slides/videos/deep-learning/001_transformers_part1/recreated_pptx/build/assets/pink_con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4305300"/>
            <a:ext cx="952530" cy="673090"/>
          </a:xfrm>
          <a:prstGeom prst="rect">
            <a:avLst/>
          </a:prstGeom>
        </p:spPr>
      </p:pic>
      <p:sp>
        <p:nvSpPr>
          <p:cNvPr id="114" name="Shape 107"/>
          <p:cNvSpPr/>
          <p:nvPr/>
        </p:nvSpPr>
        <p:spPr>
          <a:xfrm>
            <a:off x="7086600" y="4711700"/>
            <a:ext cx="3568700" cy="508000"/>
          </a:xfrm>
          <a:prstGeom prst="rect">
            <a:avLst/>
          </a:prstGeom>
          <a:solidFill>
            <a:srgbClr val="F8DCDD"/>
          </a:solidFill>
          <a:ln w="12700">
            <a:solidFill>
              <a:srgbClr val="A0000E"/>
            </a:solidFill>
            <a:prstDash val="solid"/>
          </a:ln>
        </p:spPr>
      </p:sp>
      <p:sp>
        <p:nvSpPr>
          <p:cNvPr id="115" name="Text 108"/>
          <p:cNvSpPr/>
          <p:nvPr/>
        </p:nvSpPr>
        <p:spPr>
          <a:xfrm>
            <a:off x="7086600" y="4711700"/>
            <a:ext cx="3568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A00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Vector (of Whole Inputs)</a:t>
            </a:r>
            <a:endParaRPr lang="en-US" sz="1550" dirty="0"/>
          </a:p>
        </p:txBody>
      </p:sp>
      <p:sp>
        <p:nvSpPr>
          <p:cNvPr id="116" name="Shape 109"/>
          <p:cNvSpPr/>
          <p:nvPr/>
        </p:nvSpPr>
        <p:spPr>
          <a:xfrm>
            <a:off x="863600" y="1841500"/>
            <a:ext cx="3606800" cy="546100"/>
          </a:xfrm>
          <a:prstGeom prst="rect">
            <a:avLst/>
          </a:prstGeom>
          <a:solidFill>
            <a:srgbClr val="DDFFE8"/>
          </a:solidFill>
          <a:ln w="12700">
            <a:solidFill>
              <a:srgbClr val="8FBF9A"/>
            </a:solidFill>
            <a:prstDash val="solid"/>
          </a:ln>
        </p:spPr>
      </p:sp>
      <p:sp>
        <p:nvSpPr>
          <p:cNvPr id="117" name="Text 110"/>
          <p:cNvSpPr/>
          <p:nvPr/>
        </p:nvSpPr>
        <p:spPr>
          <a:xfrm>
            <a:off x="863600" y="1841500"/>
            <a:ext cx="36068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i="1" dirty="0">
                <a:solidFill>
                  <a:srgbClr val="060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 of the hidden states</a:t>
            </a:r>
            <a:endParaRPr lang="en-US" sz="1550" dirty="0"/>
          </a:p>
        </p:txBody>
      </p:sp>
      <p:sp>
        <p:nvSpPr>
          <p:cNvPr id="118" name="Shape 111"/>
          <p:cNvSpPr/>
          <p:nvPr/>
        </p:nvSpPr>
        <p:spPr>
          <a:xfrm>
            <a:off x="6616700" y="5486400"/>
            <a:ext cx="4838700" cy="1219200"/>
          </a:xfrm>
          <a:prstGeom prst="rect">
            <a:avLst/>
          </a:prstGeom>
          <a:solidFill>
            <a:srgbClr val="EAE6DD"/>
          </a:solidFill>
          <a:ln w="12700">
            <a:solidFill>
              <a:srgbClr val="99A0A6"/>
            </a:solidFill>
            <a:prstDash val="solid"/>
          </a:ln>
        </p:spPr>
      </p:sp>
      <p:sp>
        <p:nvSpPr>
          <p:cNvPr id="119" name="Text 112"/>
          <p:cNvSpPr/>
          <p:nvPr/>
        </p:nvSpPr>
        <p:spPr>
          <a:xfrm>
            <a:off x="6781800" y="5562600"/>
            <a:ext cx="419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A00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 Utilizes:</a:t>
            </a:r>
            <a:endParaRPr lang="en-US" sz="1950" dirty="0"/>
          </a:p>
        </p:txBody>
      </p:sp>
      <p:sp>
        <p:nvSpPr>
          <p:cNvPr id="120" name="Shape 113"/>
          <p:cNvSpPr/>
          <p:nvPr/>
        </p:nvSpPr>
        <p:spPr>
          <a:xfrm>
            <a:off x="6772275" y="5965825"/>
            <a:ext cx="82550" cy="8255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21" name="Shape 114"/>
          <p:cNvSpPr/>
          <p:nvPr/>
        </p:nvSpPr>
        <p:spPr>
          <a:xfrm>
            <a:off x="6772275" y="6296025"/>
            <a:ext cx="82550" cy="8255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22" name="Text 115"/>
          <p:cNvSpPr/>
          <p:nvPr/>
        </p:nvSpPr>
        <p:spPr>
          <a:xfrm>
            <a:off x="7010400" y="5905500"/>
            <a:ext cx="3810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Vector</a:t>
            </a:r>
            <a:endParaRPr lang="en-US" sz="1800" dirty="0"/>
          </a:p>
        </p:txBody>
      </p:sp>
      <p:sp>
        <p:nvSpPr>
          <p:cNvPr id="123" name="Text 116"/>
          <p:cNvSpPr/>
          <p:nvPr/>
        </p:nvSpPr>
        <p:spPr>
          <a:xfrm>
            <a:off x="7010400" y="6223000"/>
            <a:ext cx="4318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 of hidden states</a:t>
            </a:r>
            <a:endParaRPr lang="en-US" sz="1800" dirty="0"/>
          </a:p>
        </p:txBody>
      </p:sp>
      <p:sp>
        <p:nvSpPr>
          <p:cNvPr id="124" name="Text 117"/>
          <p:cNvSpPr/>
          <p:nvPr/>
        </p:nvSpPr>
        <p:spPr>
          <a:xfrm>
            <a:off x="8229600" y="1104900"/>
            <a:ext cx="203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50" b="1" i="1" dirty="0">
                <a:solidFill>
                  <a:srgbClr val="A00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2050" dirty="0"/>
          </a:p>
        </p:txBody>
      </p:sp>
      <p:sp>
        <p:nvSpPr>
          <p:cNvPr id="125" name="Text 118"/>
          <p:cNvSpPr/>
          <p:nvPr/>
        </p:nvSpPr>
        <p:spPr>
          <a:xfrm>
            <a:off x="2317750" y="6413500"/>
            <a:ext cx="203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50" b="1" i="1" dirty="0">
                <a:solidFill>
                  <a:srgbClr val="A00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2050" dirty="0"/>
          </a:p>
        </p:txBody>
      </p:sp>
      <p:sp>
        <p:nvSpPr>
          <p:cNvPr id="126" name="Text 119"/>
          <p:cNvSpPr/>
          <p:nvPr/>
        </p:nvSpPr>
        <p:spPr>
          <a:xfrm>
            <a:off x="2743200" y="6604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25" b="1" dirty="0">
                <a:solidFill>
                  <a:srgbClr val="A00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RNN  Seq2Seq model </a:t>
            </a:r>
            <a:pPr algn="ctr" indent="0" marL="0">
              <a:buNone/>
            </a:pPr>
            <a:r>
              <a:rPr lang="en-US" sz="2525" b="1" dirty="0">
                <a:solidFill>
                  <a:srgbClr val="060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[with Attention]</a:t>
            </a:r>
            <a:endParaRPr lang="en-US" sz="2525" dirty="0"/>
          </a:p>
        </p:txBody>
      </p:sp>
      <p:sp>
        <p:nvSpPr>
          <p:cNvPr id="127" name="Text 120"/>
          <p:cNvSpPr/>
          <p:nvPr/>
        </p:nvSpPr>
        <p:spPr>
          <a:xfrm>
            <a:off x="2736850" y="1016000"/>
            <a:ext cx="635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0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To overcome </a:t>
            </a:r>
            <a:pPr algn="ctr" indent="0" marL="0">
              <a:buNone/>
            </a:pPr>
            <a:r>
              <a:rPr lang="en-US" sz="2000" b="1" u="sng" dirty="0">
                <a:solidFill>
                  <a:srgbClr val="060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Bottleneck</a:t>
            </a:r>
            <a:pPr algn="ctr" indent="0" marL="0">
              <a:buNone/>
            </a:pPr>
            <a:r>
              <a:rPr lang="en-US" sz="2000" b="1" dirty="0">
                <a:solidFill>
                  <a:srgbClr val="060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challenge]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8000" y="1447800"/>
            <a:ext cx="11176000" cy="4889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4318000" y="660400"/>
            <a:ext cx="31115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191000" y="1181100"/>
            <a:ext cx="336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2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is All You Need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724900" y="1104900"/>
            <a:ext cx="1028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rgbClr val="E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083300" y="2057400"/>
            <a:ext cx="5410200" cy="1549400"/>
          </a:xfrm>
          <a:prstGeom prst="roundRect">
            <a:avLst>
              <a:gd name="adj" fmla="val 5902"/>
            </a:avLst>
          </a:prstGeom>
          <a:solidFill>
            <a:srgbClr val="FFFF00"/>
          </a:solidFill>
          <a:ln/>
        </p:spPr>
      </p:sp>
      <p:sp>
        <p:nvSpPr>
          <p:cNvPr id="10" name="Text 8"/>
          <p:cNvSpPr/>
          <p:nvPr/>
        </p:nvSpPr>
        <p:spPr>
          <a:xfrm>
            <a:off x="6210300" y="2590800"/>
            <a:ext cx="51562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 Head Self Attention Blocks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84200" y="3886200"/>
            <a:ext cx="5613400" cy="1854200"/>
          </a:xfrm>
          <a:prstGeom prst="roundRect">
            <a:avLst>
              <a:gd name="adj" fmla="val 4932"/>
            </a:avLst>
          </a:prstGeom>
          <a:solidFill>
            <a:srgbClr val="F5AB62"/>
          </a:solidFill>
          <a:ln/>
        </p:spPr>
      </p:sp>
      <p:sp>
        <p:nvSpPr>
          <p:cNvPr id="12" name="Text 10"/>
          <p:cNvSpPr/>
          <p:nvPr/>
        </p:nvSpPr>
        <p:spPr>
          <a:xfrm>
            <a:off x="711200" y="4559300"/>
            <a:ext cx="5359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 Head Self Attention Blocks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397000" y="2870200"/>
            <a:ext cx="4584700" cy="939800"/>
          </a:xfrm>
          <a:prstGeom prst="roundRect">
            <a:avLst>
              <a:gd name="adj" fmla="val 6811"/>
            </a:avLst>
          </a:prstGeom>
          <a:solidFill>
            <a:srgbClr val="EFF1FD"/>
          </a:solidFill>
          <a:ln w="12700">
            <a:solidFill>
              <a:srgbClr val="C3CCD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24200" y="3200400"/>
            <a:ext cx="1066800" cy="292100"/>
          </a:xfrm>
          <a:prstGeom prst="rect">
            <a:avLst/>
          </a:prstGeom>
          <a:solidFill>
            <a:srgbClr val="FFFFFF"/>
          </a:solidFill>
          <a:ln w="12700">
            <a:solidFill>
              <a:srgbClr val="BABE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24200" y="3200400"/>
            <a:ext cx="1066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72747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attention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73800" y="3670300"/>
            <a:ext cx="4610100" cy="647700"/>
          </a:xfrm>
          <a:prstGeom prst="roundRect">
            <a:avLst>
              <a:gd name="adj" fmla="val 9882"/>
            </a:avLst>
          </a:prstGeom>
          <a:solidFill>
            <a:srgbClr val="F3F1FC"/>
          </a:solidFill>
          <a:ln w="12700">
            <a:solidFill>
              <a:srgbClr val="ABAEB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33600" y="2489200"/>
            <a:ext cx="292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222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Encoder-Decoder Attention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912100" y="4419600"/>
            <a:ext cx="2933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222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Encoder-Decoder Attention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 flipH="1">
            <a:off x="2413000" y="3517900"/>
            <a:ext cx="1212850" cy="368300"/>
          </a:xfrm>
          <a:prstGeom prst="line">
            <a:avLst/>
          </a:prstGeom>
          <a:noFill/>
          <a:ln w="15875">
            <a:solidFill>
              <a:srgbClr val="40444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25850" y="3517900"/>
            <a:ext cx="31750" cy="368300"/>
          </a:xfrm>
          <a:prstGeom prst="line">
            <a:avLst/>
          </a:prstGeom>
          <a:noFill/>
          <a:ln w="15875">
            <a:solidFill>
              <a:srgbClr val="40444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25850" y="3517900"/>
            <a:ext cx="1263650" cy="368300"/>
          </a:xfrm>
          <a:prstGeom prst="line">
            <a:avLst/>
          </a:prstGeom>
          <a:noFill/>
          <a:ln w="15875">
            <a:solidFill>
              <a:srgbClr val="40444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36750" y="5740400"/>
            <a:ext cx="0" cy="317500"/>
          </a:xfrm>
          <a:prstGeom prst="line">
            <a:avLst/>
          </a:prstGeom>
          <a:noFill/>
          <a:ln w="15875">
            <a:solidFill>
              <a:srgbClr val="99999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32200" y="5740400"/>
            <a:ext cx="0" cy="317500"/>
          </a:xfrm>
          <a:prstGeom prst="line">
            <a:avLst/>
          </a:prstGeom>
          <a:noFill/>
          <a:ln w="15875">
            <a:solidFill>
              <a:srgbClr val="99999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46700" y="5740400"/>
            <a:ext cx="0" cy="317500"/>
          </a:xfrm>
          <a:prstGeom prst="line">
            <a:avLst/>
          </a:prstGeom>
          <a:noFill/>
          <a:ln w="15875">
            <a:solidFill>
              <a:srgbClr val="999999"/>
            </a:solidFill>
            <a:prstDash val="solid"/>
          </a:ln>
        </p:spPr>
      </p:sp>
      <p:pic>
        <p:nvPicPr>
          <p:cNvPr id="25" name="Image 0" descr="/home/ahmed/Projects/ai_llm_slides/videos/deep-learning/001_transformers_part1/recreated_pptx/build/assets/eq011/eq011_x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6354" y="6106923"/>
            <a:ext cx="202692" cy="149352"/>
          </a:xfrm>
          <a:prstGeom prst="rect">
            <a:avLst/>
          </a:prstGeom>
        </p:spPr>
      </p:pic>
      <p:pic>
        <p:nvPicPr>
          <p:cNvPr id="26" name="Image 1" descr="/home/ahmed/Projects/ai_llm_slides/videos/deep-learning/001_transformers_part1/recreated_pptx/build/assets/eq011/eq011_x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1616" y="6106923"/>
            <a:ext cx="201168" cy="149352"/>
          </a:xfrm>
          <a:prstGeom prst="rect">
            <a:avLst/>
          </a:prstGeom>
        </p:spPr>
      </p:pic>
      <p:pic>
        <p:nvPicPr>
          <p:cNvPr id="27" name="Image 2" descr="/home/ahmed/Projects/ai_llm_slides/videos/deep-learning/001_transformers_part1/recreated_pptx/build/assets/eq011/eq011_x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242" y="6106922"/>
            <a:ext cx="204216" cy="150876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 flipV="1">
            <a:off x="7086600" y="1822450"/>
            <a:ext cx="0" cy="22225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29" name="Shape 24"/>
          <p:cNvSpPr/>
          <p:nvPr/>
        </p:nvSpPr>
        <p:spPr>
          <a:xfrm flipV="1">
            <a:off x="8788400" y="1822450"/>
            <a:ext cx="0" cy="22225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30" name="Shape 25"/>
          <p:cNvSpPr/>
          <p:nvPr/>
        </p:nvSpPr>
        <p:spPr>
          <a:xfrm flipV="1">
            <a:off x="10490200" y="1822450"/>
            <a:ext cx="0" cy="22225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</p:sp>
      <p:pic>
        <p:nvPicPr>
          <p:cNvPr id="31" name="Image 3" descr="/home/ahmed/Projects/ai_llm_slides/videos/deep-learning/001_transformers_part1/recreated_pptx/build/assets/eq011/eq011_o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5376" y="1557275"/>
            <a:ext cx="193548" cy="150876"/>
          </a:xfrm>
          <a:prstGeom prst="rect">
            <a:avLst/>
          </a:prstGeom>
        </p:spPr>
      </p:pic>
      <p:pic>
        <p:nvPicPr>
          <p:cNvPr id="32" name="Image 4" descr="/home/ahmed/Projects/ai_llm_slides/videos/deep-learning/001_transformers_part1/recreated_pptx/build/assets/eq011/eq011_o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4288" y="1557275"/>
            <a:ext cx="192024" cy="150876"/>
          </a:xfrm>
          <a:prstGeom prst="rect">
            <a:avLst/>
          </a:prstGeom>
        </p:spPr>
      </p:pic>
      <p:pic>
        <p:nvPicPr>
          <p:cNvPr id="33" name="Image 5" descr="/home/ahmed/Projects/ai_llm_slides/videos/deep-learning/001_transformers_part1/recreated_pptx/build/assets/eq011/eq011_o3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0914" y="1557274"/>
            <a:ext cx="195072" cy="152400"/>
          </a:xfrm>
          <a:prstGeom prst="rect">
            <a:avLst/>
          </a:prstGeom>
        </p:spPr>
      </p:pic>
      <p:sp>
        <p:nvSpPr>
          <p:cNvPr id="34" name="Shape 26"/>
          <p:cNvSpPr/>
          <p:nvPr/>
        </p:nvSpPr>
        <p:spPr>
          <a:xfrm>
            <a:off x="11468100" y="3333750"/>
            <a:ext cx="127000" cy="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  <a:tailEnd type="triangle"/>
          </a:ln>
        </p:spPr>
      </p:sp>
      <p:pic>
        <p:nvPicPr>
          <p:cNvPr id="35" name="Image 6" descr="/home/ahmed/Projects/ai_llm_slides/videos/deep-learning/001_transformers_part1/recreated_pptx/build/assets/dashes011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40200" y="2794000"/>
            <a:ext cx="4190997" cy="1422404"/>
          </a:xfrm>
          <a:prstGeom prst="rect">
            <a:avLst/>
          </a:prstGeom>
        </p:spPr>
      </p:pic>
      <p:pic>
        <p:nvPicPr>
          <p:cNvPr id="36" name="Image 7" descr="/home/ahmed/Projects/ai_llm_slides/videos/deep-learning/001_transformers_part1/recreated_pptx/build/assets/arc011_r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89600" y="3149600"/>
            <a:ext cx="990597" cy="1193804"/>
          </a:xfrm>
          <a:prstGeom prst="rect">
            <a:avLst/>
          </a:prstGeom>
        </p:spPr>
      </p:pic>
      <p:pic>
        <p:nvPicPr>
          <p:cNvPr id="37" name="Image 8" descr="/home/ahmed/Projects/ai_llm_slides/videos/deep-learning/001_transformers_part1/recreated_pptx/build/assets/loop011_1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97240" y="3534410"/>
            <a:ext cx="431798" cy="252984"/>
          </a:xfrm>
          <a:prstGeom prst="rect">
            <a:avLst/>
          </a:prstGeom>
        </p:spPr>
      </p:pic>
      <p:pic>
        <p:nvPicPr>
          <p:cNvPr id="38" name="Image 9" descr="/home/ahmed/Projects/ai_llm_slides/videos/deep-learning/001_transformers_part1/recreated_pptx/build/assets/loop011_2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96500" y="3534410"/>
            <a:ext cx="431798" cy="252984"/>
          </a:xfrm>
          <a:prstGeom prst="rect">
            <a:avLst/>
          </a:prstGeom>
        </p:spPr>
      </p:pic>
      <p:sp>
        <p:nvSpPr>
          <p:cNvPr id="39" name="Shape 27"/>
          <p:cNvSpPr/>
          <p:nvPr/>
        </p:nvSpPr>
        <p:spPr>
          <a:xfrm>
            <a:off x="5816600" y="5194300"/>
            <a:ext cx="5499100" cy="1473200"/>
          </a:xfrm>
          <a:prstGeom prst="rect">
            <a:avLst/>
          </a:prstGeom>
          <a:solidFill>
            <a:srgbClr val="EAE6DD"/>
          </a:solidFill>
          <a:ln w="12700">
            <a:solidFill>
              <a:srgbClr val="B9BCBF"/>
            </a:solidFill>
            <a:prstDash val="solid"/>
          </a:ln>
        </p:spPr>
      </p:sp>
      <p:sp>
        <p:nvSpPr>
          <p:cNvPr id="40" name="Text 28"/>
          <p:cNvSpPr/>
          <p:nvPr/>
        </p:nvSpPr>
        <p:spPr>
          <a:xfrm>
            <a:off x="5892800" y="5321300"/>
            <a:ext cx="533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Mechanism supports:</a:t>
            </a:r>
            <a:endParaRPr lang="en-US" sz="1700" dirty="0"/>
          </a:p>
        </p:txBody>
      </p:sp>
      <p:sp>
        <p:nvSpPr>
          <p:cNvPr id="41" name="Text 29"/>
          <p:cNvSpPr/>
          <p:nvPr/>
        </p:nvSpPr>
        <p:spPr>
          <a:xfrm>
            <a:off x="5880100" y="5638800"/>
            <a:ext cx="5334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buNone/>
            </a:pPr>
            <a:r>
              <a:rPr lang="en-US" sz="1700" u="sng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Parallelization</a:t>
            </a:r>
            <a:pPr algn="l"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Encoder ,</a:t>
            </a:r>
            <a:endParaRPr lang="en-US" sz="1700" dirty="0"/>
          </a:p>
        </p:txBody>
      </p:sp>
      <p:sp>
        <p:nvSpPr>
          <p:cNvPr id="42" name="Text 30"/>
          <p:cNvSpPr/>
          <p:nvPr/>
        </p:nvSpPr>
        <p:spPr>
          <a:xfrm>
            <a:off x="5880100" y="5969000"/>
            <a:ext cx="533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buNone/>
            </a:pPr>
            <a:r>
              <a:rPr lang="en-US" sz="1700" u="sng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Parallelization</a:t>
            </a:r>
            <a:pPr algn="l"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Decoder ( Training Mode Only)</a:t>
            </a:r>
            <a:endParaRPr lang="en-US" sz="1700" dirty="0"/>
          </a:p>
        </p:txBody>
      </p:sp>
      <p:sp>
        <p:nvSpPr>
          <p:cNvPr id="43" name="Text 31"/>
          <p:cNvSpPr/>
          <p:nvPr/>
        </p:nvSpPr>
        <p:spPr>
          <a:xfrm>
            <a:off x="5880100" y="6299200"/>
            <a:ext cx="533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Very Long  </a:t>
            </a:r>
            <a:pPr algn="l" indent="0" marL="0">
              <a:buNone/>
            </a:pPr>
            <a:r>
              <a:rPr lang="en-US" sz="1700" u="sng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length</a:t>
            </a:r>
            <a:pPr algn="l" indent="0" marL="0">
              <a:buNone/>
            </a:pPr>
            <a:endParaRPr lang="en-US" sz="1700" dirty="0"/>
          </a:p>
        </p:txBody>
      </p:sp>
      <p:sp>
        <p:nvSpPr>
          <p:cNvPr id="44" name="Text 32"/>
          <p:cNvSpPr/>
          <p:nvPr/>
        </p:nvSpPr>
        <p:spPr>
          <a:xfrm>
            <a:off x="2844800" y="6426200"/>
            <a:ext cx="990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rgbClr val="E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800" dirty="0"/>
          </a:p>
        </p:txBody>
      </p:sp>
      <p:pic>
        <p:nvPicPr>
          <p:cNvPr id="5" name="Image 0" descr="/home/ahmed/Projects/ai_llm_slides/videos/deep-learning/001_transformers_part1/recreated_pptx/build/assets/slide012_p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5821" y="667329"/>
            <a:ext cx="8928951" cy="599330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7449" y="666753"/>
            <a:ext cx="8928101" cy="5994404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C00000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36650" y="3022600"/>
            <a:ext cx="1016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Building Blocks</a:t>
            </a:r>
            <a:endParaRPr lang="en-US" sz="4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51000" y="615950"/>
            <a:ext cx="8890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50" b="1" dirty="0">
                <a:solidFill>
                  <a:srgbClr val="A00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– Decoder Transformer</a:t>
            </a:r>
            <a:endParaRPr lang="en-US" sz="3550" dirty="0"/>
          </a:p>
        </p:txBody>
      </p:sp>
      <p:sp>
        <p:nvSpPr>
          <p:cNvPr id="6" name="Shape 4"/>
          <p:cNvSpPr/>
          <p:nvPr/>
        </p:nvSpPr>
        <p:spPr>
          <a:xfrm>
            <a:off x="1187450" y="1346200"/>
            <a:ext cx="4038600" cy="528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7" name="Image 0" descr="/home/ahmed/Projects/ai_llm_slides/videos/deep-learning/001_transformers_part1/recreated_pptx/build/assets/slide014_fi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5900" y="1460500"/>
            <a:ext cx="3517900" cy="5168900"/>
          </a:xfrm>
          <a:prstGeom prst="rect">
            <a:avLst/>
          </a:prstGeom>
        </p:spPr>
      </p:pic>
      <p:pic>
        <p:nvPicPr>
          <p:cNvPr id="8" name="Image 1" descr="/home/ahmed/Projects/ai_llm_slides/videos/deep-learning/001_transformers_part1/recreated_pptx/build/assets/slide014_arc_c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6200" y="3352800"/>
            <a:ext cx="1143000" cy="11430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051550" y="1930400"/>
            <a:ext cx="5283200" cy="404495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0" name="Image 2" descr="/home/ahmed/Projects/ai_llm_slides/videos/deep-learning/001_transformers_part1/recreated_pptx/build/assets/slide014_fig1_c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0600" y="2235200"/>
            <a:ext cx="5168900" cy="35179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880100" y="1308100"/>
            <a:ext cx="4191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A00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Orientation is not the Issue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5765800" y="6026150"/>
            <a:ext cx="6858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000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us focus on the  Building  blocks</a:t>
            </a:r>
            <a:endParaRPr lang="en-US" sz="2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51000" y="615950"/>
            <a:ext cx="8890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50" b="1" dirty="0">
                <a:solidFill>
                  <a:srgbClr val="A00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– Decoder Transformer</a:t>
            </a:r>
            <a:endParaRPr lang="en-US" sz="3550" dirty="0"/>
          </a:p>
        </p:txBody>
      </p:sp>
      <p:sp>
        <p:nvSpPr>
          <p:cNvPr id="6" name="Shape 4"/>
          <p:cNvSpPr/>
          <p:nvPr/>
        </p:nvSpPr>
        <p:spPr>
          <a:xfrm>
            <a:off x="1187450" y="1346200"/>
            <a:ext cx="4038600" cy="528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7" name="Image 0" descr="/home/ahmed/Projects/ai_llm_slides/videos/deep-learning/001_transformers_part1/recreated_pptx/build/assets/slide014_fi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5900" y="1460500"/>
            <a:ext cx="3517900" cy="51689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277100" y="1333500"/>
            <a:ext cx="4076700" cy="53213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50"/>
            </a:solidFill>
            <a:prstDash val="solid"/>
          </a:ln>
        </p:spPr>
      </p:sp>
      <p:pic>
        <p:nvPicPr>
          <p:cNvPr id="9" name="Image 1" descr="/home/ahmed/Projects/ai_llm_slides/videos/deep-learning/001_transformers_part1/recreated_pptx/build/assets/slide015_fig1_col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2500" y="1358900"/>
            <a:ext cx="4038600" cy="5283200"/>
          </a:xfrm>
          <a:prstGeom prst="rect">
            <a:avLst/>
          </a:prstGeom>
        </p:spPr>
      </p:pic>
      <p:pic>
        <p:nvPicPr>
          <p:cNvPr id="10" name="Image 2" descr="/home/ahmed/Projects/ai_llm_slides/videos/deep-learning/001_transformers_part1/recreated_pptx/build/assets/slide015_blockarr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6600" y="3746500"/>
            <a:ext cx="863600" cy="304800"/>
          </a:xfrm>
          <a:prstGeom prst="rect">
            <a:avLst/>
          </a:prstGeom>
        </p:spPr>
      </p:pic>
      <p:pic>
        <p:nvPicPr>
          <p:cNvPr id="11" name="Image 3" descr="/home/ahmed/Projects/ai_llm_slides/videos/deep-learning/001_transformers_part1/recreated_pptx/build/assets/slide015_up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5800" y="6184900"/>
            <a:ext cx="165100" cy="342900"/>
          </a:xfrm>
          <a:prstGeom prst="rect">
            <a:avLst/>
          </a:prstGeom>
        </p:spPr>
      </p:pic>
      <p:pic>
        <p:nvPicPr>
          <p:cNvPr id="12" name="Image 4" descr="/home/ahmed/Projects/ai_llm_slides/videos/deep-learning/001_transformers_part1/recreated_pptx/build/assets/slide015_up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8000" y="1473200"/>
            <a:ext cx="139700" cy="3175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7404100" y="1422400"/>
            <a:ext cx="139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1600" dirty="0"/>
          </a:p>
        </p:txBody>
      </p:sp>
      <p:sp>
        <p:nvSpPr>
          <p:cNvPr id="14" name="Text 7"/>
          <p:cNvSpPr/>
          <p:nvPr/>
        </p:nvSpPr>
        <p:spPr>
          <a:xfrm>
            <a:off x="9766300" y="1409700"/>
            <a:ext cx="1485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i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778000" y="609600"/>
            <a:ext cx="8636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– Decoder Transformer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264400" y="1308100"/>
            <a:ext cx="4102100" cy="5359400"/>
          </a:xfrm>
          <a:prstGeom prst="rect">
            <a:avLst/>
          </a:prstGeom>
          <a:ln w="19050">
            <a:solidFill>
              <a:srgbClr val="00A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27900" y="1358900"/>
            <a:ext cx="2006600" cy="5257800"/>
          </a:xfrm>
          <a:prstGeom prst="rect">
            <a:avLst/>
          </a:prstGeom>
          <a:solidFill>
            <a:srgbClr val="FDEDDD"/>
          </a:solidFill>
          <a:ln/>
        </p:spPr>
      </p:sp>
      <p:sp>
        <p:nvSpPr>
          <p:cNvPr id="8" name="Shape 6"/>
          <p:cNvSpPr/>
          <p:nvPr/>
        </p:nvSpPr>
        <p:spPr>
          <a:xfrm>
            <a:off x="9359900" y="1358900"/>
            <a:ext cx="1955800" cy="5257800"/>
          </a:xfrm>
          <a:prstGeom prst="rect">
            <a:avLst/>
          </a:prstGeom>
          <a:solidFill>
            <a:srgbClr val="CEFFE1"/>
          </a:solidFill>
          <a:ln/>
        </p:spPr>
      </p:sp>
      <p:sp>
        <p:nvSpPr>
          <p:cNvPr id="9" name="Shape 7"/>
          <p:cNvSpPr/>
          <p:nvPr/>
        </p:nvSpPr>
        <p:spPr>
          <a:xfrm>
            <a:off x="5702300" y="1498600"/>
            <a:ext cx="1524000" cy="25400"/>
          </a:xfrm>
          <a:prstGeom prst="line">
            <a:avLst/>
          </a:prstGeom>
          <a:noFill/>
          <a:ln w="12700">
            <a:solidFill>
              <a:srgbClr val="CFCFD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26300" y="1524000"/>
            <a:ext cx="1028700" cy="88900"/>
          </a:xfrm>
          <a:prstGeom prst="line">
            <a:avLst/>
          </a:prstGeom>
          <a:noFill/>
          <a:ln w="12700">
            <a:solidFill>
              <a:srgbClr val="CFCFD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55000" y="1612900"/>
            <a:ext cx="1066800" cy="241300"/>
          </a:xfrm>
          <a:prstGeom prst="line">
            <a:avLst/>
          </a:prstGeom>
          <a:noFill/>
          <a:ln w="12700">
            <a:solidFill>
              <a:srgbClr val="CFCFD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18300" y="2044700"/>
            <a:ext cx="508000" cy="50800"/>
          </a:xfrm>
          <a:prstGeom prst="line">
            <a:avLst/>
          </a:prstGeom>
          <a:noFill/>
          <a:ln w="12700">
            <a:solidFill>
              <a:srgbClr val="CFCFD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26300" y="2095500"/>
            <a:ext cx="812800" cy="228600"/>
          </a:xfrm>
          <a:prstGeom prst="line">
            <a:avLst/>
          </a:prstGeom>
          <a:noFill/>
          <a:ln w="12700">
            <a:solidFill>
              <a:srgbClr val="CFCFD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39100" y="2324100"/>
            <a:ext cx="520700" cy="635000"/>
          </a:xfrm>
          <a:prstGeom prst="line">
            <a:avLst/>
          </a:prstGeom>
          <a:noFill/>
          <a:ln w="12700">
            <a:solidFill>
              <a:srgbClr val="CFCFD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70600" y="2882900"/>
            <a:ext cx="1155700" cy="12700"/>
          </a:xfrm>
          <a:prstGeom prst="line">
            <a:avLst/>
          </a:prstGeom>
          <a:noFill/>
          <a:ln w="12700">
            <a:solidFill>
              <a:srgbClr val="CFCFD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26300" y="2895600"/>
            <a:ext cx="1358900" cy="63500"/>
          </a:xfrm>
          <a:prstGeom prst="line">
            <a:avLst/>
          </a:prstGeom>
          <a:noFill/>
          <a:ln w="12700">
            <a:solidFill>
              <a:srgbClr val="CFCFD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85200" y="2959100"/>
            <a:ext cx="609600" cy="50800"/>
          </a:xfrm>
          <a:prstGeom prst="line">
            <a:avLst/>
          </a:prstGeom>
          <a:noFill/>
          <a:ln w="12700">
            <a:solidFill>
              <a:srgbClr val="CFCFD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94800" y="3009900"/>
            <a:ext cx="254000" cy="114300"/>
          </a:xfrm>
          <a:prstGeom prst="line">
            <a:avLst/>
          </a:prstGeom>
          <a:noFill/>
          <a:ln w="12700">
            <a:solidFill>
              <a:srgbClr val="CFCFD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13500" y="2946400"/>
            <a:ext cx="812800" cy="1320800"/>
          </a:xfrm>
          <a:prstGeom prst="line">
            <a:avLst/>
          </a:prstGeom>
          <a:noFill/>
          <a:ln w="12700">
            <a:solidFill>
              <a:srgbClr val="CFCFD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6718300" y="4051300"/>
            <a:ext cx="508000" cy="12700"/>
          </a:xfrm>
          <a:prstGeom prst="line">
            <a:avLst/>
          </a:prstGeom>
          <a:noFill/>
          <a:ln w="12700">
            <a:solidFill>
              <a:srgbClr val="CFCFD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7226300" y="3759200"/>
            <a:ext cx="660400" cy="292100"/>
          </a:xfrm>
          <a:prstGeom prst="line">
            <a:avLst/>
          </a:prstGeom>
          <a:noFill/>
          <a:ln w="12700">
            <a:solidFill>
              <a:srgbClr val="CFCFD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5676900" y="5384800"/>
            <a:ext cx="1549400" cy="25400"/>
          </a:xfrm>
          <a:prstGeom prst="line">
            <a:avLst/>
          </a:prstGeom>
          <a:noFill/>
          <a:ln w="12700">
            <a:solidFill>
              <a:srgbClr val="CFCFD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26300" y="5384800"/>
            <a:ext cx="393700" cy="0"/>
          </a:xfrm>
          <a:prstGeom prst="line">
            <a:avLst/>
          </a:prstGeom>
          <a:noFill/>
          <a:ln w="12700">
            <a:solidFill>
              <a:srgbClr val="CFCFD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5930900" y="6172200"/>
            <a:ext cx="1282700" cy="63500"/>
          </a:xfrm>
          <a:prstGeom prst="line">
            <a:avLst/>
          </a:prstGeom>
          <a:noFill/>
          <a:ln w="12700">
            <a:solidFill>
              <a:srgbClr val="CFCFD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7213600" y="6108700"/>
            <a:ext cx="469900" cy="63500"/>
          </a:xfrm>
          <a:prstGeom prst="line">
            <a:avLst/>
          </a:prstGeom>
          <a:noFill/>
          <a:ln w="12700">
            <a:solidFill>
              <a:srgbClr val="CFCFD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7683500" y="5994400"/>
            <a:ext cx="546100" cy="114300"/>
          </a:xfrm>
          <a:prstGeom prst="line">
            <a:avLst/>
          </a:prstGeom>
          <a:noFill/>
          <a:ln w="12700">
            <a:solidFill>
              <a:srgbClr val="CFCFD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78700" y="1422400"/>
            <a:ext cx="1066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160000" y="1409700"/>
            <a:ext cx="1168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i="1" dirty="0">
                <a:solidFill>
                  <a:srgbClr val="0E7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623300" y="3187700"/>
            <a:ext cx="812800" cy="2032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30" name="Shape 28"/>
          <p:cNvSpPr/>
          <p:nvPr/>
        </p:nvSpPr>
        <p:spPr>
          <a:xfrm>
            <a:off x="9271000" y="3378200"/>
            <a:ext cx="165100" cy="5207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31" name="Shape 29"/>
          <p:cNvSpPr/>
          <p:nvPr/>
        </p:nvSpPr>
        <p:spPr>
          <a:xfrm>
            <a:off x="9245600" y="3886200"/>
            <a:ext cx="749300" cy="2032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32" name="Shape 30"/>
          <p:cNvSpPr/>
          <p:nvPr/>
        </p:nvSpPr>
        <p:spPr>
          <a:xfrm>
            <a:off x="7988300" y="3390900"/>
            <a:ext cx="1250950" cy="1803400"/>
          </a:xfrm>
          <a:prstGeom prst="roundRect">
            <a:avLst>
              <a:gd name="adj" fmla="val 4386"/>
            </a:avLst>
          </a:prstGeom>
          <a:solidFill>
            <a:srgbClr val="C8A888"/>
          </a:solidFill>
          <a:ln w="15875">
            <a:solidFill>
              <a:srgbClr val="7B4B2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83550" y="3581400"/>
            <a:ext cx="0" cy="1600200"/>
          </a:xfrm>
          <a:prstGeom prst="line">
            <a:avLst/>
          </a:prstGeom>
          <a:noFill/>
          <a:ln w="9525">
            <a:solidFill>
              <a:srgbClr val="7B4B2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96250" y="4140200"/>
            <a:ext cx="44450" cy="50800"/>
          </a:xfrm>
          <a:prstGeom prst="line">
            <a:avLst/>
          </a:prstGeom>
          <a:noFill/>
          <a:ln w="9525">
            <a:solidFill>
              <a:srgbClr val="7B4B2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40700" y="4184650"/>
            <a:ext cx="577850" cy="0"/>
          </a:xfrm>
          <a:prstGeom prst="line">
            <a:avLst/>
          </a:prstGeom>
          <a:noFill/>
          <a:ln w="9525">
            <a:solidFill>
              <a:srgbClr val="7B4B2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718550" y="3403600"/>
            <a:ext cx="0" cy="76200"/>
          </a:xfrm>
          <a:prstGeom prst="line">
            <a:avLst/>
          </a:prstGeom>
          <a:noFill/>
          <a:ln w="9525">
            <a:solidFill>
              <a:srgbClr val="7B4B2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18550" y="3644900"/>
            <a:ext cx="0" cy="44450"/>
          </a:xfrm>
          <a:prstGeom prst="line">
            <a:avLst/>
          </a:prstGeom>
          <a:noFill/>
          <a:ln w="9525">
            <a:solidFill>
              <a:srgbClr val="7B4B2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718550" y="4025900"/>
            <a:ext cx="0" cy="311150"/>
          </a:xfrm>
          <a:prstGeom prst="line">
            <a:avLst/>
          </a:prstGeom>
          <a:noFill/>
          <a:ln w="9525">
            <a:solidFill>
              <a:srgbClr val="7B4B2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718550" y="4870450"/>
            <a:ext cx="0" cy="311150"/>
          </a:xfrm>
          <a:prstGeom prst="line">
            <a:avLst/>
          </a:prstGeom>
          <a:noFill/>
          <a:ln w="9525">
            <a:solidFill>
              <a:srgbClr val="7B4B2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99450" y="3479800"/>
            <a:ext cx="838200" cy="539750"/>
          </a:xfrm>
          <a:prstGeom prst="roundRect">
            <a:avLst>
              <a:gd name="adj" fmla="val 8471"/>
            </a:avLst>
          </a:prstGeom>
          <a:solidFill>
            <a:srgbClr val="C8A888"/>
          </a:solidFill>
          <a:ln w="9525">
            <a:solidFill>
              <a:srgbClr val="7B4B2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305800" y="3638550"/>
            <a:ext cx="825500" cy="0"/>
          </a:xfrm>
          <a:prstGeom prst="line">
            <a:avLst/>
          </a:prstGeom>
          <a:noFill/>
          <a:ln w="9525">
            <a:solidFill>
              <a:srgbClr val="7B4B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05800" y="3486150"/>
            <a:ext cx="82550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305800" y="3689350"/>
            <a:ext cx="825500" cy="330200"/>
          </a:xfrm>
          <a:prstGeom prst="roundRect">
            <a:avLst>
              <a:gd name="adj" fmla="val 11077"/>
            </a:avLst>
          </a:prstGeom>
          <a:solidFill>
            <a:srgbClr val="B9A382"/>
          </a:solidFill>
          <a:ln w="9525">
            <a:solidFill>
              <a:srgbClr val="7B4B2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05800" y="3689350"/>
            <a:ext cx="825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</a:t>
            </a:r>
            <a:endParaRPr lang="en-US" sz="85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8299450" y="4337050"/>
            <a:ext cx="838200" cy="533400"/>
          </a:xfrm>
          <a:prstGeom prst="roundRect">
            <a:avLst>
              <a:gd name="adj" fmla="val 8571"/>
            </a:avLst>
          </a:prstGeom>
          <a:solidFill>
            <a:srgbClr val="BF9E68"/>
          </a:solidFill>
          <a:ln w="9525">
            <a:solidFill>
              <a:srgbClr val="7B4B2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305800" y="4489450"/>
            <a:ext cx="825500" cy="0"/>
          </a:xfrm>
          <a:prstGeom prst="line">
            <a:avLst/>
          </a:prstGeom>
          <a:noFill/>
          <a:ln w="9525">
            <a:solidFill>
              <a:srgbClr val="7B4B2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305800" y="4540250"/>
            <a:ext cx="825500" cy="0"/>
          </a:xfrm>
          <a:prstGeom prst="line">
            <a:avLst/>
          </a:prstGeom>
          <a:noFill/>
          <a:ln w="9525">
            <a:solidFill>
              <a:srgbClr val="7B4B2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305800" y="4343400"/>
            <a:ext cx="8255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305800" y="4552950"/>
            <a:ext cx="825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9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8356600" y="5029200"/>
            <a:ext cx="165100" cy="1651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356600" y="5029200"/>
            <a:ext cx="1651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8743950" y="5029200"/>
            <a:ext cx="165100" cy="1651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743950" y="5029200"/>
            <a:ext cx="1651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8985250" y="5035550"/>
            <a:ext cx="152400" cy="152400"/>
          </a:xfrm>
          <a:prstGeom prst="ellips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985250" y="503555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8718550" y="5194300"/>
            <a:ext cx="0" cy="1016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718550" y="5511800"/>
            <a:ext cx="0" cy="1143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674100" y="5556250"/>
            <a:ext cx="88900" cy="76200"/>
          </a:xfrm>
          <a:prstGeom prst="triangle">
            <a:avLst/>
          </a:prstGeom>
          <a:solidFill>
            <a:srgbClr val="2F2F2F"/>
          </a:solidFill>
          <a:ln w="6350">
            <a:solidFill>
              <a:srgbClr val="2F2F2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248650" y="5289550"/>
            <a:ext cx="215900" cy="215900"/>
          </a:xfrm>
          <a:prstGeom prst="ellipse">
            <a:avLst/>
          </a:prstGeom>
          <a:ln w="15875">
            <a:solidFill>
              <a:srgbClr val="6E442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286750" y="5397500"/>
            <a:ext cx="139700" cy="0"/>
          </a:xfrm>
          <a:prstGeom prst="line">
            <a:avLst/>
          </a:prstGeom>
          <a:noFill/>
          <a:ln w="15875">
            <a:solidFill>
              <a:srgbClr val="6E442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356600" y="5327650"/>
            <a:ext cx="0" cy="139700"/>
          </a:xfrm>
          <a:prstGeom prst="line">
            <a:avLst/>
          </a:prstGeom>
          <a:noFill/>
          <a:ln w="15875">
            <a:solidFill>
              <a:srgbClr val="6E442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flipV="1">
            <a:off x="8559800" y="5416160"/>
            <a:ext cx="19050" cy="19440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flipV="1">
            <a:off x="8578850" y="5399679"/>
            <a:ext cx="19050" cy="16481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flipV="1">
            <a:off x="8597900" y="5388667"/>
            <a:ext cx="19050" cy="11012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flipV="1">
            <a:off x="8616950" y="5384800"/>
            <a:ext cx="19050" cy="3867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636000" y="5384800"/>
            <a:ext cx="19050" cy="3867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655050" y="5388667"/>
            <a:ext cx="19050" cy="11012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674100" y="5399679"/>
            <a:ext cx="19050" cy="16481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693150" y="5416160"/>
            <a:ext cx="19050" cy="19440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712200" y="5435600"/>
            <a:ext cx="19050" cy="19440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731250" y="5455040"/>
            <a:ext cx="19050" cy="16481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750300" y="5471521"/>
            <a:ext cx="19050" cy="11012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769350" y="5482533"/>
            <a:ext cx="19050" cy="3867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flipV="1">
            <a:off x="8788400" y="5482533"/>
            <a:ext cx="19050" cy="3867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flipV="1">
            <a:off x="8807450" y="5471521"/>
            <a:ext cx="19050" cy="11012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flipV="1">
            <a:off x="8826500" y="5455040"/>
            <a:ext cx="19050" cy="16481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 flipV="1">
            <a:off x="8845550" y="5435600"/>
            <a:ext cx="19050" cy="19440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543800" y="5283200"/>
            <a:ext cx="711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Positional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8305800" y="5638800"/>
            <a:ext cx="838200" cy="355600"/>
          </a:xfrm>
          <a:prstGeom prst="rect">
            <a:avLst/>
          </a:prstGeom>
          <a:solidFill>
            <a:srgbClr val="F4D3C5"/>
          </a:solidFill>
          <a:ln w="9525">
            <a:solidFill>
              <a:srgbClr val="8B5A52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305800" y="5638800"/>
            <a:ext cx="838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3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85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3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8324850" y="6299200"/>
            <a:ext cx="114300" cy="203200"/>
          </a:xfrm>
          <a:prstGeom prst="rect">
            <a:avLst/>
          </a:prstGeom>
          <a:solidFill>
            <a:srgbClr val="C00000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274050" y="6210300"/>
            <a:ext cx="203200" cy="101600"/>
          </a:xfrm>
          <a:prstGeom prst="triangle">
            <a:avLst/>
          </a:prstGeom>
          <a:solidFill>
            <a:srgbClr val="C00000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432800" y="6273800"/>
            <a:ext cx="558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7594600" y="4203700"/>
            <a:ext cx="292100" cy="292100"/>
          </a:xfrm>
          <a:prstGeom prst="ellipse">
            <a:avLst/>
          </a:prstGeom>
          <a:solidFill>
            <a:srgbClr val="C8A888"/>
          </a:solidFill>
          <a:ln w="9525">
            <a:solidFill>
              <a:srgbClr val="7B4B2A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594600" y="420370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Nx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7353300" y="4343400"/>
            <a:ext cx="120650" cy="0"/>
          </a:xfrm>
          <a:prstGeom prst="line">
            <a:avLst/>
          </a:prstGeom>
          <a:noFill/>
          <a:ln w="12700">
            <a:solidFill>
              <a:srgbClr val="8F8F8F"/>
            </a:solidFill>
            <a:prstDash val="solid"/>
            <a:tailEnd type="triangle"/>
          </a:ln>
        </p:spPr>
      </p:sp>
      <p:sp>
        <p:nvSpPr>
          <p:cNvPr id="87" name="Shape 85"/>
          <p:cNvSpPr/>
          <p:nvPr/>
        </p:nvSpPr>
        <p:spPr>
          <a:xfrm>
            <a:off x="9448800" y="2533650"/>
            <a:ext cx="1231900" cy="1587500"/>
          </a:xfrm>
          <a:prstGeom prst="roundRect">
            <a:avLst>
              <a:gd name="adj" fmla="val 3711"/>
            </a:avLst>
          </a:prstGeom>
          <a:solidFill>
            <a:srgbClr val="B5B88D"/>
          </a:solidFill>
          <a:ln w="12700">
            <a:solidFill>
              <a:srgbClr val="487854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461500" y="2781300"/>
            <a:ext cx="1206500" cy="0"/>
          </a:xfrm>
          <a:prstGeom prst="line">
            <a:avLst/>
          </a:prstGeom>
          <a:noFill/>
          <a:ln w="9525">
            <a:solidFill>
              <a:srgbClr val="487854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461500" y="3168650"/>
            <a:ext cx="1206500" cy="0"/>
          </a:xfrm>
          <a:prstGeom prst="line">
            <a:avLst/>
          </a:prstGeom>
          <a:noFill/>
          <a:ln w="9525">
            <a:solidFill>
              <a:srgbClr val="487854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461500" y="3359150"/>
            <a:ext cx="1206500" cy="0"/>
          </a:xfrm>
          <a:prstGeom prst="line">
            <a:avLst/>
          </a:prstGeom>
          <a:noFill/>
          <a:ln w="9525">
            <a:solidFill>
              <a:srgbClr val="487854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556750" y="2552700"/>
            <a:ext cx="0" cy="1549400"/>
          </a:xfrm>
          <a:prstGeom prst="line">
            <a:avLst/>
          </a:prstGeom>
          <a:noFill/>
          <a:ln w="6350">
            <a:solidFill>
              <a:srgbClr val="4A4A4A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0394950" y="2552700"/>
            <a:ext cx="0" cy="1549400"/>
          </a:xfrm>
          <a:prstGeom prst="line">
            <a:avLst/>
          </a:prstGeom>
          <a:noFill/>
          <a:ln w="6350">
            <a:solidFill>
              <a:srgbClr val="4A4A4A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474200" y="2565400"/>
            <a:ext cx="1193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950" dirty="0"/>
          </a:p>
        </p:txBody>
      </p:sp>
      <p:sp>
        <p:nvSpPr>
          <p:cNvPr id="94" name="Text 92"/>
          <p:cNvSpPr/>
          <p:nvPr/>
        </p:nvSpPr>
        <p:spPr>
          <a:xfrm>
            <a:off x="9474200" y="2794000"/>
            <a:ext cx="11938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</a:t>
            </a:r>
            <a:endParaRPr lang="en-US" sz="950" dirty="0"/>
          </a:p>
        </p:txBody>
      </p:sp>
      <p:sp>
        <p:nvSpPr>
          <p:cNvPr id="95" name="Text 93"/>
          <p:cNvSpPr/>
          <p:nvPr/>
        </p:nvSpPr>
        <p:spPr>
          <a:xfrm>
            <a:off x="9474200" y="3175000"/>
            <a:ext cx="1193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950" dirty="0"/>
          </a:p>
        </p:txBody>
      </p:sp>
      <p:sp>
        <p:nvSpPr>
          <p:cNvPr id="96" name="Text 94"/>
          <p:cNvSpPr/>
          <p:nvPr/>
        </p:nvSpPr>
        <p:spPr>
          <a:xfrm>
            <a:off x="9474200" y="3340100"/>
            <a:ext cx="1193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9448800" y="4133850"/>
            <a:ext cx="1143000" cy="1066800"/>
          </a:xfrm>
          <a:prstGeom prst="roundRect">
            <a:avLst>
              <a:gd name="adj" fmla="val 5143"/>
            </a:avLst>
          </a:prstGeom>
          <a:solidFill>
            <a:srgbClr val="C5F6D9"/>
          </a:solidFill>
          <a:ln w="12700">
            <a:solidFill>
              <a:srgbClr val="487854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0394950" y="4140200"/>
            <a:ext cx="0" cy="1041400"/>
          </a:xfrm>
          <a:prstGeom prst="line">
            <a:avLst/>
          </a:prstGeom>
          <a:noFill/>
          <a:ln w="6350">
            <a:solidFill>
              <a:srgbClr val="4A4A4A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9550400" y="4178300"/>
            <a:ext cx="914400" cy="190500"/>
          </a:xfrm>
          <a:prstGeom prst="rect">
            <a:avLst/>
          </a:prstGeom>
          <a:solidFill>
            <a:srgbClr val="90D8A8"/>
          </a:solidFill>
          <a:ln w="9525">
            <a:solidFill>
              <a:srgbClr val="487854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9550400" y="4178300"/>
            <a:ext cx="914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58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9550400" y="4406900"/>
            <a:ext cx="914400" cy="457200"/>
          </a:xfrm>
          <a:prstGeom prst="rect">
            <a:avLst/>
          </a:prstGeom>
          <a:solidFill>
            <a:srgbClr val="C8E6AA"/>
          </a:solidFill>
          <a:ln w="9525">
            <a:solidFill>
              <a:srgbClr val="487854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9550400" y="44069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00" b="1" dirty="0">
                <a:solidFill>
                  <a:srgbClr val="2758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</a:t>
            </a:r>
            <a:endParaRPr lang="en-US" sz="80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800" b="1" dirty="0">
                <a:solidFill>
                  <a:srgbClr val="2758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80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800" b="1" dirty="0">
                <a:solidFill>
                  <a:srgbClr val="2758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9607550" y="4953000"/>
            <a:ext cx="165100" cy="165100"/>
          </a:xfrm>
          <a:prstGeom prst="ellipse">
            <a:avLst/>
          </a:prstGeom>
          <a:solidFill>
            <a:srgbClr val="BEF0D2"/>
          </a:solidFill>
          <a:ln w="9525">
            <a:solidFill>
              <a:srgbClr val="487854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9607550" y="4953000"/>
            <a:ext cx="1651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758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700" dirty="0"/>
          </a:p>
        </p:txBody>
      </p:sp>
      <p:sp>
        <p:nvSpPr>
          <p:cNvPr id="105" name="Shape 103"/>
          <p:cNvSpPr/>
          <p:nvPr/>
        </p:nvSpPr>
        <p:spPr>
          <a:xfrm>
            <a:off x="9785350" y="4953000"/>
            <a:ext cx="165100" cy="165100"/>
          </a:xfrm>
          <a:prstGeom prst="ellipse">
            <a:avLst/>
          </a:prstGeom>
          <a:solidFill>
            <a:srgbClr val="BEF0D2"/>
          </a:solidFill>
          <a:ln w="9525">
            <a:solidFill>
              <a:srgbClr val="487854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9785350" y="4953000"/>
            <a:ext cx="1651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758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700" dirty="0"/>
          </a:p>
        </p:txBody>
      </p:sp>
      <p:sp>
        <p:nvSpPr>
          <p:cNvPr id="107" name="Shape 105"/>
          <p:cNvSpPr/>
          <p:nvPr/>
        </p:nvSpPr>
        <p:spPr>
          <a:xfrm>
            <a:off x="10223500" y="4959350"/>
            <a:ext cx="152400" cy="152400"/>
          </a:xfrm>
          <a:prstGeom prst="ellipse">
            <a:avLst/>
          </a:prstGeom>
          <a:solidFill>
            <a:srgbClr val="BEF0D2"/>
          </a:solidFill>
          <a:ln w="9525">
            <a:solidFill>
              <a:srgbClr val="487854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10223500" y="495935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758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700" dirty="0"/>
          </a:p>
        </p:txBody>
      </p:sp>
      <p:sp>
        <p:nvSpPr>
          <p:cNvPr id="109" name="Shape 107"/>
          <p:cNvSpPr/>
          <p:nvPr/>
        </p:nvSpPr>
        <p:spPr>
          <a:xfrm>
            <a:off x="10674350" y="2641600"/>
            <a:ext cx="0" cy="2463800"/>
          </a:xfrm>
          <a:prstGeom prst="line">
            <a:avLst/>
          </a:prstGeom>
          <a:noFill/>
          <a:ln w="12700">
            <a:solidFill>
              <a:srgbClr val="487854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9429750" y="3943350"/>
            <a:ext cx="139700" cy="1397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9429750" y="394335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650" dirty="0"/>
          </a:p>
        </p:txBody>
      </p:sp>
      <p:sp>
        <p:nvSpPr>
          <p:cNvPr id="112" name="Shape 110"/>
          <p:cNvSpPr/>
          <p:nvPr/>
        </p:nvSpPr>
        <p:spPr>
          <a:xfrm>
            <a:off x="9759950" y="3949700"/>
            <a:ext cx="127000" cy="1270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9759950" y="3949700"/>
            <a:ext cx="127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650" dirty="0"/>
          </a:p>
        </p:txBody>
      </p:sp>
      <p:sp>
        <p:nvSpPr>
          <p:cNvPr id="114" name="Shape 112"/>
          <p:cNvSpPr/>
          <p:nvPr/>
        </p:nvSpPr>
        <p:spPr>
          <a:xfrm>
            <a:off x="10344150" y="3930650"/>
            <a:ext cx="152400" cy="152400"/>
          </a:xfrm>
          <a:prstGeom prst="ellips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10344150" y="393065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650" dirty="0"/>
          </a:p>
        </p:txBody>
      </p:sp>
      <p:sp>
        <p:nvSpPr>
          <p:cNvPr id="116" name="Shape 114"/>
          <p:cNvSpPr/>
          <p:nvPr/>
        </p:nvSpPr>
        <p:spPr>
          <a:xfrm>
            <a:off x="9994900" y="5232400"/>
            <a:ext cx="203200" cy="203200"/>
          </a:xfrm>
          <a:prstGeom prst="ellipse">
            <a:avLst/>
          </a:prstGeom>
          <a:solidFill>
            <a:srgbClr val="CEFFE1"/>
          </a:solidFill>
          <a:ln w="15875">
            <a:solidFill>
              <a:srgbClr val="2F2F2F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10039350" y="5334000"/>
            <a:ext cx="114300" cy="0"/>
          </a:xfrm>
          <a:prstGeom prst="line">
            <a:avLst/>
          </a:prstGeom>
          <a:noFill/>
          <a:ln w="15875">
            <a:solidFill>
              <a:srgbClr val="2F2F2F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10096500" y="5276850"/>
            <a:ext cx="0" cy="114300"/>
          </a:xfrm>
          <a:prstGeom prst="line">
            <a:avLst/>
          </a:prstGeom>
          <a:noFill/>
          <a:ln w="15875">
            <a:solidFill>
              <a:srgbClr val="2F2F2F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10198100" y="5334000"/>
            <a:ext cx="38100" cy="0"/>
          </a:xfrm>
          <a:prstGeom prst="line">
            <a:avLst/>
          </a:prstGeom>
          <a:noFill/>
          <a:ln w="15875">
            <a:solidFill>
              <a:srgbClr val="2F2F2F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10223500" y="5226050"/>
            <a:ext cx="190500" cy="190500"/>
          </a:xfrm>
          <a:prstGeom prst="ellipse">
            <a:avLst/>
          </a:prstGeom>
          <a:solidFill>
            <a:srgbClr val="CEFFE1"/>
          </a:solidFill>
          <a:ln w="15875">
            <a:solidFill>
              <a:srgbClr val="2F2F2F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 flipV="1">
            <a:off x="10261600" y="5306720"/>
            <a:ext cx="7144" cy="14580"/>
          </a:xfrm>
          <a:prstGeom prst="line">
            <a:avLst/>
          </a:prstGeom>
          <a:noFill/>
          <a:ln w="12700">
            <a:solidFill>
              <a:srgbClr val="2F2F2F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 flipV="1">
            <a:off x="10268744" y="5294359"/>
            <a:ext cx="7144" cy="12361"/>
          </a:xfrm>
          <a:prstGeom prst="line">
            <a:avLst/>
          </a:prstGeom>
          <a:noFill/>
          <a:ln w="12700">
            <a:solidFill>
              <a:srgbClr val="2F2F2F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 flipV="1">
            <a:off x="10275888" y="5286100"/>
            <a:ext cx="7144" cy="8259"/>
          </a:xfrm>
          <a:prstGeom prst="line">
            <a:avLst/>
          </a:prstGeom>
          <a:noFill/>
          <a:ln w="12700">
            <a:solidFill>
              <a:srgbClr val="2F2F2F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 flipV="1">
            <a:off x="10283031" y="5283200"/>
            <a:ext cx="7144" cy="2900"/>
          </a:xfrm>
          <a:prstGeom prst="line">
            <a:avLst/>
          </a:prstGeom>
          <a:noFill/>
          <a:ln w="12700">
            <a:solidFill>
              <a:srgbClr val="2F2F2F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10290175" y="5283200"/>
            <a:ext cx="7144" cy="2900"/>
          </a:xfrm>
          <a:prstGeom prst="line">
            <a:avLst/>
          </a:prstGeom>
          <a:noFill/>
          <a:ln w="12700">
            <a:solidFill>
              <a:srgbClr val="2F2F2F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10297319" y="5286100"/>
            <a:ext cx="7144" cy="8259"/>
          </a:xfrm>
          <a:prstGeom prst="line">
            <a:avLst/>
          </a:prstGeom>
          <a:noFill/>
          <a:ln w="12700">
            <a:solidFill>
              <a:srgbClr val="2F2F2F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10304463" y="5294359"/>
            <a:ext cx="7144" cy="12361"/>
          </a:xfrm>
          <a:prstGeom prst="line">
            <a:avLst/>
          </a:prstGeom>
          <a:noFill/>
          <a:ln w="12700">
            <a:solidFill>
              <a:srgbClr val="2F2F2F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10311606" y="5306720"/>
            <a:ext cx="7144" cy="14580"/>
          </a:xfrm>
          <a:prstGeom prst="line">
            <a:avLst/>
          </a:prstGeom>
          <a:noFill/>
          <a:ln w="12700">
            <a:solidFill>
              <a:srgbClr val="2F2F2F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10318750" y="5321300"/>
            <a:ext cx="7144" cy="14580"/>
          </a:xfrm>
          <a:prstGeom prst="line">
            <a:avLst/>
          </a:prstGeom>
          <a:noFill/>
          <a:ln w="12700">
            <a:solidFill>
              <a:srgbClr val="2F2F2F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10325894" y="5335880"/>
            <a:ext cx="7144" cy="12361"/>
          </a:xfrm>
          <a:prstGeom prst="line">
            <a:avLst/>
          </a:prstGeom>
          <a:noFill/>
          <a:ln w="12700">
            <a:solidFill>
              <a:srgbClr val="2F2F2F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10333038" y="5348241"/>
            <a:ext cx="7144" cy="8259"/>
          </a:xfrm>
          <a:prstGeom prst="line">
            <a:avLst/>
          </a:prstGeom>
          <a:noFill/>
          <a:ln w="12700">
            <a:solidFill>
              <a:srgbClr val="2F2F2F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10340181" y="5356500"/>
            <a:ext cx="7144" cy="2900"/>
          </a:xfrm>
          <a:prstGeom prst="line">
            <a:avLst/>
          </a:prstGeom>
          <a:noFill/>
          <a:ln w="12700">
            <a:solidFill>
              <a:srgbClr val="2F2F2F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 flipV="1">
            <a:off x="10347325" y="5356500"/>
            <a:ext cx="7144" cy="2900"/>
          </a:xfrm>
          <a:prstGeom prst="line">
            <a:avLst/>
          </a:prstGeom>
          <a:noFill/>
          <a:ln w="12700">
            <a:solidFill>
              <a:srgbClr val="2F2F2F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 flipV="1">
            <a:off x="10354469" y="5348241"/>
            <a:ext cx="7144" cy="8259"/>
          </a:xfrm>
          <a:prstGeom prst="line">
            <a:avLst/>
          </a:prstGeom>
          <a:noFill/>
          <a:ln w="12700">
            <a:solidFill>
              <a:srgbClr val="2F2F2F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 flipV="1">
            <a:off x="10361613" y="5335880"/>
            <a:ext cx="7144" cy="12361"/>
          </a:xfrm>
          <a:prstGeom prst="line">
            <a:avLst/>
          </a:prstGeom>
          <a:noFill/>
          <a:ln w="12700">
            <a:solidFill>
              <a:srgbClr val="2F2F2F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 flipV="1">
            <a:off x="10368756" y="5321300"/>
            <a:ext cx="7144" cy="14580"/>
          </a:xfrm>
          <a:prstGeom prst="line">
            <a:avLst/>
          </a:prstGeom>
          <a:noFill/>
          <a:ln w="12700">
            <a:solidFill>
              <a:srgbClr val="2F2F2F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10541000" y="5232400"/>
            <a:ext cx="660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Positional</a:t>
            </a:r>
            <a:endParaRPr lang="en-US" sz="9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</a:t>
            </a:r>
            <a:endParaRPr lang="en-US" sz="950" dirty="0"/>
          </a:p>
        </p:txBody>
      </p:sp>
      <p:sp>
        <p:nvSpPr>
          <p:cNvPr id="138" name="Shape 136"/>
          <p:cNvSpPr/>
          <p:nvPr/>
        </p:nvSpPr>
        <p:spPr>
          <a:xfrm>
            <a:off x="9550400" y="5600700"/>
            <a:ext cx="838200" cy="381000"/>
          </a:xfrm>
          <a:prstGeom prst="rect">
            <a:avLst/>
          </a:prstGeom>
          <a:solidFill>
            <a:srgbClr val="C8E4CB"/>
          </a:solidFill>
          <a:ln w="12700">
            <a:solidFill>
              <a:srgbClr val="285234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9550400" y="5600700"/>
            <a:ext cx="838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b="1" dirty="0">
                <a:solidFill>
                  <a:srgbClr val="3C6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8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50" b="1" dirty="0">
                <a:solidFill>
                  <a:srgbClr val="3C6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850" dirty="0"/>
          </a:p>
        </p:txBody>
      </p:sp>
      <p:sp>
        <p:nvSpPr>
          <p:cNvPr id="140" name="Text 138"/>
          <p:cNvSpPr/>
          <p:nvPr/>
        </p:nvSpPr>
        <p:spPr>
          <a:xfrm>
            <a:off x="9652000" y="6273800"/>
            <a:ext cx="6096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</a:t>
            </a:r>
            <a:endParaRPr lang="en-US" sz="1000" dirty="0"/>
          </a:p>
        </p:txBody>
      </p:sp>
      <p:sp>
        <p:nvSpPr>
          <p:cNvPr id="141" name="Text 139"/>
          <p:cNvSpPr/>
          <p:nvPr/>
        </p:nvSpPr>
        <p:spPr>
          <a:xfrm>
            <a:off x="9499600" y="6413500"/>
            <a:ext cx="1016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C8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(shifted right)</a:t>
            </a:r>
            <a:endParaRPr lang="en-US" sz="900" dirty="0"/>
          </a:p>
        </p:txBody>
      </p:sp>
      <p:sp>
        <p:nvSpPr>
          <p:cNvPr id="142" name="Shape 140"/>
          <p:cNvSpPr/>
          <p:nvPr/>
        </p:nvSpPr>
        <p:spPr>
          <a:xfrm>
            <a:off x="10725150" y="3784600"/>
            <a:ext cx="292100" cy="292100"/>
          </a:xfrm>
          <a:prstGeom prst="ellipse">
            <a:avLst/>
          </a:prstGeom>
          <a:solidFill>
            <a:srgbClr val="B5B88D"/>
          </a:solidFill>
          <a:ln w="9525">
            <a:solidFill>
              <a:srgbClr val="487854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10725150" y="378460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Nx</a:t>
            </a:r>
            <a:endParaRPr lang="en-US" sz="800" dirty="0"/>
          </a:p>
        </p:txBody>
      </p:sp>
      <p:sp>
        <p:nvSpPr>
          <p:cNvPr id="144" name="Shape 142"/>
          <p:cNvSpPr/>
          <p:nvPr/>
        </p:nvSpPr>
        <p:spPr>
          <a:xfrm>
            <a:off x="9429750" y="1498600"/>
            <a:ext cx="101600" cy="254000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9493250" y="1428750"/>
            <a:ext cx="177800" cy="120650"/>
          </a:xfrm>
          <a:prstGeom prst="triangl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9410700" y="1485900"/>
            <a:ext cx="0" cy="2794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9575800" y="1447800"/>
            <a:ext cx="774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4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950" dirty="0"/>
          </a:p>
        </p:txBody>
      </p:sp>
      <p:sp>
        <p:nvSpPr>
          <p:cNvPr id="148" name="Text 146"/>
          <p:cNvSpPr/>
          <p:nvPr/>
        </p:nvSpPr>
        <p:spPr>
          <a:xfrm>
            <a:off x="9512300" y="1612900"/>
            <a:ext cx="901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4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950" dirty="0"/>
          </a:p>
        </p:txBody>
      </p:sp>
      <p:sp>
        <p:nvSpPr>
          <p:cNvPr id="149" name="Shape 147"/>
          <p:cNvSpPr/>
          <p:nvPr/>
        </p:nvSpPr>
        <p:spPr>
          <a:xfrm>
            <a:off x="9550400" y="1930400"/>
            <a:ext cx="850900" cy="177800"/>
          </a:xfrm>
          <a:prstGeom prst="rect">
            <a:avLst/>
          </a:prstGeom>
          <a:solidFill>
            <a:srgbClr val="A8ECBC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9550400" y="1930400"/>
            <a:ext cx="8509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900" dirty="0"/>
          </a:p>
        </p:txBody>
      </p:sp>
      <p:sp>
        <p:nvSpPr>
          <p:cNvPr id="151" name="Shape 149"/>
          <p:cNvSpPr/>
          <p:nvPr/>
        </p:nvSpPr>
        <p:spPr>
          <a:xfrm>
            <a:off x="9550400" y="2247900"/>
            <a:ext cx="850900" cy="177800"/>
          </a:xfrm>
          <a:prstGeom prst="rect">
            <a:avLst/>
          </a:prstGeom>
          <a:solidFill>
            <a:srgbClr val="B0E4CE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9550400" y="2247900"/>
            <a:ext cx="8509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900" dirty="0"/>
          </a:p>
        </p:txBody>
      </p:sp>
      <p:sp>
        <p:nvSpPr>
          <p:cNvPr id="153" name="Shape 151"/>
          <p:cNvSpPr/>
          <p:nvPr/>
        </p:nvSpPr>
        <p:spPr>
          <a:xfrm>
            <a:off x="9975850" y="1790700"/>
            <a:ext cx="0" cy="1397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9975850" y="2101850"/>
            <a:ext cx="0" cy="14605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9975850" y="2432050"/>
            <a:ext cx="0" cy="1016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9937750" y="1797050"/>
            <a:ext cx="76200" cy="63500"/>
          </a:xfrm>
          <a:prstGeom prst="triangle">
            <a:avLst/>
          </a:prstGeom>
          <a:solidFill>
            <a:srgbClr val="2F2F2F"/>
          </a:solidFill>
          <a:ln w="6350">
            <a:solidFill>
              <a:srgbClr val="2F2F2F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9937750" y="2101850"/>
            <a:ext cx="76200" cy="63500"/>
          </a:xfrm>
          <a:prstGeom prst="triangle">
            <a:avLst/>
          </a:prstGeom>
          <a:solidFill>
            <a:srgbClr val="2F2F2F"/>
          </a:solidFill>
          <a:ln w="6350">
            <a:solidFill>
              <a:srgbClr val="2F2F2F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9937750" y="2432050"/>
            <a:ext cx="76200" cy="63500"/>
          </a:xfrm>
          <a:prstGeom prst="triangle">
            <a:avLst/>
          </a:prstGeom>
          <a:solidFill>
            <a:srgbClr val="2F2F2F"/>
          </a:solidFill>
          <a:ln w="6350">
            <a:solidFill>
              <a:srgbClr val="2F2F2F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10090150" y="5200650"/>
            <a:ext cx="0" cy="381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10090150" y="5422900"/>
            <a:ext cx="0" cy="17145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10052050" y="5518150"/>
            <a:ext cx="82550" cy="76200"/>
          </a:xfrm>
          <a:prstGeom prst="triangle">
            <a:avLst/>
          </a:prstGeom>
          <a:solidFill>
            <a:srgbClr val="2F2F2F"/>
          </a:solidFill>
          <a:ln w="6350">
            <a:solidFill>
              <a:srgbClr val="2F2F2F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 flipV="1">
            <a:off x="8788400" y="3276600"/>
            <a:ext cx="0" cy="12065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8788400" y="3276600"/>
            <a:ext cx="55880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9347200" y="3276600"/>
            <a:ext cx="0" cy="6731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9347200" y="3949700"/>
            <a:ext cx="8255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66" name="Shape 164"/>
          <p:cNvSpPr/>
          <p:nvPr/>
        </p:nvSpPr>
        <p:spPr>
          <a:xfrm flipV="1">
            <a:off x="8890000" y="3327400"/>
            <a:ext cx="0" cy="6985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8890000" y="3327400"/>
            <a:ext cx="51435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9404350" y="3327400"/>
            <a:ext cx="0" cy="6858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9404350" y="4013200"/>
            <a:ext cx="34925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70" name="Shape 168"/>
          <p:cNvSpPr/>
          <p:nvPr/>
        </p:nvSpPr>
        <p:spPr>
          <a:xfrm>
            <a:off x="8591550" y="3168650"/>
            <a:ext cx="850900" cy="228600"/>
          </a:xfrm>
          <a:prstGeom prst="rect">
            <a:avLst/>
          </a:prstGeom>
          <a:ln w="12700">
            <a:solidFill>
              <a:srgbClr val="FF0000"/>
            </a:solidFill>
            <a:prstDash val="dash"/>
          </a:ln>
        </p:spPr>
      </p:sp>
      <p:sp>
        <p:nvSpPr>
          <p:cNvPr id="171" name="Shape 169"/>
          <p:cNvSpPr/>
          <p:nvPr/>
        </p:nvSpPr>
        <p:spPr>
          <a:xfrm>
            <a:off x="9251950" y="3378200"/>
            <a:ext cx="209550" cy="514350"/>
          </a:xfrm>
          <a:prstGeom prst="rect">
            <a:avLst/>
          </a:prstGeom>
          <a:ln w="12700">
            <a:solidFill>
              <a:srgbClr val="FF0000"/>
            </a:solidFill>
            <a:prstDash val="dash"/>
          </a:ln>
        </p:spPr>
      </p:sp>
      <p:sp>
        <p:nvSpPr>
          <p:cNvPr id="172" name="Shape 170"/>
          <p:cNvSpPr/>
          <p:nvPr/>
        </p:nvSpPr>
        <p:spPr>
          <a:xfrm>
            <a:off x="9245600" y="3879850"/>
            <a:ext cx="774700" cy="228600"/>
          </a:xfrm>
          <a:prstGeom prst="rect">
            <a:avLst/>
          </a:prstGeom>
          <a:ln w="12700">
            <a:solidFill>
              <a:srgbClr val="FF0000"/>
            </a:solidFill>
            <a:prstDash val="dash"/>
          </a:ln>
        </p:spPr>
      </p:sp>
      <p:sp>
        <p:nvSpPr>
          <p:cNvPr id="173" name="Shape 171"/>
          <p:cNvSpPr/>
          <p:nvPr/>
        </p:nvSpPr>
        <p:spPr>
          <a:xfrm>
            <a:off x="3619500" y="1282700"/>
            <a:ext cx="2070100" cy="431800"/>
          </a:xfrm>
          <a:prstGeom prst="rect">
            <a:avLst/>
          </a:prstGeom>
          <a:solidFill>
            <a:srgbClr val="B8E6CA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3619500" y="1282700"/>
            <a:ext cx="20701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6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 Block</a:t>
            </a:r>
            <a:endParaRPr lang="en-US" sz="1500" dirty="0"/>
          </a:p>
        </p:txBody>
      </p:sp>
      <p:sp>
        <p:nvSpPr>
          <p:cNvPr id="175" name="Shape 173"/>
          <p:cNvSpPr/>
          <p:nvPr/>
        </p:nvSpPr>
        <p:spPr>
          <a:xfrm>
            <a:off x="4686300" y="1885950"/>
            <a:ext cx="2019300" cy="381000"/>
          </a:xfrm>
          <a:prstGeom prst="rect">
            <a:avLst/>
          </a:prstGeom>
          <a:solidFill>
            <a:srgbClr val="F2C6C6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4686300" y="1885950"/>
            <a:ext cx="2019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Block</a:t>
            </a:r>
            <a:endParaRPr lang="en-US" sz="1500" dirty="0"/>
          </a:p>
        </p:txBody>
      </p:sp>
      <p:sp>
        <p:nvSpPr>
          <p:cNvPr id="177" name="Shape 175"/>
          <p:cNvSpPr/>
          <p:nvPr/>
        </p:nvSpPr>
        <p:spPr>
          <a:xfrm>
            <a:off x="2127250" y="2584450"/>
            <a:ext cx="3924300" cy="609600"/>
          </a:xfrm>
          <a:prstGeom prst="rect">
            <a:avLst/>
          </a:prstGeom>
          <a:solidFill>
            <a:srgbClr val="D8CCB4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2127250" y="2584450"/>
            <a:ext cx="39243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Cascaded Blocks</a:t>
            </a:r>
            <a:endParaRPr lang="en-US" sz="15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Both Encoder and Decoder</a:t>
            </a:r>
            <a:endParaRPr lang="en-US" sz="1500" dirty="0"/>
          </a:p>
        </p:txBody>
      </p:sp>
      <p:sp>
        <p:nvSpPr>
          <p:cNvPr id="179" name="Shape 177"/>
          <p:cNvSpPr/>
          <p:nvPr/>
        </p:nvSpPr>
        <p:spPr>
          <a:xfrm>
            <a:off x="781050" y="3689350"/>
            <a:ext cx="5918200" cy="806450"/>
          </a:xfrm>
          <a:prstGeom prst="rect">
            <a:avLst/>
          </a:prstGeom>
          <a:solidFill>
            <a:srgbClr val="FFFF99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781050" y="3689350"/>
            <a:ext cx="5918200" cy="806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Decoder Attention</a:t>
            </a:r>
            <a:endParaRPr lang="en-US" sz="14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</a:t>
            </a:r>
            <a:pPr algn="ctr"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</a:t>
            </a:r>
            <a:pPr algn="ctr"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Encoder Block</a:t>
            </a:r>
            <a:endParaRPr lang="en-US" sz="14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</a:t>
            </a:r>
            <a:pPr algn="ctr"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</a:t>
            </a:r>
            <a:pPr algn="ctr"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Decoder Cascaded Blocks</a:t>
            </a:r>
            <a:endParaRPr lang="en-US" sz="1400" dirty="0"/>
          </a:p>
        </p:txBody>
      </p:sp>
      <p:sp>
        <p:nvSpPr>
          <p:cNvPr id="181" name="Shape 179"/>
          <p:cNvSpPr/>
          <p:nvPr/>
        </p:nvSpPr>
        <p:spPr>
          <a:xfrm>
            <a:off x="1143000" y="5105400"/>
            <a:ext cx="4521200" cy="609600"/>
          </a:xfrm>
          <a:prstGeom prst="rect">
            <a:avLst/>
          </a:prstGeom>
          <a:solidFill>
            <a:srgbClr val="E4FCFC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1143000" y="5105400"/>
            <a:ext cx="4521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 to Encoder Block </a:t>
            </a:r>
            <a:pPr algn="ctr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(V,K,Q)</a:t>
            </a:r>
            <a:endParaRPr lang="en-US" sz="14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are from Previous Block</a:t>
            </a:r>
            <a:endParaRPr lang="en-US" sz="1400" dirty="0"/>
          </a:p>
        </p:txBody>
      </p:sp>
      <p:sp>
        <p:nvSpPr>
          <p:cNvPr id="183" name="Shape 181"/>
          <p:cNvSpPr/>
          <p:nvPr/>
        </p:nvSpPr>
        <p:spPr>
          <a:xfrm>
            <a:off x="876300" y="5956300"/>
            <a:ext cx="5029200" cy="596900"/>
          </a:xfrm>
          <a:prstGeom prst="rect">
            <a:avLst/>
          </a:prstGeom>
          <a:solidFill>
            <a:srgbClr val="E4FCFC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876300" y="5956300"/>
            <a:ext cx="502920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 to Decoder Block </a:t>
            </a:r>
            <a:pPr algn="ctr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(V,K,Q)</a:t>
            </a:r>
            <a:endParaRPr lang="en-US" sz="14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(V,K)</a:t>
            </a:r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from Attention, </a:t>
            </a:r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(Q)</a:t>
            </a:r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from Previous Block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778000" y="609600"/>
            <a:ext cx="8636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– Decoder Transformer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1308100" y="1524000"/>
            <a:ext cx="5397500" cy="800100"/>
          </a:xfrm>
          <a:prstGeom prst="rect">
            <a:avLst/>
          </a:prstGeom>
          <a:solidFill>
            <a:srgbClr val="FFFF99"/>
          </a:solidFill>
          <a:ln/>
        </p:spPr>
      </p:sp>
      <p:sp>
        <p:nvSpPr>
          <p:cNvPr id="7" name="Text 5"/>
          <p:cNvSpPr/>
          <p:nvPr/>
        </p:nvSpPr>
        <p:spPr>
          <a:xfrm>
            <a:off x="1308100" y="1524000"/>
            <a:ext cx="5397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0000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 Output (at step “t-1”)</a:t>
            </a:r>
            <a:endParaRPr lang="en-US" sz="17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0000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supplied as Decoder Input (at step “t”)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324100" y="2679700"/>
            <a:ext cx="3873500" cy="850900"/>
          </a:xfrm>
          <a:prstGeom prst="rect">
            <a:avLst/>
          </a:prstGeom>
          <a:solidFill>
            <a:srgbClr val="F0B0F8"/>
          </a:solidFill>
          <a:ln/>
        </p:spPr>
      </p:sp>
      <p:sp>
        <p:nvSpPr>
          <p:cNvPr id="9" name="Text 7"/>
          <p:cNvSpPr/>
          <p:nvPr/>
        </p:nvSpPr>
        <p:spPr>
          <a:xfrm>
            <a:off x="2324100" y="2679700"/>
            <a:ext cx="38735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99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Decoder Block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Input from Encoder Attention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308100" y="4318000"/>
            <a:ext cx="5321300" cy="635000"/>
          </a:xfrm>
          <a:prstGeom prst="rect">
            <a:avLst/>
          </a:prstGeom>
          <a:solidFill>
            <a:srgbClr val="D8C8B8"/>
          </a:solidFill>
          <a:ln/>
        </p:spPr>
      </p:sp>
      <p:sp>
        <p:nvSpPr>
          <p:cNvPr id="11" name="Text 9"/>
          <p:cNvSpPr/>
          <p:nvPr/>
        </p:nvSpPr>
        <p:spPr>
          <a:xfrm>
            <a:off x="1308100" y="4318000"/>
            <a:ext cx="53213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800" b="1" dirty="0">
                <a:solidFill>
                  <a:srgbClr val="943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Positional Encoder</a:t>
            </a:r>
            <a:endParaRPr lang="en-US" sz="18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943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(Position of Input Word within the Input Sequence)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104900" y="5956300"/>
            <a:ext cx="5651500" cy="596900"/>
          </a:xfrm>
          <a:prstGeom prst="rect">
            <a:avLst/>
          </a:prstGeom>
          <a:solidFill>
            <a:srgbClr val="D8C8B8"/>
          </a:solidFill>
          <a:ln/>
        </p:spPr>
      </p:sp>
      <p:sp>
        <p:nvSpPr>
          <p:cNvPr id="13" name="Text 11"/>
          <p:cNvSpPr/>
          <p:nvPr/>
        </p:nvSpPr>
        <p:spPr>
          <a:xfrm>
            <a:off x="1104900" y="5956300"/>
            <a:ext cx="565150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800" b="1" dirty="0">
                <a:solidFill>
                  <a:srgbClr val="943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Positional Encoder</a:t>
            </a:r>
            <a:endParaRPr lang="en-US" sz="18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943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(Position of Output Word within the Output Sequence)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264400" y="1308100"/>
            <a:ext cx="4114800" cy="5372100"/>
          </a:xfrm>
          <a:prstGeom prst="rect">
            <a:avLst/>
          </a:prstGeom>
          <a:ln w="19050">
            <a:solidFill>
              <a:srgbClr val="00A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27900" y="1371600"/>
            <a:ext cx="2044700" cy="5257800"/>
          </a:xfrm>
          <a:prstGeom prst="rect">
            <a:avLst/>
          </a:prstGeom>
          <a:solidFill>
            <a:srgbClr val="FBECDB"/>
          </a:solidFill>
          <a:ln/>
        </p:spPr>
      </p:sp>
      <p:sp>
        <p:nvSpPr>
          <p:cNvPr id="16" name="Shape 14"/>
          <p:cNvSpPr/>
          <p:nvPr/>
        </p:nvSpPr>
        <p:spPr>
          <a:xfrm>
            <a:off x="9398000" y="1371600"/>
            <a:ext cx="1955800" cy="5257800"/>
          </a:xfrm>
          <a:prstGeom prst="rect">
            <a:avLst/>
          </a:prstGeom>
          <a:solidFill>
            <a:srgbClr val="C8F8E0"/>
          </a:solidFill>
          <a:ln/>
        </p:spPr>
      </p:sp>
      <p:sp>
        <p:nvSpPr>
          <p:cNvPr id="17" name="Text 15"/>
          <p:cNvSpPr/>
          <p:nvPr/>
        </p:nvSpPr>
        <p:spPr>
          <a:xfrm>
            <a:off x="7378700" y="1422400"/>
            <a:ext cx="1066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388600" y="1422400"/>
            <a:ext cx="914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i="1" dirty="0">
                <a:solidFill>
                  <a:srgbClr val="0E7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610600" y="3187700"/>
            <a:ext cx="850900" cy="2032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20" name="Shape 18"/>
          <p:cNvSpPr/>
          <p:nvPr/>
        </p:nvSpPr>
        <p:spPr>
          <a:xfrm>
            <a:off x="9271000" y="3390900"/>
            <a:ext cx="190500" cy="5207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21" name="Shape 19"/>
          <p:cNvSpPr/>
          <p:nvPr/>
        </p:nvSpPr>
        <p:spPr>
          <a:xfrm>
            <a:off x="9398000" y="3898900"/>
            <a:ext cx="596900" cy="2032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22" name="Shape 20"/>
          <p:cNvSpPr/>
          <p:nvPr/>
        </p:nvSpPr>
        <p:spPr>
          <a:xfrm>
            <a:off x="7975600" y="3390900"/>
            <a:ext cx="1270000" cy="1803400"/>
          </a:xfrm>
          <a:prstGeom prst="roundRect">
            <a:avLst>
              <a:gd name="adj" fmla="val 4320"/>
            </a:avLst>
          </a:prstGeom>
          <a:solidFill>
            <a:srgbClr val="C8A888"/>
          </a:solidFill>
          <a:ln w="15875">
            <a:solidFill>
              <a:srgbClr val="7B4B2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01000" y="3651250"/>
            <a:ext cx="1206500" cy="0"/>
          </a:xfrm>
          <a:prstGeom prst="line">
            <a:avLst/>
          </a:prstGeom>
          <a:noFill/>
          <a:ln w="6350">
            <a:solidFill>
              <a:srgbClr val="7B4B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01000" y="4006850"/>
            <a:ext cx="1206500" cy="0"/>
          </a:xfrm>
          <a:prstGeom prst="line">
            <a:avLst/>
          </a:prstGeom>
          <a:noFill/>
          <a:ln w="6350">
            <a:solidFill>
              <a:srgbClr val="7B4B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01000" y="4540250"/>
            <a:ext cx="1206500" cy="0"/>
          </a:xfrm>
          <a:prstGeom prst="line">
            <a:avLst/>
          </a:prstGeom>
          <a:noFill/>
          <a:ln w="6350">
            <a:solidFill>
              <a:srgbClr val="7B4B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26400" y="3708400"/>
            <a:ext cx="0" cy="1422400"/>
          </a:xfrm>
          <a:prstGeom prst="line">
            <a:avLst/>
          </a:prstGeom>
          <a:noFill/>
          <a:ln w="9525">
            <a:solidFill>
              <a:srgbClr val="7B4B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53400" y="4038600"/>
            <a:ext cx="0" cy="330200"/>
          </a:xfrm>
          <a:prstGeom prst="line">
            <a:avLst/>
          </a:prstGeom>
          <a:noFill/>
          <a:ln w="9525">
            <a:solidFill>
              <a:srgbClr val="7B4B2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67700" y="3657600"/>
            <a:ext cx="876300" cy="342900"/>
          </a:xfrm>
          <a:prstGeom prst="rect">
            <a:avLst/>
          </a:prstGeom>
          <a:solidFill>
            <a:srgbClr val="B0B070"/>
          </a:solidFill>
          <a:ln w="9525">
            <a:solidFill>
              <a:srgbClr val="7B4B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67700" y="3657600"/>
            <a:ext cx="876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001000" y="3390900"/>
            <a:ext cx="1231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001000" y="4241800"/>
            <a:ext cx="1231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001000" y="4521200"/>
            <a:ext cx="1231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566150" y="3606800"/>
            <a:ext cx="76200" cy="57150"/>
          </a:xfrm>
          <a:prstGeom prst="triangle">
            <a:avLst/>
          </a:prstGeom>
          <a:solidFill>
            <a:srgbClr val="7B4B2A"/>
          </a:solidFill>
          <a:ln w="6350">
            <a:solidFill>
              <a:srgbClr val="7B4B2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566150" y="3975100"/>
            <a:ext cx="76200" cy="57150"/>
          </a:xfrm>
          <a:prstGeom prst="triangle">
            <a:avLst/>
          </a:prstGeom>
          <a:solidFill>
            <a:srgbClr val="7B4B2A"/>
          </a:solidFill>
          <a:ln w="6350">
            <a:solidFill>
              <a:srgbClr val="7B4B2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566150" y="4508500"/>
            <a:ext cx="76200" cy="57150"/>
          </a:xfrm>
          <a:prstGeom prst="triangle">
            <a:avLst/>
          </a:prstGeom>
          <a:solidFill>
            <a:srgbClr val="7B4B2A"/>
          </a:solidFill>
          <a:ln w="6350">
            <a:solidFill>
              <a:srgbClr val="7B4B2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350250" y="5010150"/>
            <a:ext cx="152400" cy="1524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50250" y="501015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8756650" y="5016500"/>
            <a:ext cx="139700" cy="1397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756650" y="501650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9042400" y="5016500"/>
            <a:ext cx="139700" cy="139700"/>
          </a:xfrm>
          <a:prstGeom prst="ellips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042400" y="501650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8718550" y="5194300"/>
            <a:ext cx="0" cy="762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718550" y="5651500"/>
            <a:ext cx="0" cy="889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674100" y="5632450"/>
            <a:ext cx="88900" cy="76200"/>
          </a:xfrm>
          <a:prstGeom prst="triangle">
            <a:avLst/>
          </a:prstGeom>
          <a:solidFill>
            <a:srgbClr val="2F2F2F"/>
          </a:solidFill>
          <a:ln w="6350">
            <a:solidFill>
              <a:srgbClr val="2F2F2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242300" y="5270500"/>
            <a:ext cx="1003300" cy="381000"/>
          </a:xfrm>
          <a:prstGeom prst="roundRect">
            <a:avLst>
              <a:gd name="adj" fmla="val 12000"/>
            </a:avLst>
          </a:prstGeom>
          <a:solidFill>
            <a:srgbClr val="B08058"/>
          </a:solidFill>
          <a:ln w="12700">
            <a:solidFill>
              <a:srgbClr val="6E442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242300" y="5334000"/>
            <a:ext cx="241300" cy="241300"/>
          </a:xfrm>
          <a:prstGeom prst="ellipse">
            <a:avLst/>
          </a:prstGeom>
          <a:ln w="15875">
            <a:solidFill>
              <a:srgbClr val="6E442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293100" y="5454650"/>
            <a:ext cx="139700" cy="0"/>
          </a:xfrm>
          <a:prstGeom prst="line">
            <a:avLst/>
          </a:prstGeom>
          <a:noFill/>
          <a:ln w="15875">
            <a:solidFill>
              <a:srgbClr val="6E442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362950" y="5384800"/>
            <a:ext cx="0" cy="139700"/>
          </a:xfrm>
          <a:prstGeom prst="line">
            <a:avLst/>
          </a:prstGeom>
          <a:noFill/>
          <a:ln w="15875">
            <a:solidFill>
              <a:srgbClr val="6E442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V="1">
            <a:off x="8559800" y="5410200"/>
            <a:ext cx="76200" cy="101600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636000" y="5410200"/>
            <a:ext cx="76200" cy="101600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V="1">
            <a:off x="8712200" y="5410200"/>
            <a:ext cx="76200" cy="101600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788400" y="5410200"/>
            <a:ext cx="76200" cy="101600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543800" y="5283200"/>
            <a:ext cx="711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Positional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8229600" y="5702300"/>
            <a:ext cx="111760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077200" y="5638800"/>
            <a:ext cx="1155700" cy="508000"/>
          </a:xfrm>
          <a:prstGeom prst="rect">
            <a:avLst>
              <a:gd name="adj" fmla="val 9000"/>
            </a:avLst>
          </a:prstGeom>
          <a:solidFill>
            <a:srgbClr val="B08058"/>
          </a:solidFill>
          <a:ln w="12700">
            <a:solidFill>
              <a:srgbClr val="6E442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293100" y="5664200"/>
            <a:ext cx="863600" cy="317500"/>
          </a:xfrm>
          <a:prstGeom prst="rect">
            <a:avLst/>
          </a:prstGeom>
          <a:solidFill>
            <a:srgbClr val="C8A888"/>
          </a:solidFill>
          <a:ln w="9525">
            <a:solidFill>
              <a:srgbClr val="6E442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293100" y="5664200"/>
            <a:ext cx="8636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3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85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3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 flipH="1">
            <a:off x="8128000" y="5664200"/>
            <a:ext cx="101600" cy="88900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359900" y="5664200"/>
            <a:ext cx="101600" cy="88900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312150" y="6286500"/>
            <a:ext cx="127000" cy="228600"/>
          </a:xfrm>
          <a:prstGeom prst="rect">
            <a:avLst/>
          </a:prstGeom>
          <a:solidFill>
            <a:srgbClr val="C00000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267700" y="6197600"/>
            <a:ext cx="215900" cy="101600"/>
          </a:xfrm>
          <a:prstGeom prst="triangle">
            <a:avLst/>
          </a:prstGeom>
          <a:solidFill>
            <a:srgbClr val="C00000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432800" y="6273800"/>
            <a:ext cx="558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7588250" y="4184650"/>
            <a:ext cx="317500" cy="317500"/>
          </a:xfrm>
          <a:prstGeom prst="ellipse">
            <a:avLst/>
          </a:prstGeom>
          <a:solidFill>
            <a:srgbClr val="C8A888"/>
          </a:solidFill>
          <a:ln w="9525">
            <a:solidFill>
              <a:srgbClr val="7B4B2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588250" y="4184650"/>
            <a:ext cx="317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x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9448800" y="2552700"/>
            <a:ext cx="1231900" cy="1333500"/>
          </a:xfrm>
          <a:prstGeom prst="roundRect">
            <a:avLst>
              <a:gd name="adj" fmla="val 3711"/>
            </a:avLst>
          </a:prstGeom>
          <a:solidFill>
            <a:srgbClr val="B0B070"/>
          </a:solidFill>
          <a:ln w="12700">
            <a:solidFill>
              <a:srgbClr val="4A736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461500" y="2787650"/>
            <a:ext cx="1206500" cy="0"/>
          </a:xfrm>
          <a:prstGeom prst="line">
            <a:avLst/>
          </a:prstGeom>
          <a:noFill/>
          <a:ln w="9525">
            <a:solidFill>
              <a:srgbClr val="4A736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461500" y="3168650"/>
            <a:ext cx="1206500" cy="0"/>
          </a:xfrm>
          <a:prstGeom prst="line">
            <a:avLst/>
          </a:prstGeom>
          <a:noFill/>
          <a:ln w="9525">
            <a:solidFill>
              <a:srgbClr val="4A736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461500" y="3359150"/>
            <a:ext cx="1206500" cy="0"/>
          </a:xfrm>
          <a:prstGeom prst="line">
            <a:avLst/>
          </a:prstGeom>
          <a:noFill/>
          <a:ln w="9525">
            <a:solidFill>
              <a:srgbClr val="4A736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569450" y="2565400"/>
            <a:ext cx="0" cy="1308100"/>
          </a:xfrm>
          <a:prstGeom prst="line">
            <a:avLst/>
          </a:prstGeom>
          <a:noFill/>
          <a:ln w="6350">
            <a:solidFill>
              <a:srgbClr val="4A4A4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394950" y="2565400"/>
            <a:ext cx="0" cy="1308100"/>
          </a:xfrm>
          <a:prstGeom prst="line">
            <a:avLst/>
          </a:prstGeom>
          <a:noFill/>
          <a:ln w="6350">
            <a:solidFill>
              <a:srgbClr val="4A4A4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474200" y="2565400"/>
            <a:ext cx="1193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9474200" y="2806700"/>
            <a:ext cx="1193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9474200" y="3175000"/>
            <a:ext cx="1193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9474200" y="3365500"/>
            <a:ext cx="1193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9474200" y="4152900"/>
            <a:ext cx="1117600" cy="1028700"/>
          </a:xfrm>
          <a:prstGeom prst="roundRect">
            <a:avLst>
              <a:gd name="adj" fmla="val 5333"/>
            </a:avLst>
          </a:prstGeom>
          <a:solidFill>
            <a:srgbClr val="CE8ADC"/>
          </a:solidFill>
          <a:ln w="12700">
            <a:solidFill>
              <a:srgbClr val="562366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499600" y="4197350"/>
            <a:ext cx="876300" cy="0"/>
          </a:xfrm>
          <a:prstGeom prst="line">
            <a:avLst/>
          </a:prstGeom>
          <a:noFill/>
          <a:ln w="9525">
            <a:solidFill>
              <a:srgbClr val="562366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499600" y="4413250"/>
            <a:ext cx="876300" cy="0"/>
          </a:xfrm>
          <a:prstGeom prst="line">
            <a:avLst/>
          </a:prstGeom>
          <a:noFill/>
          <a:ln w="9525">
            <a:solidFill>
              <a:srgbClr val="562366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499600" y="4870450"/>
            <a:ext cx="876300" cy="0"/>
          </a:xfrm>
          <a:prstGeom prst="line">
            <a:avLst/>
          </a:prstGeom>
          <a:noFill/>
          <a:ln w="9525">
            <a:solidFill>
              <a:srgbClr val="562366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0394950" y="4191000"/>
            <a:ext cx="0" cy="965200"/>
          </a:xfrm>
          <a:prstGeom prst="line">
            <a:avLst/>
          </a:prstGeom>
          <a:noFill/>
          <a:ln w="9525">
            <a:solidFill>
              <a:srgbClr val="562366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499600" y="4203700"/>
            <a:ext cx="8763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9499600" y="4419600"/>
            <a:ext cx="8763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</a:t>
            </a:r>
            <a:endParaRPr lang="en-US" sz="85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85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9467850" y="4889500"/>
            <a:ext cx="165100" cy="1651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467850" y="4889500"/>
            <a:ext cx="1651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10001250" y="4876800"/>
            <a:ext cx="190500" cy="1905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0001250" y="48768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10363200" y="4902200"/>
            <a:ext cx="139700" cy="139700"/>
          </a:xfrm>
          <a:prstGeom prst="ellips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0363200" y="490220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9442450" y="3949700"/>
            <a:ext cx="127000" cy="1270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9442450" y="3949700"/>
            <a:ext cx="127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650" dirty="0"/>
          </a:p>
        </p:txBody>
      </p:sp>
      <p:sp>
        <p:nvSpPr>
          <p:cNvPr id="90" name="Shape 88"/>
          <p:cNvSpPr/>
          <p:nvPr/>
        </p:nvSpPr>
        <p:spPr>
          <a:xfrm>
            <a:off x="9759950" y="3962400"/>
            <a:ext cx="114300" cy="1143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9759950" y="3962400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650" dirty="0"/>
          </a:p>
        </p:txBody>
      </p:sp>
      <p:sp>
        <p:nvSpPr>
          <p:cNvPr id="92" name="Shape 90"/>
          <p:cNvSpPr/>
          <p:nvPr/>
        </p:nvSpPr>
        <p:spPr>
          <a:xfrm>
            <a:off x="10350500" y="3956050"/>
            <a:ext cx="127000" cy="127000"/>
          </a:xfrm>
          <a:prstGeom prst="ellips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0350500" y="3956050"/>
            <a:ext cx="127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650" dirty="0"/>
          </a:p>
        </p:txBody>
      </p:sp>
      <p:sp>
        <p:nvSpPr>
          <p:cNvPr id="94" name="Shape 92"/>
          <p:cNvSpPr/>
          <p:nvPr/>
        </p:nvSpPr>
        <p:spPr>
          <a:xfrm>
            <a:off x="9423400" y="1511300"/>
            <a:ext cx="101600" cy="266700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9499600" y="1454150"/>
            <a:ext cx="165100" cy="114300"/>
          </a:xfrm>
          <a:prstGeom prst="triangl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9410700" y="1485900"/>
            <a:ext cx="0" cy="2794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664700" y="1422400"/>
            <a:ext cx="647700" cy="203200"/>
          </a:xfrm>
          <a:prstGeom prst="roundRect">
            <a:avLst>
              <a:gd name="adj" fmla="val 18000"/>
            </a:avLst>
          </a:prstGeom>
          <a:solidFill>
            <a:srgbClr val="FFFF00"/>
          </a:solidFill>
          <a:ln/>
        </p:spPr>
      </p:sp>
      <p:sp>
        <p:nvSpPr>
          <p:cNvPr id="98" name="Text 96"/>
          <p:cNvSpPr/>
          <p:nvPr/>
        </p:nvSpPr>
        <p:spPr>
          <a:xfrm>
            <a:off x="9664700" y="1422400"/>
            <a:ext cx="647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800" dirty="0"/>
          </a:p>
        </p:txBody>
      </p:sp>
      <p:sp>
        <p:nvSpPr>
          <p:cNvPr id="99" name="Text 97"/>
          <p:cNvSpPr/>
          <p:nvPr/>
        </p:nvSpPr>
        <p:spPr>
          <a:xfrm>
            <a:off x="9601200" y="16129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9550400" y="1930400"/>
            <a:ext cx="850900" cy="177800"/>
          </a:xfrm>
          <a:prstGeom prst="rect">
            <a:avLst/>
          </a:prstGeom>
          <a:solidFill>
            <a:srgbClr val="A8ECBC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9550400" y="1930400"/>
            <a:ext cx="8509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9550400" y="2247900"/>
            <a:ext cx="850900" cy="177800"/>
          </a:xfrm>
          <a:prstGeom prst="rect">
            <a:avLst/>
          </a:prstGeom>
          <a:solidFill>
            <a:srgbClr val="B0E4CE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9550400" y="2247900"/>
            <a:ext cx="8509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9975850" y="1790700"/>
            <a:ext cx="0" cy="1397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9975850" y="2095500"/>
            <a:ext cx="0" cy="1524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9975850" y="2425700"/>
            <a:ext cx="0" cy="1270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9975850" y="3886200"/>
            <a:ext cx="0" cy="23495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9937750" y="1797050"/>
            <a:ext cx="76200" cy="63500"/>
          </a:xfrm>
          <a:prstGeom prst="triangle">
            <a:avLst/>
          </a:prstGeom>
          <a:solidFill>
            <a:srgbClr val="2F2F2F"/>
          </a:solidFill>
          <a:ln w="6350">
            <a:solidFill>
              <a:srgbClr val="2F2F2F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9937750" y="2101850"/>
            <a:ext cx="76200" cy="63500"/>
          </a:xfrm>
          <a:prstGeom prst="triangle">
            <a:avLst/>
          </a:prstGeom>
          <a:solidFill>
            <a:srgbClr val="2F2F2F"/>
          </a:solidFill>
          <a:ln w="6350">
            <a:solidFill>
              <a:srgbClr val="2F2F2F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9937750" y="2432050"/>
            <a:ext cx="76200" cy="63500"/>
          </a:xfrm>
          <a:prstGeom prst="triangle">
            <a:avLst/>
          </a:prstGeom>
          <a:solidFill>
            <a:srgbClr val="2F2F2F"/>
          </a:solidFill>
          <a:ln w="6350">
            <a:solidFill>
              <a:srgbClr val="2F2F2F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9867900" y="5226050"/>
            <a:ext cx="203200" cy="203200"/>
          </a:xfrm>
          <a:prstGeom prst="ellipse">
            <a:avLst/>
          </a:prstGeom>
          <a:solidFill>
            <a:srgbClr val="C8F8E0"/>
          </a:solidFill>
          <a:ln w="15875">
            <a:solidFill>
              <a:srgbClr val="2F2F2F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9912350" y="5327650"/>
            <a:ext cx="114300" cy="0"/>
          </a:xfrm>
          <a:prstGeom prst="line">
            <a:avLst/>
          </a:prstGeom>
          <a:noFill/>
          <a:ln w="15875">
            <a:solidFill>
              <a:srgbClr val="2F2F2F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9969500" y="5270500"/>
            <a:ext cx="0" cy="114300"/>
          </a:xfrm>
          <a:prstGeom prst="line">
            <a:avLst/>
          </a:prstGeom>
          <a:noFill/>
          <a:ln w="15875">
            <a:solidFill>
              <a:srgbClr val="2F2F2F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10071100" y="5327650"/>
            <a:ext cx="38100" cy="0"/>
          </a:xfrm>
          <a:prstGeom prst="line">
            <a:avLst/>
          </a:prstGeom>
          <a:noFill/>
          <a:ln w="15875">
            <a:solidFill>
              <a:srgbClr val="2F2F2F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10096500" y="5219700"/>
            <a:ext cx="228600" cy="228600"/>
          </a:xfrm>
          <a:prstGeom prst="ellipse">
            <a:avLst/>
          </a:prstGeom>
          <a:solidFill>
            <a:srgbClr val="C8F8E0"/>
          </a:solidFill>
          <a:ln w="15875">
            <a:solidFill>
              <a:srgbClr val="2F2F2F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 flipV="1">
            <a:off x="10140950" y="5289550"/>
            <a:ext cx="34925" cy="88900"/>
          </a:xfrm>
          <a:prstGeom prst="line">
            <a:avLst/>
          </a:prstGeom>
          <a:noFill/>
          <a:ln w="12700">
            <a:solidFill>
              <a:srgbClr val="2F2F2F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10175875" y="5289550"/>
            <a:ext cx="34925" cy="88900"/>
          </a:xfrm>
          <a:prstGeom prst="line">
            <a:avLst/>
          </a:prstGeom>
          <a:noFill/>
          <a:ln w="12700">
            <a:solidFill>
              <a:srgbClr val="2F2F2F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 flipV="1">
            <a:off x="10210800" y="5289550"/>
            <a:ext cx="34925" cy="88900"/>
          </a:xfrm>
          <a:prstGeom prst="line">
            <a:avLst/>
          </a:prstGeom>
          <a:noFill/>
          <a:ln w="12700">
            <a:solidFill>
              <a:srgbClr val="2F2F2F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10245725" y="5289550"/>
            <a:ext cx="34925" cy="88900"/>
          </a:xfrm>
          <a:prstGeom prst="line">
            <a:avLst/>
          </a:prstGeom>
          <a:noFill/>
          <a:ln w="12700">
            <a:solidFill>
              <a:srgbClr val="2F2F2F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10617200" y="5321300"/>
            <a:ext cx="609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Positional</a:t>
            </a:r>
            <a:endParaRPr lang="en-US" sz="9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</a:t>
            </a:r>
            <a:endParaRPr lang="en-US" sz="950" dirty="0"/>
          </a:p>
        </p:txBody>
      </p:sp>
      <p:sp>
        <p:nvSpPr>
          <p:cNvPr id="121" name="Shape 119"/>
          <p:cNvSpPr/>
          <p:nvPr/>
        </p:nvSpPr>
        <p:spPr>
          <a:xfrm>
            <a:off x="9512300" y="5295900"/>
            <a:ext cx="965200" cy="825500"/>
          </a:xfrm>
          <a:prstGeom prst="roundRect">
            <a:avLst>
              <a:gd name="adj" fmla="val 5538"/>
            </a:avLst>
          </a:prstGeom>
          <a:solidFill>
            <a:srgbClr val="B8706C"/>
          </a:solidFill>
          <a:ln w="12700">
            <a:solidFill>
              <a:srgbClr val="753029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9601200" y="5664200"/>
            <a:ext cx="800100" cy="317500"/>
          </a:xfrm>
          <a:prstGeom prst="rect">
            <a:avLst/>
          </a:prstGeom>
          <a:ln w="9525">
            <a:solidFill>
              <a:srgbClr val="753029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9601200" y="5664200"/>
            <a:ext cx="8001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3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85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3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850" dirty="0"/>
          </a:p>
        </p:txBody>
      </p:sp>
      <p:sp>
        <p:nvSpPr>
          <p:cNvPr id="124" name="Shape 122"/>
          <p:cNvSpPr/>
          <p:nvPr/>
        </p:nvSpPr>
        <p:spPr>
          <a:xfrm>
            <a:off x="9664700" y="6248400"/>
            <a:ext cx="647700" cy="2413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125" name="Text 123"/>
          <p:cNvSpPr/>
          <p:nvPr/>
        </p:nvSpPr>
        <p:spPr>
          <a:xfrm>
            <a:off x="9664700" y="6248400"/>
            <a:ext cx="6477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</a:t>
            </a:r>
            <a:endParaRPr lang="en-US" sz="1100" dirty="0"/>
          </a:p>
        </p:txBody>
      </p:sp>
      <p:sp>
        <p:nvSpPr>
          <p:cNvPr id="126" name="Text 124"/>
          <p:cNvSpPr/>
          <p:nvPr/>
        </p:nvSpPr>
        <p:spPr>
          <a:xfrm>
            <a:off x="9499600" y="6451600"/>
            <a:ext cx="965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C8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(shifted right)</a:t>
            </a:r>
            <a:endParaRPr lang="en-US" sz="900" dirty="0"/>
          </a:p>
        </p:txBody>
      </p:sp>
      <p:sp>
        <p:nvSpPr>
          <p:cNvPr id="127" name="Shape 125"/>
          <p:cNvSpPr/>
          <p:nvPr/>
        </p:nvSpPr>
        <p:spPr>
          <a:xfrm>
            <a:off x="10737850" y="3816350"/>
            <a:ext cx="266700" cy="266700"/>
          </a:xfrm>
          <a:prstGeom prst="ellipse">
            <a:avLst/>
          </a:prstGeom>
          <a:solidFill>
            <a:srgbClr val="B0B070"/>
          </a:solidFill>
          <a:ln w="9525">
            <a:solidFill>
              <a:srgbClr val="4A7360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10737850" y="3816350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x</a:t>
            </a:r>
            <a:endParaRPr lang="en-US" sz="750" dirty="0"/>
          </a:p>
        </p:txBody>
      </p:sp>
      <p:sp>
        <p:nvSpPr>
          <p:cNvPr id="129" name="Shape 127"/>
          <p:cNvSpPr/>
          <p:nvPr/>
        </p:nvSpPr>
        <p:spPr>
          <a:xfrm>
            <a:off x="10680700" y="2578100"/>
            <a:ext cx="0" cy="2692400"/>
          </a:xfrm>
          <a:prstGeom prst="line">
            <a:avLst/>
          </a:prstGeom>
          <a:noFill/>
          <a:ln w="12700">
            <a:solidFill>
              <a:srgbClr val="4A7360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 flipV="1">
            <a:off x="8788400" y="3276600"/>
            <a:ext cx="0" cy="1143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8788400" y="3276600"/>
            <a:ext cx="55880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9347200" y="3276600"/>
            <a:ext cx="0" cy="6731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9347200" y="3949700"/>
            <a:ext cx="9525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 flipV="1">
            <a:off x="8890000" y="3327400"/>
            <a:ext cx="0" cy="635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8890000" y="3327400"/>
            <a:ext cx="52070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9410700" y="3327400"/>
            <a:ext cx="0" cy="6858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9410700" y="4013200"/>
            <a:ext cx="34925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10414000" y="1511300"/>
            <a:ext cx="381000" cy="393700"/>
          </a:xfrm>
          <a:prstGeom prst="line">
            <a:avLst/>
          </a:prstGeom>
          <a:noFill/>
          <a:ln w="15875">
            <a:solidFill>
              <a:srgbClr val="6B2A28"/>
            </a:solidFill>
            <a:prstDash val="dashDot"/>
          </a:ln>
        </p:spPr>
      </p:sp>
      <p:sp>
        <p:nvSpPr>
          <p:cNvPr id="139" name="Shape 137"/>
          <p:cNvSpPr/>
          <p:nvPr/>
        </p:nvSpPr>
        <p:spPr>
          <a:xfrm>
            <a:off x="10795000" y="1905000"/>
            <a:ext cx="330200" cy="635000"/>
          </a:xfrm>
          <a:prstGeom prst="line">
            <a:avLst/>
          </a:prstGeom>
          <a:noFill/>
          <a:ln w="15875">
            <a:solidFill>
              <a:srgbClr val="6B2A28"/>
            </a:solidFill>
            <a:prstDash val="dashDot"/>
          </a:ln>
        </p:spPr>
      </p:sp>
      <p:sp>
        <p:nvSpPr>
          <p:cNvPr id="140" name="Shape 138"/>
          <p:cNvSpPr/>
          <p:nvPr/>
        </p:nvSpPr>
        <p:spPr>
          <a:xfrm>
            <a:off x="11125200" y="2540000"/>
            <a:ext cx="152400" cy="1270000"/>
          </a:xfrm>
          <a:prstGeom prst="line">
            <a:avLst/>
          </a:prstGeom>
          <a:noFill/>
          <a:ln w="15875">
            <a:solidFill>
              <a:srgbClr val="6B2A28"/>
            </a:solidFill>
            <a:prstDash val="dashDot"/>
          </a:ln>
        </p:spPr>
      </p:sp>
      <p:sp>
        <p:nvSpPr>
          <p:cNvPr id="141" name="Shape 139"/>
          <p:cNvSpPr/>
          <p:nvPr/>
        </p:nvSpPr>
        <p:spPr>
          <a:xfrm flipH="1">
            <a:off x="11226800" y="3810000"/>
            <a:ext cx="50800" cy="1524000"/>
          </a:xfrm>
          <a:prstGeom prst="line">
            <a:avLst/>
          </a:prstGeom>
          <a:noFill/>
          <a:ln w="15875">
            <a:solidFill>
              <a:srgbClr val="6B2A28"/>
            </a:solidFill>
            <a:prstDash val="dashDot"/>
          </a:ln>
        </p:spPr>
      </p:sp>
      <p:sp>
        <p:nvSpPr>
          <p:cNvPr id="142" name="Shape 140"/>
          <p:cNvSpPr/>
          <p:nvPr/>
        </p:nvSpPr>
        <p:spPr>
          <a:xfrm flipH="1">
            <a:off x="10388600" y="5334000"/>
            <a:ext cx="838200" cy="914400"/>
          </a:xfrm>
          <a:prstGeom prst="line">
            <a:avLst/>
          </a:prstGeom>
          <a:noFill/>
          <a:ln w="15875">
            <a:solidFill>
              <a:srgbClr val="6B2A28"/>
            </a:solidFill>
            <a:prstDash val="dashDot"/>
            <a:tailEnd type="triangle"/>
          </a:ln>
        </p:spPr>
      </p:sp>
      <p:sp>
        <p:nvSpPr>
          <p:cNvPr id="143" name="Shape 141"/>
          <p:cNvSpPr/>
          <p:nvPr/>
        </p:nvSpPr>
        <p:spPr>
          <a:xfrm>
            <a:off x="6705600" y="1917700"/>
            <a:ext cx="914400" cy="50800"/>
          </a:xfrm>
          <a:prstGeom prst="line">
            <a:avLst/>
          </a:prstGeom>
          <a:noFill/>
          <a:ln w="28575">
            <a:solidFill>
              <a:srgbClr val="C8C8C8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 flipV="1">
            <a:off x="7620000" y="1955800"/>
            <a:ext cx="762000" cy="12700"/>
          </a:xfrm>
          <a:prstGeom prst="line">
            <a:avLst/>
          </a:prstGeom>
          <a:noFill/>
          <a:ln w="28575">
            <a:solidFill>
              <a:srgbClr val="C8C8C8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 flipV="1">
            <a:off x="8382000" y="1816100"/>
            <a:ext cx="508000" cy="139700"/>
          </a:xfrm>
          <a:prstGeom prst="line">
            <a:avLst/>
          </a:prstGeom>
          <a:noFill/>
          <a:ln w="28575">
            <a:solidFill>
              <a:srgbClr val="C8C8C8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 flipV="1">
            <a:off x="8890000" y="1625600"/>
            <a:ext cx="609600" cy="190500"/>
          </a:xfrm>
          <a:prstGeom prst="line">
            <a:avLst/>
          </a:prstGeom>
          <a:noFill/>
          <a:ln w="28575">
            <a:solidFill>
              <a:srgbClr val="C8C8C8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 flipV="1">
            <a:off x="9499600" y="1549400"/>
            <a:ext cx="457200" cy="76200"/>
          </a:xfrm>
          <a:prstGeom prst="line">
            <a:avLst/>
          </a:prstGeom>
          <a:noFill/>
          <a:ln w="28575">
            <a:solidFill>
              <a:srgbClr val="C8C8C8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 flipV="1">
            <a:off x="9956800" y="1536700"/>
            <a:ext cx="355600" cy="12700"/>
          </a:xfrm>
          <a:prstGeom prst="line">
            <a:avLst/>
          </a:prstGeom>
          <a:noFill/>
          <a:ln w="28575">
            <a:solidFill>
              <a:srgbClr val="C8C8C8"/>
            </a:solidFill>
            <a:prstDash val="solid"/>
            <a:tailEnd type="triangle"/>
          </a:ln>
        </p:spPr>
      </p:sp>
      <p:sp>
        <p:nvSpPr>
          <p:cNvPr id="149" name="Shape 147"/>
          <p:cNvSpPr/>
          <p:nvPr/>
        </p:nvSpPr>
        <p:spPr>
          <a:xfrm>
            <a:off x="6197600" y="3111500"/>
            <a:ext cx="914400" cy="114300"/>
          </a:xfrm>
          <a:prstGeom prst="line">
            <a:avLst/>
          </a:prstGeom>
          <a:noFill/>
          <a:ln w="28575">
            <a:solidFill>
              <a:srgbClr val="C8C8C8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7112000" y="3225800"/>
            <a:ext cx="673100" cy="177800"/>
          </a:xfrm>
          <a:prstGeom prst="line">
            <a:avLst/>
          </a:prstGeom>
          <a:noFill/>
          <a:ln w="28575">
            <a:solidFill>
              <a:srgbClr val="C8C8C8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7785100" y="3403600"/>
            <a:ext cx="342900" cy="241300"/>
          </a:xfrm>
          <a:prstGeom prst="line">
            <a:avLst/>
          </a:prstGeom>
          <a:noFill/>
          <a:ln w="28575">
            <a:solidFill>
              <a:srgbClr val="C8C8C8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8128000" y="3644900"/>
            <a:ext cx="203200" cy="177800"/>
          </a:xfrm>
          <a:prstGeom prst="line">
            <a:avLst/>
          </a:prstGeom>
          <a:noFill/>
          <a:ln w="28575">
            <a:solidFill>
              <a:srgbClr val="C8C8C8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8331200" y="3822700"/>
            <a:ext cx="0" cy="1308100"/>
          </a:xfrm>
          <a:prstGeom prst="line">
            <a:avLst/>
          </a:prstGeom>
          <a:noFill/>
          <a:ln w="28575">
            <a:solidFill>
              <a:srgbClr val="C8C8C8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8331200" y="5130800"/>
            <a:ext cx="711200" cy="12700"/>
          </a:xfrm>
          <a:prstGeom prst="line">
            <a:avLst/>
          </a:prstGeom>
          <a:noFill/>
          <a:ln w="28575">
            <a:solidFill>
              <a:srgbClr val="C8C8C8"/>
            </a:solidFill>
            <a:prstDash val="solid"/>
            <a:tailEnd type="triangle"/>
          </a:ln>
        </p:spPr>
      </p:sp>
      <p:sp>
        <p:nvSpPr>
          <p:cNvPr id="155" name="Shape 153"/>
          <p:cNvSpPr/>
          <p:nvPr/>
        </p:nvSpPr>
        <p:spPr>
          <a:xfrm>
            <a:off x="6629400" y="4648200"/>
            <a:ext cx="228600" cy="88900"/>
          </a:xfrm>
          <a:prstGeom prst="line">
            <a:avLst/>
          </a:prstGeom>
          <a:noFill/>
          <a:ln w="28575">
            <a:solidFill>
              <a:srgbClr val="C8C8C8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6858000" y="4737100"/>
            <a:ext cx="355600" cy="241300"/>
          </a:xfrm>
          <a:prstGeom prst="line">
            <a:avLst/>
          </a:prstGeom>
          <a:noFill/>
          <a:ln w="28575">
            <a:solidFill>
              <a:srgbClr val="C8C8C8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7213600" y="4978400"/>
            <a:ext cx="203200" cy="177800"/>
          </a:xfrm>
          <a:prstGeom prst="line">
            <a:avLst/>
          </a:prstGeom>
          <a:noFill/>
          <a:ln w="28575">
            <a:solidFill>
              <a:srgbClr val="C8C8C8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7416800" y="5156200"/>
            <a:ext cx="203200" cy="215900"/>
          </a:xfrm>
          <a:prstGeom prst="line">
            <a:avLst/>
          </a:prstGeom>
          <a:noFill/>
          <a:ln w="28575">
            <a:solidFill>
              <a:srgbClr val="C8C8C8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7620000" y="5372100"/>
            <a:ext cx="254000" cy="190500"/>
          </a:xfrm>
          <a:prstGeom prst="line">
            <a:avLst/>
          </a:prstGeom>
          <a:noFill/>
          <a:ln w="28575">
            <a:solidFill>
              <a:srgbClr val="C8C8C8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7874000" y="5562600"/>
            <a:ext cx="254000" cy="101600"/>
          </a:xfrm>
          <a:prstGeom prst="line">
            <a:avLst/>
          </a:prstGeom>
          <a:noFill/>
          <a:ln w="28575">
            <a:solidFill>
              <a:srgbClr val="C8C8C8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8128000" y="5664200"/>
            <a:ext cx="533400" cy="50800"/>
          </a:xfrm>
          <a:prstGeom prst="line">
            <a:avLst/>
          </a:prstGeom>
          <a:noFill/>
          <a:ln w="28575">
            <a:solidFill>
              <a:srgbClr val="C8C8C8"/>
            </a:solidFill>
            <a:prstDash val="solid"/>
            <a:tailEnd type="triangle"/>
          </a:ln>
        </p:spPr>
      </p:sp>
      <p:sp>
        <p:nvSpPr>
          <p:cNvPr id="162" name="Shape 160"/>
          <p:cNvSpPr/>
          <p:nvPr/>
        </p:nvSpPr>
        <p:spPr>
          <a:xfrm>
            <a:off x="6756400" y="6273800"/>
            <a:ext cx="914400" cy="38100"/>
          </a:xfrm>
          <a:prstGeom prst="line">
            <a:avLst/>
          </a:prstGeom>
          <a:noFill/>
          <a:ln w="28575">
            <a:solidFill>
              <a:srgbClr val="C8C8C8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 flipV="1">
            <a:off x="7670800" y="6172200"/>
            <a:ext cx="584200" cy="139700"/>
          </a:xfrm>
          <a:prstGeom prst="line">
            <a:avLst/>
          </a:prstGeom>
          <a:noFill/>
          <a:ln w="28575">
            <a:solidFill>
              <a:srgbClr val="C8C8C8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 flipV="1">
            <a:off x="8255000" y="5943600"/>
            <a:ext cx="508000" cy="228600"/>
          </a:xfrm>
          <a:prstGeom prst="line">
            <a:avLst/>
          </a:prstGeom>
          <a:noFill/>
          <a:ln w="28575">
            <a:solidFill>
              <a:srgbClr val="C8C8C8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 flipV="1">
            <a:off x="8763000" y="5880100"/>
            <a:ext cx="406400" cy="63500"/>
          </a:xfrm>
          <a:prstGeom prst="line">
            <a:avLst/>
          </a:prstGeom>
          <a:noFill/>
          <a:ln w="28575">
            <a:solidFill>
              <a:srgbClr val="C8C8C8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 flipV="1">
            <a:off x="9169400" y="5829300"/>
            <a:ext cx="609600" cy="50800"/>
          </a:xfrm>
          <a:prstGeom prst="line">
            <a:avLst/>
          </a:prstGeom>
          <a:noFill/>
          <a:ln w="28575">
            <a:solidFill>
              <a:srgbClr val="C8C8C8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 flipV="1">
            <a:off x="9779000" y="5778500"/>
            <a:ext cx="508000" cy="50800"/>
          </a:xfrm>
          <a:prstGeom prst="line">
            <a:avLst/>
          </a:prstGeom>
          <a:noFill/>
          <a:ln w="28575">
            <a:solidFill>
              <a:srgbClr val="C8C8C8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 flipV="1">
            <a:off x="10287000" y="5715000"/>
            <a:ext cx="457200" cy="63500"/>
          </a:xfrm>
          <a:prstGeom prst="line">
            <a:avLst/>
          </a:prstGeom>
          <a:noFill/>
          <a:ln w="28575">
            <a:solidFill>
              <a:srgbClr val="C8C8C8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778000" y="609600"/>
            <a:ext cx="8636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– Decoder Transformer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264400" y="1308100"/>
            <a:ext cx="4114800" cy="5372100"/>
          </a:xfrm>
          <a:prstGeom prst="rect">
            <a:avLst/>
          </a:prstGeom>
          <a:ln w="19050">
            <a:solidFill>
              <a:srgbClr val="00A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27900" y="1371600"/>
            <a:ext cx="2044700" cy="5257800"/>
          </a:xfrm>
          <a:prstGeom prst="rect">
            <a:avLst/>
          </a:prstGeom>
          <a:solidFill>
            <a:srgbClr val="FBECDB"/>
          </a:solidFill>
          <a:ln/>
        </p:spPr>
      </p:sp>
      <p:sp>
        <p:nvSpPr>
          <p:cNvPr id="8" name="Shape 6"/>
          <p:cNvSpPr/>
          <p:nvPr/>
        </p:nvSpPr>
        <p:spPr>
          <a:xfrm>
            <a:off x="9398000" y="1371600"/>
            <a:ext cx="1955800" cy="5257800"/>
          </a:xfrm>
          <a:prstGeom prst="rect">
            <a:avLst/>
          </a:prstGeom>
          <a:solidFill>
            <a:srgbClr val="C8F8E0"/>
          </a:solidFill>
          <a:ln/>
        </p:spPr>
      </p:sp>
      <p:sp>
        <p:nvSpPr>
          <p:cNvPr id="9" name="Text 7"/>
          <p:cNvSpPr/>
          <p:nvPr/>
        </p:nvSpPr>
        <p:spPr>
          <a:xfrm>
            <a:off x="7378700" y="1422400"/>
            <a:ext cx="1066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388600" y="1422400"/>
            <a:ext cx="914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i="1" dirty="0">
                <a:solidFill>
                  <a:srgbClr val="0E7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10600" y="3187700"/>
            <a:ext cx="850900" cy="2032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12" name="Shape 10"/>
          <p:cNvSpPr/>
          <p:nvPr/>
        </p:nvSpPr>
        <p:spPr>
          <a:xfrm>
            <a:off x="9271000" y="3390900"/>
            <a:ext cx="190500" cy="5207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13" name="Shape 11"/>
          <p:cNvSpPr/>
          <p:nvPr/>
        </p:nvSpPr>
        <p:spPr>
          <a:xfrm>
            <a:off x="9398000" y="3898900"/>
            <a:ext cx="596900" cy="2032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14" name="Shape 12"/>
          <p:cNvSpPr/>
          <p:nvPr/>
        </p:nvSpPr>
        <p:spPr>
          <a:xfrm>
            <a:off x="7975600" y="3390900"/>
            <a:ext cx="1270000" cy="1803400"/>
          </a:xfrm>
          <a:prstGeom prst="roundRect">
            <a:avLst>
              <a:gd name="adj" fmla="val 4320"/>
            </a:avLst>
          </a:prstGeom>
          <a:solidFill>
            <a:srgbClr val="C8A888"/>
          </a:solidFill>
          <a:ln w="15875">
            <a:solidFill>
              <a:srgbClr val="7B4B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01000" y="3651250"/>
            <a:ext cx="1206500" cy="0"/>
          </a:xfrm>
          <a:prstGeom prst="line">
            <a:avLst/>
          </a:prstGeom>
          <a:noFill/>
          <a:ln w="6350">
            <a:solidFill>
              <a:srgbClr val="7B4B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4006850"/>
            <a:ext cx="1206500" cy="0"/>
          </a:xfrm>
          <a:prstGeom prst="line">
            <a:avLst/>
          </a:prstGeom>
          <a:noFill/>
          <a:ln w="6350">
            <a:solidFill>
              <a:srgbClr val="7B4B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01000" y="4540250"/>
            <a:ext cx="1206500" cy="0"/>
          </a:xfrm>
          <a:prstGeom prst="line">
            <a:avLst/>
          </a:prstGeom>
          <a:noFill/>
          <a:ln w="6350">
            <a:solidFill>
              <a:srgbClr val="7B4B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26400" y="3708400"/>
            <a:ext cx="0" cy="1422400"/>
          </a:xfrm>
          <a:prstGeom prst="line">
            <a:avLst/>
          </a:prstGeom>
          <a:noFill/>
          <a:ln w="9525">
            <a:solidFill>
              <a:srgbClr val="7B4B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53400" y="4038600"/>
            <a:ext cx="0" cy="330200"/>
          </a:xfrm>
          <a:prstGeom prst="line">
            <a:avLst/>
          </a:prstGeom>
          <a:noFill/>
          <a:ln w="9525">
            <a:solidFill>
              <a:srgbClr val="7B4B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67700" y="3657600"/>
            <a:ext cx="876300" cy="342900"/>
          </a:xfrm>
          <a:prstGeom prst="rect">
            <a:avLst/>
          </a:prstGeom>
          <a:solidFill>
            <a:srgbClr val="B0B070"/>
          </a:solidFill>
          <a:ln w="9525">
            <a:solidFill>
              <a:srgbClr val="7B4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67700" y="3657600"/>
            <a:ext cx="876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001000" y="3390900"/>
            <a:ext cx="1231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001000" y="4241800"/>
            <a:ext cx="1231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001000" y="4521200"/>
            <a:ext cx="1231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566150" y="3606800"/>
            <a:ext cx="76200" cy="57150"/>
          </a:xfrm>
          <a:prstGeom prst="triangle">
            <a:avLst/>
          </a:prstGeom>
          <a:solidFill>
            <a:srgbClr val="7B4B2A"/>
          </a:solidFill>
          <a:ln w="6350">
            <a:solidFill>
              <a:srgbClr val="7B4B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66150" y="3975100"/>
            <a:ext cx="76200" cy="57150"/>
          </a:xfrm>
          <a:prstGeom prst="triangle">
            <a:avLst/>
          </a:prstGeom>
          <a:solidFill>
            <a:srgbClr val="7B4B2A"/>
          </a:solidFill>
          <a:ln w="6350">
            <a:solidFill>
              <a:srgbClr val="7B4B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66150" y="4508500"/>
            <a:ext cx="76200" cy="57150"/>
          </a:xfrm>
          <a:prstGeom prst="triangle">
            <a:avLst/>
          </a:prstGeom>
          <a:solidFill>
            <a:srgbClr val="7B4B2A"/>
          </a:solidFill>
          <a:ln w="6350">
            <a:solidFill>
              <a:srgbClr val="7B4B2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50250" y="5010150"/>
            <a:ext cx="152400" cy="1524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50250" y="501015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8756650" y="5016500"/>
            <a:ext cx="139700" cy="1397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56650" y="501650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9042400" y="5016500"/>
            <a:ext cx="139700" cy="139700"/>
          </a:xfrm>
          <a:prstGeom prst="ellips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42400" y="501650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8718550" y="5194300"/>
            <a:ext cx="0" cy="762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18550" y="5651500"/>
            <a:ext cx="0" cy="889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674100" y="5632450"/>
            <a:ext cx="88900" cy="76200"/>
          </a:xfrm>
          <a:prstGeom prst="triangle">
            <a:avLst/>
          </a:prstGeom>
          <a:solidFill>
            <a:srgbClr val="2F2F2F"/>
          </a:solidFill>
          <a:ln w="6350">
            <a:solidFill>
              <a:srgbClr val="2F2F2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42300" y="5270500"/>
            <a:ext cx="1003300" cy="381000"/>
          </a:xfrm>
          <a:prstGeom prst="roundRect">
            <a:avLst>
              <a:gd name="adj" fmla="val 12000"/>
            </a:avLst>
          </a:prstGeom>
          <a:solidFill>
            <a:srgbClr val="B08058"/>
          </a:solidFill>
          <a:ln w="12700">
            <a:solidFill>
              <a:srgbClr val="6E442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42300" y="5334000"/>
            <a:ext cx="241300" cy="241300"/>
          </a:xfrm>
          <a:prstGeom prst="ellipse">
            <a:avLst/>
          </a:prstGeom>
          <a:ln w="15875">
            <a:solidFill>
              <a:srgbClr val="6E442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93100" y="5454650"/>
            <a:ext cx="139700" cy="0"/>
          </a:xfrm>
          <a:prstGeom prst="line">
            <a:avLst/>
          </a:prstGeom>
          <a:noFill/>
          <a:ln w="15875">
            <a:solidFill>
              <a:srgbClr val="6E442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362950" y="5384800"/>
            <a:ext cx="0" cy="139700"/>
          </a:xfrm>
          <a:prstGeom prst="line">
            <a:avLst/>
          </a:prstGeom>
          <a:noFill/>
          <a:ln w="15875">
            <a:solidFill>
              <a:srgbClr val="6E442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8559800" y="5410200"/>
            <a:ext cx="76200" cy="101600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636000" y="5410200"/>
            <a:ext cx="76200" cy="101600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8712200" y="5410200"/>
            <a:ext cx="76200" cy="101600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88400" y="5410200"/>
            <a:ext cx="76200" cy="101600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543800" y="5283200"/>
            <a:ext cx="711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Positional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8229600" y="5702300"/>
            <a:ext cx="111760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077200" y="5638800"/>
            <a:ext cx="1155700" cy="508000"/>
          </a:xfrm>
          <a:prstGeom prst="rect">
            <a:avLst>
              <a:gd name="adj" fmla="val 9000"/>
            </a:avLst>
          </a:prstGeom>
          <a:solidFill>
            <a:srgbClr val="B08058"/>
          </a:solidFill>
          <a:ln w="12700">
            <a:solidFill>
              <a:srgbClr val="6E442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293100" y="5664200"/>
            <a:ext cx="863600" cy="317500"/>
          </a:xfrm>
          <a:prstGeom prst="rect">
            <a:avLst/>
          </a:prstGeom>
          <a:solidFill>
            <a:srgbClr val="C8A888"/>
          </a:solidFill>
          <a:ln w="9525">
            <a:solidFill>
              <a:srgbClr val="6E442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93100" y="5664200"/>
            <a:ext cx="8636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3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85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3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 flipH="1">
            <a:off x="8128000" y="5664200"/>
            <a:ext cx="101600" cy="88900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359900" y="5664200"/>
            <a:ext cx="101600" cy="88900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312150" y="6286500"/>
            <a:ext cx="127000" cy="228600"/>
          </a:xfrm>
          <a:prstGeom prst="rect">
            <a:avLst/>
          </a:prstGeom>
          <a:solidFill>
            <a:srgbClr val="C00000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267700" y="6197600"/>
            <a:ext cx="215900" cy="101600"/>
          </a:xfrm>
          <a:prstGeom prst="triangle">
            <a:avLst/>
          </a:prstGeom>
          <a:solidFill>
            <a:srgbClr val="C00000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432800" y="6273800"/>
            <a:ext cx="558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588250" y="4184650"/>
            <a:ext cx="317500" cy="317500"/>
          </a:xfrm>
          <a:prstGeom prst="ellipse">
            <a:avLst/>
          </a:prstGeom>
          <a:solidFill>
            <a:srgbClr val="C8A888"/>
          </a:solidFill>
          <a:ln w="9525">
            <a:solidFill>
              <a:srgbClr val="7B4B2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588250" y="4184650"/>
            <a:ext cx="317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x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9448800" y="2552700"/>
            <a:ext cx="1231900" cy="1333500"/>
          </a:xfrm>
          <a:prstGeom prst="roundRect">
            <a:avLst>
              <a:gd name="adj" fmla="val 3711"/>
            </a:avLst>
          </a:prstGeom>
          <a:solidFill>
            <a:srgbClr val="B0B070"/>
          </a:solidFill>
          <a:ln w="12700">
            <a:solidFill>
              <a:srgbClr val="4A736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461500" y="2787650"/>
            <a:ext cx="1206500" cy="0"/>
          </a:xfrm>
          <a:prstGeom prst="line">
            <a:avLst/>
          </a:prstGeom>
          <a:noFill/>
          <a:ln w="9525">
            <a:solidFill>
              <a:srgbClr val="4A736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461500" y="3168650"/>
            <a:ext cx="1206500" cy="0"/>
          </a:xfrm>
          <a:prstGeom prst="line">
            <a:avLst/>
          </a:prstGeom>
          <a:noFill/>
          <a:ln w="9525">
            <a:solidFill>
              <a:srgbClr val="4A736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461500" y="3359150"/>
            <a:ext cx="1206500" cy="0"/>
          </a:xfrm>
          <a:prstGeom prst="line">
            <a:avLst/>
          </a:prstGeom>
          <a:noFill/>
          <a:ln w="9525">
            <a:solidFill>
              <a:srgbClr val="4A736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569450" y="2565400"/>
            <a:ext cx="0" cy="1308100"/>
          </a:xfrm>
          <a:prstGeom prst="line">
            <a:avLst/>
          </a:prstGeom>
          <a:noFill/>
          <a:ln w="6350">
            <a:solidFill>
              <a:srgbClr val="4A4A4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394950" y="2565400"/>
            <a:ext cx="0" cy="1308100"/>
          </a:xfrm>
          <a:prstGeom prst="line">
            <a:avLst/>
          </a:prstGeom>
          <a:noFill/>
          <a:ln w="6350">
            <a:solidFill>
              <a:srgbClr val="4A4A4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474200" y="2565400"/>
            <a:ext cx="1193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9474200" y="2806700"/>
            <a:ext cx="1193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9474200" y="3175000"/>
            <a:ext cx="1193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9474200" y="3365500"/>
            <a:ext cx="1193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9474200" y="4152900"/>
            <a:ext cx="1117600" cy="1028700"/>
          </a:xfrm>
          <a:prstGeom prst="roundRect">
            <a:avLst>
              <a:gd name="adj" fmla="val 5333"/>
            </a:avLst>
          </a:prstGeom>
          <a:solidFill>
            <a:srgbClr val="CE8ADC"/>
          </a:solidFill>
          <a:ln w="12700">
            <a:solidFill>
              <a:srgbClr val="56236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499600" y="4197350"/>
            <a:ext cx="876300" cy="0"/>
          </a:xfrm>
          <a:prstGeom prst="line">
            <a:avLst/>
          </a:prstGeom>
          <a:noFill/>
          <a:ln w="9525">
            <a:solidFill>
              <a:srgbClr val="56236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499600" y="4413250"/>
            <a:ext cx="876300" cy="0"/>
          </a:xfrm>
          <a:prstGeom prst="line">
            <a:avLst/>
          </a:prstGeom>
          <a:noFill/>
          <a:ln w="9525">
            <a:solidFill>
              <a:srgbClr val="56236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499600" y="4870450"/>
            <a:ext cx="876300" cy="0"/>
          </a:xfrm>
          <a:prstGeom prst="line">
            <a:avLst/>
          </a:prstGeom>
          <a:noFill/>
          <a:ln w="9525">
            <a:solidFill>
              <a:srgbClr val="56236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394950" y="4191000"/>
            <a:ext cx="0" cy="965200"/>
          </a:xfrm>
          <a:prstGeom prst="line">
            <a:avLst/>
          </a:prstGeom>
          <a:noFill/>
          <a:ln w="9525">
            <a:solidFill>
              <a:srgbClr val="56236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499600" y="4203700"/>
            <a:ext cx="8763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9499600" y="4419600"/>
            <a:ext cx="8763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</a:t>
            </a:r>
            <a:endParaRPr lang="en-US" sz="85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85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9467850" y="4889500"/>
            <a:ext cx="165100" cy="1651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467850" y="4889500"/>
            <a:ext cx="1651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10001250" y="4876800"/>
            <a:ext cx="190500" cy="1905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0001250" y="48768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10363200" y="4902200"/>
            <a:ext cx="139700" cy="139700"/>
          </a:xfrm>
          <a:prstGeom prst="ellips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0363200" y="490220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9442450" y="3949700"/>
            <a:ext cx="127000" cy="1270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9442450" y="3949700"/>
            <a:ext cx="127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650" dirty="0"/>
          </a:p>
        </p:txBody>
      </p:sp>
      <p:sp>
        <p:nvSpPr>
          <p:cNvPr id="82" name="Shape 80"/>
          <p:cNvSpPr/>
          <p:nvPr/>
        </p:nvSpPr>
        <p:spPr>
          <a:xfrm>
            <a:off x="9759950" y="3962400"/>
            <a:ext cx="114300" cy="1143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759950" y="3962400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650" dirty="0"/>
          </a:p>
        </p:txBody>
      </p:sp>
      <p:sp>
        <p:nvSpPr>
          <p:cNvPr id="84" name="Shape 82"/>
          <p:cNvSpPr/>
          <p:nvPr/>
        </p:nvSpPr>
        <p:spPr>
          <a:xfrm>
            <a:off x="10350500" y="3956050"/>
            <a:ext cx="127000" cy="127000"/>
          </a:xfrm>
          <a:prstGeom prst="ellips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0350500" y="3956050"/>
            <a:ext cx="127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650" dirty="0"/>
          </a:p>
        </p:txBody>
      </p:sp>
      <p:sp>
        <p:nvSpPr>
          <p:cNvPr id="86" name="Shape 84"/>
          <p:cNvSpPr/>
          <p:nvPr/>
        </p:nvSpPr>
        <p:spPr>
          <a:xfrm>
            <a:off x="9423400" y="1511300"/>
            <a:ext cx="101600" cy="266700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499600" y="1454150"/>
            <a:ext cx="165100" cy="114300"/>
          </a:xfrm>
          <a:prstGeom prst="triangl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410700" y="1485900"/>
            <a:ext cx="0" cy="2794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664700" y="1422400"/>
            <a:ext cx="647700" cy="203200"/>
          </a:xfrm>
          <a:prstGeom prst="roundRect">
            <a:avLst>
              <a:gd name="adj" fmla="val 18000"/>
            </a:avLst>
          </a:prstGeom>
          <a:solidFill>
            <a:srgbClr val="FFFF00"/>
          </a:solidFill>
          <a:ln/>
        </p:spPr>
      </p:sp>
      <p:sp>
        <p:nvSpPr>
          <p:cNvPr id="90" name="Text 88"/>
          <p:cNvSpPr/>
          <p:nvPr/>
        </p:nvSpPr>
        <p:spPr>
          <a:xfrm>
            <a:off x="9664700" y="1422400"/>
            <a:ext cx="647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9601200" y="16129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9550400" y="1930400"/>
            <a:ext cx="850900" cy="177800"/>
          </a:xfrm>
          <a:prstGeom prst="rect">
            <a:avLst/>
          </a:prstGeom>
          <a:solidFill>
            <a:srgbClr val="A8ECBC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550400" y="1930400"/>
            <a:ext cx="8509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9550400" y="2247900"/>
            <a:ext cx="850900" cy="177800"/>
          </a:xfrm>
          <a:prstGeom prst="rect">
            <a:avLst/>
          </a:prstGeom>
          <a:solidFill>
            <a:srgbClr val="B0E4CE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9550400" y="2247900"/>
            <a:ext cx="8509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9975850" y="1790700"/>
            <a:ext cx="0" cy="1397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975850" y="2095500"/>
            <a:ext cx="0" cy="1524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975850" y="2425700"/>
            <a:ext cx="0" cy="1270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9975850" y="3886200"/>
            <a:ext cx="0" cy="23495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9937750" y="1797050"/>
            <a:ext cx="76200" cy="63500"/>
          </a:xfrm>
          <a:prstGeom prst="triangle">
            <a:avLst/>
          </a:prstGeom>
          <a:solidFill>
            <a:srgbClr val="2F2F2F"/>
          </a:solidFill>
          <a:ln w="6350">
            <a:solidFill>
              <a:srgbClr val="2F2F2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937750" y="2101850"/>
            <a:ext cx="76200" cy="63500"/>
          </a:xfrm>
          <a:prstGeom prst="triangle">
            <a:avLst/>
          </a:prstGeom>
          <a:solidFill>
            <a:srgbClr val="2F2F2F"/>
          </a:solidFill>
          <a:ln w="6350">
            <a:solidFill>
              <a:srgbClr val="2F2F2F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9937750" y="2432050"/>
            <a:ext cx="76200" cy="63500"/>
          </a:xfrm>
          <a:prstGeom prst="triangle">
            <a:avLst/>
          </a:prstGeom>
          <a:solidFill>
            <a:srgbClr val="2F2F2F"/>
          </a:solidFill>
          <a:ln w="6350">
            <a:solidFill>
              <a:srgbClr val="2F2F2F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867900" y="5226050"/>
            <a:ext cx="203200" cy="203200"/>
          </a:xfrm>
          <a:prstGeom prst="ellipse">
            <a:avLst/>
          </a:prstGeom>
          <a:solidFill>
            <a:srgbClr val="C8F8E0"/>
          </a:solidFill>
          <a:ln w="15875">
            <a:solidFill>
              <a:srgbClr val="2F2F2F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9912350" y="5327650"/>
            <a:ext cx="114300" cy="0"/>
          </a:xfrm>
          <a:prstGeom prst="line">
            <a:avLst/>
          </a:prstGeom>
          <a:noFill/>
          <a:ln w="15875">
            <a:solidFill>
              <a:srgbClr val="2F2F2F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9969500" y="5270500"/>
            <a:ext cx="0" cy="114300"/>
          </a:xfrm>
          <a:prstGeom prst="line">
            <a:avLst/>
          </a:prstGeom>
          <a:noFill/>
          <a:ln w="15875">
            <a:solidFill>
              <a:srgbClr val="2F2F2F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0071100" y="5327650"/>
            <a:ext cx="38100" cy="0"/>
          </a:xfrm>
          <a:prstGeom prst="line">
            <a:avLst/>
          </a:prstGeom>
          <a:noFill/>
          <a:ln w="15875">
            <a:solidFill>
              <a:srgbClr val="2F2F2F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0096500" y="5219700"/>
            <a:ext cx="228600" cy="228600"/>
          </a:xfrm>
          <a:prstGeom prst="ellipse">
            <a:avLst/>
          </a:prstGeom>
          <a:solidFill>
            <a:srgbClr val="C8F8E0"/>
          </a:solidFill>
          <a:ln w="15875">
            <a:solidFill>
              <a:srgbClr val="2F2F2F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 flipV="1">
            <a:off x="10140950" y="5289550"/>
            <a:ext cx="34925" cy="88900"/>
          </a:xfrm>
          <a:prstGeom prst="line">
            <a:avLst/>
          </a:prstGeom>
          <a:noFill/>
          <a:ln w="12700">
            <a:solidFill>
              <a:srgbClr val="2F2F2F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0175875" y="5289550"/>
            <a:ext cx="34925" cy="88900"/>
          </a:xfrm>
          <a:prstGeom prst="line">
            <a:avLst/>
          </a:prstGeom>
          <a:noFill/>
          <a:ln w="12700">
            <a:solidFill>
              <a:srgbClr val="2F2F2F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 flipV="1">
            <a:off x="10210800" y="5289550"/>
            <a:ext cx="34925" cy="88900"/>
          </a:xfrm>
          <a:prstGeom prst="line">
            <a:avLst/>
          </a:prstGeom>
          <a:noFill/>
          <a:ln w="12700">
            <a:solidFill>
              <a:srgbClr val="2F2F2F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0245725" y="5289550"/>
            <a:ext cx="34925" cy="88900"/>
          </a:xfrm>
          <a:prstGeom prst="line">
            <a:avLst/>
          </a:prstGeom>
          <a:noFill/>
          <a:ln w="12700">
            <a:solidFill>
              <a:srgbClr val="2F2F2F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10617200" y="5321300"/>
            <a:ext cx="609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Positional</a:t>
            </a:r>
            <a:endParaRPr lang="en-US" sz="9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</a:t>
            </a:r>
            <a:endParaRPr lang="en-US" sz="950" dirty="0"/>
          </a:p>
        </p:txBody>
      </p:sp>
      <p:sp>
        <p:nvSpPr>
          <p:cNvPr id="113" name="Shape 111"/>
          <p:cNvSpPr/>
          <p:nvPr/>
        </p:nvSpPr>
        <p:spPr>
          <a:xfrm>
            <a:off x="9512300" y="5295900"/>
            <a:ext cx="965200" cy="825500"/>
          </a:xfrm>
          <a:prstGeom prst="roundRect">
            <a:avLst>
              <a:gd name="adj" fmla="val 5538"/>
            </a:avLst>
          </a:prstGeom>
          <a:solidFill>
            <a:srgbClr val="B8706C"/>
          </a:solidFill>
          <a:ln w="12700">
            <a:solidFill>
              <a:srgbClr val="753029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9601200" y="5664200"/>
            <a:ext cx="800100" cy="317500"/>
          </a:xfrm>
          <a:prstGeom prst="rect">
            <a:avLst/>
          </a:prstGeom>
          <a:ln w="9525">
            <a:solidFill>
              <a:srgbClr val="753029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9601200" y="5664200"/>
            <a:ext cx="8001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3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85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3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850" dirty="0"/>
          </a:p>
        </p:txBody>
      </p:sp>
      <p:sp>
        <p:nvSpPr>
          <p:cNvPr id="116" name="Shape 114"/>
          <p:cNvSpPr/>
          <p:nvPr/>
        </p:nvSpPr>
        <p:spPr>
          <a:xfrm>
            <a:off x="9664700" y="6248400"/>
            <a:ext cx="647700" cy="2413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117" name="Text 115"/>
          <p:cNvSpPr/>
          <p:nvPr/>
        </p:nvSpPr>
        <p:spPr>
          <a:xfrm>
            <a:off x="9664700" y="6248400"/>
            <a:ext cx="6477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</a:t>
            </a:r>
            <a:endParaRPr lang="en-US" sz="1100" dirty="0"/>
          </a:p>
        </p:txBody>
      </p:sp>
      <p:sp>
        <p:nvSpPr>
          <p:cNvPr id="118" name="Text 116"/>
          <p:cNvSpPr/>
          <p:nvPr/>
        </p:nvSpPr>
        <p:spPr>
          <a:xfrm>
            <a:off x="9499600" y="6451600"/>
            <a:ext cx="965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C8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(shifted right)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10737850" y="3816350"/>
            <a:ext cx="266700" cy="266700"/>
          </a:xfrm>
          <a:prstGeom prst="ellipse">
            <a:avLst/>
          </a:prstGeom>
          <a:solidFill>
            <a:srgbClr val="B0B070"/>
          </a:solidFill>
          <a:ln w="9525">
            <a:solidFill>
              <a:srgbClr val="4A736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10737850" y="3816350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x</a:t>
            </a:r>
            <a:endParaRPr lang="en-US" sz="750" dirty="0"/>
          </a:p>
        </p:txBody>
      </p:sp>
      <p:sp>
        <p:nvSpPr>
          <p:cNvPr id="121" name="Shape 119"/>
          <p:cNvSpPr/>
          <p:nvPr/>
        </p:nvSpPr>
        <p:spPr>
          <a:xfrm>
            <a:off x="10680700" y="2578100"/>
            <a:ext cx="0" cy="2692400"/>
          </a:xfrm>
          <a:prstGeom prst="line">
            <a:avLst/>
          </a:prstGeom>
          <a:noFill/>
          <a:ln w="12700">
            <a:solidFill>
              <a:srgbClr val="4A736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 flipV="1">
            <a:off x="8788400" y="3276600"/>
            <a:ext cx="0" cy="1143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8788400" y="3276600"/>
            <a:ext cx="55880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9347200" y="3276600"/>
            <a:ext cx="0" cy="6731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9347200" y="3949700"/>
            <a:ext cx="9525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 flipV="1">
            <a:off x="8890000" y="3327400"/>
            <a:ext cx="0" cy="635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8890000" y="3327400"/>
            <a:ext cx="52070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9410700" y="3327400"/>
            <a:ext cx="0" cy="6858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9410700" y="4013200"/>
            <a:ext cx="34925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10414000" y="1511300"/>
            <a:ext cx="381000" cy="393700"/>
          </a:xfrm>
          <a:prstGeom prst="line">
            <a:avLst/>
          </a:prstGeom>
          <a:noFill/>
          <a:ln w="15875">
            <a:solidFill>
              <a:srgbClr val="6B2A28"/>
            </a:solidFill>
            <a:prstDash val="dashDot"/>
          </a:ln>
        </p:spPr>
      </p:sp>
      <p:sp>
        <p:nvSpPr>
          <p:cNvPr id="131" name="Shape 129"/>
          <p:cNvSpPr/>
          <p:nvPr/>
        </p:nvSpPr>
        <p:spPr>
          <a:xfrm>
            <a:off x="10795000" y="1905000"/>
            <a:ext cx="330200" cy="635000"/>
          </a:xfrm>
          <a:prstGeom prst="line">
            <a:avLst/>
          </a:prstGeom>
          <a:noFill/>
          <a:ln w="15875">
            <a:solidFill>
              <a:srgbClr val="6B2A28"/>
            </a:solidFill>
            <a:prstDash val="dashDot"/>
          </a:ln>
        </p:spPr>
      </p:sp>
      <p:sp>
        <p:nvSpPr>
          <p:cNvPr id="132" name="Shape 130"/>
          <p:cNvSpPr/>
          <p:nvPr/>
        </p:nvSpPr>
        <p:spPr>
          <a:xfrm>
            <a:off x="11125200" y="2540000"/>
            <a:ext cx="152400" cy="1270000"/>
          </a:xfrm>
          <a:prstGeom prst="line">
            <a:avLst/>
          </a:prstGeom>
          <a:noFill/>
          <a:ln w="15875">
            <a:solidFill>
              <a:srgbClr val="6B2A28"/>
            </a:solidFill>
            <a:prstDash val="dashDot"/>
          </a:ln>
        </p:spPr>
      </p:sp>
      <p:sp>
        <p:nvSpPr>
          <p:cNvPr id="133" name="Shape 131"/>
          <p:cNvSpPr/>
          <p:nvPr/>
        </p:nvSpPr>
        <p:spPr>
          <a:xfrm flipH="1">
            <a:off x="11226800" y="3810000"/>
            <a:ext cx="50800" cy="1524000"/>
          </a:xfrm>
          <a:prstGeom prst="line">
            <a:avLst/>
          </a:prstGeom>
          <a:noFill/>
          <a:ln w="15875">
            <a:solidFill>
              <a:srgbClr val="6B2A28"/>
            </a:solidFill>
            <a:prstDash val="dashDot"/>
          </a:ln>
        </p:spPr>
      </p:sp>
      <p:sp>
        <p:nvSpPr>
          <p:cNvPr id="134" name="Shape 132"/>
          <p:cNvSpPr/>
          <p:nvPr/>
        </p:nvSpPr>
        <p:spPr>
          <a:xfrm flipH="1">
            <a:off x="10388600" y="5334000"/>
            <a:ext cx="838200" cy="914400"/>
          </a:xfrm>
          <a:prstGeom prst="line">
            <a:avLst/>
          </a:prstGeom>
          <a:noFill/>
          <a:ln w="15875">
            <a:solidFill>
              <a:srgbClr val="6B2A28"/>
            </a:solidFill>
            <a:prstDash val="dashDot"/>
            <a:tailEnd type="triangle"/>
          </a:ln>
        </p:spPr>
      </p:sp>
      <p:sp>
        <p:nvSpPr>
          <p:cNvPr id="135" name="Shape 133"/>
          <p:cNvSpPr/>
          <p:nvPr/>
        </p:nvSpPr>
        <p:spPr>
          <a:xfrm>
            <a:off x="901700" y="1320800"/>
            <a:ext cx="5295900" cy="533400"/>
          </a:xfrm>
          <a:prstGeom prst="rect">
            <a:avLst/>
          </a:prstGeom>
          <a:solidFill>
            <a:srgbClr val="F2C699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901700" y="1320800"/>
            <a:ext cx="52959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Encoder and Decoder Blocks Contain</a:t>
            </a:r>
            <a:endParaRPr lang="en-US" sz="16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Attention</a:t>
            </a:r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” block</a:t>
            </a:r>
            <a:endParaRPr lang="en-US" sz="1600" dirty="0"/>
          </a:p>
        </p:txBody>
      </p:sp>
      <p:sp>
        <p:nvSpPr>
          <p:cNvPr id="137" name="Shape 135"/>
          <p:cNvSpPr/>
          <p:nvPr/>
        </p:nvSpPr>
        <p:spPr>
          <a:xfrm>
            <a:off x="1384300" y="1993900"/>
            <a:ext cx="3886200" cy="533400"/>
          </a:xfrm>
          <a:prstGeom prst="rect">
            <a:avLst/>
          </a:prstGeom>
          <a:solidFill>
            <a:srgbClr val="DECDBB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1384300" y="1993900"/>
            <a:ext cx="3886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“h”</a:t>
            </a:r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943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Heads</a:t>
            </a:r>
            <a:endParaRPr lang="en-US" sz="15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943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 of Heads are </a:t>
            </a:r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concatenated</a:t>
            </a:r>
            <a:endParaRPr lang="en-US" sz="1500" dirty="0"/>
          </a:p>
        </p:txBody>
      </p:sp>
      <p:sp>
        <p:nvSpPr>
          <p:cNvPr id="139" name="Text 137"/>
          <p:cNvSpPr/>
          <p:nvPr/>
        </p:nvSpPr>
        <p:spPr>
          <a:xfrm>
            <a:off x="685800" y="2882900"/>
            <a:ext cx="1879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Scaled Dot-Product</a:t>
            </a:r>
            <a:endParaRPr lang="en-US" sz="15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5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1500" dirty="0"/>
          </a:p>
        </p:txBody>
      </p:sp>
      <p:sp>
        <p:nvSpPr>
          <p:cNvPr id="140" name="Shape 138"/>
          <p:cNvSpPr/>
          <p:nvPr/>
        </p:nvSpPr>
        <p:spPr>
          <a:xfrm>
            <a:off x="749300" y="3416300"/>
            <a:ext cx="1651000" cy="2819400"/>
          </a:xfrm>
          <a:prstGeom prst="rect">
            <a:avLst/>
          </a:prstGeom>
          <a:ln w="28575">
            <a:solidFill>
              <a:srgbClr val="1B723F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711200" y="33782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2362200" y="33782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711200" y="61976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2362200" y="61976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1066800" y="5918200"/>
            <a:ext cx="190500" cy="190500"/>
          </a:xfrm>
          <a:prstGeom prst="ellipse">
            <a:avLst/>
          </a:prstGeom>
          <a:solidFill>
            <a:srgbClr val="990000"/>
          </a:solidFill>
          <a:ln w="6350">
            <a:solidFill>
              <a:srgbClr val="990000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1066800" y="59182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750" dirty="0"/>
          </a:p>
        </p:txBody>
      </p:sp>
      <p:sp>
        <p:nvSpPr>
          <p:cNvPr id="147" name="Shape 145"/>
          <p:cNvSpPr/>
          <p:nvPr/>
        </p:nvSpPr>
        <p:spPr>
          <a:xfrm>
            <a:off x="1517650" y="5899150"/>
            <a:ext cx="215900" cy="215900"/>
          </a:xfrm>
          <a:prstGeom prst="ellipse">
            <a:avLst/>
          </a:prstGeom>
          <a:solidFill>
            <a:srgbClr val="0000A1"/>
          </a:solidFill>
          <a:ln w="6350">
            <a:solidFill>
              <a:srgbClr val="0000A1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1517650" y="5899150"/>
            <a:ext cx="2159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750" dirty="0"/>
          </a:p>
        </p:txBody>
      </p:sp>
      <p:sp>
        <p:nvSpPr>
          <p:cNvPr id="149" name="Shape 147"/>
          <p:cNvSpPr/>
          <p:nvPr/>
        </p:nvSpPr>
        <p:spPr>
          <a:xfrm>
            <a:off x="2000250" y="5892800"/>
            <a:ext cx="228600" cy="228600"/>
          </a:xfrm>
          <a:prstGeom prst="ellipse">
            <a:avLst/>
          </a:prstGeom>
          <a:solidFill>
            <a:srgbClr val="0000A1"/>
          </a:solidFill>
          <a:ln w="6350">
            <a:solidFill>
              <a:srgbClr val="0000A1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2000250" y="58928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750" dirty="0"/>
          </a:p>
        </p:txBody>
      </p:sp>
      <p:sp>
        <p:nvSpPr>
          <p:cNvPr id="151" name="Shape 149"/>
          <p:cNvSpPr/>
          <p:nvPr/>
        </p:nvSpPr>
        <p:spPr>
          <a:xfrm>
            <a:off x="965200" y="5448300"/>
            <a:ext cx="1117600" cy="203200"/>
          </a:xfrm>
          <a:prstGeom prst="rect">
            <a:avLst/>
          </a:prstGeom>
          <a:solidFill>
            <a:srgbClr val="C0B9DA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965200" y="5448300"/>
            <a:ext cx="1117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MatMul</a:t>
            </a:r>
            <a:endParaRPr lang="en-US" sz="800" dirty="0"/>
          </a:p>
        </p:txBody>
      </p:sp>
      <p:sp>
        <p:nvSpPr>
          <p:cNvPr id="153" name="Shape 151"/>
          <p:cNvSpPr/>
          <p:nvPr/>
        </p:nvSpPr>
        <p:spPr>
          <a:xfrm>
            <a:off x="1181100" y="5041900"/>
            <a:ext cx="482600" cy="152400"/>
          </a:xfrm>
          <a:prstGeom prst="rect">
            <a:avLst/>
          </a:prstGeom>
          <a:solidFill>
            <a:srgbClr val="FCFBC5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1181100" y="5041900"/>
            <a:ext cx="482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700" dirty="0"/>
          </a:p>
        </p:txBody>
      </p:sp>
      <p:sp>
        <p:nvSpPr>
          <p:cNvPr id="155" name="Shape 153"/>
          <p:cNvSpPr/>
          <p:nvPr/>
        </p:nvSpPr>
        <p:spPr>
          <a:xfrm>
            <a:off x="977900" y="4610100"/>
            <a:ext cx="876300" cy="177800"/>
          </a:xfrm>
          <a:prstGeom prst="rect">
            <a:avLst/>
          </a:prstGeom>
          <a:solidFill>
            <a:srgbClr val="EEC3D7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977900" y="4610100"/>
            <a:ext cx="8763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 (opt.)</a:t>
            </a:r>
            <a:endParaRPr lang="en-US" sz="700" dirty="0"/>
          </a:p>
        </p:txBody>
      </p:sp>
      <p:sp>
        <p:nvSpPr>
          <p:cNvPr id="157" name="Shape 155"/>
          <p:cNvSpPr/>
          <p:nvPr/>
        </p:nvSpPr>
        <p:spPr>
          <a:xfrm>
            <a:off x="1016000" y="4191000"/>
            <a:ext cx="787400" cy="190500"/>
          </a:xfrm>
          <a:prstGeom prst="rect">
            <a:avLst/>
          </a:prstGeom>
          <a:solidFill>
            <a:srgbClr val="C8E9CE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1016000" y="4191000"/>
            <a:ext cx="787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700" dirty="0"/>
          </a:p>
        </p:txBody>
      </p:sp>
      <p:sp>
        <p:nvSpPr>
          <p:cNvPr id="159" name="Shape 157"/>
          <p:cNvSpPr/>
          <p:nvPr/>
        </p:nvSpPr>
        <p:spPr>
          <a:xfrm>
            <a:off x="1333500" y="3733800"/>
            <a:ext cx="863600" cy="228600"/>
          </a:xfrm>
          <a:prstGeom prst="rect">
            <a:avLst/>
          </a:prstGeom>
          <a:solidFill>
            <a:srgbClr val="C0B9DA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1333500" y="3733800"/>
            <a:ext cx="86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MatMul</a:t>
            </a:r>
            <a:endParaRPr lang="en-US" sz="800" dirty="0"/>
          </a:p>
        </p:txBody>
      </p:sp>
      <p:sp>
        <p:nvSpPr>
          <p:cNvPr id="161" name="Shape 159"/>
          <p:cNvSpPr/>
          <p:nvPr/>
        </p:nvSpPr>
        <p:spPr>
          <a:xfrm flipV="1">
            <a:off x="1162050" y="5664200"/>
            <a:ext cx="0" cy="2540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62" name="Shape 160"/>
          <p:cNvSpPr/>
          <p:nvPr/>
        </p:nvSpPr>
        <p:spPr>
          <a:xfrm flipV="1">
            <a:off x="1625600" y="5664200"/>
            <a:ext cx="0" cy="2286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63" name="Shape 161"/>
          <p:cNvSpPr/>
          <p:nvPr/>
        </p:nvSpPr>
        <p:spPr>
          <a:xfrm flipV="1">
            <a:off x="1422400" y="5207000"/>
            <a:ext cx="0" cy="2413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64" name="Shape 162"/>
          <p:cNvSpPr/>
          <p:nvPr/>
        </p:nvSpPr>
        <p:spPr>
          <a:xfrm flipV="1">
            <a:off x="1422400" y="4800600"/>
            <a:ext cx="0" cy="2413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65" name="Shape 163"/>
          <p:cNvSpPr/>
          <p:nvPr/>
        </p:nvSpPr>
        <p:spPr>
          <a:xfrm flipV="1">
            <a:off x="1422400" y="4394200"/>
            <a:ext cx="0" cy="2159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66" name="Shape 164"/>
          <p:cNvSpPr/>
          <p:nvPr/>
        </p:nvSpPr>
        <p:spPr>
          <a:xfrm flipV="1">
            <a:off x="1422400" y="3975100"/>
            <a:ext cx="0" cy="2159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67" name="Shape 165"/>
          <p:cNvSpPr/>
          <p:nvPr/>
        </p:nvSpPr>
        <p:spPr>
          <a:xfrm flipV="1">
            <a:off x="1765300" y="3441700"/>
            <a:ext cx="0" cy="2921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68" name="Shape 166"/>
          <p:cNvSpPr/>
          <p:nvPr/>
        </p:nvSpPr>
        <p:spPr>
          <a:xfrm flipV="1">
            <a:off x="2114550" y="3975100"/>
            <a:ext cx="0" cy="19177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69" name="Text 167"/>
          <p:cNvSpPr/>
          <p:nvPr/>
        </p:nvSpPr>
        <p:spPr>
          <a:xfrm>
            <a:off x="3733800" y="2667000"/>
            <a:ext cx="254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 Attention</a:t>
            </a:r>
            <a:endParaRPr lang="en-US" sz="1500" dirty="0"/>
          </a:p>
        </p:txBody>
      </p:sp>
      <p:sp>
        <p:nvSpPr>
          <p:cNvPr id="170" name="Shape 168"/>
          <p:cNvSpPr/>
          <p:nvPr/>
        </p:nvSpPr>
        <p:spPr>
          <a:xfrm>
            <a:off x="3810000" y="3124200"/>
            <a:ext cx="2641600" cy="3416300"/>
          </a:xfrm>
          <a:prstGeom prst="rect">
            <a:avLst/>
          </a:prstGeom>
          <a:ln w="28575">
            <a:solidFill>
              <a:srgbClr val="1B723F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3771900" y="30861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413500" y="30861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3771900" y="65024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413500" y="65024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4724400" y="3289300"/>
            <a:ext cx="596900" cy="292100"/>
          </a:xfrm>
          <a:prstGeom prst="rect">
            <a:avLst/>
          </a:prstGeom>
          <a:solidFill>
            <a:srgbClr val="E4E4E4"/>
          </a:solidFill>
          <a:ln w="9525">
            <a:solidFill>
              <a:srgbClr val="ABABAB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4622800" y="3378200"/>
            <a:ext cx="596900" cy="292100"/>
          </a:xfrm>
          <a:prstGeom prst="rect">
            <a:avLst/>
          </a:prstGeom>
          <a:solidFill>
            <a:srgbClr val="E9EDEA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4622800" y="3378200"/>
            <a:ext cx="5969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800" dirty="0"/>
          </a:p>
        </p:txBody>
      </p:sp>
      <p:sp>
        <p:nvSpPr>
          <p:cNvPr id="178" name="Shape 176"/>
          <p:cNvSpPr/>
          <p:nvPr/>
        </p:nvSpPr>
        <p:spPr>
          <a:xfrm flipV="1">
            <a:off x="4914900" y="3175000"/>
            <a:ext cx="0" cy="2032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79" name="Shape 177"/>
          <p:cNvSpPr/>
          <p:nvPr/>
        </p:nvSpPr>
        <p:spPr>
          <a:xfrm>
            <a:off x="4622800" y="3962400"/>
            <a:ext cx="584200" cy="177800"/>
          </a:xfrm>
          <a:prstGeom prst="rect">
            <a:avLst/>
          </a:prstGeom>
          <a:solidFill>
            <a:srgbClr val="F8FBC6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4622800" y="3962400"/>
            <a:ext cx="584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Concat</a:t>
            </a:r>
            <a:endParaRPr lang="en-US" sz="750" dirty="0"/>
          </a:p>
        </p:txBody>
      </p:sp>
      <p:sp>
        <p:nvSpPr>
          <p:cNvPr id="181" name="Shape 179"/>
          <p:cNvSpPr/>
          <p:nvPr/>
        </p:nvSpPr>
        <p:spPr>
          <a:xfrm flipV="1">
            <a:off x="4914900" y="3683000"/>
            <a:ext cx="0" cy="2794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82" name="Shape 180"/>
          <p:cNvSpPr/>
          <p:nvPr/>
        </p:nvSpPr>
        <p:spPr>
          <a:xfrm flipV="1">
            <a:off x="4813300" y="3708400"/>
            <a:ext cx="0" cy="2540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83" name="Shape 181"/>
          <p:cNvSpPr/>
          <p:nvPr/>
        </p:nvSpPr>
        <p:spPr>
          <a:xfrm flipV="1">
            <a:off x="5016500" y="3708400"/>
            <a:ext cx="0" cy="2540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84" name="Shape 182"/>
          <p:cNvSpPr/>
          <p:nvPr/>
        </p:nvSpPr>
        <p:spPr>
          <a:xfrm>
            <a:off x="4025900" y="4356100"/>
            <a:ext cx="2044700" cy="406400"/>
          </a:xfrm>
          <a:prstGeom prst="rect">
            <a:avLst/>
          </a:prstGeom>
          <a:solidFill>
            <a:srgbClr val="E4E4E4"/>
          </a:solidFill>
          <a:ln w="9525">
            <a:solidFill>
              <a:srgbClr val="ABABAB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3848100" y="4495800"/>
            <a:ext cx="2184400" cy="533400"/>
          </a:xfrm>
          <a:prstGeom prst="rect">
            <a:avLst/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3924300" y="4572000"/>
            <a:ext cx="2044700" cy="406400"/>
          </a:xfrm>
          <a:prstGeom prst="rect">
            <a:avLst/>
          </a:prstGeom>
          <a:solidFill>
            <a:srgbClr val="BB93AE"/>
          </a:solidFill>
          <a:ln w="12700">
            <a:solidFill>
              <a:srgbClr val="BB93AE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3924300" y="4572000"/>
            <a:ext cx="20447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Scaled Dot-Product</a:t>
            </a:r>
            <a:endParaRPr lang="en-US" sz="8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800" dirty="0"/>
          </a:p>
        </p:txBody>
      </p:sp>
      <p:sp>
        <p:nvSpPr>
          <p:cNvPr id="188" name="Shape 186"/>
          <p:cNvSpPr/>
          <p:nvPr/>
        </p:nvSpPr>
        <p:spPr>
          <a:xfrm>
            <a:off x="4013200" y="5041900"/>
            <a:ext cx="533400" cy="228600"/>
          </a:xfrm>
          <a:prstGeom prst="rect">
            <a:avLst/>
          </a:prstGeom>
          <a:solidFill>
            <a:srgbClr val="E4E4E4"/>
          </a:solidFill>
          <a:ln w="9525">
            <a:solidFill>
              <a:srgbClr val="ABABAB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3924300" y="5118100"/>
            <a:ext cx="533400" cy="228600"/>
          </a:xfrm>
          <a:prstGeom prst="rect">
            <a:avLst/>
          </a:prstGeom>
          <a:solidFill>
            <a:srgbClr val="E9EDEA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3924300" y="511810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750" dirty="0"/>
          </a:p>
        </p:txBody>
      </p:sp>
      <p:sp>
        <p:nvSpPr>
          <p:cNvPr id="191" name="Shape 189"/>
          <p:cNvSpPr/>
          <p:nvPr/>
        </p:nvSpPr>
        <p:spPr>
          <a:xfrm flipV="1">
            <a:off x="4191000" y="5041900"/>
            <a:ext cx="0" cy="762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92" name="Shape 190"/>
          <p:cNvSpPr/>
          <p:nvPr/>
        </p:nvSpPr>
        <p:spPr>
          <a:xfrm flipV="1">
            <a:off x="4114800" y="50546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93" name="Shape 191"/>
          <p:cNvSpPr/>
          <p:nvPr/>
        </p:nvSpPr>
        <p:spPr>
          <a:xfrm flipV="1">
            <a:off x="4267200" y="50546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94" name="Shape 192"/>
          <p:cNvSpPr/>
          <p:nvPr/>
        </p:nvSpPr>
        <p:spPr>
          <a:xfrm>
            <a:off x="4648200" y="5041900"/>
            <a:ext cx="609600" cy="228600"/>
          </a:xfrm>
          <a:prstGeom prst="rect">
            <a:avLst/>
          </a:prstGeom>
          <a:solidFill>
            <a:srgbClr val="E4E4E4"/>
          </a:solidFill>
          <a:ln w="9525">
            <a:solidFill>
              <a:srgbClr val="ABABAB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4559300" y="5118100"/>
            <a:ext cx="609600" cy="228600"/>
          </a:xfrm>
          <a:prstGeom prst="rect">
            <a:avLst/>
          </a:prstGeom>
          <a:solidFill>
            <a:srgbClr val="E9EDEA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4559300" y="51181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750" dirty="0"/>
          </a:p>
        </p:txBody>
      </p:sp>
      <p:sp>
        <p:nvSpPr>
          <p:cNvPr id="197" name="Shape 195"/>
          <p:cNvSpPr/>
          <p:nvPr/>
        </p:nvSpPr>
        <p:spPr>
          <a:xfrm flipV="1">
            <a:off x="4864100" y="5041900"/>
            <a:ext cx="0" cy="762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98" name="Shape 196"/>
          <p:cNvSpPr/>
          <p:nvPr/>
        </p:nvSpPr>
        <p:spPr>
          <a:xfrm flipV="1">
            <a:off x="4787900" y="50546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99" name="Shape 197"/>
          <p:cNvSpPr/>
          <p:nvPr/>
        </p:nvSpPr>
        <p:spPr>
          <a:xfrm flipV="1">
            <a:off x="4940300" y="50546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200" name="Shape 198"/>
          <p:cNvSpPr/>
          <p:nvPr/>
        </p:nvSpPr>
        <p:spPr>
          <a:xfrm>
            <a:off x="5372100" y="5041900"/>
            <a:ext cx="609600" cy="228600"/>
          </a:xfrm>
          <a:prstGeom prst="rect">
            <a:avLst/>
          </a:prstGeom>
          <a:solidFill>
            <a:srgbClr val="E4E4E4"/>
          </a:solidFill>
          <a:ln w="9525">
            <a:solidFill>
              <a:srgbClr val="ABABAB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5283200" y="5118100"/>
            <a:ext cx="609600" cy="228600"/>
          </a:xfrm>
          <a:prstGeom prst="rect">
            <a:avLst/>
          </a:prstGeom>
          <a:solidFill>
            <a:srgbClr val="E9EDEA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202" name="Text 200"/>
          <p:cNvSpPr/>
          <p:nvPr/>
        </p:nvSpPr>
        <p:spPr>
          <a:xfrm>
            <a:off x="5283200" y="51181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750" dirty="0"/>
          </a:p>
        </p:txBody>
      </p:sp>
      <p:sp>
        <p:nvSpPr>
          <p:cNvPr id="203" name="Shape 201"/>
          <p:cNvSpPr/>
          <p:nvPr/>
        </p:nvSpPr>
        <p:spPr>
          <a:xfrm flipV="1">
            <a:off x="5588000" y="5041900"/>
            <a:ext cx="0" cy="762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04" name="Shape 202"/>
          <p:cNvSpPr/>
          <p:nvPr/>
        </p:nvSpPr>
        <p:spPr>
          <a:xfrm flipV="1">
            <a:off x="5511800" y="50546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205" name="Shape 203"/>
          <p:cNvSpPr/>
          <p:nvPr/>
        </p:nvSpPr>
        <p:spPr>
          <a:xfrm flipV="1">
            <a:off x="5664200" y="50546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206" name="Shape 204"/>
          <p:cNvSpPr/>
          <p:nvPr/>
        </p:nvSpPr>
        <p:spPr>
          <a:xfrm>
            <a:off x="4076700" y="6210300"/>
            <a:ext cx="228600" cy="228600"/>
          </a:xfrm>
          <a:prstGeom prst="ellipse">
            <a:avLst/>
          </a:prstGeom>
          <a:solidFill>
            <a:srgbClr val="0000A1"/>
          </a:solidFill>
          <a:ln w="6350">
            <a:solidFill>
              <a:srgbClr val="0000A1"/>
            </a:solidFill>
            <a:prstDash val="solid"/>
          </a:ln>
        </p:spPr>
      </p:sp>
      <p:sp>
        <p:nvSpPr>
          <p:cNvPr id="207" name="Text 205"/>
          <p:cNvSpPr/>
          <p:nvPr/>
        </p:nvSpPr>
        <p:spPr>
          <a:xfrm>
            <a:off x="4076700" y="62103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750" dirty="0"/>
          </a:p>
        </p:txBody>
      </p:sp>
      <p:sp>
        <p:nvSpPr>
          <p:cNvPr id="208" name="Shape 206"/>
          <p:cNvSpPr/>
          <p:nvPr/>
        </p:nvSpPr>
        <p:spPr>
          <a:xfrm>
            <a:off x="4806950" y="6210300"/>
            <a:ext cx="228600" cy="228600"/>
          </a:xfrm>
          <a:prstGeom prst="ellipse">
            <a:avLst/>
          </a:prstGeom>
          <a:solidFill>
            <a:srgbClr val="0000A1"/>
          </a:solidFill>
          <a:ln w="6350">
            <a:solidFill>
              <a:srgbClr val="0000A1"/>
            </a:solidFill>
            <a:prstDash val="solid"/>
          </a:ln>
        </p:spPr>
      </p:sp>
      <p:sp>
        <p:nvSpPr>
          <p:cNvPr id="209" name="Text 207"/>
          <p:cNvSpPr/>
          <p:nvPr/>
        </p:nvSpPr>
        <p:spPr>
          <a:xfrm>
            <a:off x="4806950" y="62103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750" dirty="0"/>
          </a:p>
        </p:txBody>
      </p:sp>
      <p:sp>
        <p:nvSpPr>
          <p:cNvPr id="210" name="Shape 208"/>
          <p:cNvSpPr/>
          <p:nvPr/>
        </p:nvSpPr>
        <p:spPr>
          <a:xfrm>
            <a:off x="5549900" y="6229350"/>
            <a:ext cx="203200" cy="203200"/>
          </a:xfrm>
          <a:prstGeom prst="ellipse">
            <a:avLst/>
          </a:prstGeom>
          <a:solidFill>
            <a:srgbClr val="990000"/>
          </a:solidFill>
          <a:ln w="6350">
            <a:solidFill>
              <a:srgbClr val="990000"/>
            </a:solidFill>
            <a:prstDash val="solid"/>
          </a:ln>
        </p:spPr>
      </p:sp>
      <p:sp>
        <p:nvSpPr>
          <p:cNvPr id="211" name="Text 209"/>
          <p:cNvSpPr/>
          <p:nvPr/>
        </p:nvSpPr>
        <p:spPr>
          <a:xfrm>
            <a:off x="5549900" y="6229350"/>
            <a:ext cx="203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750" dirty="0"/>
          </a:p>
        </p:txBody>
      </p:sp>
      <p:sp>
        <p:nvSpPr>
          <p:cNvPr id="212" name="Shape 210"/>
          <p:cNvSpPr/>
          <p:nvPr/>
        </p:nvSpPr>
        <p:spPr>
          <a:xfrm flipV="1">
            <a:off x="4191000" y="5359400"/>
            <a:ext cx="0" cy="8509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13" name="Shape 211"/>
          <p:cNvSpPr/>
          <p:nvPr/>
        </p:nvSpPr>
        <p:spPr>
          <a:xfrm flipV="1">
            <a:off x="4921250" y="5359400"/>
            <a:ext cx="0" cy="8509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14" name="Shape 212"/>
          <p:cNvSpPr/>
          <p:nvPr/>
        </p:nvSpPr>
        <p:spPr>
          <a:xfrm flipV="1">
            <a:off x="5651500" y="5359400"/>
            <a:ext cx="0" cy="8636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15" name="Shape 213"/>
          <p:cNvSpPr/>
          <p:nvPr/>
        </p:nvSpPr>
        <p:spPr>
          <a:xfrm flipV="1">
            <a:off x="6057900" y="4838700"/>
            <a:ext cx="38100" cy="1016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 flipV="1">
            <a:off x="6096000" y="4749800"/>
            <a:ext cx="38100" cy="889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 flipV="1">
            <a:off x="6134100" y="4673600"/>
            <a:ext cx="38100" cy="762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6203950" y="4489450"/>
            <a:ext cx="241300" cy="241300"/>
          </a:xfrm>
          <a:prstGeom prst="ellipse">
            <a:avLst/>
          </a:prstGeom>
          <a:ln w="9525">
            <a:solidFill>
              <a:srgbClr val="A6A6A6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6153150" y="4540250"/>
            <a:ext cx="241300" cy="241300"/>
          </a:xfrm>
          <a:prstGeom prst="ellipse">
            <a:avLst/>
          </a:prstGeom>
          <a:solidFill>
            <a:srgbClr val="D4BCA0"/>
          </a:solidFill>
          <a:ln w="12700">
            <a:solidFill>
              <a:srgbClr val="8A6A48"/>
            </a:solidFill>
            <a:prstDash val="solid"/>
          </a:ln>
        </p:spPr>
      </p:sp>
      <p:sp>
        <p:nvSpPr>
          <p:cNvPr id="220" name="Text 218"/>
          <p:cNvSpPr/>
          <p:nvPr/>
        </p:nvSpPr>
        <p:spPr>
          <a:xfrm>
            <a:off x="6153150" y="4540250"/>
            <a:ext cx="2413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1000" dirty="0"/>
          </a:p>
        </p:txBody>
      </p:sp>
      <p:sp>
        <p:nvSpPr>
          <p:cNvPr id="221" name="Shape 219"/>
          <p:cNvSpPr/>
          <p:nvPr/>
        </p:nvSpPr>
        <p:spPr>
          <a:xfrm>
            <a:off x="6451600" y="3175000"/>
            <a:ext cx="1816100" cy="1352550"/>
          </a:xfrm>
          <a:prstGeom prst="line">
            <a:avLst/>
          </a:prstGeom>
          <a:noFill/>
          <a:ln w="12700">
            <a:solidFill>
              <a:srgbClr val="C00000"/>
            </a:solidFill>
            <a:prstDash val="sysDash"/>
          </a:ln>
        </p:spPr>
      </p:sp>
      <p:sp>
        <p:nvSpPr>
          <p:cNvPr id="222" name="Shape 220"/>
          <p:cNvSpPr/>
          <p:nvPr/>
        </p:nvSpPr>
        <p:spPr>
          <a:xfrm>
            <a:off x="2425700" y="3492500"/>
            <a:ext cx="1397000" cy="11938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ysDash"/>
          </a:ln>
        </p:spPr>
      </p:sp>
      <p:sp>
        <p:nvSpPr>
          <p:cNvPr id="223" name="Shape 221"/>
          <p:cNvSpPr/>
          <p:nvPr/>
        </p:nvSpPr>
        <p:spPr>
          <a:xfrm flipV="1">
            <a:off x="2425700" y="5010150"/>
            <a:ext cx="1384300" cy="1136650"/>
          </a:xfrm>
          <a:prstGeom prst="line">
            <a:avLst/>
          </a:prstGeom>
          <a:noFill/>
          <a:ln w="12700">
            <a:solidFill>
              <a:srgbClr val="C00000"/>
            </a:solidFill>
            <a:prstDash val="sysDash"/>
          </a:ln>
        </p:spPr>
      </p:sp>
      <p:sp>
        <p:nvSpPr>
          <p:cNvPr id="224" name="Shape 222"/>
          <p:cNvSpPr/>
          <p:nvPr/>
        </p:nvSpPr>
        <p:spPr>
          <a:xfrm flipV="1">
            <a:off x="6464300" y="4908550"/>
            <a:ext cx="1803400" cy="1517650"/>
          </a:xfrm>
          <a:prstGeom prst="line">
            <a:avLst/>
          </a:prstGeom>
          <a:noFill/>
          <a:ln w="12700">
            <a:solidFill>
              <a:srgbClr val="C00000"/>
            </a:solidFill>
            <a:prstDash val="sysDash"/>
          </a:ln>
        </p:spPr>
      </p:sp>
      <p:sp>
        <p:nvSpPr>
          <p:cNvPr id="225" name="Shape 223"/>
          <p:cNvSpPr/>
          <p:nvPr/>
        </p:nvSpPr>
        <p:spPr>
          <a:xfrm>
            <a:off x="9448800" y="2527300"/>
            <a:ext cx="1257300" cy="2692400"/>
          </a:xfrm>
          <a:prstGeom prst="roundRect">
            <a:avLst>
              <a:gd name="adj" fmla="val 2909"/>
            </a:avLst>
          </a:prstGeom>
          <a:ln w="15875">
            <a:solidFill>
              <a:srgbClr val="3E7150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8255000" y="4508500"/>
            <a:ext cx="914400" cy="406400"/>
          </a:xfrm>
          <a:prstGeom prst="roundRect">
            <a:avLst>
              <a:gd name="adj" fmla="val 9000"/>
            </a:avLst>
          </a:prstGeom>
          <a:solidFill>
            <a:srgbClr val="C87E57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227" name="Text 225"/>
          <p:cNvSpPr/>
          <p:nvPr/>
        </p:nvSpPr>
        <p:spPr>
          <a:xfrm>
            <a:off x="8255000" y="4508500"/>
            <a:ext cx="914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8C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90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8C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900" dirty="0"/>
          </a:p>
        </p:txBody>
      </p:sp>
      <p:sp>
        <p:nvSpPr>
          <p:cNvPr id="228" name="Shape 226"/>
          <p:cNvSpPr/>
          <p:nvPr/>
        </p:nvSpPr>
        <p:spPr>
          <a:xfrm>
            <a:off x="9486900" y="3365500"/>
            <a:ext cx="1168400" cy="165100"/>
          </a:xfrm>
          <a:prstGeom prst="rect">
            <a:avLst/>
          </a:prstGeom>
          <a:solidFill>
            <a:srgbClr val="B0B070"/>
          </a:solidFill>
          <a:ln w="3175">
            <a:solidFill>
              <a:srgbClr val="B0B070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9569450" y="3365500"/>
            <a:ext cx="0" cy="165100"/>
          </a:xfrm>
          <a:prstGeom prst="line">
            <a:avLst/>
          </a:prstGeom>
          <a:noFill/>
          <a:ln w="6350">
            <a:solidFill>
              <a:srgbClr val="4A4A4A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10394950" y="3365500"/>
            <a:ext cx="0" cy="165100"/>
          </a:xfrm>
          <a:prstGeom prst="line">
            <a:avLst/>
          </a:prstGeom>
          <a:noFill/>
          <a:ln w="6350">
            <a:solidFill>
              <a:srgbClr val="4A4A4A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9499600" y="3517900"/>
            <a:ext cx="927100" cy="419100"/>
          </a:xfrm>
          <a:prstGeom prst="roundRect">
            <a:avLst>
              <a:gd name="adj" fmla="val 8727"/>
            </a:avLst>
          </a:prstGeom>
          <a:solidFill>
            <a:srgbClr val="B28659"/>
          </a:solidFill>
          <a:ln w="15875">
            <a:solidFill>
              <a:srgbClr val="C00000"/>
            </a:solidFill>
            <a:prstDash val="dash"/>
          </a:ln>
        </p:spPr>
      </p:sp>
      <p:sp>
        <p:nvSpPr>
          <p:cNvPr id="232" name="Text 230"/>
          <p:cNvSpPr/>
          <p:nvPr/>
        </p:nvSpPr>
        <p:spPr>
          <a:xfrm>
            <a:off x="9499600" y="3517900"/>
            <a:ext cx="927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8C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85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8C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850" dirty="0"/>
          </a:p>
        </p:txBody>
      </p:sp>
      <p:sp>
        <p:nvSpPr>
          <p:cNvPr id="233" name="Shape 231"/>
          <p:cNvSpPr/>
          <p:nvPr/>
        </p:nvSpPr>
        <p:spPr>
          <a:xfrm flipV="1">
            <a:off x="6216650" y="4406900"/>
            <a:ext cx="88900" cy="101600"/>
          </a:xfrm>
          <a:prstGeom prst="triangle">
            <a:avLst/>
          </a:prstGeom>
          <a:solidFill>
            <a:srgbClr val="653716"/>
          </a:solidFill>
          <a:ln w="6350">
            <a:solidFill>
              <a:srgbClr val="653716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5295900" y="2311400"/>
            <a:ext cx="355600" cy="381000"/>
          </a:xfrm>
          <a:prstGeom prst="line">
            <a:avLst/>
          </a:prstGeom>
          <a:noFill/>
          <a:ln w="9525">
            <a:solidFill>
              <a:srgbClr val="C47070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5651500" y="2692400"/>
            <a:ext cx="317500" cy="330200"/>
          </a:xfrm>
          <a:prstGeom prst="line">
            <a:avLst/>
          </a:prstGeom>
          <a:noFill/>
          <a:ln w="9525">
            <a:solidFill>
              <a:srgbClr val="C47070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5969000" y="3022600"/>
            <a:ext cx="139700" cy="736600"/>
          </a:xfrm>
          <a:prstGeom prst="line">
            <a:avLst/>
          </a:prstGeom>
          <a:noFill/>
          <a:ln w="9525">
            <a:solidFill>
              <a:srgbClr val="C47070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6108700" y="3759200"/>
            <a:ext cx="127000" cy="666750"/>
          </a:xfrm>
          <a:prstGeom prst="line">
            <a:avLst/>
          </a:prstGeom>
          <a:noFill/>
          <a:ln w="9525">
            <a:solidFill>
              <a:srgbClr val="C47070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7226300" y="12700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11341100" y="12700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7226300" y="66421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11341100" y="66421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778000" y="609600"/>
            <a:ext cx="8636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– Decoder Transformer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264400" y="1308100"/>
            <a:ext cx="4114800" cy="5372100"/>
          </a:xfrm>
          <a:prstGeom prst="rect">
            <a:avLst/>
          </a:prstGeom>
          <a:ln w="19050">
            <a:solidFill>
              <a:srgbClr val="00A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27900" y="1371600"/>
            <a:ext cx="2044700" cy="5257800"/>
          </a:xfrm>
          <a:prstGeom prst="rect">
            <a:avLst/>
          </a:prstGeom>
          <a:solidFill>
            <a:srgbClr val="FBECDB"/>
          </a:solidFill>
          <a:ln/>
        </p:spPr>
      </p:sp>
      <p:sp>
        <p:nvSpPr>
          <p:cNvPr id="8" name="Shape 6"/>
          <p:cNvSpPr/>
          <p:nvPr/>
        </p:nvSpPr>
        <p:spPr>
          <a:xfrm>
            <a:off x="9398000" y="1371600"/>
            <a:ext cx="1955800" cy="5257800"/>
          </a:xfrm>
          <a:prstGeom prst="rect">
            <a:avLst/>
          </a:prstGeom>
          <a:solidFill>
            <a:srgbClr val="C8F8E0"/>
          </a:solidFill>
          <a:ln/>
        </p:spPr>
      </p:sp>
      <p:sp>
        <p:nvSpPr>
          <p:cNvPr id="9" name="Text 7"/>
          <p:cNvSpPr/>
          <p:nvPr/>
        </p:nvSpPr>
        <p:spPr>
          <a:xfrm>
            <a:off x="7378700" y="1422400"/>
            <a:ext cx="1066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388600" y="1422400"/>
            <a:ext cx="914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i="1" dirty="0">
                <a:solidFill>
                  <a:srgbClr val="0E7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10600" y="3187700"/>
            <a:ext cx="850900" cy="2032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12" name="Shape 10"/>
          <p:cNvSpPr/>
          <p:nvPr/>
        </p:nvSpPr>
        <p:spPr>
          <a:xfrm>
            <a:off x="9271000" y="3390900"/>
            <a:ext cx="190500" cy="5207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13" name="Shape 11"/>
          <p:cNvSpPr/>
          <p:nvPr/>
        </p:nvSpPr>
        <p:spPr>
          <a:xfrm>
            <a:off x="9398000" y="3898900"/>
            <a:ext cx="596900" cy="2032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14" name="Shape 12"/>
          <p:cNvSpPr/>
          <p:nvPr/>
        </p:nvSpPr>
        <p:spPr>
          <a:xfrm>
            <a:off x="7975600" y="3390900"/>
            <a:ext cx="1270000" cy="1803400"/>
          </a:xfrm>
          <a:prstGeom prst="roundRect">
            <a:avLst>
              <a:gd name="adj" fmla="val 4320"/>
            </a:avLst>
          </a:prstGeom>
          <a:solidFill>
            <a:srgbClr val="C8A888"/>
          </a:solidFill>
          <a:ln w="15875">
            <a:solidFill>
              <a:srgbClr val="7B4B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01000" y="3651250"/>
            <a:ext cx="1206500" cy="0"/>
          </a:xfrm>
          <a:prstGeom prst="line">
            <a:avLst/>
          </a:prstGeom>
          <a:noFill/>
          <a:ln w="6350">
            <a:solidFill>
              <a:srgbClr val="7B4B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4006850"/>
            <a:ext cx="1206500" cy="0"/>
          </a:xfrm>
          <a:prstGeom prst="line">
            <a:avLst/>
          </a:prstGeom>
          <a:noFill/>
          <a:ln w="6350">
            <a:solidFill>
              <a:srgbClr val="7B4B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01000" y="4540250"/>
            <a:ext cx="1206500" cy="0"/>
          </a:xfrm>
          <a:prstGeom prst="line">
            <a:avLst/>
          </a:prstGeom>
          <a:noFill/>
          <a:ln w="6350">
            <a:solidFill>
              <a:srgbClr val="7B4B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26400" y="3708400"/>
            <a:ext cx="0" cy="1422400"/>
          </a:xfrm>
          <a:prstGeom prst="line">
            <a:avLst/>
          </a:prstGeom>
          <a:noFill/>
          <a:ln w="9525">
            <a:solidFill>
              <a:srgbClr val="7B4B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53400" y="4038600"/>
            <a:ext cx="0" cy="330200"/>
          </a:xfrm>
          <a:prstGeom prst="line">
            <a:avLst/>
          </a:prstGeom>
          <a:noFill/>
          <a:ln w="9525">
            <a:solidFill>
              <a:srgbClr val="7B4B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67700" y="3657600"/>
            <a:ext cx="876300" cy="342900"/>
          </a:xfrm>
          <a:prstGeom prst="rect">
            <a:avLst/>
          </a:prstGeom>
          <a:solidFill>
            <a:srgbClr val="B0B070"/>
          </a:solidFill>
          <a:ln w="9525">
            <a:solidFill>
              <a:srgbClr val="7B4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67700" y="3657600"/>
            <a:ext cx="876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001000" y="3390900"/>
            <a:ext cx="1231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001000" y="4241800"/>
            <a:ext cx="1231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001000" y="4521200"/>
            <a:ext cx="1231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566150" y="3606800"/>
            <a:ext cx="76200" cy="57150"/>
          </a:xfrm>
          <a:prstGeom prst="triangle">
            <a:avLst/>
          </a:prstGeom>
          <a:solidFill>
            <a:srgbClr val="7B4B2A"/>
          </a:solidFill>
          <a:ln w="6350">
            <a:solidFill>
              <a:srgbClr val="7B4B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66150" y="3975100"/>
            <a:ext cx="76200" cy="57150"/>
          </a:xfrm>
          <a:prstGeom prst="triangle">
            <a:avLst/>
          </a:prstGeom>
          <a:solidFill>
            <a:srgbClr val="7B4B2A"/>
          </a:solidFill>
          <a:ln w="6350">
            <a:solidFill>
              <a:srgbClr val="7B4B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66150" y="4508500"/>
            <a:ext cx="76200" cy="57150"/>
          </a:xfrm>
          <a:prstGeom prst="triangle">
            <a:avLst/>
          </a:prstGeom>
          <a:solidFill>
            <a:srgbClr val="7B4B2A"/>
          </a:solidFill>
          <a:ln w="6350">
            <a:solidFill>
              <a:srgbClr val="7B4B2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50250" y="5010150"/>
            <a:ext cx="152400" cy="1524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50250" y="501015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8756650" y="5016500"/>
            <a:ext cx="139700" cy="1397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56650" y="501650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9042400" y="5016500"/>
            <a:ext cx="139700" cy="139700"/>
          </a:xfrm>
          <a:prstGeom prst="ellips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42400" y="501650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8718550" y="5194300"/>
            <a:ext cx="0" cy="762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18550" y="5651500"/>
            <a:ext cx="0" cy="889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674100" y="5632450"/>
            <a:ext cx="88900" cy="76200"/>
          </a:xfrm>
          <a:prstGeom prst="triangle">
            <a:avLst/>
          </a:prstGeom>
          <a:solidFill>
            <a:srgbClr val="2F2F2F"/>
          </a:solidFill>
          <a:ln w="6350">
            <a:solidFill>
              <a:srgbClr val="2F2F2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42300" y="5270500"/>
            <a:ext cx="1003300" cy="381000"/>
          </a:xfrm>
          <a:prstGeom prst="roundRect">
            <a:avLst>
              <a:gd name="adj" fmla="val 12000"/>
            </a:avLst>
          </a:prstGeom>
          <a:solidFill>
            <a:srgbClr val="B08058"/>
          </a:solidFill>
          <a:ln w="12700">
            <a:solidFill>
              <a:srgbClr val="6E442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42300" y="5334000"/>
            <a:ext cx="241300" cy="241300"/>
          </a:xfrm>
          <a:prstGeom prst="ellipse">
            <a:avLst/>
          </a:prstGeom>
          <a:ln w="15875">
            <a:solidFill>
              <a:srgbClr val="6E442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93100" y="5454650"/>
            <a:ext cx="139700" cy="0"/>
          </a:xfrm>
          <a:prstGeom prst="line">
            <a:avLst/>
          </a:prstGeom>
          <a:noFill/>
          <a:ln w="15875">
            <a:solidFill>
              <a:srgbClr val="6E442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362950" y="5384800"/>
            <a:ext cx="0" cy="139700"/>
          </a:xfrm>
          <a:prstGeom prst="line">
            <a:avLst/>
          </a:prstGeom>
          <a:noFill/>
          <a:ln w="15875">
            <a:solidFill>
              <a:srgbClr val="6E442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8559800" y="5410200"/>
            <a:ext cx="76200" cy="101600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636000" y="5410200"/>
            <a:ext cx="76200" cy="101600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8712200" y="5410200"/>
            <a:ext cx="76200" cy="101600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88400" y="5410200"/>
            <a:ext cx="76200" cy="101600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543800" y="5283200"/>
            <a:ext cx="711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Positional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8229600" y="5702300"/>
            <a:ext cx="111760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077200" y="5638800"/>
            <a:ext cx="1155700" cy="508000"/>
          </a:xfrm>
          <a:prstGeom prst="rect">
            <a:avLst>
              <a:gd name="adj" fmla="val 9000"/>
            </a:avLst>
          </a:prstGeom>
          <a:solidFill>
            <a:srgbClr val="B08058"/>
          </a:solidFill>
          <a:ln w="12700">
            <a:solidFill>
              <a:srgbClr val="6E442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293100" y="5664200"/>
            <a:ext cx="863600" cy="317500"/>
          </a:xfrm>
          <a:prstGeom prst="rect">
            <a:avLst/>
          </a:prstGeom>
          <a:solidFill>
            <a:srgbClr val="C8A888"/>
          </a:solidFill>
          <a:ln w="9525">
            <a:solidFill>
              <a:srgbClr val="6E442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93100" y="5664200"/>
            <a:ext cx="8636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3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85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3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 flipH="1">
            <a:off x="8128000" y="5664200"/>
            <a:ext cx="101600" cy="88900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359900" y="5664200"/>
            <a:ext cx="101600" cy="88900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312150" y="6286500"/>
            <a:ext cx="127000" cy="228600"/>
          </a:xfrm>
          <a:prstGeom prst="rect">
            <a:avLst/>
          </a:prstGeom>
          <a:solidFill>
            <a:srgbClr val="C00000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267700" y="6197600"/>
            <a:ext cx="215900" cy="101600"/>
          </a:xfrm>
          <a:prstGeom prst="triangle">
            <a:avLst/>
          </a:prstGeom>
          <a:solidFill>
            <a:srgbClr val="C00000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432800" y="6273800"/>
            <a:ext cx="558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588250" y="4184650"/>
            <a:ext cx="317500" cy="317500"/>
          </a:xfrm>
          <a:prstGeom prst="ellipse">
            <a:avLst/>
          </a:prstGeom>
          <a:solidFill>
            <a:srgbClr val="C8A888"/>
          </a:solidFill>
          <a:ln w="9525">
            <a:solidFill>
              <a:srgbClr val="7B4B2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588250" y="4184650"/>
            <a:ext cx="317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x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9448800" y="2552700"/>
            <a:ext cx="1231900" cy="1333500"/>
          </a:xfrm>
          <a:prstGeom prst="roundRect">
            <a:avLst>
              <a:gd name="adj" fmla="val 3711"/>
            </a:avLst>
          </a:prstGeom>
          <a:solidFill>
            <a:srgbClr val="B0B070"/>
          </a:solidFill>
          <a:ln w="12700">
            <a:solidFill>
              <a:srgbClr val="4A736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461500" y="2787650"/>
            <a:ext cx="1206500" cy="0"/>
          </a:xfrm>
          <a:prstGeom prst="line">
            <a:avLst/>
          </a:prstGeom>
          <a:noFill/>
          <a:ln w="9525">
            <a:solidFill>
              <a:srgbClr val="4A736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461500" y="3168650"/>
            <a:ext cx="1206500" cy="0"/>
          </a:xfrm>
          <a:prstGeom prst="line">
            <a:avLst/>
          </a:prstGeom>
          <a:noFill/>
          <a:ln w="9525">
            <a:solidFill>
              <a:srgbClr val="4A736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461500" y="3359150"/>
            <a:ext cx="1206500" cy="0"/>
          </a:xfrm>
          <a:prstGeom prst="line">
            <a:avLst/>
          </a:prstGeom>
          <a:noFill/>
          <a:ln w="9525">
            <a:solidFill>
              <a:srgbClr val="4A736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569450" y="2565400"/>
            <a:ext cx="0" cy="1308100"/>
          </a:xfrm>
          <a:prstGeom prst="line">
            <a:avLst/>
          </a:prstGeom>
          <a:noFill/>
          <a:ln w="6350">
            <a:solidFill>
              <a:srgbClr val="4A4A4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394950" y="2565400"/>
            <a:ext cx="0" cy="1308100"/>
          </a:xfrm>
          <a:prstGeom prst="line">
            <a:avLst/>
          </a:prstGeom>
          <a:noFill/>
          <a:ln w="6350">
            <a:solidFill>
              <a:srgbClr val="4A4A4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474200" y="2565400"/>
            <a:ext cx="1193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9474200" y="2806700"/>
            <a:ext cx="1193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9474200" y="3175000"/>
            <a:ext cx="1193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9474200" y="3365500"/>
            <a:ext cx="1193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9474200" y="4152900"/>
            <a:ext cx="1117600" cy="1028700"/>
          </a:xfrm>
          <a:prstGeom prst="roundRect">
            <a:avLst>
              <a:gd name="adj" fmla="val 5333"/>
            </a:avLst>
          </a:prstGeom>
          <a:solidFill>
            <a:srgbClr val="CE8ADC"/>
          </a:solidFill>
          <a:ln w="12700">
            <a:solidFill>
              <a:srgbClr val="56236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499600" y="4197350"/>
            <a:ext cx="876300" cy="0"/>
          </a:xfrm>
          <a:prstGeom prst="line">
            <a:avLst/>
          </a:prstGeom>
          <a:noFill/>
          <a:ln w="9525">
            <a:solidFill>
              <a:srgbClr val="56236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499600" y="4413250"/>
            <a:ext cx="876300" cy="0"/>
          </a:xfrm>
          <a:prstGeom prst="line">
            <a:avLst/>
          </a:prstGeom>
          <a:noFill/>
          <a:ln w="9525">
            <a:solidFill>
              <a:srgbClr val="56236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499600" y="4870450"/>
            <a:ext cx="876300" cy="0"/>
          </a:xfrm>
          <a:prstGeom prst="line">
            <a:avLst/>
          </a:prstGeom>
          <a:noFill/>
          <a:ln w="9525">
            <a:solidFill>
              <a:srgbClr val="56236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394950" y="4191000"/>
            <a:ext cx="0" cy="965200"/>
          </a:xfrm>
          <a:prstGeom prst="line">
            <a:avLst/>
          </a:prstGeom>
          <a:noFill/>
          <a:ln w="9525">
            <a:solidFill>
              <a:srgbClr val="56236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499600" y="4203700"/>
            <a:ext cx="8763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9499600" y="4419600"/>
            <a:ext cx="8763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</a:t>
            </a:r>
            <a:endParaRPr lang="en-US" sz="85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85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9467850" y="4889500"/>
            <a:ext cx="165100" cy="1651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467850" y="4889500"/>
            <a:ext cx="1651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10001250" y="4876800"/>
            <a:ext cx="190500" cy="1905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0001250" y="48768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10363200" y="4902200"/>
            <a:ext cx="139700" cy="139700"/>
          </a:xfrm>
          <a:prstGeom prst="ellips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0363200" y="490220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9442450" y="3949700"/>
            <a:ext cx="127000" cy="1270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9442450" y="3949700"/>
            <a:ext cx="127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650" dirty="0"/>
          </a:p>
        </p:txBody>
      </p:sp>
      <p:sp>
        <p:nvSpPr>
          <p:cNvPr id="82" name="Shape 80"/>
          <p:cNvSpPr/>
          <p:nvPr/>
        </p:nvSpPr>
        <p:spPr>
          <a:xfrm>
            <a:off x="9759950" y="3962400"/>
            <a:ext cx="114300" cy="1143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759950" y="3962400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650" dirty="0"/>
          </a:p>
        </p:txBody>
      </p:sp>
      <p:sp>
        <p:nvSpPr>
          <p:cNvPr id="84" name="Shape 82"/>
          <p:cNvSpPr/>
          <p:nvPr/>
        </p:nvSpPr>
        <p:spPr>
          <a:xfrm>
            <a:off x="10350500" y="3956050"/>
            <a:ext cx="127000" cy="127000"/>
          </a:xfrm>
          <a:prstGeom prst="ellips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0350500" y="3956050"/>
            <a:ext cx="127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650" dirty="0"/>
          </a:p>
        </p:txBody>
      </p:sp>
      <p:sp>
        <p:nvSpPr>
          <p:cNvPr id="86" name="Shape 84"/>
          <p:cNvSpPr/>
          <p:nvPr/>
        </p:nvSpPr>
        <p:spPr>
          <a:xfrm>
            <a:off x="9423400" y="1511300"/>
            <a:ext cx="101600" cy="266700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499600" y="1454150"/>
            <a:ext cx="165100" cy="114300"/>
          </a:xfrm>
          <a:prstGeom prst="triangl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410700" y="1485900"/>
            <a:ext cx="0" cy="2794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664700" y="1422400"/>
            <a:ext cx="647700" cy="203200"/>
          </a:xfrm>
          <a:prstGeom prst="roundRect">
            <a:avLst>
              <a:gd name="adj" fmla="val 18000"/>
            </a:avLst>
          </a:prstGeom>
          <a:solidFill>
            <a:srgbClr val="FFFF00"/>
          </a:solidFill>
          <a:ln/>
        </p:spPr>
      </p:sp>
      <p:sp>
        <p:nvSpPr>
          <p:cNvPr id="90" name="Text 88"/>
          <p:cNvSpPr/>
          <p:nvPr/>
        </p:nvSpPr>
        <p:spPr>
          <a:xfrm>
            <a:off x="9664700" y="1422400"/>
            <a:ext cx="647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9601200" y="16129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9550400" y="1930400"/>
            <a:ext cx="850900" cy="177800"/>
          </a:xfrm>
          <a:prstGeom prst="rect">
            <a:avLst/>
          </a:prstGeom>
          <a:solidFill>
            <a:srgbClr val="A8ECBC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550400" y="1930400"/>
            <a:ext cx="8509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9550400" y="2247900"/>
            <a:ext cx="850900" cy="177800"/>
          </a:xfrm>
          <a:prstGeom prst="rect">
            <a:avLst/>
          </a:prstGeom>
          <a:solidFill>
            <a:srgbClr val="B0E4CE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9550400" y="2247900"/>
            <a:ext cx="8509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9975850" y="1790700"/>
            <a:ext cx="0" cy="1397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975850" y="2095500"/>
            <a:ext cx="0" cy="1524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975850" y="2425700"/>
            <a:ext cx="0" cy="1270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9975850" y="3886200"/>
            <a:ext cx="0" cy="23495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9937750" y="1797050"/>
            <a:ext cx="76200" cy="63500"/>
          </a:xfrm>
          <a:prstGeom prst="triangle">
            <a:avLst/>
          </a:prstGeom>
          <a:solidFill>
            <a:srgbClr val="2F2F2F"/>
          </a:solidFill>
          <a:ln w="6350">
            <a:solidFill>
              <a:srgbClr val="2F2F2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937750" y="2101850"/>
            <a:ext cx="76200" cy="63500"/>
          </a:xfrm>
          <a:prstGeom prst="triangle">
            <a:avLst/>
          </a:prstGeom>
          <a:solidFill>
            <a:srgbClr val="2F2F2F"/>
          </a:solidFill>
          <a:ln w="6350">
            <a:solidFill>
              <a:srgbClr val="2F2F2F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9937750" y="2432050"/>
            <a:ext cx="76200" cy="63500"/>
          </a:xfrm>
          <a:prstGeom prst="triangle">
            <a:avLst/>
          </a:prstGeom>
          <a:solidFill>
            <a:srgbClr val="2F2F2F"/>
          </a:solidFill>
          <a:ln w="6350">
            <a:solidFill>
              <a:srgbClr val="2F2F2F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867900" y="5226050"/>
            <a:ext cx="203200" cy="203200"/>
          </a:xfrm>
          <a:prstGeom prst="ellipse">
            <a:avLst/>
          </a:prstGeom>
          <a:solidFill>
            <a:srgbClr val="C8F8E0"/>
          </a:solidFill>
          <a:ln w="15875">
            <a:solidFill>
              <a:srgbClr val="2F2F2F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9912350" y="5327650"/>
            <a:ext cx="114300" cy="0"/>
          </a:xfrm>
          <a:prstGeom prst="line">
            <a:avLst/>
          </a:prstGeom>
          <a:noFill/>
          <a:ln w="15875">
            <a:solidFill>
              <a:srgbClr val="2F2F2F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9969500" y="5270500"/>
            <a:ext cx="0" cy="114300"/>
          </a:xfrm>
          <a:prstGeom prst="line">
            <a:avLst/>
          </a:prstGeom>
          <a:noFill/>
          <a:ln w="15875">
            <a:solidFill>
              <a:srgbClr val="2F2F2F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0071100" y="5327650"/>
            <a:ext cx="38100" cy="0"/>
          </a:xfrm>
          <a:prstGeom prst="line">
            <a:avLst/>
          </a:prstGeom>
          <a:noFill/>
          <a:ln w="15875">
            <a:solidFill>
              <a:srgbClr val="2F2F2F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0096500" y="5219700"/>
            <a:ext cx="228600" cy="228600"/>
          </a:xfrm>
          <a:prstGeom prst="ellipse">
            <a:avLst/>
          </a:prstGeom>
          <a:solidFill>
            <a:srgbClr val="C8F8E0"/>
          </a:solidFill>
          <a:ln w="15875">
            <a:solidFill>
              <a:srgbClr val="2F2F2F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 flipV="1">
            <a:off x="10140950" y="5289550"/>
            <a:ext cx="34925" cy="88900"/>
          </a:xfrm>
          <a:prstGeom prst="line">
            <a:avLst/>
          </a:prstGeom>
          <a:noFill/>
          <a:ln w="12700">
            <a:solidFill>
              <a:srgbClr val="2F2F2F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0175875" y="5289550"/>
            <a:ext cx="34925" cy="88900"/>
          </a:xfrm>
          <a:prstGeom prst="line">
            <a:avLst/>
          </a:prstGeom>
          <a:noFill/>
          <a:ln w="12700">
            <a:solidFill>
              <a:srgbClr val="2F2F2F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 flipV="1">
            <a:off x="10210800" y="5289550"/>
            <a:ext cx="34925" cy="88900"/>
          </a:xfrm>
          <a:prstGeom prst="line">
            <a:avLst/>
          </a:prstGeom>
          <a:noFill/>
          <a:ln w="12700">
            <a:solidFill>
              <a:srgbClr val="2F2F2F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0245725" y="5289550"/>
            <a:ext cx="34925" cy="88900"/>
          </a:xfrm>
          <a:prstGeom prst="line">
            <a:avLst/>
          </a:prstGeom>
          <a:noFill/>
          <a:ln w="12700">
            <a:solidFill>
              <a:srgbClr val="2F2F2F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10617200" y="5321300"/>
            <a:ext cx="609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Positional</a:t>
            </a:r>
            <a:endParaRPr lang="en-US" sz="9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</a:t>
            </a:r>
            <a:endParaRPr lang="en-US" sz="950" dirty="0"/>
          </a:p>
        </p:txBody>
      </p:sp>
      <p:sp>
        <p:nvSpPr>
          <p:cNvPr id="113" name="Shape 111"/>
          <p:cNvSpPr/>
          <p:nvPr/>
        </p:nvSpPr>
        <p:spPr>
          <a:xfrm>
            <a:off x="9512300" y="5295900"/>
            <a:ext cx="965200" cy="825500"/>
          </a:xfrm>
          <a:prstGeom prst="roundRect">
            <a:avLst>
              <a:gd name="adj" fmla="val 5538"/>
            </a:avLst>
          </a:prstGeom>
          <a:solidFill>
            <a:srgbClr val="B8706C"/>
          </a:solidFill>
          <a:ln w="12700">
            <a:solidFill>
              <a:srgbClr val="753029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9601200" y="5664200"/>
            <a:ext cx="800100" cy="317500"/>
          </a:xfrm>
          <a:prstGeom prst="rect">
            <a:avLst/>
          </a:prstGeom>
          <a:ln w="9525">
            <a:solidFill>
              <a:srgbClr val="753029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9601200" y="5664200"/>
            <a:ext cx="8001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3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85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3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850" dirty="0"/>
          </a:p>
        </p:txBody>
      </p:sp>
      <p:sp>
        <p:nvSpPr>
          <p:cNvPr id="116" name="Shape 114"/>
          <p:cNvSpPr/>
          <p:nvPr/>
        </p:nvSpPr>
        <p:spPr>
          <a:xfrm>
            <a:off x="9664700" y="6248400"/>
            <a:ext cx="647700" cy="2413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117" name="Text 115"/>
          <p:cNvSpPr/>
          <p:nvPr/>
        </p:nvSpPr>
        <p:spPr>
          <a:xfrm>
            <a:off x="9664700" y="6248400"/>
            <a:ext cx="6477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</a:t>
            </a:r>
            <a:endParaRPr lang="en-US" sz="1100" dirty="0"/>
          </a:p>
        </p:txBody>
      </p:sp>
      <p:sp>
        <p:nvSpPr>
          <p:cNvPr id="118" name="Text 116"/>
          <p:cNvSpPr/>
          <p:nvPr/>
        </p:nvSpPr>
        <p:spPr>
          <a:xfrm>
            <a:off x="9499600" y="6451600"/>
            <a:ext cx="965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C8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(shifted right)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10737850" y="3816350"/>
            <a:ext cx="266700" cy="266700"/>
          </a:xfrm>
          <a:prstGeom prst="ellipse">
            <a:avLst/>
          </a:prstGeom>
          <a:solidFill>
            <a:srgbClr val="B0B070"/>
          </a:solidFill>
          <a:ln w="9525">
            <a:solidFill>
              <a:srgbClr val="4A736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10737850" y="3816350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x</a:t>
            </a:r>
            <a:endParaRPr lang="en-US" sz="750" dirty="0"/>
          </a:p>
        </p:txBody>
      </p:sp>
      <p:sp>
        <p:nvSpPr>
          <p:cNvPr id="121" name="Shape 119"/>
          <p:cNvSpPr/>
          <p:nvPr/>
        </p:nvSpPr>
        <p:spPr>
          <a:xfrm>
            <a:off x="10680700" y="2578100"/>
            <a:ext cx="0" cy="2692400"/>
          </a:xfrm>
          <a:prstGeom prst="line">
            <a:avLst/>
          </a:prstGeom>
          <a:noFill/>
          <a:ln w="12700">
            <a:solidFill>
              <a:srgbClr val="4A736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 flipV="1">
            <a:off x="8788400" y="3276600"/>
            <a:ext cx="0" cy="1143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8788400" y="3276600"/>
            <a:ext cx="55880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9347200" y="3276600"/>
            <a:ext cx="0" cy="6731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9347200" y="3949700"/>
            <a:ext cx="9525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 flipV="1">
            <a:off x="8890000" y="3327400"/>
            <a:ext cx="0" cy="635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8890000" y="3327400"/>
            <a:ext cx="52070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9410700" y="3327400"/>
            <a:ext cx="0" cy="6858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9410700" y="4013200"/>
            <a:ext cx="34925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10414000" y="1511300"/>
            <a:ext cx="381000" cy="393700"/>
          </a:xfrm>
          <a:prstGeom prst="line">
            <a:avLst/>
          </a:prstGeom>
          <a:noFill/>
          <a:ln w="15875">
            <a:solidFill>
              <a:srgbClr val="6B2A28"/>
            </a:solidFill>
            <a:prstDash val="dashDot"/>
          </a:ln>
        </p:spPr>
      </p:sp>
      <p:sp>
        <p:nvSpPr>
          <p:cNvPr id="131" name="Shape 129"/>
          <p:cNvSpPr/>
          <p:nvPr/>
        </p:nvSpPr>
        <p:spPr>
          <a:xfrm>
            <a:off x="10795000" y="1905000"/>
            <a:ext cx="330200" cy="635000"/>
          </a:xfrm>
          <a:prstGeom prst="line">
            <a:avLst/>
          </a:prstGeom>
          <a:noFill/>
          <a:ln w="15875">
            <a:solidFill>
              <a:srgbClr val="6B2A28"/>
            </a:solidFill>
            <a:prstDash val="dashDot"/>
          </a:ln>
        </p:spPr>
      </p:sp>
      <p:sp>
        <p:nvSpPr>
          <p:cNvPr id="132" name="Shape 130"/>
          <p:cNvSpPr/>
          <p:nvPr/>
        </p:nvSpPr>
        <p:spPr>
          <a:xfrm>
            <a:off x="11125200" y="2540000"/>
            <a:ext cx="152400" cy="1270000"/>
          </a:xfrm>
          <a:prstGeom prst="line">
            <a:avLst/>
          </a:prstGeom>
          <a:noFill/>
          <a:ln w="15875">
            <a:solidFill>
              <a:srgbClr val="6B2A28"/>
            </a:solidFill>
            <a:prstDash val="dashDot"/>
          </a:ln>
        </p:spPr>
      </p:sp>
      <p:sp>
        <p:nvSpPr>
          <p:cNvPr id="133" name="Shape 131"/>
          <p:cNvSpPr/>
          <p:nvPr/>
        </p:nvSpPr>
        <p:spPr>
          <a:xfrm flipH="1">
            <a:off x="11226800" y="3810000"/>
            <a:ext cx="50800" cy="1524000"/>
          </a:xfrm>
          <a:prstGeom prst="line">
            <a:avLst/>
          </a:prstGeom>
          <a:noFill/>
          <a:ln w="15875">
            <a:solidFill>
              <a:srgbClr val="6B2A28"/>
            </a:solidFill>
            <a:prstDash val="dashDot"/>
          </a:ln>
        </p:spPr>
      </p:sp>
      <p:sp>
        <p:nvSpPr>
          <p:cNvPr id="134" name="Shape 132"/>
          <p:cNvSpPr/>
          <p:nvPr/>
        </p:nvSpPr>
        <p:spPr>
          <a:xfrm flipH="1">
            <a:off x="10388600" y="5334000"/>
            <a:ext cx="838200" cy="914400"/>
          </a:xfrm>
          <a:prstGeom prst="line">
            <a:avLst/>
          </a:prstGeom>
          <a:noFill/>
          <a:ln w="15875">
            <a:solidFill>
              <a:srgbClr val="6B2A28"/>
            </a:solidFill>
            <a:prstDash val="dashDot"/>
            <a:tailEnd type="triangle"/>
          </a:ln>
        </p:spPr>
      </p:sp>
      <p:sp>
        <p:nvSpPr>
          <p:cNvPr id="135" name="Text 133"/>
          <p:cNvSpPr/>
          <p:nvPr/>
        </p:nvSpPr>
        <p:spPr>
          <a:xfrm>
            <a:off x="685800" y="2882900"/>
            <a:ext cx="1879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Scaled Dot-Product</a:t>
            </a:r>
            <a:endParaRPr lang="en-US" sz="15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5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1500" dirty="0"/>
          </a:p>
        </p:txBody>
      </p:sp>
      <p:sp>
        <p:nvSpPr>
          <p:cNvPr id="136" name="Shape 134"/>
          <p:cNvSpPr/>
          <p:nvPr/>
        </p:nvSpPr>
        <p:spPr>
          <a:xfrm>
            <a:off x="749300" y="3416300"/>
            <a:ext cx="1651000" cy="2819400"/>
          </a:xfrm>
          <a:prstGeom prst="rect">
            <a:avLst/>
          </a:prstGeom>
          <a:ln w="28575">
            <a:solidFill>
              <a:srgbClr val="1B723F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711200" y="33782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2362200" y="33782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711200" y="61976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2362200" y="61976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066800" y="5918200"/>
            <a:ext cx="190500" cy="190500"/>
          </a:xfrm>
          <a:prstGeom prst="ellipse">
            <a:avLst/>
          </a:prstGeom>
          <a:solidFill>
            <a:srgbClr val="990000"/>
          </a:solidFill>
          <a:ln w="6350">
            <a:solidFill>
              <a:srgbClr val="990000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1066800" y="59182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750" dirty="0"/>
          </a:p>
        </p:txBody>
      </p:sp>
      <p:sp>
        <p:nvSpPr>
          <p:cNvPr id="143" name="Shape 141"/>
          <p:cNvSpPr/>
          <p:nvPr/>
        </p:nvSpPr>
        <p:spPr>
          <a:xfrm>
            <a:off x="1517650" y="5899150"/>
            <a:ext cx="215900" cy="215900"/>
          </a:xfrm>
          <a:prstGeom prst="ellipse">
            <a:avLst/>
          </a:prstGeom>
          <a:solidFill>
            <a:srgbClr val="0000A1"/>
          </a:solidFill>
          <a:ln w="6350">
            <a:solidFill>
              <a:srgbClr val="0000A1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1517650" y="5899150"/>
            <a:ext cx="2159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750" dirty="0"/>
          </a:p>
        </p:txBody>
      </p:sp>
      <p:sp>
        <p:nvSpPr>
          <p:cNvPr id="145" name="Shape 143"/>
          <p:cNvSpPr/>
          <p:nvPr/>
        </p:nvSpPr>
        <p:spPr>
          <a:xfrm>
            <a:off x="2000250" y="5892800"/>
            <a:ext cx="228600" cy="228600"/>
          </a:xfrm>
          <a:prstGeom prst="ellipse">
            <a:avLst/>
          </a:prstGeom>
          <a:solidFill>
            <a:srgbClr val="0000A1"/>
          </a:solidFill>
          <a:ln w="6350">
            <a:solidFill>
              <a:srgbClr val="0000A1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2000250" y="58928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750" dirty="0"/>
          </a:p>
        </p:txBody>
      </p:sp>
      <p:sp>
        <p:nvSpPr>
          <p:cNvPr id="147" name="Shape 145"/>
          <p:cNvSpPr/>
          <p:nvPr/>
        </p:nvSpPr>
        <p:spPr>
          <a:xfrm>
            <a:off x="965200" y="5448300"/>
            <a:ext cx="1117600" cy="203200"/>
          </a:xfrm>
          <a:prstGeom prst="rect">
            <a:avLst/>
          </a:prstGeom>
          <a:solidFill>
            <a:srgbClr val="C0B9DA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965200" y="5448300"/>
            <a:ext cx="1117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MatMul</a:t>
            </a:r>
            <a:endParaRPr lang="en-US" sz="800" dirty="0"/>
          </a:p>
        </p:txBody>
      </p:sp>
      <p:sp>
        <p:nvSpPr>
          <p:cNvPr id="149" name="Shape 147"/>
          <p:cNvSpPr/>
          <p:nvPr/>
        </p:nvSpPr>
        <p:spPr>
          <a:xfrm>
            <a:off x="1181100" y="5041900"/>
            <a:ext cx="482600" cy="152400"/>
          </a:xfrm>
          <a:prstGeom prst="rect">
            <a:avLst/>
          </a:prstGeom>
          <a:solidFill>
            <a:srgbClr val="FCFBC5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1181100" y="5041900"/>
            <a:ext cx="482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700" dirty="0"/>
          </a:p>
        </p:txBody>
      </p:sp>
      <p:sp>
        <p:nvSpPr>
          <p:cNvPr id="151" name="Shape 149"/>
          <p:cNvSpPr/>
          <p:nvPr/>
        </p:nvSpPr>
        <p:spPr>
          <a:xfrm>
            <a:off x="977900" y="4610100"/>
            <a:ext cx="876300" cy="177800"/>
          </a:xfrm>
          <a:prstGeom prst="rect">
            <a:avLst/>
          </a:prstGeom>
          <a:solidFill>
            <a:srgbClr val="EEC3D7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977900" y="4610100"/>
            <a:ext cx="8763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 (opt.)</a:t>
            </a:r>
            <a:endParaRPr lang="en-US" sz="700" dirty="0"/>
          </a:p>
        </p:txBody>
      </p:sp>
      <p:sp>
        <p:nvSpPr>
          <p:cNvPr id="153" name="Shape 151"/>
          <p:cNvSpPr/>
          <p:nvPr/>
        </p:nvSpPr>
        <p:spPr>
          <a:xfrm>
            <a:off x="1016000" y="4191000"/>
            <a:ext cx="787400" cy="190500"/>
          </a:xfrm>
          <a:prstGeom prst="rect">
            <a:avLst/>
          </a:prstGeom>
          <a:solidFill>
            <a:srgbClr val="C8E9CE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1016000" y="4191000"/>
            <a:ext cx="787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700" dirty="0"/>
          </a:p>
        </p:txBody>
      </p:sp>
      <p:sp>
        <p:nvSpPr>
          <p:cNvPr id="155" name="Shape 153"/>
          <p:cNvSpPr/>
          <p:nvPr/>
        </p:nvSpPr>
        <p:spPr>
          <a:xfrm>
            <a:off x="1333500" y="3733800"/>
            <a:ext cx="863600" cy="228600"/>
          </a:xfrm>
          <a:prstGeom prst="rect">
            <a:avLst/>
          </a:prstGeom>
          <a:solidFill>
            <a:srgbClr val="C0B9DA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1333500" y="3733800"/>
            <a:ext cx="86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MatMul</a:t>
            </a:r>
            <a:endParaRPr lang="en-US" sz="800" dirty="0"/>
          </a:p>
        </p:txBody>
      </p:sp>
      <p:sp>
        <p:nvSpPr>
          <p:cNvPr id="157" name="Shape 155"/>
          <p:cNvSpPr/>
          <p:nvPr/>
        </p:nvSpPr>
        <p:spPr>
          <a:xfrm flipV="1">
            <a:off x="1162050" y="5664200"/>
            <a:ext cx="0" cy="2540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58" name="Shape 156"/>
          <p:cNvSpPr/>
          <p:nvPr/>
        </p:nvSpPr>
        <p:spPr>
          <a:xfrm flipV="1">
            <a:off x="1625600" y="5664200"/>
            <a:ext cx="0" cy="2286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59" name="Shape 157"/>
          <p:cNvSpPr/>
          <p:nvPr/>
        </p:nvSpPr>
        <p:spPr>
          <a:xfrm flipV="1">
            <a:off x="1422400" y="5207000"/>
            <a:ext cx="0" cy="2413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60" name="Shape 158"/>
          <p:cNvSpPr/>
          <p:nvPr/>
        </p:nvSpPr>
        <p:spPr>
          <a:xfrm flipV="1">
            <a:off x="1422400" y="4800600"/>
            <a:ext cx="0" cy="2413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61" name="Shape 159"/>
          <p:cNvSpPr/>
          <p:nvPr/>
        </p:nvSpPr>
        <p:spPr>
          <a:xfrm flipV="1">
            <a:off x="1422400" y="4394200"/>
            <a:ext cx="0" cy="2159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62" name="Shape 160"/>
          <p:cNvSpPr/>
          <p:nvPr/>
        </p:nvSpPr>
        <p:spPr>
          <a:xfrm flipV="1">
            <a:off x="1422400" y="3975100"/>
            <a:ext cx="0" cy="2159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63" name="Shape 161"/>
          <p:cNvSpPr/>
          <p:nvPr/>
        </p:nvSpPr>
        <p:spPr>
          <a:xfrm flipV="1">
            <a:off x="1765300" y="3441700"/>
            <a:ext cx="0" cy="2921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64" name="Shape 162"/>
          <p:cNvSpPr/>
          <p:nvPr/>
        </p:nvSpPr>
        <p:spPr>
          <a:xfrm flipV="1">
            <a:off x="2114550" y="3975100"/>
            <a:ext cx="0" cy="19177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65" name="Text 163"/>
          <p:cNvSpPr/>
          <p:nvPr/>
        </p:nvSpPr>
        <p:spPr>
          <a:xfrm>
            <a:off x="3733800" y="2667000"/>
            <a:ext cx="254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 Attention</a:t>
            </a:r>
            <a:endParaRPr lang="en-US" sz="1500" dirty="0"/>
          </a:p>
        </p:txBody>
      </p:sp>
      <p:sp>
        <p:nvSpPr>
          <p:cNvPr id="166" name="Shape 164"/>
          <p:cNvSpPr/>
          <p:nvPr/>
        </p:nvSpPr>
        <p:spPr>
          <a:xfrm>
            <a:off x="3810000" y="3124200"/>
            <a:ext cx="2641600" cy="3416300"/>
          </a:xfrm>
          <a:prstGeom prst="rect">
            <a:avLst/>
          </a:prstGeom>
          <a:ln w="28575">
            <a:solidFill>
              <a:srgbClr val="1B723F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3771900" y="30861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6413500" y="30861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3771900" y="65024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413500" y="65024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4724400" y="3289300"/>
            <a:ext cx="596900" cy="292100"/>
          </a:xfrm>
          <a:prstGeom prst="rect">
            <a:avLst/>
          </a:prstGeom>
          <a:solidFill>
            <a:srgbClr val="E4E4E4"/>
          </a:solidFill>
          <a:ln w="9525">
            <a:solidFill>
              <a:srgbClr val="ABABAB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4622800" y="3378200"/>
            <a:ext cx="596900" cy="292100"/>
          </a:xfrm>
          <a:prstGeom prst="rect">
            <a:avLst/>
          </a:prstGeom>
          <a:solidFill>
            <a:srgbClr val="E9EDEA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4622800" y="3378200"/>
            <a:ext cx="5969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800" dirty="0"/>
          </a:p>
        </p:txBody>
      </p:sp>
      <p:sp>
        <p:nvSpPr>
          <p:cNvPr id="174" name="Shape 172"/>
          <p:cNvSpPr/>
          <p:nvPr/>
        </p:nvSpPr>
        <p:spPr>
          <a:xfrm flipV="1">
            <a:off x="4914900" y="3175000"/>
            <a:ext cx="0" cy="2032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75" name="Shape 173"/>
          <p:cNvSpPr/>
          <p:nvPr/>
        </p:nvSpPr>
        <p:spPr>
          <a:xfrm>
            <a:off x="4622800" y="3962400"/>
            <a:ext cx="584200" cy="177800"/>
          </a:xfrm>
          <a:prstGeom prst="rect">
            <a:avLst/>
          </a:prstGeom>
          <a:solidFill>
            <a:srgbClr val="F8FBC6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4622800" y="3962400"/>
            <a:ext cx="584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Concat</a:t>
            </a:r>
            <a:endParaRPr lang="en-US" sz="750" dirty="0"/>
          </a:p>
        </p:txBody>
      </p:sp>
      <p:sp>
        <p:nvSpPr>
          <p:cNvPr id="177" name="Shape 175"/>
          <p:cNvSpPr/>
          <p:nvPr/>
        </p:nvSpPr>
        <p:spPr>
          <a:xfrm flipV="1">
            <a:off x="4914900" y="3683000"/>
            <a:ext cx="0" cy="2794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78" name="Shape 176"/>
          <p:cNvSpPr/>
          <p:nvPr/>
        </p:nvSpPr>
        <p:spPr>
          <a:xfrm flipV="1">
            <a:off x="4813300" y="3708400"/>
            <a:ext cx="0" cy="2540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79" name="Shape 177"/>
          <p:cNvSpPr/>
          <p:nvPr/>
        </p:nvSpPr>
        <p:spPr>
          <a:xfrm flipV="1">
            <a:off x="5016500" y="3708400"/>
            <a:ext cx="0" cy="2540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80" name="Shape 178"/>
          <p:cNvSpPr/>
          <p:nvPr/>
        </p:nvSpPr>
        <p:spPr>
          <a:xfrm>
            <a:off x="4025900" y="4356100"/>
            <a:ext cx="2044700" cy="406400"/>
          </a:xfrm>
          <a:prstGeom prst="rect">
            <a:avLst/>
          </a:prstGeom>
          <a:solidFill>
            <a:srgbClr val="E4E4E4"/>
          </a:solidFill>
          <a:ln w="9525">
            <a:solidFill>
              <a:srgbClr val="ABABAB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3848100" y="4495800"/>
            <a:ext cx="2184400" cy="533400"/>
          </a:xfrm>
          <a:prstGeom prst="rect">
            <a:avLst/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3924300" y="4572000"/>
            <a:ext cx="2044700" cy="406400"/>
          </a:xfrm>
          <a:prstGeom prst="rect">
            <a:avLst/>
          </a:prstGeom>
          <a:solidFill>
            <a:srgbClr val="BB93AE"/>
          </a:solidFill>
          <a:ln w="12700">
            <a:solidFill>
              <a:srgbClr val="BB93AE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3924300" y="4572000"/>
            <a:ext cx="20447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Scaled Dot-Product</a:t>
            </a:r>
            <a:endParaRPr lang="en-US" sz="8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800" dirty="0"/>
          </a:p>
        </p:txBody>
      </p:sp>
      <p:sp>
        <p:nvSpPr>
          <p:cNvPr id="184" name="Shape 182"/>
          <p:cNvSpPr/>
          <p:nvPr/>
        </p:nvSpPr>
        <p:spPr>
          <a:xfrm>
            <a:off x="4013200" y="5041900"/>
            <a:ext cx="533400" cy="228600"/>
          </a:xfrm>
          <a:prstGeom prst="rect">
            <a:avLst/>
          </a:prstGeom>
          <a:solidFill>
            <a:srgbClr val="E4E4E4"/>
          </a:solidFill>
          <a:ln w="9525">
            <a:solidFill>
              <a:srgbClr val="ABABAB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3924300" y="5118100"/>
            <a:ext cx="533400" cy="228600"/>
          </a:xfrm>
          <a:prstGeom prst="rect">
            <a:avLst/>
          </a:prstGeom>
          <a:solidFill>
            <a:srgbClr val="E9EDEA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3924300" y="511810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750" dirty="0"/>
          </a:p>
        </p:txBody>
      </p:sp>
      <p:sp>
        <p:nvSpPr>
          <p:cNvPr id="187" name="Shape 185"/>
          <p:cNvSpPr/>
          <p:nvPr/>
        </p:nvSpPr>
        <p:spPr>
          <a:xfrm flipV="1">
            <a:off x="4191000" y="5041900"/>
            <a:ext cx="0" cy="762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88" name="Shape 186"/>
          <p:cNvSpPr/>
          <p:nvPr/>
        </p:nvSpPr>
        <p:spPr>
          <a:xfrm flipV="1">
            <a:off x="4114800" y="50546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89" name="Shape 187"/>
          <p:cNvSpPr/>
          <p:nvPr/>
        </p:nvSpPr>
        <p:spPr>
          <a:xfrm flipV="1">
            <a:off x="4267200" y="50546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90" name="Shape 188"/>
          <p:cNvSpPr/>
          <p:nvPr/>
        </p:nvSpPr>
        <p:spPr>
          <a:xfrm>
            <a:off x="4648200" y="5041900"/>
            <a:ext cx="609600" cy="228600"/>
          </a:xfrm>
          <a:prstGeom prst="rect">
            <a:avLst/>
          </a:prstGeom>
          <a:solidFill>
            <a:srgbClr val="E4E4E4"/>
          </a:solidFill>
          <a:ln w="9525">
            <a:solidFill>
              <a:srgbClr val="ABABAB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4559300" y="5118100"/>
            <a:ext cx="609600" cy="228600"/>
          </a:xfrm>
          <a:prstGeom prst="rect">
            <a:avLst/>
          </a:prstGeom>
          <a:solidFill>
            <a:srgbClr val="E9EDEA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4559300" y="51181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750" dirty="0"/>
          </a:p>
        </p:txBody>
      </p:sp>
      <p:sp>
        <p:nvSpPr>
          <p:cNvPr id="193" name="Shape 191"/>
          <p:cNvSpPr/>
          <p:nvPr/>
        </p:nvSpPr>
        <p:spPr>
          <a:xfrm flipV="1">
            <a:off x="4864100" y="5041900"/>
            <a:ext cx="0" cy="762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94" name="Shape 192"/>
          <p:cNvSpPr/>
          <p:nvPr/>
        </p:nvSpPr>
        <p:spPr>
          <a:xfrm flipV="1">
            <a:off x="4787900" y="50546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95" name="Shape 193"/>
          <p:cNvSpPr/>
          <p:nvPr/>
        </p:nvSpPr>
        <p:spPr>
          <a:xfrm flipV="1">
            <a:off x="4940300" y="50546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96" name="Shape 194"/>
          <p:cNvSpPr/>
          <p:nvPr/>
        </p:nvSpPr>
        <p:spPr>
          <a:xfrm>
            <a:off x="5372100" y="5041900"/>
            <a:ext cx="609600" cy="228600"/>
          </a:xfrm>
          <a:prstGeom prst="rect">
            <a:avLst/>
          </a:prstGeom>
          <a:solidFill>
            <a:srgbClr val="E4E4E4"/>
          </a:solidFill>
          <a:ln w="9525">
            <a:solidFill>
              <a:srgbClr val="ABABAB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5283200" y="5118100"/>
            <a:ext cx="609600" cy="228600"/>
          </a:xfrm>
          <a:prstGeom prst="rect">
            <a:avLst/>
          </a:prstGeom>
          <a:solidFill>
            <a:srgbClr val="E9EDEA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198" name="Text 196"/>
          <p:cNvSpPr/>
          <p:nvPr/>
        </p:nvSpPr>
        <p:spPr>
          <a:xfrm>
            <a:off x="5283200" y="51181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750" dirty="0"/>
          </a:p>
        </p:txBody>
      </p:sp>
      <p:sp>
        <p:nvSpPr>
          <p:cNvPr id="199" name="Shape 197"/>
          <p:cNvSpPr/>
          <p:nvPr/>
        </p:nvSpPr>
        <p:spPr>
          <a:xfrm flipV="1">
            <a:off x="5588000" y="5041900"/>
            <a:ext cx="0" cy="762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00" name="Shape 198"/>
          <p:cNvSpPr/>
          <p:nvPr/>
        </p:nvSpPr>
        <p:spPr>
          <a:xfrm flipV="1">
            <a:off x="5511800" y="50546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201" name="Shape 199"/>
          <p:cNvSpPr/>
          <p:nvPr/>
        </p:nvSpPr>
        <p:spPr>
          <a:xfrm flipV="1">
            <a:off x="5664200" y="50546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202" name="Shape 200"/>
          <p:cNvSpPr/>
          <p:nvPr/>
        </p:nvSpPr>
        <p:spPr>
          <a:xfrm>
            <a:off x="4076700" y="6210300"/>
            <a:ext cx="228600" cy="228600"/>
          </a:xfrm>
          <a:prstGeom prst="ellipse">
            <a:avLst/>
          </a:prstGeom>
          <a:solidFill>
            <a:srgbClr val="0000A1"/>
          </a:solidFill>
          <a:ln w="6350">
            <a:solidFill>
              <a:srgbClr val="0000A1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4076700" y="62103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750" dirty="0"/>
          </a:p>
        </p:txBody>
      </p:sp>
      <p:sp>
        <p:nvSpPr>
          <p:cNvPr id="204" name="Shape 202"/>
          <p:cNvSpPr/>
          <p:nvPr/>
        </p:nvSpPr>
        <p:spPr>
          <a:xfrm>
            <a:off x="4806950" y="6210300"/>
            <a:ext cx="228600" cy="228600"/>
          </a:xfrm>
          <a:prstGeom prst="ellipse">
            <a:avLst/>
          </a:prstGeom>
          <a:solidFill>
            <a:srgbClr val="0000A1"/>
          </a:solidFill>
          <a:ln w="6350">
            <a:solidFill>
              <a:srgbClr val="0000A1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4806950" y="62103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750" dirty="0"/>
          </a:p>
        </p:txBody>
      </p:sp>
      <p:sp>
        <p:nvSpPr>
          <p:cNvPr id="206" name="Shape 204"/>
          <p:cNvSpPr/>
          <p:nvPr/>
        </p:nvSpPr>
        <p:spPr>
          <a:xfrm>
            <a:off x="5549900" y="6229350"/>
            <a:ext cx="203200" cy="203200"/>
          </a:xfrm>
          <a:prstGeom prst="ellipse">
            <a:avLst/>
          </a:prstGeom>
          <a:solidFill>
            <a:srgbClr val="990000"/>
          </a:solidFill>
          <a:ln w="6350">
            <a:solidFill>
              <a:srgbClr val="990000"/>
            </a:solidFill>
            <a:prstDash val="solid"/>
          </a:ln>
        </p:spPr>
      </p:sp>
      <p:sp>
        <p:nvSpPr>
          <p:cNvPr id="207" name="Text 205"/>
          <p:cNvSpPr/>
          <p:nvPr/>
        </p:nvSpPr>
        <p:spPr>
          <a:xfrm>
            <a:off x="5549900" y="6229350"/>
            <a:ext cx="203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750" dirty="0"/>
          </a:p>
        </p:txBody>
      </p:sp>
      <p:sp>
        <p:nvSpPr>
          <p:cNvPr id="208" name="Shape 206"/>
          <p:cNvSpPr/>
          <p:nvPr/>
        </p:nvSpPr>
        <p:spPr>
          <a:xfrm flipV="1">
            <a:off x="4191000" y="5359400"/>
            <a:ext cx="0" cy="8509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09" name="Shape 207"/>
          <p:cNvSpPr/>
          <p:nvPr/>
        </p:nvSpPr>
        <p:spPr>
          <a:xfrm flipV="1">
            <a:off x="4921250" y="5359400"/>
            <a:ext cx="0" cy="8509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10" name="Shape 208"/>
          <p:cNvSpPr/>
          <p:nvPr/>
        </p:nvSpPr>
        <p:spPr>
          <a:xfrm flipV="1">
            <a:off x="5651500" y="5359400"/>
            <a:ext cx="0" cy="8636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11" name="Shape 209"/>
          <p:cNvSpPr/>
          <p:nvPr/>
        </p:nvSpPr>
        <p:spPr>
          <a:xfrm flipV="1">
            <a:off x="6057900" y="4838700"/>
            <a:ext cx="38100" cy="1016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 flipV="1">
            <a:off x="6096000" y="4749800"/>
            <a:ext cx="38100" cy="889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 flipV="1">
            <a:off x="6134100" y="4673600"/>
            <a:ext cx="38100" cy="762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6203950" y="4489450"/>
            <a:ext cx="241300" cy="241300"/>
          </a:xfrm>
          <a:prstGeom prst="ellipse">
            <a:avLst/>
          </a:prstGeom>
          <a:ln w="9525">
            <a:solidFill>
              <a:srgbClr val="A6A6A6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6153150" y="4540250"/>
            <a:ext cx="241300" cy="241300"/>
          </a:xfrm>
          <a:prstGeom prst="ellipse">
            <a:avLst/>
          </a:prstGeom>
          <a:solidFill>
            <a:srgbClr val="D4BCA0"/>
          </a:solidFill>
          <a:ln w="12700">
            <a:solidFill>
              <a:srgbClr val="8A6A48"/>
            </a:solidFill>
            <a:prstDash val="solid"/>
          </a:ln>
        </p:spPr>
      </p:sp>
      <p:sp>
        <p:nvSpPr>
          <p:cNvPr id="216" name="Text 214"/>
          <p:cNvSpPr/>
          <p:nvPr/>
        </p:nvSpPr>
        <p:spPr>
          <a:xfrm>
            <a:off x="6153150" y="4540250"/>
            <a:ext cx="2413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1000" dirty="0"/>
          </a:p>
        </p:txBody>
      </p:sp>
      <p:sp>
        <p:nvSpPr>
          <p:cNvPr id="217" name="Shape 215"/>
          <p:cNvSpPr/>
          <p:nvPr/>
        </p:nvSpPr>
        <p:spPr>
          <a:xfrm>
            <a:off x="6413500" y="3111500"/>
            <a:ext cx="901700" cy="6985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218" name="Shape 216"/>
          <p:cNvSpPr/>
          <p:nvPr/>
        </p:nvSpPr>
        <p:spPr>
          <a:xfrm>
            <a:off x="7315200" y="3810000"/>
            <a:ext cx="914400" cy="8636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219" name="Shape 217"/>
          <p:cNvSpPr/>
          <p:nvPr/>
        </p:nvSpPr>
        <p:spPr>
          <a:xfrm>
            <a:off x="2425700" y="3454400"/>
            <a:ext cx="1003300" cy="927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220" name="Shape 218"/>
          <p:cNvSpPr/>
          <p:nvPr/>
        </p:nvSpPr>
        <p:spPr>
          <a:xfrm>
            <a:off x="3429000" y="4381500"/>
            <a:ext cx="304800" cy="1397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221" name="Shape 219"/>
          <p:cNvSpPr/>
          <p:nvPr/>
        </p:nvSpPr>
        <p:spPr>
          <a:xfrm flipV="1">
            <a:off x="2451100" y="5499100"/>
            <a:ext cx="571500" cy="6858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222" name="Shape 220"/>
          <p:cNvSpPr/>
          <p:nvPr/>
        </p:nvSpPr>
        <p:spPr>
          <a:xfrm>
            <a:off x="8255000" y="4508500"/>
            <a:ext cx="914400" cy="406400"/>
          </a:xfrm>
          <a:prstGeom prst="roundRect">
            <a:avLst>
              <a:gd name="adj" fmla="val 9000"/>
            </a:avLst>
          </a:prstGeom>
          <a:solidFill>
            <a:srgbClr val="C87E57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223" name="Text 221"/>
          <p:cNvSpPr/>
          <p:nvPr/>
        </p:nvSpPr>
        <p:spPr>
          <a:xfrm>
            <a:off x="8255000" y="4508500"/>
            <a:ext cx="914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8C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90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8C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900" dirty="0"/>
          </a:p>
        </p:txBody>
      </p:sp>
      <p:sp>
        <p:nvSpPr>
          <p:cNvPr id="224" name="Shape 222"/>
          <p:cNvSpPr/>
          <p:nvPr/>
        </p:nvSpPr>
        <p:spPr>
          <a:xfrm>
            <a:off x="9486900" y="3365500"/>
            <a:ext cx="1168400" cy="165100"/>
          </a:xfrm>
          <a:prstGeom prst="rect">
            <a:avLst/>
          </a:prstGeom>
          <a:solidFill>
            <a:srgbClr val="B0B070"/>
          </a:solidFill>
          <a:ln w="3175">
            <a:solidFill>
              <a:srgbClr val="B0B070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9569450" y="3365500"/>
            <a:ext cx="0" cy="165100"/>
          </a:xfrm>
          <a:prstGeom prst="line">
            <a:avLst/>
          </a:prstGeom>
          <a:noFill/>
          <a:ln w="6350">
            <a:solidFill>
              <a:srgbClr val="4A4A4A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10394950" y="3365500"/>
            <a:ext cx="0" cy="165100"/>
          </a:xfrm>
          <a:prstGeom prst="line">
            <a:avLst/>
          </a:prstGeom>
          <a:noFill/>
          <a:ln w="6350">
            <a:solidFill>
              <a:srgbClr val="4A4A4A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9499600" y="3517900"/>
            <a:ext cx="927100" cy="419100"/>
          </a:xfrm>
          <a:prstGeom prst="roundRect">
            <a:avLst>
              <a:gd name="adj" fmla="val 8727"/>
            </a:avLst>
          </a:prstGeom>
          <a:solidFill>
            <a:srgbClr val="B28659"/>
          </a:solidFill>
          <a:ln w="15875">
            <a:solidFill>
              <a:srgbClr val="C00000"/>
            </a:solidFill>
            <a:prstDash val="dash"/>
          </a:ln>
        </p:spPr>
      </p:sp>
      <p:sp>
        <p:nvSpPr>
          <p:cNvPr id="228" name="Text 226"/>
          <p:cNvSpPr/>
          <p:nvPr/>
        </p:nvSpPr>
        <p:spPr>
          <a:xfrm>
            <a:off x="9499600" y="3517900"/>
            <a:ext cx="927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8C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85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8C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850" dirty="0"/>
          </a:p>
        </p:txBody>
      </p:sp>
      <p:sp>
        <p:nvSpPr>
          <p:cNvPr id="229" name="Shape 227"/>
          <p:cNvSpPr/>
          <p:nvPr/>
        </p:nvSpPr>
        <p:spPr>
          <a:xfrm>
            <a:off x="7226300" y="12700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11341100" y="12700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7226300" y="66421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11341100" y="66421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8013700" y="3403600"/>
            <a:ext cx="1193800" cy="1079500"/>
          </a:xfrm>
          <a:prstGeom prst="rect">
            <a:avLst/>
          </a:prstGeom>
          <a:solidFill>
            <a:srgbClr val="C8A888"/>
          </a:solidFill>
          <a:ln w="3175">
            <a:solidFill>
              <a:srgbClr val="C8A888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8013700" y="4419600"/>
            <a:ext cx="228600" cy="279400"/>
          </a:xfrm>
          <a:prstGeom prst="rect">
            <a:avLst/>
          </a:prstGeom>
          <a:solidFill>
            <a:srgbClr val="C8A888"/>
          </a:solidFill>
          <a:ln w="3175">
            <a:solidFill>
              <a:srgbClr val="C8A888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9474200" y="2578100"/>
            <a:ext cx="1181100" cy="215900"/>
          </a:xfrm>
          <a:prstGeom prst="rect">
            <a:avLst/>
          </a:prstGeom>
          <a:solidFill>
            <a:srgbClr val="B0B070"/>
          </a:solidFill>
          <a:ln w="3175">
            <a:solidFill>
              <a:srgbClr val="B0B070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9474200" y="2806700"/>
            <a:ext cx="1181100" cy="558800"/>
          </a:xfrm>
          <a:prstGeom prst="rect">
            <a:avLst/>
          </a:prstGeom>
          <a:solidFill>
            <a:srgbClr val="B0B070"/>
          </a:solidFill>
          <a:ln w="3175">
            <a:solidFill>
              <a:srgbClr val="B0B070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9474200" y="3365500"/>
            <a:ext cx="1181100" cy="152400"/>
          </a:xfrm>
          <a:prstGeom prst="rect">
            <a:avLst/>
          </a:prstGeom>
          <a:solidFill>
            <a:srgbClr val="B0B070"/>
          </a:solidFill>
          <a:ln w="3175">
            <a:solidFill>
              <a:srgbClr val="B0B070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1790700" y="1295400"/>
            <a:ext cx="2552700" cy="355600"/>
          </a:xfrm>
          <a:prstGeom prst="rect">
            <a:avLst/>
          </a:prstGeom>
          <a:solidFill>
            <a:srgbClr val="C8FCFC"/>
          </a:solidFill>
          <a:ln w="12700">
            <a:solidFill>
              <a:srgbClr val="8FA6BE"/>
            </a:solidFill>
            <a:prstDash val="solid"/>
          </a:ln>
        </p:spPr>
      </p:sp>
      <p:sp>
        <p:nvSpPr>
          <p:cNvPr id="239" name="Text 237"/>
          <p:cNvSpPr/>
          <p:nvPr/>
        </p:nvSpPr>
        <p:spPr>
          <a:xfrm>
            <a:off x="1790700" y="1295400"/>
            <a:ext cx="2552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Normalization Layer</a:t>
            </a:r>
            <a:endParaRPr lang="en-US" sz="1500" dirty="0"/>
          </a:p>
        </p:txBody>
      </p:sp>
      <p:sp>
        <p:nvSpPr>
          <p:cNvPr id="240" name="Shape 238"/>
          <p:cNvSpPr/>
          <p:nvPr/>
        </p:nvSpPr>
        <p:spPr>
          <a:xfrm>
            <a:off x="3949700" y="1816100"/>
            <a:ext cx="2578100" cy="355600"/>
          </a:xfrm>
          <a:prstGeom prst="rect">
            <a:avLst/>
          </a:prstGeom>
          <a:solidFill>
            <a:srgbClr val="9CA0A0"/>
          </a:solidFill>
          <a:ln w="12700">
            <a:solidFill>
              <a:srgbClr val="8E9296"/>
            </a:solidFill>
            <a:prstDash val="solid"/>
          </a:ln>
        </p:spPr>
      </p:sp>
      <p:sp>
        <p:nvSpPr>
          <p:cNvPr id="241" name="Text 239"/>
          <p:cNvSpPr/>
          <p:nvPr/>
        </p:nvSpPr>
        <p:spPr>
          <a:xfrm>
            <a:off x="3949700" y="1816100"/>
            <a:ext cx="2578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Forward Layer</a:t>
            </a:r>
            <a:endParaRPr lang="en-US" sz="1500" dirty="0"/>
          </a:p>
        </p:txBody>
      </p:sp>
      <p:sp>
        <p:nvSpPr>
          <p:cNvPr id="242" name="Shape 240"/>
          <p:cNvSpPr/>
          <p:nvPr/>
        </p:nvSpPr>
        <p:spPr>
          <a:xfrm>
            <a:off x="3352800" y="2298700"/>
            <a:ext cx="2552700" cy="355600"/>
          </a:xfrm>
          <a:prstGeom prst="rect">
            <a:avLst/>
          </a:prstGeom>
          <a:solidFill>
            <a:srgbClr val="DCFCC0"/>
          </a:solidFill>
          <a:ln w="12700">
            <a:solidFill>
              <a:srgbClr val="A9CC98"/>
            </a:solidFill>
            <a:prstDash val="solid"/>
          </a:ln>
        </p:spPr>
      </p:sp>
      <p:sp>
        <p:nvSpPr>
          <p:cNvPr id="243" name="Text 241"/>
          <p:cNvSpPr/>
          <p:nvPr/>
        </p:nvSpPr>
        <p:spPr>
          <a:xfrm>
            <a:off x="3352800" y="2298700"/>
            <a:ext cx="2552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8C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Connections</a:t>
            </a:r>
            <a:endParaRPr lang="en-US" sz="1500" dirty="0"/>
          </a:p>
        </p:txBody>
      </p:sp>
      <p:sp>
        <p:nvSpPr>
          <p:cNvPr id="244" name="Shape 242"/>
          <p:cNvSpPr/>
          <p:nvPr/>
        </p:nvSpPr>
        <p:spPr>
          <a:xfrm>
            <a:off x="4343400" y="1498600"/>
            <a:ext cx="1625600" cy="25400"/>
          </a:xfrm>
          <a:prstGeom prst="line">
            <a:avLst/>
          </a:prstGeom>
          <a:noFill/>
          <a:ln w="9525">
            <a:solidFill>
              <a:srgbClr val="B7CDE0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5969000" y="1524000"/>
            <a:ext cx="1270000" cy="50800"/>
          </a:xfrm>
          <a:prstGeom prst="line">
            <a:avLst/>
          </a:prstGeom>
          <a:noFill/>
          <a:ln w="9525">
            <a:solidFill>
              <a:srgbClr val="B7CDE0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7239000" y="1574800"/>
            <a:ext cx="660400" cy="177800"/>
          </a:xfrm>
          <a:prstGeom prst="line">
            <a:avLst/>
          </a:prstGeom>
          <a:noFill/>
          <a:ln w="9525">
            <a:solidFill>
              <a:srgbClr val="B7CDE0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7899400" y="1752600"/>
            <a:ext cx="736600" cy="114300"/>
          </a:xfrm>
          <a:prstGeom prst="line">
            <a:avLst/>
          </a:prstGeom>
          <a:noFill/>
          <a:ln w="9525">
            <a:solidFill>
              <a:srgbClr val="B7CDE0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8636000" y="1866900"/>
            <a:ext cx="584200" cy="63500"/>
          </a:xfrm>
          <a:prstGeom prst="line">
            <a:avLst/>
          </a:prstGeom>
          <a:noFill/>
          <a:ln w="9525">
            <a:solidFill>
              <a:srgbClr val="B7CDE0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9220200" y="1930400"/>
            <a:ext cx="317500" cy="114300"/>
          </a:xfrm>
          <a:prstGeom prst="line">
            <a:avLst/>
          </a:prstGeom>
          <a:noFill/>
          <a:ln w="9525">
            <a:solidFill>
              <a:srgbClr val="B7CDE0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5892800" y="1549400"/>
            <a:ext cx="939800" cy="152400"/>
          </a:xfrm>
          <a:prstGeom prst="line">
            <a:avLst/>
          </a:prstGeom>
          <a:noFill/>
          <a:ln w="9525">
            <a:solidFill>
              <a:srgbClr val="B7CDE0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6832600" y="1701800"/>
            <a:ext cx="406400" cy="114300"/>
          </a:xfrm>
          <a:prstGeom prst="line">
            <a:avLst/>
          </a:prstGeom>
          <a:noFill/>
          <a:ln w="9525">
            <a:solidFill>
              <a:srgbClr val="B7CDE0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7239000" y="1816100"/>
            <a:ext cx="660400" cy="304800"/>
          </a:xfrm>
          <a:prstGeom prst="line">
            <a:avLst/>
          </a:prstGeom>
          <a:noFill/>
          <a:ln w="9525">
            <a:solidFill>
              <a:srgbClr val="B7CDE0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7899400" y="2120900"/>
            <a:ext cx="990600" cy="63500"/>
          </a:xfrm>
          <a:prstGeom prst="line">
            <a:avLst/>
          </a:prstGeom>
          <a:noFill/>
          <a:ln w="9525">
            <a:solidFill>
              <a:srgbClr val="B7CDE0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8890000" y="2184400"/>
            <a:ext cx="330200" cy="12700"/>
          </a:xfrm>
          <a:prstGeom prst="line">
            <a:avLst/>
          </a:prstGeom>
          <a:noFill/>
          <a:ln w="9525">
            <a:solidFill>
              <a:srgbClr val="B7CDE0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9220200" y="2197100"/>
            <a:ext cx="177800" cy="101600"/>
          </a:xfrm>
          <a:prstGeom prst="line">
            <a:avLst/>
          </a:prstGeom>
          <a:noFill/>
          <a:ln w="9525">
            <a:solidFill>
              <a:srgbClr val="B7CDE0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9398000" y="2298700"/>
            <a:ext cx="139700" cy="63500"/>
          </a:xfrm>
          <a:prstGeom prst="line">
            <a:avLst/>
          </a:prstGeom>
          <a:noFill/>
          <a:ln w="9525">
            <a:solidFill>
              <a:srgbClr val="B7CDE0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6527800" y="1993900"/>
            <a:ext cx="711200" cy="50800"/>
          </a:xfrm>
          <a:prstGeom prst="line">
            <a:avLst/>
          </a:prstGeom>
          <a:noFill/>
          <a:ln w="9525">
            <a:solidFill>
              <a:srgbClr val="C9CDC9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7239000" y="2044700"/>
            <a:ext cx="660400" cy="279400"/>
          </a:xfrm>
          <a:prstGeom prst="line">
            <a:avLst/>
          </a:prstGeom>
          <a:noFill/>
          <a:ln w="9525">
            <a:solidFill>
              <a:srgbClr val="C9CDC9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7899400" y="2324100"/>
            <a:ext cx="406400" cy="127000"/>
          </a:xfrm>
          <a:prstGeom prst="line">
            <a:avLst/>
          </a:prstGeom>
          <a:noFill/>
          <a:ln w="9525">
            <a:solidFill>
              <a:srgbClr val="C9CDC9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8305800" y="2451100"/>
            <a:ext cx="279400" cy="393700"/>
          </a:xfrm>
          <a:prstGeom prst="line">
            <a:avLst/>
          </a:prstGeom>
          <a:noFill/>
          <a:ln w="9525">
            <a:solidFill>
              <a:srgbClr val="C9CDC9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8585200" y="2844800"/>
            <a:ext cx="304800" cy="88900"/>
          </a:xfrm>
          <a:prstGeom prst="line">
            <a:avLst/>
          </a:prstGeom>
          <a:noFill/>
          <a:ln w="9525">
            <a:solidFill>
              <a:srgbClr val="C9CDC9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8890000" y="2933700"/>
            <a:ext cx="482600" cy="63500"/>
          </a:xfrm>
          <a:prstGeom prst="line">
            <a:avLst/>
          </a:prstGeom>
          <a:noFill/>
          <a:ln w="9525">
            <a:solidFill>
              <a:srgbClr val="C9CDC9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 rot="5400000">
            <a:off x="9404350" y="2959100"/>
            <a:ext cx="76200" cy="76200"/>
          </a:xfrm>
          <a:prstGeom prst="triangle">
            <a:avLst/>
          </a:prstGeom>
          <a:solidFill>
            <a:srgbClr val="1A1000"/>
          </a:solidFill>
          <a:ln w="6350">
            <a:solidFill>
              <a:srgbClr val="1A1000"/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6515100" y="1930400"/>
            <a:ext cx="317500" cy="114300"/>
          </a:xfrm>
          <a:prstGeom prst="line">
            <a:avLst/>
          </a:prstGeom>
          <a:noFill/>
          <a:ln w="9525">
            <a:solidFill>
              <a:srgbClr val="C9CDC9"/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6832600" y="2044700"/>
            <a:ext cx="304800" cy="190500"/>
          </a:xfrm>
          <a:prstGeom prst="line">
            <a:avLst/>
          </a:prstGeom>
          <a:noFill/>
          <a:ln w="9525">
            <a:solidFill>
              <a:srgbClr val="C9CDC9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7137400" y="2235200"/>
            <a:ext cx="203200" cy="381000"/>
          </a:xfrm>
          <a:prstGeom prst="line">
            <a:avLst/>
          </a:prstGeom>
          <a:noFill/>
          <a:ln w="9525">
            <a:solidFill>
              <a:srgbClr val="C9CDC9"/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7340600" y="2616200"/>
            <a:ext cx="203200" cy="736600"/>
          </a:xfrm>
          <a:prstGeom prst="line">
            <a:avLst/>
          </a:prstGeom>
          <a:noFill/>
          <a:ln w="9525">
            <a:solidFill>
              <a:srgbClr val="C9CDC9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7543800" y="3352800"/>
            <a:ext cx="203200" cy="330200"/>
          </a:xfrm>
          <a:prstGeom prst="line">
            <a:avLst/>
          </a:prstGeom>
          <a:noFill/>
          <a:ln w="9525">
            <a:solidFill>
              <a:srgbClr val="C9CDC9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7747000" y="3683000"/>
            <a:ext cx="152400" cy="76200"/>
          </a:xfrm>
          <a:prstGeom prst="line">
            <a:avLst/>
          </a:prstGeom>
          <a:noFill/>
          <a:ln w="9525">
            <a:solidFill>
              <a:srgbClr val="C9CDC9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7899400" y="3759200"/>
            <a:ext cx="203200" cy="63500"/>
          </a:xfrm>
          <a:prstGeom prst="line">
            <a:avLst/>
          </a:prstGeom>
          <a:noFill/>
          <a:ln w="9525">
            <a:solidFill>
              <a:srgbClr val="C9CDC9"/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 rot="5400000">
            <a:off x="8159750" y="3810000"/>
            <a:ext cx="76200" cy="76200"/>
          </a:xfrm>
          <a:prstGeom prst="triangle">
            <a:avLst/>
          </a:prstGeom>
          <a:solidFill>
            <a:srgbClr val="1A1000"/>
          </a:solidFill>
          <a:ln w="6350">
            <a:solidFill>
              <a:srgbClr val="1A1000"/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5842000" y="2476500"/>
            <a:ext cx="584200" cy="76200"/>
          </a:xfrm>
          <a:prstGeom prst="line">
            <a:avLst/>
          </a:prstGeom>
          <a:noFill/>
          <a:ln w="9525">
            <a:solidFill>
              <a:srgbClr val="C9CDC9"/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6426200" y="2552700"/>
            <a:ext cx="254000" cy="114300"/>
          </a:xfrm>
          <a:prstGeom prst="line">
            <a:avLst/>
          </a:prstGeom>
          <a:noFill/>
          <a:ln w="9525">
            <a:solidFill>
              <a:srgbClr val="C9CDC9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6680200" y="2667000"/>
            <a:ext cx="152400" cy="190500"/>
          </a:xfrm>
          <a:prstGeom prst="line">
            <a:avLst/>
          </a:prstGeom>
          <a:noFill/>
          <a:ln w="9525">
            <a:solidFill>
              <a:srgbClr val="C9CDC9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6832600" y="2857500"/>
            <a:ext cx="152400" cy="330200"/>
          </a:xfrm>
          <a:prstGeom prst="line">
            <a:avLst/>
          </a:prstGeom>
          <a:noFill/>
          <a:ln w="9525">
            <a:solidFill>
              <a:srgbClr val="C9CDC9"/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6985000" y="3187700"/>
            <a:ext cx="152400" cy="571500"/>
          </a:xfrm>
          <a:prstGeom prst="line">
            <a:avLst/>
          </a:prstGeom>
          <a:noFill/>
          <a:ln w="9525">
            <a:solidFill>
              <a:srgbClr val="C9CDC9"/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7137400" y="3759200"/>
            <a:ext cx="101600" cy="279400"/>
          </a:xfrm>
          <a:prstGeom prst="line">
            <a:avLst/>
          </a:prstGeom>
          <a:noFill/>
          <a:ln w="9525">
            <a:solidFill>
              <a:srgbClr val="C9CDC9"/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7239000" y="4038600"/>
            <a:ext cx="177800" cy="152400"/>
          </a:xfrm>
          <a:prstGeom prst="line">
            <a:avLst/>
          </a:prstGeom>
          <a:noFill/>
          <a:ln w="9525">
            <a:solidFill>
              <a:srgbClr val="C9CDC9"/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7416800" y="4191000"/>
            <a:ext cx="165100" cy="88900"/>
          </a:xfrm>
          <a:prstGeom prst="line">
            <a:avLst/>
          </a:prstGeom>
          <a:noFill/>
          <a:ln w="9525">
            <a:solidFill>
              <a:srgbClr val="C9CDC9"/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8293100" y="3467100"/>
            <a:ext cx="850900" cy="184150"/>
          </a:xfrm>
          <a:prstGeom prst="rect">
            <a:avLst/>
          </a:prstGeom>
          <a:solidFill>
            <a:srgbClr val="6D99B4"/>
          </a:solidFill>
          <a:ln w="12700">
            <a:solidFill>
              <a:srgbClr val="2F6476"/>
            </a:solidFill>
            <a:prstDash val="solid"/>
          </a:ln>
        </p:spPr>
      </p:sp>
      <p:sp>
        <p:nvSpPr>
          <p:cNvPr id="281" name="Text 279"/>
          <p:cNvSpPr/>
          <p:nvPr/>
        </p:nvSpPr>
        <p:spPr>
          <a:xfrm>
            <a:off x="8293100" y="3467100"/>
            <a:ext cx="85090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74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900" dirty="0"/>
          </a:p>
        </p:txBody>
      </p:sp>
      <p:sp>
        <p:nvSpPr>
          <p:cNvPr id="282" name="Shape 280"/>
          <p:cNvSpPr/>
          <p:nvPr/>
        </p:nvSpPr>
        <p:spPr>
          <a:xfrm>
            <a:off x="8293100" y="3657600"/>
            <a:ext cx="850900" cy="342900"/>
          </a:xfrm>
          <a:prstGeom prst="rect">
            <a:avLst/>
          </a:prstGeom>
          <a:solidFill>
            <a:srgbClr val="807560"/>
          </a:solidFill>
          <a:ln w="9525">
            <a:solidFill>
              <a:srgbClr val="3E3A28"/>
            </a:solidFill>
            <a:prstDash val="solid"/>
          </a:ln>
        </p:spPr>
      </p:sp>
      <p:sp>
        <p:nvSpPr>
          <p:cNvPr id="283" name="Text 281"/>
          <p:cNvSpPr/>
          <p:nvPr/>
        </p:nvSpPr>
        <p:spPr>
          <a:xfrm>
            <a:off x="8293100" y="3657600"/>
            <a:ext cx="850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554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</a:t>
            </a:r>
            <a:endParaRPr lang="en-US" sz="90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554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</a:t>
            </a:r>
            <a:endParaRPr lang="en-US" sz="900" dirty="0"/>
          </a:p>
        </p:txBody>
      </p:sp>
      <p:sp>
        <p:nvSpPr>
          <p:cNvPr id="284" name="Shape 282"/>
          <p:cNvSpPr/>
          <p:nvPr/>
        </p:nvSpPr>
        <p:spPr>
          <a:xfrm>
            <a:off x="8331200" y="4362450"/>
            <a:ext cx="812800" cy="127000"/>
          </a:xfrm>
          <a:prstGeom prst="rect">
            <a:avLst/>
          </a:prstGeom>
          <a:solidFill>
            <a:srgbClr val="6D99B4"/>
          </a:solidFill>
          <a:ln w="12700">
            <a:solidFill>
              <a:srgbClr val="2F6476"/>
            </a:solidFill>
            <a:prstDash val="solid"/>
          </a:ln>
        </p:spPr>
      </p:sp>
      <p:sp>
        <p:nvSpPr>
          <p:cNvPr id="285" name="Text 283"/>
          <p:cNvSpPr/>
          <p:nvPr/>
        </p:nvSpPr>
        <p:spPr>
          <a:xfrm>
            <a:off x="8331200" y="4362450"/>
            <a:ext cx="8128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74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800" dirty="0"/>
          </a:p>
        </p:txBody>
      </p:sp>
      <p:sp>
        <p:nvSpPr>
          <p:cNvPr id="286" name="Shape 284"/>
          <p:cNvSpPr/>
          <p:nvPr/>
        </p:nvSpPr>
        <p:spPr>
          <a:xfrm>
            <a:off x="8089900" y="3517900"/>
            <a:ext cx="0" cy="1625600"/>
          </a:xfrm>
          <a:prstGeom prst="line">
            <a:avLst/>
          </a:prstGeom>
          <a:noFill/>
          <a:ln w="38100">
            <a:solidFill>
              <a:srgbClr val="7FB421"/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8089900" y="3568700"/>
            <a:ext cx="127000" cy="0"/>
          </a:xfrm>
          <a:prstGeom prst="line">
            <a:avLst/>
          </a:prstGeom>
          <a:noFill/>
          <a:ln w="38100">
            <a:solidFill>
              <a:srgbClr val="7FB421"/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 rot="5400000">
            <a:off x="8223250" y="3530600"/>
            <a:ext cx="76200" cy="76200"/>
          </a:xfrm>
          <a:prstGeom prst="triangle">
            <a:avLst/>
          </a:prstGeom>
          <a:solidFill>
            <a:srgbClr val="7FB421"/>
          </a:solidFill>
          <a:ln w="6350">
            <a:solidFill>
              <a:srgbClr val="7FB421"/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>
            <a:off x="8089900" y="4445000"/>
            <a:ext cx="127000" cy="0"/>
          </a:xfrm>
          <a:prstGeom prst="line">
            <a:avLst/>
          </a:prstGeom>
          <a:noFill/>
          <a:ln w="38100">
            <a:solidFill>
              <a:srgbClr val="7FB421"/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 rot="5400000">
            <a:off x="8223250" y="4406900"/>
            <a:ext cx="76200" cy="76200"/>
          </a:xfrm>
          <a:prstGeom prst="triangle">
            <a:avLst/>
          </a:prstGeom>
          <a:solidFill>
            <a:srgbClr val="7FB421"/>
          </a:solidFill>
          <a:ln w="6350">
            <a:solidFill>
              <a:srgbClr val="7FB421"/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8191500" y="4178300"/>
            <a:ext cx="520700" cy="0"/>
          </a:xfrm>
          <a:prstGeom prst="line">
            <a:avLst/>
          </a:prstGeom>
          <a:noFill/>
          <a:ln w="38100">
            <a:solidFill>
              <a:srgbClr val="7FB421"/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 rot="16200000">
            <a:off x="8121650" y="4140200"/>
            <a:ext cx="76200" cy="76200"/>
          </a:xfrm>
          <a:prstGeom prst="triangle">
            <a:avLst/>
          </a:prstGeom>
          <a:solidFill>
            <a:srgbClr val="7FB421"/>
          </a:solidFill>
          <a:ln w="6350">
            <a:solidFill>
              <a:srgbClr val="7FB421"/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8191500" y="5105400"/>
            <a:ext cx="533400" cy="0"/>
          </a:xfrm>
          <a:prstGeom prst="line">
            <a:avLst/>
          </a:prstGeom>
          <a:noFill/>
          <a:ln w="38100">
            <a:solidFill>
              <a:srgbClr val="7FB421"/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 rot="16200000">
            <a:off x="8121650" y="5067300"/>
            <a:ext cx="76200" cy="76200"/>
          </a:xfrm>
          <a:prstGeom prst="triangle">
            <a:avLst/>
          </a:prstGeom>
          <a:solidFill>
            <a:srgbClr val="7FB421"/>
          </a:solidFill>
          <a:ln w="6350">
            <a:solidFill>
              <a:srgbClr val="7FB421"/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8350250" y="5010150"/>
            <a:ext cx="152400" cy="152400"/>
          </a:xfrm>
          <a:prstGeom prst="ellipse">
            <a:avLst/>
          </a:prstGeom>
          <a:solidFill>
            <a:srgbClr val="55A044"/>
          </a:solidFill>
          <a:ln w="6350">
            <a:solidFill>
              <a:srgbClr val="55A044"/>
            </a:solidFill>
            <a:prstDash val="solid"/>
          </a:ln>
        </p:spPr>
      </p:sp>
      <p:sp>
        <p:nvSpPr>
          <p:cNvPr id="296" name="Text 294"/>
          <p:cNvSpPr/>
          <p:nvPr/>
        </p:nvSpPr>
        <p:spPr>
          <a:xfrm>
            <a:off x="8350250" y="501015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700" dirty="0"/>
          </a:p>
        </p:txBody>
      </p:sp>
      <p:sp>
        <p:nvSpPr>
          <p:cNvPr id="297" name="Shape 295"/>
          <p:cNvSpPr/>
          <p:nvPr/>
        </p:nvSpPr>
        <p:spPr>
          <a:xfrm>
            <a:off x="9563100" y="2622550"/>
            <a:ext cx="812800" cy="158750"/>
          </a:xfrm>
          <a:prstGeom prst="rect">
            <a:avLst/>
          </a:prstGeom>
          <a:solidFill>
            <a:srgbClr val="5C9CB7"/>
          </a:solidFill>
          <a:ln w="12700">
            <a:solidFill>
              <a:srgbClr val="2F6476"/>
            </a:solidFill>
            <a:prstDash val="solid"/>
          </a:ln>
        </p:spPr>
      </p:sp>
      <p:sp>
        <p:nvSpPr>
          <p:cNvPr id="298" name="Text 296"/>
          <p:cNvSpPr/>
          <p:nvPr/>
        </p:nvSpPr>
        <p:spPr>
          <a:xfrm>
            <a:off x="9563100" y="2622550"/>
            <a:ext cx="8128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273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800" dirty="0"/>
          </a:p>
        </p:txBody>
      </p:sp>
      <p:sp>
        <p:nvSpPr>
          <p:cNvPr id="299" name="Shape 297"/>
          <p:cNvSpPr/>
          <p:nvPr/>
        </p:nvSpPr>
        <p:spPr>
          <a:xfrm>
            <a:off x="9563100" y="2838450"/>
            <a:ext cx="812800" cy="336550"/>
          </a:xfrm>
          <a:prstGeom prst="rect">
            <a:avLst/>
          </a:prstGeom>
          <a:solidFill>
            <a:srgbClr val="6E7E62"/>
          </a:solidFill>
          <a:ln w="9525">
            <a:solidFill>
              <a:srgbClr val="3E3A28"/>
            </a:solidFill>
            <a:prstDash val="solid"/>
          </a:ln>
        </p:spPr>
      </p:sp>
      <p:sp>
        <p:nvSpPr>
          <p:cNvPr id="300" name="Text 298"/>
          <p:cNvSpPr/>
          <p:nvPr/>
        </p:nvSpPr>
        <p:spPr>
          <a:xfrm>
            <a:off x="9563100" y="2838450"/>
            <a:ext cx="812800" cy="336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3A4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</a:t>
            </a:r>
            <a:endParaRPr lang="en-US" sz="85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3A4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</a:t>
            </a:r>
            <a:endParaRPr lang="en-US" sz="850" dirty="0"/>
          </a:p>
        </p:txBody>
      </p:sp>
      <p:sp>
        <p:nvSpPr>
          <p:cNvPr id="301" name="Shape 299"/>
          <p:cNvSpPr/>
          <p:nvPr/>
        </p:nvSpPr>
        <p:spPr>
          <a:xfrm>
            <a:off x="9563100" y="3346450"/>
            <a:ext cx="812800" cy="139700"/>
          </a:xfrm>
          <a:prstGeom prst="rect">
            <a:avLst/>
          </a:prstGeom>
          <a:solidFill>
            <a:srgbClr val="5C9CB7"/>
          </a:solidFill>
          <a:ln w="12700">
            <a:solidFill>
              <a:srgbClr val="2F6476"/>
            </a:solidFill>
            <a:prstDash val="solid"/>
          </a:ln>
        </p:spPr>
      </p:sp>
      <p:sp>
        <p:nvSpPr>
          <p:cNvPr id="302" name="Text 300"/>
          <p:cNvSpPr/>
          <p:nvPr/>
        </p:nvSpPr>
        <p:spPr>
          <a:xfrm>
            <a:off x="9563100" y="3346450"/>
            <a:ext cx="812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273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750" dirty="0"/>
          </a:p>
        </p:txBody>
      </p:sp>
      <p:sp>
        <p:nvSpPr>
          <p:cNvPr id="303" name="Shape 301"/>
          <p:cNvSpPr/>
          <p:nvPr/>
        </p:nvSpPr>
        <p:spPr>
          <a:xfrm>
            <a:off x="9474200" y="4140200"/>
            <a:ext cx="88900" cy="279400"/>
          </a:xfrm>
          <a:prstGeom prst="rect">
            <a:avLst/>
          </a:prstGeom>
          <a:solidFill>
            <a:srgbClr val="C8F8E0"/>
          </a:solidFill>
          <a:ln w="3175">
            <a:solidFill>
              <a:srgbClr val="C8F8E0"/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10375900" y="4140200"/>
            <a:ext cx="190500" cy="279400"/>
          </a:xfrm>
          <a:prstGeom prst="rect">
            <a:avLst/>
          </a:prstGeom>
          <a:solidFill>
            <a:srgbClr val="B5BB97"/>
          </a:solidFill>
          <a:ln w="3175">
            <a:solidFill>
              <a:srgbClr val="B5BB97"/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9563100" y="4184650"/>
            <a:ext cx="812800" cy="177800"/>
          </a:xfrm>
          <a:prstGeom prst="rect">
            <a:avLst/>
          </a:prstGeom>
          <a:solidFill>
            <a:srgbClr val="6E87E0"/>
          </a:solidFill>
          <a:ln w="12700">
            <a:solidFill>
              <a:srgbClr val="3A5697"/>
            </a:solidFill>
            <a:prstDash val="solid"/>
          </a:ln>
        </p:spPr>
      </p:sp>
      <p:sp>
        <p:nvSpPr>
          <p:cNvPr id="306" name="Text 304"/>
          <p:cNvSpPr/>
          <p:nvPr/>
        </p:nvSpPr>
        <p:spPr>
          <a:xfrm>
            <a:off x="9563100" y="4184650"/>
            <a:ext cx="812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86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800" dirty="0"/>
          </a:p>
        </p:txBody>
      </p:sp>
      <p:sp>
        <p:nvSpPr>
          <p:cNvPr id="307" name="Shape 305"/>
          <p:cNvSpPr/>
          <p:nvPr/>
        </p:nvSpPr>
        <p:spPr>
          <a:xfrm>
            <a:off x="10591800" y="2667000"/>
            <a:ext cx="0" cy="2463800"/>
          </a:xfrm>
          <a:prstGeom prst="line">
            <a:avLst/>
          </a:prstGeom>
          <a:noFill/>
          <a:ln w="50800">
            <a:solidFill>
              <a:srgbClr val="8CC62E"/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10414000" y="2692400"/>
            <a:ext cx="177800" cy="0"/>
          </a:xfrm>
          <a:prstGeom prst="line">
            <a:avLst/>
          </a:prstGeom>
          <a:noFill/>
          <a:ln w="38100">
            <a:solidFill>
              <a:srgbClr val="8CC62E"/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10020300" y="3276600"/>
            <a:ext cx="584200" cy="0"/>
          </a:xfrm>
          <a:prstGeom prst="line">
            <a:avLst/>
          </a:prstGeom>
          <a:noFill/>
          <a:ln w="44450">
            <a:solidFill>
              <a:srgbClr val="8CC62E"/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10401300" y="3454400"/>
            <a:ext cx="190500" cy="0"/>
          </a:xfrm>
          <a:prstGeom prst="line">
            <a:avLst/>
          </a:prstGeom>
          <a:noFill/>
          <a:ln w="38100">
            <a:solidFill>
              <a:srgbClr val="8CC62E"/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10007600" y="4064000"/>
            <a:ext cx="596900" cy="0"/>
          </a:xfrm>
          <a:prstGeom prst="line">
            <a:avLst/>
          </a:prstGeom>
          <a:noFill/>
          <a:ln w="44450">
            <a:solidFill>
              <a:srgbClr val="8CC62E"/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>
            <a:off x="10401300" y="4292600"/>
            <a:ext cx="190500" cy="0"/>
          </a:xfrm>
          <a:prstGeom prst="line">
            <a:avLst/>
          </a:prstGeom>
          <a:noFill/>
          <a:ln w="38100">
            <a:solidFill>
              <a:srgbClr val="8CC62E"/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>
            <a:off x="10045700" y="5105400"/>
            <a:ext cx="558800" cy="0"/>
          </a:xfrm>
          <a:prstGeom prst="line">
            <a:avLst/>
          </a:prstGeom>
          <a:noFill/>
          <a:ln w="44450">
            <a:solidFill>
              <a:srgbClr val="8CC62E"/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9912350" y="2473325"/>
            <a:ext cx="76200" cy="57150"/>
          </a:xfrm>
          <a:prstGeom prst="triangle">
            <a:avLst/>
          </a:prstGeom>
          <a:solidFill>
            <a:srgbClr val="05008F"/>
          </a:solidFill>
          <a:ln w="6350">
            <a:solidFill>
              <a:srgbClr val="05008F"/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9912350" y="2536825"/>
            <a:ext cx="76200" cy="57150"/>
          </a:xfrm>
          <a:prstGeom prst="triangle">
            <a:avLst/>
          </a:prstGeom>
          <a:solidFill>
            <a:srgbClr val="05008F"/>
          </a:solidFill>
          <a:ln w="6350">
            <a:solidFill>
              <a:srgbClr val="05008F"/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9912350" y="3216275"/>
            <a:ext cx="76200" cy="57150"/>
          </a:xfrm>
          <a:prstGeom prst="triangle">
            <a:avLst/>
          </a:prstGeom>
          <a:solidFill>
            <a:srgbClr val="05008F"/>
          </a:solidFill>
          <a:ln w="6350">
            <a:solidFill>
              <a:srgbClr val="05008F"/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9912350" y="3267075"/>
            <a:ext cx="76200" cy="57150"/>
          </a:xfrm>
          <a:prstGeom prst="triangle">
            <a:avLst/>
          </a:prstGeom>
          <a:solidFill>
            <a:srgbClr val="05008F"/>
          </a:solidFill>
          <a:ln w="6350">
            <a:solidFill>
              <a:srgbClr val="05008F"/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>
            <a:off x="9766300" y="3946525"/>
            <a:ext cx="76200" cy="57150"/>
          </a:xfrm>
          <a:prstGeom prst="triangle">
            <a:avLst/>
          </a:prstGeom>
          <a:solidFill>
            <a:srgbClr val="05008F"/>
          </a:solidFill>
          <a:ln w="6350">
            <a:solidFill>
              <a:srgbClr val="05008F"/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>
            <a:off x="9766300" y="4010025"/>
            <a:ext cx="76200" cy="57150"/>
          </a:xfrm>
          <a:prstGeom prst="triangle">
            <a:avLst/>
          </a:prstGeom>
          <a:solidFill>
            <a:srgbClr val="05008F"/>
          </a:solidFill>
          <a:ln w="6350">
            <a:solidFill>
              <a:srgbClr val="05008F"/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9499600" y="3517900"/>
            <a:ext cx="927100" cy="0"/>
          </a:xfrm>
          <a:prstGeom prst="line">
            <a:avLst/>
          </a:prstGeom>
          <a:noFill/>
          <a:ln w="28575">
            <a:solidFill>
              <a:srgbClr val="C00000"/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>
            <a:off x="9499600" y="3930650"/>
            <a:ext cx="927100" cy="0"/>
          </a:xfrm>
          <a:prstGeom prst="line">
            <a:avLst/>
          </a:prstGeom>
          <a:noFill/>
          <a:ln w="28575">
            <a:solidFill>
              <a:srgbClr val="C00000"/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>
            <a:off x="10420350" y="3517900"/>
            <a:ext cx="0" cy="419100"/>
          </a:xfrm>
          <a:prstGeom prst="line">
            <a:avLst/>
          </a:prstGeom>
          <a:noFill/>
          <a:ln w="28575">
            <a:solidFill>
              <a:srgbClr val="C00000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33400" y="2977286"/>
            <a:ext cx="111379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Attention Mechanism</a:t>
            </a:r>
            <a:endParaRPr lang="en-US" sz="4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76300" y="2159000"/>
            <a:ext cx="10299700" cy="3835400"/>
          </a:xfrm>
          <a:prstGeom prst="rect">
            <a:avLst/>
          </a:prstGeom>
          <a:solidFill>
            <a:srgbClr val="FFFFFF"/>
          </a:solidFill>
          <a:ln w="19050">
            <a:solidFill>
              <a:srgbClr val="3333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0600" y="2508250"/>
            <a:ext cx="10160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95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bag-of-words model:</a:t>
            </a:r>
            <a:endParaRPr lang="en-US" sz="20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predicts the middle word based on surrounding context words. The context consists of a</a:t>
            </a:r>
            <a:endParaRPr lang="en-US" sz="20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 words before and after the current (middle) word. This architecture is called a bag-of-</a:t>
            </a:r>
            <a:endParaRPr lang="en-US" sz="20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words model as the order of words in the context is not important.</a:t>
            </a:r>
            <a:endParaRPr lang="en-US" sz="20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0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95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skip-gram model:</a:t>
            </a:r>
            <a:endParaRPr lang="en-US" sz="20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predicts words within a certain range before and after the current word in the same</a:t>
            </a:r>
            <a:endParaRPr lang="en-US" sz="20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sentence.</a:t>
            </a:r>
            <a:endParaRPr lang="en-US" sz="20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0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pPr algn="l" indent="0" marL="0">
              <a:lnSpc>
                <a:spcPts val="2240"/>
              </a:lnSpc>
              <a:buNone/>
            </a:pPr>
            <a:r>
              <a:rPr lang="en-US" sz="2000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bag-of-words model</a:t>
            </a:r>
            <a:pPr algn="l" indent="0" marL="0">
              <a:lnSpc>
                <a:spcPts val="224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predicts a word given the neighboring context, a </a:t>
            </a:r>
            <a:pPr algn="l" indent="0" marL="0">
              <a:lnSpc>
                <a:spcPts val="2240"/>
              </a:lnSpc>
              <a:buNone/>
            </a:pPr>
            <a:r>
              <a:rPr lang="en-US" sz="2000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skip-gram model</a:t>
            </a:r>
            <a:endParaRPr lang="en-US" sz="20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predicts the context (or neighbors) of a word, given the word itself.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451100" y="759460"/>
            <a:ext cx="762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Embedding</a:t>
            </a:r>
            <a:endParaRPr lang="en-US" sz="3500" dirty="0"/>
          </a:p>
        </p:txBody>
      </p:sp>
      <p:sp>
        <p:nvSpPr>
          <p:cNvPr id="8" name="Text 6"/>
          <p:cNvSpPr/>
          <p:nvPr/>
        </p:nvSpPr>
        <p:spPr>
          <a:xfrm>
            <a:off x="1447800" y="1289050"/>
            <a:ext cx="9652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5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bag-of-words (CBOW)   vs Skip-Gram Models</a:t>
            </a:r>
            <a:endParaRPr lang="en-US" sz="26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27964" y="87233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bag-of-words (CBOW)   vs Skip-Gram Models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485900" y="1549400"/>
            <a:ext cx="4699000" cy="5105400"/>
          </a:xfrm>
          <a:prstGeom prst="rect">
            <a:avLst/>
          </a:prstGeom>
          <a:ln w="31750">
            <a:solidFill>
              <a:srgbClr val="0000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549400"/>
            <a:ext cx="4495800" cy="5105400"/>
          </a:xfrm>
          <a:prstGeom prst="rect">
            <a:avLst/>
          </a:prstGeom>
          <a:ln w="31750">
            <a:solidFill>
              <a:srgbClr val="0000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93900" y="1803400"/>
            <a:ext cx="1295400" cy="4064000"/>
          </a:xfrm>
          <a:prstGeom prst="rect">
            <a:avLst/>
          </a:prstGeom>
          <a:solidFill>
            <a:srgbClr val="FFFFFF"/>
          </a:solidFill>
          <a:ln w="25400">
            <a:solidFill>
              <a:srgbClr val="8B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52800" y="1803400"/>
            <a:ext cx="1295400" cy="4064000"/>
          </a:xfrm>
          <a:prstGeom prst="rect">
            <a:avLst/>
          </a:prstGeom>
          <a:solidFill>
            <a:srgbClr val="F5C99B"/>
          </a:solidFill>
          <a:ln w="25400">
            <a:solidFill>
              <a:srgbClr val="E8940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24400" y="1803400"/>
            <a:ext cx="1282700" cy="4064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24600" y="1803400"/>
            <a:ext cx="939800" cy="4064000"/>
          </a:xfrm>
          <a:prstGeom prst="rect">
            <a:avLst/>
          </a:prstGeom>
          <a:solidFill>
            <a:srgbClr val="FFFFFF"/>
          </a:solidFill>
          <a:ln w="25400">
            <a:solidFill>
              <a:srgbClr val="8B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27900" y="1803400"/>
            <a:ext cx="1041400" cy="4064000"/>
          </a:xfrm>
          <a:prstGeom prst="rect">
            <a:avLst/>
          </a:prstGeom>
          <a:solidFill>
            <a:srgbClr val="F5C99B"/>
          </a:solidFill>
          <a:ln w="25400">
            <a:solidFill>
              <a:srgbClr val="E8940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45500" y="1803400"/>
            <a:ext cx="1295400" cy="4064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95830" y="201193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24530" y="201193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35780" y="201193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07430" y="201193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29780" y="201193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133080" y="201193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68600" y="2451100"/>
            <a:ext cx="279400" cy="53340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68600" y="3149600"/>
            <a:ext cx="279400" cy="53340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68600" y="4508500"/>
            <a:ext cx="279400" cy="53340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68600" y="5194300"/>
            <a:ext cx="279400" cy="53340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65700" y="3848100"/>
            <a:ext cx="279400" cy="53340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46900" y="3848100"/>
            <a:ext cx="279400" cy="53340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85200" y="2451100"/>
            <a:ext cx="279400" cy="53340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85200" y="3149600"/>
            <a:ext cx="279400" cy="53340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585200" y="4508500"/>
            <a:ext cx="279400" cy="53340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85200" y="5194300"/>
            <a:ext cx="279400" cy="53340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73500" y="3835400"/>
            <a:ext cx="292100" cy="58420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08900" y="3835400"/>
            <a:ext cx="292100" cy="58420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060700" y="2717800"/>
            <a:ext cx="774700" cy="11811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3060700" y="3416300"/>
            <a:ext cx="774700" cy="6096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 flipV="1">
            <a:off x="3060700" y="4203700"/>
            <a:ext cx="774700" cy="5715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 flipV="1">
            <a:off x="3060700" y="4343400"/>
            <a:ext cx="774700" cy="112395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178300" y="4102100"/>
            <a:ext cx="7493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239000" y="4114800"/>
            <a:ext cx="4318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 flipV="1">
            <a:off x="8001000" y="2724150"/>
            <a:ext cx="584200" cy="117475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 flipV="1">
            <a:off x="8001000" y="3422650"/>
            <a:ext cx="584200" cy="61595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8001000" y="4178300"/>
            <a:ext cx="584200" cy="5969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8001000" y="4318000"/>
            <a:ext cx="584200" cy="114935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2336800" y="258343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w(t-2)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336800" y="331368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w(t-1)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336800" y="467893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w(t+1)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336800" y="535838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w(t+2)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334000" y="397408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w(t)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426200" y="398678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w(t)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9055100" y="262153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w(t-2)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055100" y="331368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w(t-1)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9055100" y="464718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w(t+1)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9055100" y="532663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w(t+2)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288030" y="352323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3225800" y="6019800"/>
            <a:ext cx="1574800" cy="355600"/>
          </a:xfrm>
          <a:prstGeom prst="roundRect">
            <a:avLst>
              <a:gd name="adj" fmla="val 12857"/>
            </a:avLst>
          </a:prstGeom>
          <a:solidFill>
            <a:srgbClr val="FFFF99"/>
          </a:solidFill>
          <a:ln w="19050">
            <a:solidFill>
              <a:srgbClr val="C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4A4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CBOW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997700" y="6019800"/>
            <a:ext cx="1574800" cy="355600"/>
          </a:xfrm>
          <a:prstGeom prst="roundRect">
            <a:avLst>
              <a:gd name="adj" fmla="val 12857"/>
            </a:avLst>
          </a:prstGeom>
          <a:solidFill>
            <a:srgbClr val="FFFF99"/>
          </a:solidFill>
          <a:ln w="19050">
            <a:solidFill>
              <a:srgbClr val="C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4A4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Skip-gram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8850" y="1682750"/>
            <a:ext cx="2997200" cy="2997200"/>
          </a:xfrm>
          <a:prstGeom prst="ellipse">
            <a:avLst/>
          </a:prstGeom>
          <a:solidFill>
            <a:srgbClr val="FFFFCC"/>
          </a:solidFill>
          <a:ln w="12700">
            <a:solidFill>
              <a:srgbClr val="FFFFC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72250" y="1676400"/>
            <a:ext cx="2997200" cy="2997200"/>
          </a:xfrm>
          <a:prstGeom prst="ellipse">
            <a:avLst/>
          </a:prstGeom>
          <a:solidFill>
            <a:srgbClr val="FFFFCC"/>
          </a:solidFill>
          <a:ln w="12700">
            <a:solidFill>
              <a:srgbClr val="FFFFC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3181350"/>
            <a:ext cx="30734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triangl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463800" y="1397000"/>
            <a:ext cx="0" cy="35941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triangl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134100" y="3181350"/>
            <a:ext cx="40259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triangl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083550" y="1397000"/>
            <a:ext cx="0" cy="35941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triangle"/>
            <a:tailEnd type="triangle"/>
          </a:ln>
        </p:spPr>
      </p:sp>
      <p:sp>
        <p:nvSpPr>
          <p:cNvPr id="9" name="Shape 7"/>
          <p:cNvSpPr/>
          <p:nvPr/>
        </p:nvSpPr>
        <p:spPr>
          <a:xfrm flipV="1">
            <a:off x="2463800" y="2368550"/>
            <a:ext cx="476250" cy="812800"/>
          </a:xfrm>
          <a:prstGeom prst="line">
            <a:avLst/>
          </a:prstGeom>
          <a:noFill/>
          <a:ln w="19050">
            <a:solidFill>
              <a:srgbClr val="0000C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 flipV="1">
            <a:off x="2463800" y="2616200"/>
            <a:ext cx="2057400" cy="56515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 flipV="1">
            <a:off x="8083550" y="1905000"/>
            <a:ext cx="755650" cy="1276350"/>
          </a:xfrm>
          <a:prstGeom prst="line">
            <a:avLst/>
          </a:prstGeom>
          <a:noFill/>
          <a:ln w="19050">
            <a:solidFill>
              <a:srgbClr val="0000C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 flipV="1">
            <a:off x="8083550" y="2813050"/>
            <a:ext cx="1466850" cy="36830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2348230" y="233045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u="sng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345180" y="248285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u="sng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967980" y="233045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u="sng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964930" y="248285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u="sng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500" dirty="0"/>
          </a:p>
        </p:txBody>
      </p:sp>
      <p:pic>
        <p:nvPicPr>
          <p:cNvPr id="17" name="Image 0" descr="/home/ahmed/Projects/ai_llm_slides/videos/deep-learning/001_transformers_part1/recreated_pptx/build/assets/eq_the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40203" y="2847848"/>
            <a:ext cx="167637" cy="234699"/>
          </a:xfrm>
          <a:prstGeom prst="rect">
            <a:avLst/>
          </a:prstGeom>
        </p:spPr>
      </p:pic>
      <p:pic>
        <p:nvPicPr>
          <p:cNvPr id="18" name="Image 1" descr="/home/ahmed/Projects/ai_llm_slides/videos/deep-learning/001_transformers_part1/recreated_pptx/build/assets/eq_thet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1703" y="2841498"/>
            <a:ext cx="167637" cy="234699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4953000" y="2882900"/>
            <a:ext cx="1231900" cy="609600"/>
          </a:xfrm>
          <a:prstGeom prst="rightArrow">
            <a:avLst/>
          </a:prstGeom>
          <a:solidFill>
            <a:srgbClr val="FFFFFF"/>
          </a:solidFill>
          <a:ln w="31750">
            <a:solidFill>
              <a:srgbClr val="C0000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785360" y="299847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3733800" y="1295400"/>
            <a:ext cx="3060700" cy="9525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CC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9398000" y="1016000"/>
            <a:ext cx="2235200" cy="13589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CC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3733800" y="4089400"/>
            <a:ext cx="2984500" cy="13335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CC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9499600" y="3987800"/>
            <a:ext cx="2044700" cy="838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CC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759200" y="1320800"/>
            <a:ext cx="3009900" cy="901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50" spc="50" kern="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Vectors must be </a:t>
            </a:r>
            <a:pPr algn="ctr" indent="0" marL="0">
              <a:lnSpc>
                <a:spcPts val="2000"/>
              </a:lnSpc>
              <a:buNone/>
            </a:pPr>
            <a:r>
              <a:rPr lang="en-US" sz="1650" b="1" spc="50" kern="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normalized</a:t>
            </a:r>
            <a:endParaRPr lang="en-US" sz="165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650" spc="50" kern="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calculate similarity</a:t>
            </a:r>
            <a:endParaRPr lang="en-US" sz="165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650" spc="50" kern="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Lengths = 1</a:t>
            </a:r>
            <a:endParaRPr lang="en-US" sz="1650" dirty="0"/>
          </a:p>
        </p:txBody>
      </p:sp>
      <p:pic>
        <p:nvPicPr>
          <p:cNvPr id="26" name="Image 2" descr="/home/ahmed/Projects/ai_llm_slides/videos/deep-learning/001_transformers_part1/recreated_pptx/build/assets/eq_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4708" y="1054608"/>
            <a:ext cx="2083305" cy="559311"/>
          </a:xfrm>
          <a:prstGeom prst="rect">
            <a:avLst/>
          </a:prstGeom>
        </p:spPr>
      </p:pic>
      <p:pic>
        <p:nvPicPr>
          <p:cNvPr id="27" name="Image 3" descr="/home/ahmed/Projects/ai_llm_slides/videos/deep-learning/001_transformers_part1/recreated_pptx/build/assets/eq_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4708" y="1676908"/>
            <a:ext cx="2083305" cy="624837"/>
          </a:xfrm>
          <a:prstGeom prst="rect">
            <a:avLst/>
          </a:prstGeom>
        </p:spPr>
      </p:pic>
      <p:pic>
        <p:nvPicPr>
          <p:cNvPr id="28" name="Image 4" descr="/home/ahmed/Projects/ai_llm_slides/videos/deep-learning/001_transformers_part1/recreated_pptx/build/assets/eq_do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3208" y="4255008"/>
            <a:ext cx="2866644" cy="338328"/>
          </a:xfrm>
          <a:prstGeom prst="rect">
            <a:avLst/>
          </a:prstGeom>
        </p:spPr>
      </p:pic>
      <p:pic>
        <p:nvPicPr>
          <p:cNvPr id="29" name="Image 5" descr="/home/ahmed/Projects/ai_llm_slides/videos/deep-learning/001_transformers_part1/recreated_pptx/build/assets/cos_r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13708" y="4801108"/>
            <a:ext cx="801627" cy="301752"/>
          </a:xfrm>
          <a:prstGeom prst="rect">
            <a:avLst/>
          </a:prstGeom>
        </p:spPr>
      </p:pic>
      <p:pic>
        <p:nvPicPr>
          <p:cNvPr id="30" name="Image 6" descr="/home/ahmed/Projects/ai_llm_slides/videos/deep-learning/001_transformers_part1/recreated_pptx/build/assets/cos_bla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1908" y="4596638"/>
            <a:ext cx="1636776" cy="737619"/>
          </a:xfrm>
          <a:prstGeom prst="rect">
            <a:avLst/>
          </a:prstGeom>
        </p:spPr>
      </p:pic>
      <p:pic>
        <p:nvPicPr>
          <p:cNvPr id="31" name="Image 7" descr="/home/ahmed/Projects/ai_llm_slides/videos/deep-learning/001_transformers_part1/recreated_pptx/build/assets/eq_uni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39808" y="4407408"/>
            <a:ext cx="1292349" cy="310896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9537700" y="4019550"/>
            <a:ext cx="2044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After Normalization</a:t>
            </a:r>
            <a:endParaRPr lang="en-US" sz="1680" dirty="0"/>
          </a:p>
        </p:txBody>
      </p:sp>
      <p:sp>
        <p:nvSpPr>
          <p:cNvPr id="33" name="Shape 23"/>
          <p:cNvSpPr/>
          <p:nvPr/>
        </p:nvSpPr>
        <p:spPr>
          <a:xfrm>
            <a:off x="673100" y="5486400"/>
            <a:ext cx="10312400" cy="736600"/>
          </a:xfrm>
          <a:prstGeom prst="rect">
            <a:avLst/>
          </a:prstGeom>
          <a:solidFill>
            <a:srgbClr val="CCFFFF"/>
          </a:solidFill>
          <a:ln w="19050">
            <a:solidFill>
              <a:srgbClr val="0000CC"/>
            </a:solidFill>
            <a:prstDash val="solid"/>
          </a:ln>
        </p:spPr>
      </p:sp>
      <p:sp>
        <p:nvSpPr>
          <p:cNvPr id="34" name="Text 24"/>
          <p:cNvSpPr/>
          <p:nvPr/>
        </p:nvSpPr>
        <p:spPr>
          <a:xfrm>
            <a:off x="812800" y="5511800"/>
            <a:ext cx="990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0" spc="195" kern="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Cosine Similarity is between </a:t>
            </a:r>
            <a:pPr algn="l" indent="0" marL="0">
              <a:lnSpc>
                <a:spcPts val="2200"/>
              </a:lnSpc>
              <a:buNone/>
            </a:pPr>
            <a:r>
              <a:rPr lang="en-US" sz="1600" b="1" spc="150" kern="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 , +1</a:t>
            </a:r>
            <a:endParaRPr lang="en-US" sz="16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600" spc="185" kern="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a </a:t>
            </a:r>
            <a:pPr algn="l" indent="0" marL="0">
              <a:lnSpc>
                <a:spcPts val="2200"/>
              </a:lnSpc>
              <a:buNone/>
            </a:pPr>
            <a:r>
              <a:rPr lang="en-US" sz="1600" u="sng" spc="185" kern="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 product</a:t>
            </a:r>
            <a:pPr algn="l" indent="0" marL="0">
              <a:lnSpc>
                <a:spcPts val="2200"/>
              </a:lnSpc>
              <a:buNone/>
            </a:pPr>
            <a:r>
              <a:rPr lang="en-US" sz="1600" spc="185" kern="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between two Normalized vectors </a:t>
            </a:r>
            <a:pPr algn="l" indent="0" marL="0">
              <a:lnSpc>
                <a:spcPts val="2200"/>
              </a:lnSpc>
              <a:buNone/>
            </a:pPr>
            <a:r>
              <a:rPr lang="en-US" sz="1600" b="1" spc="185" kern="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algn="l" indent="0" marL="0">
              <a:lnSpc>
                <a:spcPts val="2200"/>
              </a:lnSpc>
              <a:buNone/>
            </a:pPr>
            <a:r>
              <a:rPr lang="en-US" sz="1600" spc="185" kern="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algn="l" indent="0" marL="0">
              <a:lnSpc>
                <a:spcPts val="2200"/>
              </a:lnSpc>
              <a:buNone/>
            </a:pPr>
            <a:r>
              <a:rPr lang="en-US" sz="1600" b="1" spc="185" kern="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600" dirty="0"/>
          </a:p>
        </p:txBody>
      </p:sp>
      <p:sp>
        <p:nvSpPr>
          <p:cNvPr id="35" name="Shape 25"/>
          <p:cNvSpPr/>
          <p:nvPr/>
        </p:nvSpPr>
        <p:spPr>
          <a:xfrm>
            <a:off x="1397000" y="6299200"/>
            <a:ext cx="5283200" cy="469900"/>
          </a:xfrm>
          <a:prstGeom prst="rect">
            <a:avLst/>
          </a:prstGeom>
          <a:solidFill>
            <a:srgbClr val="FFFFCC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6" name="Text 26"/>
          <p:cNvSpPr/>
          <p:nvPr/>
        </p:nvSpPr>
        <p:spPr>
          <a:xfrm>
            <a:off x="1397000" y="6299200"/>
            <a:ext cx="52832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Maximize [Similarity] = Minimize -[Similarity]</a:t>
            </a:r>
            <a:endParaRPr lang="en-US" sz="2000" dirty="0"/>
          </a:p>
        </p:txBody>
      </p:sp>
      <p:sp>
        <p:nvSpPr>
          <p:cNvPr id="37" name="Shape 27"/>
          <p:cNvSpPr/>
          <p:nvPr/>
        </p:nvSpPr>
        <p:spPr>
          <a:xfrm>
            <a:off x="7200900" y="6311900"/>
            <a:ext cx="2527300" cy="469900"/>
          </a:xfrm>
          <a:prstGeom prst="rect">
            <a:avLst/>
          </a:prstGeom>
          <a:solidFill>
            <a:srgbClr val="FFCCCC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8" name="Text 28"/>
          <p:cNvSpPr/>
          <p:nvPr/>
        </p:nvSpPr>
        <p:spPr>
          <a:xfrm>
            <a:off x="7200900" y="6311900"/>
            <a:ext cx="25273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= -[Similarity]</a:t>
            </a:r>
            <a:endParaRPr lang="en-US" sz="1950" dirty="0"/>
          </a:p>
        </p:txBody>
      </p:sp>
      <p:sp>
        <p:nvSpPr>
          <p:cNvPr id="39" name="Text 29"/>
          <p:cNvSpPr/>
          <p:nvPr/>
        </p:nvSpPr>
        <p:spPr>
          <a:xfrm>
            <a:off x="1891030" y="677570"/>
            <a:ext cx="6949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Review: Cosine Similarity</a:t>
            </a:r>
            <a:endParaRPr lang="en-US" sz="2900" dirty="0"/>
          </a:p>
        </p:txBody>
      </p:sp>
      <p:sp>
        <p:nvSpPr>
          <p:cNvPr id="40" name="Shape 30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1" name="Text 31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724400" y="584200"/>
            <a:ext cx="553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of Self attention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58800" y="723900"/>
            <a:ext cx="5956300" cy="5956300"/>
          </a:xfrm>
          <a:prstGeom prst="ellipse">
            <a:avLst/>
          </a:prstGeom>
          <a:solidFill>
            <a:srgbClr val="EEFEFB"/>
          </a:solidFill>
          <a:ln w="25400">
            <a:solidFill>
              <a:srgbClr val="2233CC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2921000" y="1371600"/>
            <a:ext cx="1257300" cy="292100"/>
          </a:xfrm>
          <a:prstGeom prst="line">
            <a:avLst/>
          </a:prstGeom>
          <a:noFill/>
          <a:ln w="25400">
            <a:solidFill>
              <a:srgbClr val="EE0000"/>
            </a:solidFill>
            <a:prstDash val="solid"/>
            <a:headEnd type="triangle"/>
            <a:tailEnd type="triangle"/>
          </a:ln>
        </p:spPr>
      </p:sp>
      <p:sp>
        <p:nvSpPr>
          <p:cNvPr id="8" name="Shape 6"/>
          <p:cNvSpPr/>
          <p:nvPr/>
        </p:nvSpPr>
        <p:spPr>
          <a:xfrm flipH="1">
            <a:off x="1981200" y="2438400"/>
            <a:ext cx="596900" cy="800100"/>
          </a:xfrm>
          <a:prstGeom prst="line">
            <a:avLst/>
          </a:prstGeom>
          <a:noFill/>
          <a:ln w="22225">
            <a:solidFill>
              <a:srgbClr val="EE0000"/>
            </a:solidFill>
            <a:prstDash val="solid"/>
            <a:headEnd type="triangle"/>
            <a:tailEnd type="triangle"/>
          </a:ln>
        </p:spPr>
      </p:sp>
      <p:sp>
        <p:nvSpPr>
          <p:cNvPr id="9" name="Shape 7"/>
          <p:cNvSpPr/>
          <p:nvPr/>
        </p:nvSpPr>
        <p:spPr>
          <a:xfrm flipH="1">
            <a:off x="1968500" y="2082800"/>
            <a:ext cx="1917700" cy="1168400"/>
          </a:xfrm>
          <a:prstGeom prst="line">
            <a:avLst/>
          </a:prstGeom>
          <a:noFill/>
          <a:ln w="25400">
            <a:solidFill>
              <a:srgbClr val="EE0000"/>
            </a:solidFill>
            <a:prstDash val="solid"/>
            <a:headEnd type="triangle"/>
            <a:tailEnd type="triangle"/>
          </a:ln>
        </p:spPr>
      </p:sp>
      <p:sp>
        <p:nvSpPr>
          <p:cNvPr id="10" name="Shape 8"/>
          <p:cNvSpPr/>
          <p:nvPr/>
        </p:nvSpPr>
        <p:spPr>
          <a:xfrm flipV="1">
            <a:off x="2120900" y="3695700"/>
            <a:ext cx="622300" cy="12700"/>
          </a:xfrm>
          <a:prstGeom prst="line">
            <a:avLst/>
          </a:prstGeom>
          <a:noFill/>
          <a:ln w="25400">
            <a:solidFill>
              <a:srgbClr val="EE0000"/>
            </a:solidFill>
            <a:prstDash val="solid"/>
            <a:headEnd type="triangl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006600" y="4191000"/>
            <a:ext cx="2933700" cy="838200"/>
          </a:xfrm>
          <a:prstGeom prst="line">
            <a:avLst/>
          </a:prstGeom>
          <a:noFill/>
          <a:ln w="25400">
            <a:solidFill>
              <a:srgbClr val="EE0000"/>
            </a:solidFill>
            <a:prstDash val="solid"/>
            <a:headEnd type="triangle"/>
            <a:tailEnd type="triangle"/>
          </a:ln>
        </p:spPr>
      </p:sp>
      <p:sp>
        <p:nvSpPr>
          <p:cNvPr id="12" name="Shape 10"/>
          <p:cNvSpPr/>
          <p:nvPr/>
        </p:nvSpPr>
        <p:spPr>
          <a:xfrm flipV="1">
            <a:off x="3886200" y="2413000"/>
            <a:ext cx="254000" cy="863600"/>
          </a:xfrm>
          <a:prstGeom prst="line">
            <a:avLst/>
          </a:prstGeom>
          <a:noFill/>
          <a:ln w="50800">
            <a:solidFill>
              <a:srgbClr val="EE0000"/>
            </a:solidFill>
            <a:prstDash val="solid"/>
            <a:headEnd type="triangl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038600" y="3683000"/>
            <a:ext cx="863600" cy="939800"/>
          </a:xfrm>
          <a:prstGeom prst="line">
            <a:avLst/>
          </a:prstGeom>
          <a:noFill/>
          <a:ln w="50800">
            <a:solidFill>
              <a:srgbClr val="EE0000"/>
            </a:solidFill>
            <a:prstDash val="solid"/>
            <a:headEnd type="triangle"/>
            <a:tailEnd type="triangle"/>
          </a:ln>
        </p:spPr>
      </p:sp>
      <p:sp>
        <p:nvSpPr>
          <p:cNvPr id="14" name="Shape 12"/>
          <p:cNvSpPr/>
          <p:nvPr/>
        </p:nvSpPr>
        <p:spPr>
          <a:xfrm flipH="1">
            <a:off x="3276600" y="4267200"/>
            <a:ext cx="76200" cy="850900"/>
          </a:xfrm>
          <a:prstGeom prst="line">
            <a:avLst/>
          </a:prstGeom>
          <a:noFill/>
          <a:ln w="50800">
            <a:solidFill>
              <a:srgbClr val="EE0000"/>
            </a:solidFill>
            <a:prstDash val="solid"/>
            <a:headEnd type="triangl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965700" y="2501900"/>
            <a:ext cx="508000" cy="1536700"/>
          </a:xfrm>
          <a:prstGeom prst="line">
            <a:avLst/>
          </a:prstGeom>
          <a:noFill/>
          <a:ln w="50800">
            <a:solidFill>
              <a:srgbClr val="EE0000"/>
            </a:solidFill>
            <a:prstDash val="solid"/>
            <a:headEnd type="triangl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987550" y="1238250"/>
            <a:ext cx="1168400" cy="1168400"/>
          </a:xfrm>
          <a:prstGeom prst="ellipse">
            <a:avLst/>
          </a:prstGeom>
          <a:solidFill>
            <a:srgbClr val="FEFFE5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87550" y="1238250"/>
            <a:ext cx="116840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981450" y="1485900"/>
            <a:ext cx="1168400" cy="1168400"/>
          </a:xfrm>
          <a:prstGeom prst="ellipse">
            <a:avLst/>
          </a:prstGeom>
          <a:solidFill>
            <a:srgbClr val="FEFFE5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81450" y="1485900"/>
            <a:ext cx="116840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garden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20750" y="3149600"/>
            <a:ext cx="1181100" cy="1181100"/>
          </a:xfrm>
          <a:prstGeom prst="ellipse">
            <a:avLst/>
          </a:prstGeom>
          <a:solidFill>
            <a:srgbClr val="FEFFE5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0750" y="3149600"/>
            <a:ext cx="118110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2787650" y="3041650"/>
            <a:ext cx="1231900" cy="1231900"/>
          </a:xfrm>
          <a:prstGeom prst="ellipse">
            <a:avLst/>
          </a:prstGeom>
          <a:solidFill>
            <a:srgbClr val="D5FFAF"/>
          </a:solidFill>
          <a:ln w="19050">
            <a:solidFill>
              <a:srgbClr val="4C9A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87650" y="3041650"/>
            <a:ext cx="1231900" cy="1231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Boy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4883150" y="4044950"/>
            <a:ext cx="1206500" cy="1206500"/>
          </a:xfrm>
          <a:prstGeom prst="ellipse">
            <a:avLst/>
          </a:prstGeom>
          <a:solidFill>
            <a:srgbClr val="FEFFE5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83150" y="4044950"/>
            <a:ext cx="12065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2628900" y="5124450"/>
            <a:ext cx="1168400" cy="1168400"/>
          </a:xfrm>
          <a:prstGeom prst="ellipse">
            <a:avLst/>
          </a:prstGeom>
          <a:solidFill>
            <a:srgbClr val="FEFFE5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28900" y="5124450"/>
            <a:ext cx="116840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climbs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1587500" y="1866900"/>
            <a:ext cx="317500" cy="635000"/>
          </a:xfrm>
          <a:prstGeom prst="roundRect">
            <a:avLst>
              <a:gd name="adj" fmla="val 17280"/>
            </a:avLst>
          </a:prstGeom>
          <a:solidFill>
            <a:srgbClr val="FFFFFF"/>
          </a:solidFill>
          <a:ln w="15875">
            <a:solidFill>
              <a:srgbClr val="4472C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651000" y="1917700"/>
            <a:ext cx="190500" cy="76200"/>
          </a:xfrm>
          <a:prstGeom prst="rect">
            <a:avLst/>
          </a:prstGeom>
          <a:solidFill>
            <a:srgbClr val="8FBCE6"/>
          </a:solidFill>
          <a:ln/>
        </p:spPr>
      </p:sp>
      <p:sp>
        <p:nvSpPr>
          <p:cNvPr id="30" name="Shape 28"/>
          <p:cNvSpPr/>
          <p:nvPr/>
        </p:nvSpPr>
        <p:spPr>
          <a:xfrm>
            <a:off x="1651000" y="2073910"/>
            <a:ext cx="190500" cy="76200"/>
          </a:xfrm>
          <a:prstGeom prst="rect">
            <a:avLst/>
          </a:prstGeom>
          <a:solidFill>
            <a:srgbClr val="8FBCE6"/>
          </a:solidFill>
          <a:ln/>
        </p:spPr>
      </p:sp>
      <p:sp>
        <p:nvSpPr>
          <p:cNvPr id="31" name="Shape 29"/>
          <p:cNvSpPr/>
          <p:nvPr/>
        </p:nvSpPr>
        <p:spPr>
          <a:xfrm>
            <a:off x="1651000" y="2230120"/>
            <a:ext cx="190500" cy="76200"/>
          </a:xfrm>
          <a:prstGeom prst="rect">
            <a:avLst/>
          </a:prstGeom>
          <a:solidFill>
            <a:srgbClr val="8FBCE6"/>
          </a:solidFill>
          <a:ln/>
        </p:spPr>
      </p:sp>
      <p:sp>
        <p:nvSpPr>
          <p:cNvPr id="32" name="Shape 30"/>
          <p:cNvSpPr/>
          <p:nvPr/>
        </p:nvSpPr>
        <p:spPr>
          <a:xfrm>
            <a:off x="1651000" y="2386330"/>
            <a:ext cx="190500" cy="76200"/>
          </a:xfrm>
          <a:prstGeom prst="rect">
            <a:avLst/>
          </a:prstGeom>
          <a:solidFill>
            <a:srgbClr val="8FBCE6"/>
          </a:solidFill>
          <a:ln/>
        </p:spPr>
      </p:sp>
      <p:sp>
        <p:nvSpPr>
          <p:cNvPr id="33" name="Shape 31"/>
          <p:cNvSpPr/>
          <p:nvPr/>
        </p:nvSpPr>
        <p:spPr>
          <a:xfrm>
            <a:off x="1079500" y="4406900"/>
            <a:ext cx="317500" cy="647700"/>
          </a:xfrm>
          <a:prstGeom prst="roundRect">
            <a:avLst>
              <a:gd name="adj" fmla="val 17280"/>
            </a:avLst>
          </a:prstGeom>
          <a:solidFill>
            <a:srgbClr val="FFFFFF"/>
          </a:solidFill>
          <a:ln w="15875">
            <a:solidFill>
              <a:srgbClr val="4472C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43000" y="4457700"/>
            <a:ext cx="190500" cy="76200"/>
          </a:xfrm>
          <a:prstGeom prst="rect">
            <a:avLst/>
          </a:prstGeom>
          <a:solidFill>
            <a:srgbClr val="8FBCE6"/>
          </a:solidFill>
          <a:ln/>
        </p:spPr>
      </p:sp>
      <p:sp>
        <p:nvSpPr>
          <p:cNvPr id="35" name="Shape 33"/>
          <p:cNvSpPr/>
          <p:nvPr/>
        </p:nvSpPr>
        <p:spPr>
          <a:xfrm>
            <a:off x="1143000" y="4613910"/>
            <a:ext cx="190500" cy="76200"/>
          </a:xfrm>
          <a:prstGeom prst="rect">
            <a:avLst/>
          </a:prstGeom>
          <a:solidFill>
            <a:srgbClr val="8FBCE6"/>
          </a:solidFill>
          <a:ln/>
        </p:spPr>
      </p:sp>
      <p:sp>
        <p:nvSpPr>
          <p:cNvPr id="36" name="Shape 34"/>
          <p:cNvSpPr/>
          <p:nvPr/>
        </p:nvSpPr>
        <p:spPr>
          <a:xfrm>
            <a:off x="1143000" y="4770120"/>
            <a:ext cx="190500" cy="76200"/>
          </a:xfrm>
          <a:prstGeom prst="rect">
            <a:avLst/>
          </a:prstGeom>
          <a:solidFill>
            <a:srgbClr val="8FBCE6"/>
          </a:solidFill>
          <a:ln/>
        </p:spPr>
      </p:sp>
      <p:sp>
        <p:nvSpPr>
          <p:cNvPr id="37" name="Shape 35"/>
          <p:cNvSpPr/>
          <p:nvPr/>
        </p:nvSpPr>
        <p:spPr>
          <a:xfrm>
            <a:off x="1143000" y="4926330"/>
            <a:ext cx="190500" cy="76200"/>
          </a:xfrm>
          <a:prstGeom prst="rect">
            <a:avLst/>
          </a:prstGeom>
          <a:solidFill>
            <a:srgbClr val="8FBCE6"/>
          </a:solidFill>
          <a:ln/>
        </p:spPr>
      </p:sp>
      <p:sp>
        <p:nvSpPr>
          <p:cNvPr id="38" name="Shape 36"/>
          <p:cNvSpPr/>
          <p:nvPr/>
        </p:nvSpPr>
        <p:spPr>
          <a:xfrm>
            <a:off x="3924300" y="4000500"/>
            <a:ext cx="317500" cy="673100"/>
          </a:xfrm>
          <a:prstGeom prst="roundRect">
            <a:avLst>
              <a:gd name="adj" fmla="val 17280"/>
            </a:avLst>
          </a:prstGeom>
          <a:solidFill>
            <a:srgbClr val="FFFFFF"/>
          </a:solidFill>
          <a:ln w="15875">
            <a:solidFill>
              <a:srgbClr val="4472C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987800" y="4064000"/>
            <a:ext cx="190500" cy="76200"/>
          </a:xfrm>
          <a:prstGeom prst="rect">
            <a:avLst/>
          </a:prstGeom>
          <a:solidFill>
            <a:srgbClr val="8FBCE6"/>
          </a:solidFill>
          <a:ln/>
        </p:spPr>
      </p:sp>
      <p:sp>
        <p:nvSpPr>
          <p:cNvPr id="40" name="Shape 38"/>
          <p:cNvSpPr/>
          <p:nvPr/>
        </p:nvSpPr>
        <p:spPr>
          <a:xfrm>
            <a:off x="3987800" y="4220210"/>
            <a:ext cx="190500" cy="76200"/>
          </a:xfrm>
          <a:prstGeom prst="rect">
            <a:avLst/>
          </a:prstGeom>
          <a:solidFill>
            <a:srgbClr val="8FBCE6"/>
          </a:solidFill>
          <a:ln/>
        </p:spPr>
      </p:sp>
      <p:sp>
        <p:nvSpPr>
          <p:cNvPr id="41" name="Shape 39"/>
          <p:cNvSpPr/>
          <p:nvPr/>
        </p:nvSpPr>
        <p:spPr>
          <a:xfrm>
            <a:off x="3987800" y="4376420"/>
            <a:ext cx="190500" cy="76200"/>
          </a:xfrm>
          <a:prstGeom prst="rect">
            <a:avLst/>
          </a:prstGeom>
          <a:solidFill>
            <a:srgbClr val="8FBCE6"/>
          </a:solidFill>
          <a:ln/>
        </p:spPr>
      </p:sp>
      <p:sp>
        <p:nvSpPr>
          <p:cNvPr id="42" name="Shape 40"/>
          <p:cNvSpPr/>
          <p:nvPr/>
        </p:nvSpPr>
        <p:spPr>
          <a:xfrm>
            <a:off x="3987800" y="4532630"/>
            <a:ext cx="190500" cy="76200"/>
          </a:xfrm>
          <a:prstGeom prst="rect">
            <a:avLst/>
          </a:prstGeom>
          <a:solidFill>
            <a:srgbClr val="8FBCE6"/>
          </a:solidFill>
          <a:ln/>
        </p:spPr>
      </p:sp>
      <p:sp>
        <p:nvSpPr>
          <p:cNvPr id="43" name="Shape 41"/>
          <p:cNvSpPr/>
          <p:nvPr/>
        </p:nvSpPr>
        <p:spPr>
          <a:xfrm>
            <a:off x="3924300" y="5727700"/>
            <a:ext cx="317500" cy="647700"/>
          </a:xfrm>
          <a:prstGeom prst="roundRect">
            <a:avLst>
              <a:gd name="adj" fmla="val 17280"/>
            </a:avLst>
          </a:prstGeom>
          <a:solidFill>
            <a:srgbClr val="FFFFFF"/>
          </a:solidFill>
          <a:ln w="15875">
            <a:solidFill>
              <a:srgbClr val="4472C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987800" y="5778500"/>
            <a:ext cx="190500" cy="76200"/>
          </a:xfrm>
          <a:prstGeom prst="rect">
            <a:avLst/>
          </a:prstGeom>
          <a:solidFill>
            <a:srgbClr val="8FBCE6"/>
          </a:solidFill>
          <a:ln/>
        </p:spPr>
      </p:sp>
      <p:sp>
        <p:nvSpPr>
          <p:cNvPr id="45" name="Shape 43"/>
          <p:cNvSpPr/>
          <p:nvPr/>
        </p:nvSpPr>
        <p:spPr>
          <a:xfrm>
            <a:off x="3987800" y="5934710"/>
            <a:ext cx="190500" cy="76200"/>
          </a:xfrm>
          <a:prstGeom prst="rect">
            <a:avLst/>
          </a:prstGeom>
          <a:solidFill>
            <a:srgbClr val="8FBCE6"/>
          </a:solidFill>
          <a:ln/>
        </p:spPr>
      </p:sp>
      <p:sp>
        <p:nvSpPr>
          <p:cNvPr id="46" name="Shape 44"/>
          <p:cNvSpPr/>
          <p:nvPr/>
        </p:nvSpPr>
        <p:spPr>
          <a:xfrm>
            <a:off x="3987800" y="6090920"/>
            <a:ext cx="190500" cy="76200"/>
          </a:xfrm>
          <a:prstGeom prst="rect">
            <a:avLst/>
          </a:prstGeom>
          <a:solidFill>
            <a:srgbClr val="8FBCE6"/>
          </a:solidFill>
          <a:ln/>
        </p:spPr>
      </p:sp>
      <p:sp>
        <p:nvSpPr>
          <p:cNvPr id="47" name="Shape 45"/>
          <p:cNvSpPr/>
          <p:nvPr/>
        </p:nvSpPr>
        <p:spPr>
          <a:xfrm>
            <a:off x="3987800" y="6247130"/>
            <a:ext cx="190500" cy="76200"/>
          </a:xfrm>
          <a:prstGeom prst="rect">
            <a:avLst/>
          </a:prstGeom>
          <a:solidFill>
            <a:srgbClr val="8FBCE6"/>
          </a:solidFill>
          <a:ln/>
        </p:spPr>
      </p:sp>
      <p:sp>
        <p:nvSpPr>
          <p:cNvPr id="48" name="Shape 46"/>
          <p:cNvSpPr/>
          <p:nvPr/>
        </p:nvSpPr>
        <p:spPr>
          <a:xfrm>
            <a:off x="4838700" y="5219700"/>
            <a:ext cx="330200" cy="647700"/>
          </a:xfrm>
          <a:prstGeom prst="roundRect">
            <a:avLst>
              <a:gd name="adj" fmla="val 16615"/>
            </a:avLst>
          </a:prstGeom>
          <a:solidFill>
            <a:srgbClr val="FFFFFF"/>
          </a:solidFill>
          <a:ln w="15875">
            <a:solidFill>
              <a:srgbClr val="4472C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908550" y="5270500"/>
            <a:ext cx="190500" cy="76200"/>
          </a:xfrm>
          <a:prstGeom prst="rect">
            <a:avLst/>
          </a:prstGeom>
          <a:solidFill>
            <a:srgbClr val="8FBCE6"/>
          </a:solidFill>
          <a:ln/>
        </p:spPr>
      </p:sp>
      <p:sp>
        <p:nvSpPr>
          <p:cNvPr id="50" name="Shape 48"/>
          <p:cNvSpPr/>
          <p:nvPr/>
        </p:nvSpPr>
        <p:spPr>
          <a:xfrm>
            <a:off x="4908550" y="5426710"/>
            <a:ext cx="190500" cy="76200"/>
          </a:xfrm>
          <a:prstGeom prst="rect">
            <a:avLst/>
          </a:prstGeom>
          <a:solidFill>
            <a:srgbClr val="8FBCE6"/>
          </a:solidFill>
          <a:ln/>
        </p:spPr>
      </p:sp>
      <p:sp>
        <p:nvSpPr>
          <p:cNvPr id="51" name="Shape 49"/>
          <p:cNvSpPr/>
          <p:nvPr/>
        </p:nvSpPr>
        <p:spPr>
          <a:xfrm>
            <a:off x="4908550" y="5582920"/>
            <a:ext cx="190500" cy="76200"/>
          </a:xfrm>
          <a:prstGeom prst="rect">
            <a:avLst/>
          </a:prstGeom>
          <a:solidFill>
            <a:srgbClr val="8FBCE6"/>
          </a:solidFill>
          <a:ln/>
        </p:spPr>
      </p:sp>
      <p:sp>
        <p:nvSpPr>
          <p:cNvPr id="52" name="Shape 50"/>
          <p:cNvSpPr/>
          <p:nvPr/>
        </p:nvSpPr>
        <p:spPr>
          <a:xfrm>
            <a:off x="4908550" y="5739130"/>
            <a:ext cx="190500" cy="76200"/>
          </a:xfrm>
          <a:prstGeom prst="rect">
            <a:avLst/>
          </a:prstGeom>
          <a:solidFill>
            <a:srgbClr val="8FBCE6"/>
          </a:solidFill>
          <a:ln/>
        </p:spPr>
      </p:sp>
      <p:sp>
        <p:nvSpPr>
          <p:cNvPr id="53" name="Shape 51"/>
          <p:cNvSpPr/>
          <p:nvPr/>
        </p:nvSpPr>
        <p:spPr>
          <a:xfrm>
            <a:off x="10083800" y="4203700"/>
            <a:ext cx="317500" cy="1092200"/>
          </a:xfrm>
          <a:prstGeom prst="roundRect">
            <a:avLst>
              <a:gd name="adj" fmla="val 17280"/>
            </a:avLst>
          </a:prstGeom>
          <a:solidFill>
            <a:srgbClr val="FFFFFF"/>
          </a:solidFill>
          <a:ln w="15875">
            <a:solidFill>
              <a:srgbClr val="FF40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134600" y="4305300"/>
            <a:ext cx="203200" cy="9525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55" name="Shape 53"/>
          <p:cNvSpPr/>
          <p:nvPr/>
        </p:nvSpPr>
        <p:spPr>
          <a:xfrm>
            <a:off x="10134600" y="4575810"/>
            <a:ext cx="203200" cy="9525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56" name="Shape 54"/>
          <p:cNvSpPr/>
          <p:nvPr/>
        </p:nvSpPr>
        <p:spPr>
          <a:xfrm>
            <a:off x="10134600" y="4846320"/>
            <a:ext cx="203200" cy="9525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57" name="Shape 55"/>
          <p:cNvSpPr/>
          <p:nvPr/>
        </p:nvSpPr>
        <p:spPr>
          <a:xfrm>
            <a:off x="10134600" y="5116830"/>
            <a:ext cx="203200" cy="9525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58" name="Shape 56"/>
          <p:cNvSpPr/>
          <p:nvPr/>
        </p:nvSpPr>
        <p:spPr>
          <a:xfrm>
            <a:off x="8001000" y="5981700"/>
            <a:ext cx="317500" cy="673100"/>
          </a:xfrm>
          <a:prstGeom prst="roundRect">
            <a:avLst>
              <a:gd name="adj" fmla="val 17280"/>
            </a:avLst>
          </a:prstGeom>
          <a:solidFill>
            <a:srgbClr val="FFFFFF"/>
          </a:solidFill>
          <a:ln w="15875">
            <a:solidFill>
              <a:srgbClr val="4472C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064500" y="6045200"/>
            <a:ext cx="190500" cy="76200"/>
          </a:xfrm>
          <a:prstGeom prst="rect">
            <a:avLst/>
          </a:prstGeom>
          <a:solidFill>
            <a:srgbClr val="8FBCE6"/>
          </a:solidFill>
          <a:ln/>
        </p:spPr>
      </p:sp>
      <p:sp>
        <p:nvSpPr>
          <p:cNvPr id="60" name="Shape 58"/>
          <p:cNvSpPr/>
          <p:nvPr/>
        </p:nvSpPr>
        <p:spPr>
          <a:xfrm>
            <a:off x="8064500" y="6201410"/>
            <a:ext cx="190500" cy="76200"/>
          </a:xfrm>
          <a:prstGeom prst="rect">
            <a:avLst/>
          </a:prstGeom>
          <a:solidFill>
            <a:srgbClr val="8FBCE6"/>
          </a:solidFill>
          <a:ln/>
        </p:spPr>
      </p:sp>
      <p:sp>
        <p:nvSpPr>
          <p:cNvPr id="61" name="Shape 59"/>
          <p:cNvSpPr/>
          <p:nvPr/>
        </p:nvSpPr>
        <p:spPr>
          <a:xfrm>
            <a:off x="8064500" y="6357620"/>
            <a:ext cx="190500" cy="76200"/>
          </a:xfrm>
          <a:prstGeom prst="rect">
            <a:avLst/>
          </a:prstGeom>
          <a:solidFill>
            <a:srgbClr val="8FBCE6"/>
          </a:solidFill>
          <a:ln/>
        </p:spPr>
      </p:sp>
      <p:sp>
        <p:nvSpPr>
          <p:cNvPr id="62" name="Shape 60"/>
          <p:cNvSpPr/>
          <p:nvPr/>
        </p:nvSpPr>
        <p:spPr>
          <a:xfrm>
            <a:off x="8064500" y="6513830"/>
            <a:ext cx="190500" cy="76200"/>
          </a:xfrm>
          <a:prstGeom prst="rect">
            <a:avLst/>
          </a:prstGeom>
          <a:solidFill>
            <a:srgbClr val="8FBCE6"/>
          </a:solidFill>
          <a:ln/>
        </p:spPr>
      </p:sp>
      <p:sp>
        <p:nvSpPr>
          <p:cNvPr id="63" name="Shape 61"/>
          <p:cNvSpPr/>
          <p:nvPr/>
        </p:nvSpPr>
        <p:spPr>
          <a:xfrm>
            <a:off x="6032500" y="1346200"/>
            <a:ext cx="5422900" cy="482600"/>
          </a:xfrm>
          <a:prstGeom prst="rect">
            <a:avLst/>
          </a:prstGeom>
          <a:solidFill>
            <a:srgbClr val="EEFEFB"/>
          </a:solidFill>
          <a:ln w="19050">
            <a:solidFill>
              <a:srgbClr val="2233CC"/>
            </a:solidFill>
            <a:prstDash val="dash"/>
          </a:ln>
        </p:spPr>
      </p:sp>
      <p:sp>
        <p:nvSpPr>
          <p:cNvPr id="64" name="Text 62"/>
          <p:cNvSpPr/>
          <p:nvPr/>
        </p:nvSpPr>
        <p:spPr>
          <a:xfrm>
            <a:off x="6032500" y="1346200"/>
            <a:ext cx="54229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boy</a:t>
            </a:r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climbs the tree in the garden</a:t>
            </a:r>
            <a:endParaRPr lang="en-US" sz="2000" dirty="0"/>
          </a:p>
        </p:txBody>
      </p:sp>
      <p:pic>
        <p:nvPicPr>
          <p:cNvPr id="65" name="Image 0" descr="/home/ahmed/Projects/ai_llm_slides/videos/deep-learning/001_transformers_part1/recreated_pptx/build/assets/blockarrow_0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8600" y="3568700"/>
            <a:ext cx="2083308" cy="457200"/>
          </a:xfrm>
          <a:prstGeom prst="rect">
            <a:avLst/>
          </a:prstGeom>
        </p:spPr>
      </p:pic>
      <p:sp>
        <p:nvSpPr>
          <p:cNvPr id="66" name="Shape 63"/>
          <p:cNvSpPr/>
          <p:nvPr/>
        </p:nvSpPr>
        <p:spPr>
          <a:xfrm flipV="1">
            <a:off x="8343900" y="4864100"/>
            <a:ext cx="1676400" cy="1511300"/>
          </a:xfrm>
          <a:prstGeom prst="line">
            <a:avLst/>
          </a:prstGeom>
          <a:noFill/>
          <a:ln w="19050">
            <a:solidFill>
              <a:srgbClr val="EE0000"/>
            </a:solidFill>
            <a:prstDash val="dash"/>
            <a:tailEnd type="triangle"/>
          </a:ln>
        </p:spPr>
      </p:sp>
      <p:sp>
        <p:nvSpPr>
          <p:cNvPr id="67" name="Shape 64"/>
          <p:cNvSpPr/>
          <p:nvPr/>
        </p:nvSpPr>
        <p:spPr>
          <a:xfrm>
            <a:off x="8801100" y="3054350"/>
            <a:ext cx="1270000" cy="1270000"/>
          </a:xfrm>
          <a:prstGeom prst="ellipse">
            <a:avLst/>
          </a:prstGeom>
          <a:solidFill>
            <a:srgbClr val="D5FFAF"/>
          </a:solidFill>
          <a:ln w="19050">
            <a:solidFill>
              <a:srgbClr val="4C9A2A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8801100" y="3054350"/>
            <a:ext cx="127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Boy</a:t>
            </a:r>
            <a:endParaRPr lang="en-US" sz="2000" dirty="0"/>
          </a:p>
        </p:txBody>
      </p:sp>
      <p:sp>
        <p:nvSpPr>
          <p:cNvPr id="69" name="Shape 66"/>
          <p:cNvSpPr/>
          <p:nvPr/>
        </p:nvSpPr>
        <p:spPr>
          <a:xfrm>
            <a:off x="7099300" y="5035550"/>
            <a:ext cx="1231900" cy="1231900"/>
          </a:xfrm>
          <a:prstGeom prst="ellipse">
            <a:avLst/>
          </a:prstGeom>
          <a:solidFill>
            <a:srgbClr val="D5FFAF"/>
          </a:solidFill>
          <a:ln w="19050">
            <a:solidFill>
              <a:srgbClr val="4C9A2A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7099300" y="5035550"/>
            <a:ext cx="1231900" cy="1231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Boy</a:t>
            </a: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362200" y="609600"/>
            <a:ext cx="74676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– Decoder Transformer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58800" y="2667000"/>
            <a:ext cx="2070100" cy="3975100"/>
          </a:xfrm>
          <a:prstGeom prst="roundRect">
            <a:avLst>
              <a:gd name="adj" fmla="val 2209"/>
            </a:avLst>
          </a:prstGeom>
          <a:solidFill>
            <a:srgbClr val="DEAA75"/>
          </a:solidFill>
          <a:ln w="12700">
            <a:solidFill>
              <a:srgbClr val="9A8E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9600" y="2870200"/>
            <a:ext cx="1981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3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Scaled Dot-Product</a:t>
            </a:r>
            <a:endParaRPr lang="en-US" sz="13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3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6600" y="3403600"/>
            <a:ext cx="1689100" cy="2844800"/>
          </a:xfrm>
          <a:prstGeom prst="rect">
            <a:avLst/>
          </a:prstGeom>
          <a:solidFill>
            <a:srgbClr val="E9B57F"/>
          </a:solidFill>
          <a:ln w="12700">
            <a:solidFill>
              <a:srgbClr val="7A722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6600" y="3403600"/>
            <a:ext cx="152400" cy="38100"/>
          </a:xfrm>
          <a:prstGeom prst="rect">
            <a:avLst/>
          </a:prstGeom>
          <a:solidFill>
            <a:srgbClr val="7A7225"/>
          </a:solidFill>
          <a:ln w="3175">
            <a:solidFill>
              <a:srgbClr val="7A722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6600" y="3403600"/>
            <a:ext cx="38100" cy="152400"/>
          </a:xfrm>
          <a:prstGeom prst="rect">
            <a:avLst/>
          </a:prstGeom>
          <a:solidFill>
            <a:srgbClr val="7A7225"/>
          </a:solidFill>
          <a:ln w="3175">
            <a:solidFill>
              <a:srgbClr val="7A722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4700" y="3441700"/>
            <a:ext cx="63500" cy="63500"/>
          </a:xfrm>
          <a:prstGeom prst="rect">
            <a:avLst/>
          </a:prstGeom>
          <a:solidFill>
            <a:srgbClr val="C9B880"/>
          </a:solidFill>
          <a:ln w="3175">
            <a:solidFill>
              <a:srgbClr val="C9B8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73300" y="3403600"/>
            <a:ext cx="152400" cy="38100"/>
          </a:xfrm>
          <a:prstGeom prst="rect">
            <a:avLst/>
          </a:prstGeom>
          <a:solidFill>
            <a:srgbClr val="7A7225"/>
          </a:solidFill>
          <a:ln w="3175">
            <a:solidFill>
              <a:srgbClr val="7A722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87600" y="3403600"/>
            <a:ext cx="38100" cy="152400"/>
          </a:xfrm>
          <a:prstGeom prst="rect">
            <a:avLst/>
          </a:prstGeom>
          <a:solidFill>
            <a:srgbClr val="7A7225"/>
          </a:solidFill>
          <a:ln w="3175">
            <a:solidFill>
              <a:srgbClr val="7A722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24100" y="3441700"/>
            <a:ext cx="63500" cy="63500"/>
          </a:xfrm>
          <a:prstGeom prst="rect">
            <a:avLst/>
          </a:prstGeom>
          <a:solidFill>
            <a:srgbClr val="C9B880"/>
          </a:solidFill>
          <a:ln w="3175">
            <a:solidFill>
              <a:srgbClr val="C9B8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6600" y="6210300"/>
            <a:ext cx="152400" cy="38100"/>
          </a:xfrm>
          <a:prstGeom prst="rect">
            <a:avLst/>
          </a:prstGeom>
          <a:solidFill>
            <a:srgbClr val="7A7225"/>
          </a:solidFill>
          <a:ln w="3175">
            <a:solidFill>
              <a:srgbClr val="7A722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6600" y="6096000"/>
            <a:ext cx="38100" cy="152400"/>
          </a:xfrm>
          <a:prstGeom prst="rect">
            <a:avLst/>
          </a:prstGeom>
          <a:solidFill>
            <a:srgbClr val="7A7225"/>
          </a:solidFill>
          <a:ln w="3175">
            <a:solidFill>
              <a:srgbClr val="7A722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4700" y="6146800"/>
            <a:ext cx="63500" cy="63500"/>
          </a:xfrm>
          <a:prstGeom prst="rect">
            <a:avLst/>
          </a:prstGeom>
          <a:solidFill>
            <a:srgbClr val="C9B880"/>
          </a:solidFill>
          <a:ln w="3175">
            <a:solidFill>
              <a:srgbClr val="C9B8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73300" y="6210300"/>
            <a:ext cx="152400" cy="38100"/>
          </a:xfrm>
          <a:prstGeom prst="rect">
            <a:avLst/>
          </a:prstGeom>
          <a:solidFill>
            <a:srgbClr val="7A7225"/>
          </a:solidFill>
          <a:ln w="3175">
            <a:solidFill>
              <a:srgbClr val="7A722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87600" y="6096000"/>
            <a:ext cx="38100" cy="152400"/>
          </a:xfrm>
          <a:prstGeom prst="rect">
            <a:avLst/>
          </a:prstGeom>
          <a:solidFill>
            <a:srgbClr val="7A7225"/>
          </a:solidFill>
          <a:ln w="3175">
            <a:solidFill>
              <a:srgbClr val="7A722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24100" y="6146800"/>
            <a:ext cx="63500" cy="63500"/>
          </a:xfrm>
          <a:prstGeom prst="rect">
            <a:avLst/>
          </a:prstGeom>
          <a:solidFill>
            <a:srgbClr val="C9B880"/>
          </a:solidFill>
          <a:ln w="3175">
            <a:solidFill>
              <a:srgbClr val="C9B8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33500" y="3759200"/>
            <a:ext cx="863600" cy="203200"/>
          </a:xfrm>
          <a:prstGeom prst="rect">
            <a:avLst/>
          </a:prstGeom>
          <a:solidFill>
            <a:srgbClr val="C89068"/>
          </a:solidFill>
          <a:ln w="9525">
            <a:solidFill>
              <a:srgbClr val="7A722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33500" y="3759200"/>
            <a:ext cx="863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2E1E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MatMul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03300" y="4191000"/>
            <a:ext cx="812800" cy="203200"/>
          </a:xfrm>
          <a:prstGeom prst="rect">
            <a:avLst/>
          </a:prstGeom>
          <a:solidFill>
            <a:srgbClr val="D0A868"/>
          </a:solidFill>
          <a:ln w="9525">
            <a:solidFill>
              <a:srgbClr val="7A722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3300" y="4191000"/>
            <a:ext cx="812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2E1E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965200" y="4610100"/>
            <a:ext cx="889000" cy="203200"/>
          </a:xfrm>
          <a:prstGeom prst="rect">
            <a:avLst/>
          </a:prstGeom>
          <a:solidFill>
            <a:srgbClr val="D89068"/>
          </a:solidFill>
          <a:ln w="9525">
            <a:solidFill>
              <a:srgbClr val="7A722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5200" y="4610100"/>
            <a:ext cx="889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2E1E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 (opt.)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130300" y="5029200"/>
            <a:ext cx="558800" cy="203200"/>
          </a:xfrm>
          <a:prstGeom prst="rect">
            <a:avLst/>
          </a:prstGeom>
          <a:solidFill>
            <a:srgbClr val="E0B060"/>
          </a:solidFill>
          <a:ln w="9525">
            <a:solidFill>
              <a:srgbClr val="7A722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30300" y="5029200"/>
            <a:ext cx="558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2E1E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16000" y="5461000"/>
            <a:ext cx="787400" cy="203200"/>
          </a:xfrm>
          <a:prstGeom prst="rect">
            <a:avLst/>
          </a:prstGeom>
          <a:solidFill>
            <a:srgbClr val="C89068"/>
          </a:solidFill>
          <a:ln w="9525">
            <a:solidFill>
              <a:srgbClr val="7A722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16000" y="5461000"/>
            <a:ext cx="787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2E1E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MatMul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022350" y="5886450"/>
            <a:ext cx="254000" cy="254000"/>
          </a:xfrm>
          <a:prstGeom prst="ellipse">
            <a:avLst/>
          </a:prstGeom>
          <a:solidFill>
            <a:srgbClr val="B23010"/>
          </a:solidFill>
          <a:ln w="6350">
            <a:solidFill>
              <a:srgbClr val="B2301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22350" y="5886450"/>
            <a:ext cx="25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517650" y="5899150"/>
            <a:ext cx="228600" cy="228600"/>
          </a:xfrm>
          <a:prstGeom prst="ellipse">
            <a:avLst/>
          </a:prstGeom>
          <a:solidFill>
            <a:srgbClr val="682C46"/>
          </a:solidFill>
          <a:ln w="6350">
            <a:solidFill>
              <a:srgbClr val="682C4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517650" y="58991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000250" y="5899150"/>
            <a:ext cx="228600" cy="228600"/>
          </a:xfrm>
          <a:prstGeom prst="ellipse">
            <a:avLst/>
          </a:prstGeom>
          <a:solidFill>
            <a:srgbClr val="682C46"/>
          </a:solidFill>
          <a:ln w="6350">
            <a:solidFill>
              <a:srgbClr val="682C4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00250" y="58991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 flipV="1">
            <a:off x="1149350" y="5689600"/>
            <a:ext cx="0" cy="17780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 flipV="1">
            <a:off x="1631950" y="5689600"/>
            <a:ext cx="0" cy="17780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 flipV="1">
            <a:off x="1409700" y="5257800"/>
            <a:ext cx="0" cy="19050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 flipV="1">
            <a:off x="1409700" y="4838700"/>
            <a:ext cx="0" cy="17780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 flipV="1">
            <a:off x="1409700" y="4419600"/>
            <a:ext cx="0" cy="17780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 flipV="1">
            <a:off x="1409700" y="3987800"/>
            <a:ext cx="0" cy="19050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 flipV="1">
            <a:off x="1765300" y="3594100"/>
            <a:ext cx="0" cy="13970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 flipV="1">
            <a:off x="2120900" y="5511800"/>
            <a:ext cx="88900" cy="35560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V="1">
            <a:off x="2209800" y="3924300"/>
            <a:ext cx="0" cy="158750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 rot="18900000">
            <a:off x="2844800" y="2387600"/>
            <a:ext cx="457200" cy="482600"/>
          </a:xfrm>
          <a:prstGeom prst="triangle">
            <a:avLst/>
          </a:prstGeom>
          <a:solidFill>
            <a:srgbClr val="9E1B1B"/>
          </a:solidFill>
          <a:ln w="6350">
            <a:solidFill>
              <a:srgbClr val="9E1B1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336800" y="1651000"/>
            <a:ext cx="812800" cy="812800"/>
          </a:xfrm>
          <a:prstGeom prst="ellipse">
            <a:avLst/>
          </a:prstGeom>
          <a:solidFill>
            <a:srgbClr val="9E1B1B"/>
          </a:solidFill>
          <a:ln w="6350">
            <a:solidFill>
              <a:srgbClr val="9E1B1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36800" y="1651000"/>
            <a:ext cx="8128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</a:t>
            </a:r>
            <a:endParaRPr lang="en-US" sz="12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</a:t>
            </a:r>
            <a:endParaRPr lang="en-US" sz="12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3733800" y="2641600"/>
            <a:ext cx="254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 Attention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3810000" y="3124200"/>
            <a:ext cx="2641600" cy="3429000"/>
          </a:xfrm>
          <a:prstGeom prst="rect">
            <a:avLst/>
          </a:prstGeom>
          <a:solidFill>
            <a:srgbClr val="FFFFFF"/>
          </a:solidFill>
          <a:ln w="28575">
            <a:solidFill>
              <a:srgbClr val="1B723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771900" y="30861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413500" y="30861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771900" y="65151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413500" y="65151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724400" y="3289300"/>
            <a:ext cx="596900" cy="292100"/>
          </a:xfrm>
          <a:prstGeom prst="rect">
            <a:avLst/>
          </a:prstGeom>
          <a:solidFill>
            <a:srgbClr val="E4E4E4"/>
          </a:solidFill>
          <a:ln w="9525">
            <a:solidFill>
              <a:srgbClr val="ABABA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622800" y="3378200"/>
            <a:ext cx="596900" cy="292100"/>
          </a:xfrm>
          <a:prstGeom prst="rect">
            <a:avLst/>
          </a:prstGeom>
          <a:solidFill>
            <a:srgbClr val="E9EDEA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622800" y="3378200"/>
            <a:ext cx="5969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 flipV="1">
            <a:off x="4914900" y="3187700"/>
            <a:ext cx="0" cy="17780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4622800" y="3962400"/>
            <a:ext cx="584200" cy="177800"/>
          </a:xfrm>
          <a:prstGeom prst="rect">
            <a:avLst/>
          </a:prstGeom>
          <a:solidFill>
            <a:srgbClr val="F8FBC6"/>
          </a:solidFill>
          <a:ln w="6350">
            <a:solidFill>
              <a:srgbClr val="7A722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622800" y="3962400"/>
            <a:ext cx="584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2E1E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Concat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 flipV="1">
            <a:off x="4914900" y="3695700"/>
            <a:ext cx="0" cy="25400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 flipV="1">
            <a:off x="4813300" y="3708400"/>
            <a:ext cx="0" cy="2413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 flipV="1">
            <a:off x="5016500" y="3708400"/>
            <a:ext cx="0" cy="2413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4025900" y="4356100"/>
            <a:ext cx="2044700" cy="406400"/>
          </a:xfrm>
          <a:prstGeom prst="rect">
            <a:avLst/>
          </a:prstGeom>
          <a:solidFill>
            <a:srgbClr val="E4E4E4"/>
          </a:solidFill>
          <a:ln w="9525">
            <a:solidFill>
              <a:srgbClr val="ABABA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822700" y="4470400"/>
            <a:ext cx="2247900" cy="558800"/>
          </a:xfrm>
          <a:prstGeom prst="rect">
            <a:avLst/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898900" y="4495800"/>
            <a:ext cx="2108200" cy="508000"/>
          </a:xfrm>
          <a:prstGeom prst="rect">
            <a:avLst/>
          </a:prstGeom>
          <a:solidFill>
            <a:srgbClr val="BA90AE"/>
          </a:solidFill>
          <a:ln w="0">
            <a:solidFill>
              <a:srgbClr val="33333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898900" y="4495800"/>
            <a:ext cx="2108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00" b="1" dirty="0">
                <a:solidFill>
                  <a:srgbClr val="8C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Scaled Dot-Product</a:t>
            </a:r>
            <a:endParaRPr lang="en-US" sz="8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00" b="1" dirty="0">
                <a:solidFill>
                  <a:srgbClr val="8C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4013200" y="5041900"/>
            <a:ext cx="533400" cy="228600"/>
          </a:xfrm>
          <a:prstGeom prst="rect">
            <a:avLst/>
          </a:prstGeom>
          <a:solidFill>
            <a:srgbClr val="E4E4E4"/>
          </a:solidFill>
          <a:ln w="9525">
            <a:solidFill>
              <a:srgbClr val="ABABA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924300" y="5118100"/>
            <a:ext cx="533400" cy="228600"/>
          </a:xfrm>
          <a:prstGeom prst="rect">
            <a:avLst/>
          </a:prstGeom>
          <a:solidFill>
            <a:srgbClr val="E9EDEA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924300" y="511810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 flipV="1">
            <a:off x="4191000" y="5029200"/>
            <a:ext cx="0" cy="7620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72" name="Shape 70"/>
          <p:cNvSpPr/>
          <p:nvPr/>
        </p:nvSpPr>
        <p:spPr>
          <a:xfrm flipV="1">
            <a:off x="4114800" y="50419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73" name="Shape 71"/>
          <p:cNvSpPr/>
          <p:nvPr/>
        </p:nvSpPr>
        <p:spPr>
          <a:xfrm flipV="1">
            <a:off x="4267200" y="50419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74" name="Shape 72"/>
          <p:cNvSpPr/>
          <p:nvPr/>
        </p:nvSpPr>
        <p:spPr>
          <a:xfrm>
            <a:off x="4648200" y="5041900"/>
            <a:ext cx="609600" cy="228600"/>
          </a:xfrm>
          <a:prstGeom prst="rect">
            <a:avLst/>
          </a:prstGeom>
          <a:solidFill>
            <a:srgbClr val="E4E4E4"/>
          </a:solidFill>
          <a:ln w="9525">
            <a:solidFill>
              <a:srgbClr val="ABABAB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559300" y="5118100"/>
            <a:ext cx="609600" cy="228600"/>
          </a:xfrm>
          <a:prstGeom prst="rect">
            <a:avLst/>
          </a:prstGeom>
          <a:solidFill>
            <a:srgbClr val="E9EDEA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559300" y="51181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 flipV="1">
            <a:off x="4864100" y="5029200"/>
            <a:ext cx="0" cy="7620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78" name="Shape 76"/>
          <p:cNvSpPr/>
          <p:nvPr/>
        </p:nvSpPr>
        <p:spPr>
          <a:xfrm flipV="1">
            <a:off x="4787900" y="50419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79" name="Shape 77"/>
          <p:cNvSpPr/>
          <p:nvPr/>
        </p:nvSpPr>
        <p:spPr>
          <a:xfrm flipV="1">
            <a:off x="4940300" y="50419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80" name="Shape 78"/>
          <p:cNvSpPr/>
          <p:nvPr/>
        </p:nvSpPr>
        <p:spPr>
          <a:xfrm>
            <a:off x="5372100" y="5041900"/>
            <a:ext cx="609600" cy="228600"/>
          </a:xfrm>
          <a:prstGeom prst="rect">
            <a:avLst/>
          </a:prstGeom>
          <a:solidFill>
            <a:srgbClr val="E4E4E4"/>
          </a:solidFill>
          <a:ln w="9525">
            <a:solidFill>
              <a:srgbClr val="ABABA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283200" y="5118100"/>
            <a:ext cx="609600" cy="228600"/>
          </a:xfrm>
          <a:prstGeom prst="rect">
            <a:avLst/>
          </a:prstGeom>
          <a:solidFill>
            <a:srgbClr val="E9EDEA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283200" y="51181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 flipV="1">
            <a:off x="5588000" y="5029200"/>
            <a:ext cx="0" cy="7620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84" name="Shape 82"/>
          <p:cNvSpPr/>
          <p:nvPr/>
        </p:nvSpPr>
        <p:spPr>
          <a:xfrm flipV="1">
            <a:off x="5511800" y="50419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85" name="Shape 83"/>
          <p:cNvSpPr/>
          <p:nvPr/>
        </p:nvSpPr>
        <p:spPr>
          <a:xfrm flipV="1">
            <a:off x="5664200" y="50419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86" name="Shape 84"/>
          <p:cNvSpPr/>
          <p:nvPr/>
        </p:nvSpPr>
        <p:spPr>
          <a:xfrm>
            <a:off x="4083050" y="6216650"/>
            <a:ext cx="241300" cy="241300"/>
          </a:xfrm>
          <a:prstGeom prst="ellipse">
            <a:avLst/>
          </a:prstGeom>
          <a:solidFill>
            <a:srgbClr val="5A55D8"/>
          </a:solidFill>
          <a:ln w="6350">
            <a:solidFill>
              <a:srgbClr val="5A55D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083050" y="6216650"/>
            <a:ext cx="2413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4794250" y="6216650"/>
            <a:ext cx="241300" cy="241300"/>
          </a:xfrm>
          <a:prstGeom prst="ellipse">
            <a:avLst/>
          </a:prstGeom>
          <a:solidFill>
            <a:srgbClr val="5A55D8"/>
          </a:solidFill>
          <a:ln w="6350">
            <a:solidFill>
              <a:srgbClr val="5A55D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794250" y="6216650"/>
            <a:ext cx="2413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5524500" y="6223000"/>
            <a:ext cx="228600" cy="228600"/>
          </a:xfrm>
          <a:prstGeom prst="ellipse">
            <a:avLst/>
          </a:prstGeom>
          <a:solidFill>
            <a:srgbClr val="C85060"/>
          </a:solidFill>
          <a:ln w="6350">
            <a:solidFill>
              <a:srgbClr val="C8506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524500" y="62230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 flipV="1">
            <a:off x="4203700" y="5372100"/>
            <a:ext cx="0" cy="83820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93" name="Shape 91"/>
          <p:cNvSpPr/>
          <p:nvPr/>
        </p:nvSpPr>
        <p:spPr>
          <a:xfrm flipV="1">
            <a:off x="4914900" y="5372100"/>
            <a:ext cx="0" cy="83820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94" name="Shape 92"/>
          <p:cNvSpPr/>
          <p:nvPr/>
        </p:nvSpPr>
        <p:spPr>
          <a:xfrm flipV="1">
            <a:off x="5638800" y="5372100"/>
            <a:ext cx="0" cy="83820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95" name="Shape 93"/>
          <p:cNvSpPr/>
          <p:nvPr/>
        </p:nvSpPr>
        <p:spPr>
          <a:xfrm flipV="1">
            <a:off x="4914900" y="4165600"/>
            <a:ext cx="0" cy="29210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96" name="Shape 94"/>
          <p:cNvSpPr/>
          <p:nvPr/>
        </p:nvSpPr>
        <p:spPr>
          <a:xfrm>
            <a:off x="6235700" y="4584700"/>
            <a:ext cx="215900" cy="215900"/>
          </a:xfrm>
          <a:prstGeom prst="ellipse">
            <a:avLst/>
          </a:prstGeom>
          <a:ln w="9525">
            <a:solidFill>
              <a:srgbClr val="A6A6A6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 flipV="1">
            <a:off x="6057900" y="4775200"/>
            <a:ext cx="50800" cy="12700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146800" y="4533900"/>
            <a:ext cx="215900" cy="215900"/>
          </a:xfrm>
          <a:prstGeom prst="ellipse">
            <a:avLst/>
          </a:prstGeom>
          <a:solidFill>
            <a:srgbClr val="D4BCA0"/>
          </a:solidFill>
          <a:ln w="12700">
            <a:solidFill>
              <a:srgbClr val="8A6A48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146800" y="4533900"/>
            <a:ext cx="2159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7264400" y="1320800"/>
            <a:ext cx="4102100" cy="5346700"/>
          </a:xfrm>
          <a:prstGeom prst="rect">
            <a:avLst/>
          </a:prstGeom>
          <a:ln w="19050">
            <a:solidFill>
              <a:srgbClr val="0E8A1E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315200" y="1371600"/>
            <a:ext cx="2019300" cy="5245100"/>
          </a:xfrm>
          <a:prstGeom prst="rect">
            <a:avLst/>
          </a:prstGeom>
          <a:solidFill>
            <a:srgbClr val="FDEEDC"/>
          </a:solidFill>
          <a:ln/>
        </p:spPr>
      </p:sp>
      <p:sp>
        <p:nvSpPr>
          <p:cNvPr id="102" name="Shape 100"/>
          <p:cNvSpPr/>
          <p:nvPr/>
        </p:nvSpPr>
        <p:spPr>
          <a:xfrm>
            <a:off x="9347200" y="1371600"/>
            <a:ext cx="1993900" cy="5245100"/>
          </a:xfrm>
          <a:prstGeom prst="rect">
            <a:avLst/>
          </a:prstGeom>
          <a:solidFill>
            <a:srgbClr val="CDFCDF"/>
          </a:solidFill>
          <a:ln/>
        </p:spPr>
      </p:sp>
      <p:sp>
        <p:nvSpPr>
          <p:cNvPr id="103" name="Shape 101"/>
          <p:cNvSpPr/>
          <p:nvPr/>
        </p:nvSpPr>
        <p:spPr>
          <a:xfrm>
            <a:off x="8610600" y="3175000"/>
            <a:ext cx="1422400" cy="215900"/>
          </a:xfrm>
          <a:prstGeom prst="rect">
            <a:avLst/>
          </a:prstGeom>
          <a:solidFill>
            <a:srgbClr val="F6FC36"/>
          </a:solidFill>
          <a:ln/>
        </p:spPr>
      </p:sp>
      <p:sp>
        <p:nvSpPr>
          <p:cNvPr id="104" name="Shape 102"/>
          <p:cNvSpPr/>
          <p:nvPr/>
        </p:nvSpPr>
        <p:spPr>
          <a:xfrm>
            <a:off x="9258300" y="3175000"/>
            <a:ext cx="190500" cy="914400"/>
          </a:xfrm>
          <a:prstGeom prst="rect">
            <a:avLst/>
          </a:prstGeom>
          <a:solidFill>
            <a:srgbClr val="F6FC36"/>
          </a:solidFill>
          <a:ln/>
        </p:spPr>
      </p:sp>
      <p:sp>
        <p:nvSpPr>
          <p:cNvPr id="105" name="Text 103"/>
          <p:cNvSpPr/>
          <p:nvPr/>
        </p:nvSpPr>
        <p:spPr>
          <a:xfrm>
            <a:off x="7391400" y="1422400"/>
            <a:ext cx="1066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1300" dirty="0"/>
          </a:p>
        </p:txBody>
      </p:sp>
      <p:sp>
        <p:nvSpPr>
          <p:cNvPr id="106" name="Text 104"/>
          <p:cNvSpPr/>
          <p:nvPr/>
        </p:nvSpPr>
        <p:spPr>
          <a:xfrm>
            <a:off x="10160000" y="1422400"/>
            <a:ext cx="1092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i="1" dirty="0">
                <a:solidFill>
                  <a:srgbClr val="0E7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1300" dirty="0"/>
          </a:p>
        </p:txBody>
      </p:sp>
      <p:sp>
        <p:nvSpPr>
          <p:cNvPr id="107" name="Shape 105"/>
          <p:cNvSpPr/>
          <p:nvPr/>
        </p:nvSpPr>
        <p:spPr>
          <a:xfrm>
            <a:off x="7988300" y="3390900"/>
            <a:ext cx="1244600" cy="1841500"/>
          </a:xfrm>
          <a:prstGeom prst="roundRect">
            <a:avLst>
              <a:gd name="adj" fmla="val 2939"/>
            </a:avLst>
          </a:prstGeom>
          <a:solidFill>
            <a:srgbClr val="C9AC86"/>
          </a:solidFill>
          <a:ln w="15875">
            <a:solidFill>
              <a:srgbClr val="4A3A28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8280400" y="3530600"/>
            <a:ext cx="812800" cy="127000"/>
          </a:xfrm>
          <a:prstGeom prst="rect">
            <a:avLst/>
          </a:prstGeom>
          <a:solidFill>
            <a:srgbClr val="5590AC"/>
          </a:solidFill>
          <a:ln w="6350">
            <a:solidFill>
              <a:srgbClr val="4A3A28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8280400" y="3530600"/>
            <a:ext cx="8128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50"/>
              </a:lnSpc>
              <a:buNone/>
            </a:pPr>
            <a:r>
              <a:rPr lang="en-US" sz="7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700" dirty="0"/>
          </a:p>
        </p:txBody>
      </p:sp>
      <p:sp>
        <p:nvSpPr>
          <p:cNvPr id="110" name="Shape 108"/>
          <p:cNvSpPr/>
          <p:nvPr/>
        </p:nvSpPr>
        <p:spPr>
          <a:xfrm>
            <a:off x="8280400" y="3683000"/>
            <a:ext cx="812800" cy="330200"/>
          </a:xfrm>
          <a:prstGeom prst="rect">
            <a:avLst/>
          </a:prstGeom>
          <a:solidFill>
            <a:srgbClr val="5E5E5E"/>
          </a:solidFill>
          <a:ln w="6350">
            <a:solidFill>
              <a:srgbClr val="4A3A28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8280400" y="3683000"/>
            <a:ext cx="8128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</a:t>
            </a:r>
            <a:endParaRPr lang="en-US" sz="90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8280400" y="4343400"/>
            <a:ext cx="812800" cy="139700"/>
          </a:xfrm>
          <a:prstGeom prst="rect">
            <a:avLst/>
          </a:prstGeom>
          <a:solidFill>
            <a:srgbClr val="5590AC"/>
          </a:solidFill>
          <a:ln w="6350">
            <a:solidFill>
              <a:srgbClr val="4A3A28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8280400" y="4343400"/>
            <a:ext cx="812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50"/>
              </a:lnSpc>
              <a:buNone/>
            </a:pPr>
            <a:r>
              <a:rPr lang="en-US" sz="7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700" dirty="0"/>
          </a:p>
        </p:txBody>
      </p:sp>
      <p:sp>
        <p:nvSpPr>
          <p:cNvPr id="114" name="Shape 112"/>
          <p:cNvSpPr/>
          <p:nvPr/>
        </p:nvSpPr>
        <p:spPr>
          <a:xfrm>
            <a:off x="8229600" y="4495800"/>
            <a:ext cx="939800" cy="444500"/>
          </a:xfrm>
          <a:prstGeom prst="roundRect">
            <a:avLst>
              <a:gd name="adj" fmla="val 8229"/>
            </a:avLst>
          </a:prstGeom>
          <a:solidFill>
            <a:srgbClr val="C67E54"/>
          </a:solidFill>
          <a:ln w="25400">
            <a:solidFill>
              <a:srgbClr val="C0000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8229600" y="4495800"/>
            <a:ext cx="9398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4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90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4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8140700" y="5054600"/>
            <a:ext cx="584200" cy="114300"/>
          </a:xfrm>
          <a:prstGeom prst="rect">
            <a:avLst/>
          </a:prstGeom>
          <a:solidFill>
            <a:srgbClr val="7CB531"/>
          </a:solidFill>
          <a:ln/>
        </p:spPr>
      </p:sp>
      <p:sp>
        <p:nvSpPr>
          <p:cNvPr id="117" name="Shape 115"/>
          <p:cNvSpPr/>
          <p:nvPr/>
        </p:nvSpPr>
        <p:spPr>
          <a:xfrm>
            <a:off x="8324850" y="5003800"/>
            <a:ext cx="190500" cy="190500"/>
          </a:xfrm>
          <a:prstGeom prst="ellipse">
            <a:avLst/>
          </a:prstGeom>
          <a:solidFill>
            <a:srgbClr val="3E9C1F"/>
          </a:solidFill>
          <a:ln w="6350">
            <a:solidFill>
              <a:srgbClr val="3E9C1F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8324850" y="50038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800" dirty="0"/>
          </a:p>
        </p:txBody>
      </p:sp>
      <p:sp>
        <p:nvSpPr>
          <p:cNvPr id="119" name="Shape 117"/>
          <p:cNvSpPr/>
          <p:nvPr/>
        </p:nvSpPr>
        <p:spPr>
          <a:xfrm>
            <a:off x="8699500" y="5010150"/>
            <a:ext cx="177800" cy="177800"/>
          </a:xfrm>
          <a:prstGeom prst="ellipse">
            <a:avLst/>
          </a:prstGeom>
          <a:solidFill>
            <a:srgbClr val="23309A"/>
          </a:solidFill>
          <a:ln w="6350">
            <a:solidFill>
              <a:srgbClr val="23309A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8699500" y="5010150"/>
            <a:ext cx="177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800" dirty="0"/>
          </a:p>
        </p:txBody>
      </p:sp>
      <p:sp>
        <p:nvSpPr>
          <p:cNvPr id="121" name="Shape 119"/>
          <p:cNvSpPr/>
          <p:nvPr/>
        </p:nvSpPr>
        <p:spPr>
          <a:xfrm>
            <a:off x="8940800" y="5010150"/>
            <a:ext cx="177800" cy="177800"/>
          </a:xfrm>
          <a:prstGeom prst="ellipse">
            <a:avLst/>
          </a:prstGeom>
          <a:solidFill>
            <a:srgbClr val="B02020"/>
          </a:solidFill>
          <a:ln w="6350">
            <a:solidFill>
              <a:srgbClr val="B02020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8940800" y="5010150"/>
            <a:ext cx="177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800" dirty="0"/>
          </a:p>
        </p:txBody>
      </p:sp>
      <p:sp>
        <p:nvSpPr>
          <p:cNvPr id="123" name="Shape 121"/>
          <p:cNvSpPr/>
          <p:nvPr/>
        </p:nvSpPr>
        <p:spPr>
          <a:xfrm>
            <a:off x="8051800" y="3505200"/>
            <a:ext cx="114300" cy="1663700"/>
          </a:xfrm>
          <a:prstGeom prst="rect">
            <a:avLst/>
          </a:prstGeom>
          <a:solidFill>
            <a:srgbClr val="7CB531"/>
          </a:solidFill>
          <a:ln/>
        </p:spPr>
      </p:sp>
      <p:sp>
        <p:nvSpPr>
          <p:cNvPr id="124" name="Shape 122"/>
          <p:cNvSpPr/>
          <p:nvPr/>
        </p:nvSpPr>
        <p:spPr>
          <a:xfrm>
            <a:off x="8051800" y="4114800"/>
            <a:ext cx="635000" cy="114300"/>
          </a:xfrm>
          <a:prstGeom prst="rect">
            <a:avLst/>
          </a:prstGeom>
          <a:solidFill>
            <a:srgbClr val="7CB531"/>
          </a:solidFill>
          <a:ln/>
        </p:spPr>
      </p:sp>
      <p:sp>
        <p:nvSpPr>
          <p:cNvPr id="125" name="Shape 123"/>
          <p:cNvSpPr/>
          <p:nvPr/>
        </p:nvSpPr>
        <p:spPr>
          <a:xfrm>
            <a:off x="8680450" y="3663950"/>
            <a:ext cx="63500" cy="50800"/>
          </a:xfrm>
          <a:prstGeom prst="triangle">
            <a:avLst/>
          </a:prstGeom>
          <a:solidFill>
            <a:srgbClr val="2F2F2F"/>
          </a:solidFill>
          <a:ln w="3175">
            <a:solidFill>
              <a:srgbClr val="2F2F2F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8680450" y="4032250"/>
            <a:ext cx="63500" cy="50800"/>
          </a:xfrm>
          <a:prstGeom prst="triangle">
            <a:avLst/>
          </a:prstGeom>
          <a:solidFill>
            <a:srgbClr val="2F2F2F"/>
          </a:solidFill>
          <a:ln w="3175">
            <a:solidFill>
              <a:srgbClr val="2F2F2F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8680450" y="4337050"/>
            <a:ext cx="63500" cy="50800"/>
          </a:xfrm>
          <a:prstGeom prst="triangle">
            <a:avLst/>
          </a:prstGeom>
          <a:solidFill>
            <a:srgbClr val="2F2F2F"/>
          </a:solidFill>
          <a:ln w="3175">
            <a:solidFill>
              <a:srgbClr val="2F2F2F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8680450" y="4476750"/>
            <a:ext cx="63500" cy="50800"/>
          </a:xfrm>
          <a:prstGeom prst="triangle">
            <a:avLst/>
          </a:prstGeom>
          <a:solidFill>
            <a:srgbClr val="2F2F2F"/>
          </a:solidFill>
          <a:ln w="3175">
            <a:solidFill>
              <a:srgbClr val="2F2F2F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8680450" y="4953000"/>
            <a:ext cx="63500" cy="50800"/>
          </a:xfrm>
          <a:prstGeom prst="triangle">
            <a:avLst/>
          </a:prstGeom>
          <a:solidFill>
            <a:srgbClr val="2F2F2F"/>
          </a:solidFill>
          <a:ln w="3175">
            <a:solidFill>
              <a:srgbClr val="2F2F2F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8680450" y="5232400"/>
            <a:ext cx="63500" cy="50800"/>
          </a:xfrm>
          <a:prstGeom prst="triangle">
            <a:avLst/>
          </a:prstGeom>
          <a:solidFill>
            <a:srgbClr val="2F2F2F"/>
          </a:solidFill>
          <a:ln w="3175">
            <a:solidFill>
              <a:srgbClr val="2F2F2F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8255000" y="5295900"/>
            <a:ext cx="914400" cy="876300"/>
          </a:xfrm>
          <a:prstGeom prst="roundRect">
            <a:avLst>
              <a:gd name="adj" fmla="val 5217"/>
            </a:avLst>
          </a:prstGeom>
          <a:solidFill>
            <a:srgbClr val="A37648"/>
          </a:solidFill>
          <a:ln w="12700">
            <a:solidFill>
              <a:srgbClr val="6E4423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8305800" y="5353050"/>
            <a:ext cx="215900" cy="215900"/>
          </a:xfrm>
          <a:prstGeom prst="ellipse">
            <a:avLst/>
          </a:prstGeom>
          <a:ln w="15875">
            <a:solidFill>
              <a:srgbClr val="3A2410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8362950" y="5461000"/>
            <a:ext cx="101600" cy="0"/>
          </a:xfrm>
          <a:prstGeom prst="line">
            <a:avLst/>
          </a:prstGeom>
          <a:noFill/>
          <a:ln w="15875">
            <a:solidFill>
              <a:srgbClr val="3A2410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8413750" y="5410200"/>
            <a:ext cx="0" cy="101600"/>
          </a:xfrm>
          <a:prstGeom prst="line">
            <a:avLst/>
          </a:prstGeom>
          <a:noFill/>
          <a:ln w="15875">
            <a:solidFill>
              <a:srgbClr val="3A2410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 flipV="1">
            <a:off x="8610600" y="5432425"/>
            <a:ext cx="40640" cy="34925"/>
          </a:xfrm>
          <a:prstGeom prst="line">
            <a:avLst/>
          </a:prstGeom>
          <a:noFill/>
          <a:ln w="12700">
            <a:solidFill>
              <a:srgbClr val="3A2410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 flipV="1">
            <a:off x="8651240" y="5406858"/>
            <a:ext cx="40640" cy="25567"/>
          </a:xfrm>
          <a:prstGeom prst="line">
            <a:avLst/>
          </a:prstGeom>
          <a:noFill/>
          <a:ln w="12700">
            <a:solidFill>
              <a:srgbClr val="3A2410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 flipV="1">
            <a:off x="8691880" y="5397500"/>
            <a:ext cx="40640" cy="9358"/>
          </a:xfrm>
          <a:prstGeom prst="line">
            <a:avLst/>
          </a:prstGeom>
          <a:noFill/>
          <a:ln w="12700">
            <a:solidFill>
              <a:srgbClr val="3A2410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8732520" y="5397500"/>
            <a:ext cx="40640" cy="9358"/>
          </a:xfrm>
          <a:prstGeom prst="line">
            <a:avLst/>
          </a:prstGeom>
          <a:noFill/>
          <a:ln w="12700">
            <a:solidFill>
              <a:srgbClr val="3A2410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8773160" y="5406858"/>
            <a:ext cx="40640" cy="25567"/>
          </a:xfrm>
          <a:prstGeom prst="line">
            <a:avLst/>
          </a:prstGeom>
          <a:noFill/>
          <a:ln w="12700">
            <a:solidFill>
              <a:srgbClr val="3A2410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8813800" y="5432425"/>
            <a:ext cx="40640" cy="34925"/>
          </a:xfrm>
          <a:prstGeom prst="line">
            <a:avLst/>
          </a:prstGeom>
          <a:noFill/>
          <a:ln w="12700">
            <a:solidFill>
              <a:srgbClr val="3A2410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8854440" y="5467350"/>
            <a:ext cx="40640" cy="34925"/>
          </a:xfrm>
          <a:prstGeom prst="line">
            <a:avLst/>
          </a:prstGeom>
          <a:noFill/>
          <a:ln w="12700">
            <a:solidFill>
              <a:srgbClr val="3A2410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8895080" y="5502275"/>
            <a:ext cx="40640" cy="25567"/>
          </a:xfrm>
          <a:prstGeom prst="line">
            <a:avLst/>
          </a:prstGeom>
          <a:noFill/>
          <a:ln w="12700">
            <a:solidFill>
              <a:srgbClr val="3A2410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8935720" y="5527842"/>
            <a:ext cx="40640" cy="9358"/>
          </a:xfrm>
          <a:prstGeom prst="line">
            <a:avLst/>
          </a:prstGeom>
          <a:noFill/>
          <a:ln w="12700">
            <a:solidFill>
              <a:srgbClr val="3A2410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 flipV="1">
            <a:off x="8976360" y="5527842"/>
            <a:ext cx="40640" cy="9358"/>
          </a:xfrm>
          <a:prstGeom prst="line">
            <a:avLst/>
          </a:prstGeom>
          <a:noFill/>
          <a:ln w="12700">
            <a:solidFill>
              <a:srgbClr val="3A2410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 flipV="1">
            <a:off x="9017000" y="5502275"/>
            <a:ext cx="40640" cy="25567"/>
          </a:xfrm>
          <a:prstGeom prst="line">
            <a:avLst/>
          </a:prstGeom>
          <a:noFill/>
          <a:ln w="12700">
            <a:solidFill>
              <a:srgbClr val="3A2410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 flipV="1">
            <a:off x="9057640" y="5467350"/>
            <a:ext cx="40640" cy="34925"/>
          </a:xfrm>
          <a:prstGeom prst="line">
            <a:avLst/>
          </a:prstGeom>
          <a:noFill/>
          <a:ln w="12700">
            <a:solidFill>
              <a:srgbClr val="3A2410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8305800" y="5664200"/>
            <a:ext cx="838200" cy="0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7302500" y="5257800"/>
            <a:ext cx="736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Positional</a:t>
            </a:r>
            <a:endParaRPr lang="en-US" sz="9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</a:t>
            </a:r>
            <a:endParaRPr lang="en-US" sz="900" dirty="0"/>
          </a:p>
        </p:txBody>
      </p:sp>
      <p:sp>
        <p:nvSpPr>
          <p:cNvPr id="149" name="Shape 147"/>
          <p:cNvSpPr/>
          <p:nvPr/>
        </p:nvSpPr>
        <p:spPr>
          <a:xfrm>
            <a:off x="7594600" y="4178300"/>
            <a:ext cx="330200" cy="330200"/>
          </a:xfrm>
          <a:prstGeom prst="ellipse">
            <a:avLst/>
          </a:prstGeom>
          <a:solidFill>
            <a:srgbClr val="E8CBA8"/>
          </a:solidFill>
          <a:ln w="9525">
            <a:solidFill>
              <a:srgbClr val="8A6A48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7594600" y="4178300"/>
            <a:ext cx="330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Nx</a:t>
            </a:r>
            <a:endParaRPr lang="en-US" sz="800" dirty="0"/>
          </a:p>
        </p:txBody>
      </p:sp>
      <p:sp>
        <p:nvSpPr>
          <p:cNvPr id="151" name="Text 149"/>
          <p:cNvSpPr/>
          <p:nvPr/>
        </p:nvSpPr>
        <p:spPr>
          <a:xfrm>
            <a:off x="8255000" y="5676900"/>
            <a:ext cx="9144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3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85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3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850" dirty="0"/>
          </a:p>
        </p:txBody>
      </p:sp>
      <p:sp>
        <p:nvSpPr>
          <p:cNvPr id="152" name="Shape 150"/>
          <p:cNvSpPr/>
          <p:nvPr/>
        </p:nvSpPr>
        <p:spPr>
          <a:xfrm>
            <a:off x="8051800" y="6273800"/>
            <a:ext cx="127000" cy="228600"/>
          </a:xfrm>
          <a:prstGeom prst="rect">
            <a:avLst/>
          </a:prstGeom>
          <a:solidFill>
            <a:srgbClr val="B03020"/>
          </a:solidFill>
          <a:ln w="6350">
            <a:solidFill>
              <a:srgbClr val="B03020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8001000" y="6172200"/>
            <a:ext cx="228600" cy="114300"/>
          </a:xfrm>
          <a:prstGeom prst="triangle">
            <a:avLst/>
          </a:prstGeom>
          <a:solidFill>
            <a:srgbClr val="B03020"/>
          </a:solidFill>
          <a:ln w="6350">
            <a:solidFill>
              <a:srgbClr val="B03020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8305800" y="6299200"/>
            <a:ext cx="58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2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</a:t>
            </a:r>
            <a:endParaRPr lang="en-US" sz="1000" dirty="0"/>
          </a:p>
        </p:txBody>
      </p:sp>
      <p:sp>
        <p:nvSpPr>
          <p:cNvPr id="155" name="Shape 153"/>
          <p:cNvSpPr/>
          <p:nvPr/>
        </p:nvSpPr>
        <p:spPr>
          <a:xfrm>
            <a:off x="9448800" y="2590800"/>
            <a:ext cx="1219200" cy="2641600"/>
          </a:xfrm>
          <a:prstGeom prst="roundRect">
            <a:avLst>
              <a:gd name="adj" fmla="val 3000"/>
            </a:avLst>
          </a:prstGeom>
          <a:solidFill>
            <a:srgbClr val="A8B492"/>
          </a:solidFill>
          <a:ln w="15875">
            <a:solidFill>
              <a:srgbClr val="47684A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9474200" y="3949700"/>
            <a:ext cx="571500" cy="152400"/>
          </a:xfrm>
          <a:prstGeom prst="rect">
            <a:avLst/>
          </a:prstGeom>
          <a:solidFill>
            <a:srgbClr val="F6FC36"/>
          </a:solidFill>
          <a:ln/>
        </p:spPr>
      </p:sp>
      <p:sp>
        <p:nvSpPr>
          <p:cNvPr id="157" name="Shape 155"/>
          <p:cNvSpPr/>
          <p:nvPr/>
        </p:nvSpPr>
        <p:spPr>
          <a:xfrm>
            <a:off x="9499600" y="2616200"/>
            <a:ext cx="876300" cy="165100"/>
          </a:xfrm>
          <a:prstGeom prst="rect">
            <a:avLst/>
          </a:prstGeom>
          <a:solidFill>
            <a:srgbClr val="5590AC"/>
          </a:solidFill>
          <a:ln w="6350">
            <a:solidFill>
              <a:srgbClr val="4A3A28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9499600" y="2616200"/>
            <a:ext cx="8763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8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800" dirty="0"/>
          </a:p>
        </p:txBody>
      </p:sp>
      <p:sp>
        <p:nvSpPr>
          <p:cNvPr id="159" name="Shape 157"/>
          <p:cNvSpPr/>
          <p:nvPr/>
        </p:nvSpPr>
        <p:spPr>
          <a:xfrm>
            <a:off x="9499600" y="2806700"/>
            <a:ext cx="876300" cy="355600"/>
          </a:xfrm>
          <a:prstGeom prst="rect">
            <a:avLst/>
          </a:prstGeom>
          <a:solidFill>
            <a:srgbClr val="5E5E5E"/>
          </a:solidFill>
          <a:ln w="6350">
            <a:solidFill>
              <a:srgbClr val="4A3A28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9499600" y="2806700"/>
            <a:ext cx="876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</a:t>
            </a:r>
            <a:endParaRPr lang="en-US" sz="90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</a:t>
            </a:r>
            <a:endParaRPr lang="en-US" sz="900" dirty="0"/>
          </a:p>
        </p:txBody>
      </p:sp>
      <p:sp>
        <p:nvSpPr>
          <p:cNvPr id="161" name="Shape 159"/>
          <p:cNvSpPr/>
          <p:nvPr/>
        </p:nvSpPr>
        <p:spPr>
          <a:xfrm>
            <a:off x="9499600" y="3187700"/>
            <a:ext cx="876300" cy="292100"/>
          </a:xfrm>
          <a:prstGeom prst="rect">
            <a:avLst/>
          </a:prstGeom>
          <a:solidFill>
            <a:srgbClr val="5590AC"/>
          </a:solidFill>
          <a:ln w="6350">
            <a:solidFill>
              <a:srgbClr val="4A3A28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9499600" y="3187700"/>
            <a:ext cx="8763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8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800" dirty="0"/>
          </a:p>
        </p:txBody>
      </p:sp>
      <p:sp>
        <p:nvSpPr>
          <p:cNvPr id="163" name="Shape 161"/>
          <p:cNvSpPr/>
          <p:nvPr/>
        </p:nvSpPr>
        <p:spPr>
          <a:xfrm>
            <a:off x="9486900" y="3505200"/>
            <a:ext cx="939800" cy="431800"/>
          </a:xfrm>
          <a:prstGeom prst="roundRect">
            <a:avLst>
              <a:gd name="adj" fmla="val 8471"/>
            </a:avLst>
          </a:prstGeom>
          <a:solidFill>
            <a:srgbClr val="AD8458"/>
          </a:solidFill>
          <a:ln w="25400">
            <a:solidFill>
              <a:srgbClr val="C00000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9486900" y="3505200"/>
            <a:ext cx="939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4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85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4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850" dirty="0"/>
          </a:p>
        </p:txBody>
      </p:sp>
      <p:sp>
        <p:nvSpPr>
          <p:cNvPr id="165" name="Shape 163"/>
          <p:cNvSpPr/>
          <p:nvPr/>
        </p:nvSpPr>
        <p:spPr>
          <a:xfrm>
            <a:off x="9442450" y="3956050"/>
            <a:ext cx="139700" cy="139700"/>
          </a:xfrm>
          <a:prstGeom prst="ellipse">
            <a:avLst/>
          </a:prstGeom>
          <a:solidFill>
            <a:srgbClr val="23309A"/>
          </a:solidFill>
          <a:ln w="6350">
            <a:solidFill>
              <a:srgbClr val="23309A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9442450" y="395605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700" dirty="0"/>
          </a:p>
        </p:txBody>
      </p:sp>
      <p:sp>
        <p:nvSpPr>
          <p:cNvPr id="167" name="Shape 165"/>
          <p:cNvSpPr/>
          <p:nvPr/>
        </p:nvSpPr>
        <p:spPr>
          <a:xfrm>
            <a:off x="9747250" y="3956050"/>
            <a:ext cx="139700" cy="139700"/>
          </a:xfrm>
          <a:prstGeom prst="ellipse">
            <a:avLst/>
          </a:prstGeom>
          <a:solidFill>
            <a:srgbClr val="23309A"/>
          </a:solidFill>
          <a:ln w="6350">
            <a:solidFill>
              <a:srgbClr val="23309A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9747250" y="395605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700" dirty="0"/>
          </a:p>
        </p:txBody>
      </p:sp>
      <p:sp>
        <p:nvSpPr>
          <p:cNvPr id="169" name="Shape 167"/>
          <p:cNvSpPr/>
          <p:nvPr/>
        </p:nvSpPr>
        <p:spPr>
          <a:xfrm>
            <a:off x="10344150" y="3956050"/>
            <a:ext cx="139700" cy="139700"/>
          </a:xfrm>
          <a:prstGeom prst="ellipse">
            <a:avLst/>
          </a:prstGeom>
          <a:solidFill>
            <a:srgbClr val="B02020"/>
          </a:solidFill>
          <a:ln w="6350">
            <a:solidFill>
              <a:srgbClr val="B02020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10344150" y="395605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700" dirty="0"/>
          </a:p>
        </p:txBody>
      </p:sp>
      <p:sp>
        <p:nvSpPr>
          <p:cNvPr id="171" name="Shape 169"/>
          <p:cNvSpPr/>
          <p:nvPr/>
        </p:nvSpPr>
        <p:spPr>
          <a:xfrm>
            <a:off x="9937750" y="4114800"/>
            <a:ext cx="63500" cy="50800"/>
          </a:xfrm>
          <a:prstGeom prst="triangle">
            <a:avLst/>
          </a:prstGeom>
          <a:solidFill>
            <a:srgbClr val="2F2F2F"/>
          </a:solidFill>
          <a:ln w="3175">
            <a:solidFill>
              <a:srgbClr val="2F2F2F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9537700" y="4191000"/>
            <a:ext cx="850900" cy="165100"/>
          </a:xfrm>
          <a:prstGeom prst="rect">
            <a:avLst/>
          </a:prstGeom>
          <a:solidFill>
            <a:srgbClr val="6982DE"/>
          </a:solidFill>
          <a:ln w="6350">
            <a:solidFill>
              <a:srgbClr val="4A3A28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9537700" y="4191000"/>
            <a:ext cx="8509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5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650" dirty="0"/>
          </a:p>
        </p:txBody>
      </p:sp>
      <p:sp>
        <p:nvSpPr>
          <p:cNvPr id="174" name="Shape 172"/>
          <p:cNvSpPr/>
          <p:nvPr/>
        </p:nvSpPr>
        <p:spPr>
          <a:xfrm>
            <a:off x="9474200" y="4368800"/>
            <a:ext cx="1066800" cy="812800"/>
          </a:xfrm>
          <a:prstGeom prst="roundRect">
            <a:avLst>
              <a:gd name="adj" fmla="val 5625"/>
            </a:avLst>
          </a:prstGeom>
          <a:solidFill>
            <a:srgbClr val="D284C6"/>
          </a:solidFill>
          <a:ln w="12700">
            <a:solidFill>
              <a:srgbClr val="5A2A66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9499600" y="4883150"/>
            <a:ext cx="1016000" cy="0"/>
          </a:xfrm>
          <a:prstGeom prst="line">
            <a:avLst/>
          </a:prstGeom>
          <a:noFill/>
          <a:ln w="9525">
            <a:solidFill>
              <a:srgbClr val="5A2A66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9499600" y="4406900"/>
            <a:ext cx="101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2A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</a:t>
            </a:r>
            <a:endParaRPr lang="en-US" sz="85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2A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85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2A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850" dirty="0"/>
          </a:p>
        </p:txBody>
      </p:sp>
      <p:sp>
        <p:nvSpPr>
          <p:cNvPr id="177" name="Shape 175"/>
          <p:cNvSpPr/>
          <p:nvPr/>
        </p:nvSpPr>
        <p:spPr>
          <a:xfrm>
            <a:off x="10007600" y="5029200"/>
            <a:ext cx="571500" cy="139700"/>
          </a:xfrm>
          <a:prstGeom prst="rect">
            <a:avLst/>
          </a:prstGeom>
          <a:solidFill>
            <a:srgbClr val="7CB531"/>
          </a:solidFill>
          <a:ln/>
        </p:spPr>
      </p:sp>
      <p:sp>
        <p:nvSpPr>
          <p:cNvPr id="178" name="Shape 176"/>
          <p:cNvSpPr/>
          <p:nvPr/>
        </p:nvSpPr>
        <p:spPr>
          <a:xfrm>
            <a:off x="9569450" y="4959350"/>
            <a:ext cx="165100" cy="165100"/>
          </a:xfrm>
          <a:prstGeom prst="ellipse">
            <a:avLst/>
          </a:prstGeom>
          <a:solidFill>
            <a:srgbClr val="23309A"/>
          </a:solidFill>
          <a:ln w="6350">
            <a:solidFill>
              <a:srgbClr val="23309A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9569450" y="4959350"/>
            <a:ext cx="1651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750" dirty="0"/>
          </a:p>
        </p:txBody>
      </p:sp>
      <p:sp>
        <p:nvSpPr>
          <p:cNvPr id="180" name="Shape 178"/>
          <p:cNvSpPr/>
          <p:nvPr/>
        </p:nvSpPr>
        <p:spPr>
          <a:xfrm>
            <a:off x="10026650" y="4959350"/>
            <a:ext cx="165100" cy="165100"/>
          </a:xfrm>
          <a:prstGeom prst="ellipse">
            <a:avLst/>
          </a:prstGeom>
          <a:solidFill>
            <a:srgbClr val="23309A"/>
          </a:solidFill>
          <a:ln w="6350">
            <a:solidFill>
              <a:srgbClr val="23309A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10026650" y="4959350"/>
            <a:ext cx="1651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750" dirty="0"/>
          </a:p>
        </p:txBody>
      </p:sp>
      <p:sp>
        <p:nvSpPr>
          <p:cNvPr id="182" name="Shape 180"/>
          <p:cNvSpPr/>
          <p:nvPr/>
        </p:nvSpPr>
        <p:spPr>
          <a:xfrm>
            <a:off x="10236200" y="4965700"/>
            <a:ext cx="152400" cy="152400"/>
          </a:xfrm>
          <a:prstGeom prst="ellipse">
            <a:avLst/>
          </a:prstGeom>
          <a:solidFill>
            <a:srgbClr val="B02020"/>
          </a:solidFill>
          <a:ln w="6350">
            <a:solidFill>
              <a:srgbClr val="B02020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10236200" y="496570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750" dirty="0"/>
          </a:p>
        </p:txBody>
      </p:sp>
      <p:sp>
        <p:nvSpPr>
          <p:cNvPr id="184" name="Shape 182"/>
          <p:cNvSpPr/>
          <p:nvPr/>
        </p:nvSpPr>
        <p:spPr>
          <a:xfrm>
            <a:off x="10464800" y="2628900"/>
            <a:ext cx="165100" cy="2540000"/>
          </a:xfrm>
          <a:prstGeom prst="rect">
            <a:avLst/>
          </a:prstGeom>
          <a:solidFill>
            <a:srgbClr val="7CB531"/>
          </a:solidFill>
          <a:ln/>
        </p:spPr>
      </p:sp>
      <p:sp>
        <p:nvSpPr>
          <p:cNvPr id="185" name="Shape 183"/>
          <p:cNvSpPr/>
          <p:nvPr/>
        </p:nvSpPr>
        <p:spPr>
          <a:xfrm>
            <a:off x="10033000" y="3187700"/>
            <a:ext cx="609600" cy="127000"/>
          </a:xfrm>
          <a:prstGeom prst="rect">
            <a:avLst/>
          </a:prstGeom>
          <a:solidFill>
            <a:srgbClr val="7CB531"/>
          </a:solidFill>
          <a:ln/>
        </p:spPr>
      </p:sp>
      <p:sp>
        <p:nvSpPr>
          <p:cNvPr id="186" name="Shape 184"/>
          <p:cNvSpPr/>
          <p:nvPr/>
        </p:nvSpPr>
        <p:spPr>
          <a:xfrm>
            <a:off x="10033000" y="4038600"/>
            <a:ext cx="609600" cy="114300"/>
          </a:xfrm>
          <a:prstGeom prst="rect">
            <a:avLst/>
          </a:prstGeom>
          <a:solidFill>
            <a:srgbClr val="7CB531"/>
          </a:solidFill>
          <a:ln/>
        </p:spPr>
      </p:sp>
      <p:sp>
        <p:nvSpPr>
          <p:cNvPr id="187" name="Shape 185"/>
          <p:cNvSpPr/>
          <p:nvPr/>
        </p:nvSpPr>
        <p:spPr>
          <a:xfrm>
            <a:off x="9969500" y="1841500"/>
            <a:ext cx="0" cy="762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9937750" y="1790700"/>
            <a:ext cx="63500" cy="50800"/>
          </a:xfrm>
          <a:prstGeom prst="triangle">
            <a:avLst/>
          </a:prstGeom>
          <a:solidFill>
            <a:srgbClr val="2F2F2F"/>
          </a:solidFill>
          <a:ln w="3175">
            <a:solidFill>
              <a:srgbClr val="2F2F2F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9969500" y="2159000"/>
            <a:ext cx="0" cy="889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9937750" y="2108200"/>
            <a:ext cx="63500" cy="50800"/>
          </a:xfrm>
          <a:prstGeom prst="triangle">
            <a:avLst/>
          </a:prstGeom>
          <a:solidFill>
            <a:srgbClr val="2F2F2F"/>
          </a:solidFill>
          <a:ln w="3175">
            <a:solidFill>
              <a:srgbClr val="2F2F2F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9969500" y="2489200"/>
            <a:ext cx="0" cy="381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9937750" y="2438400"/>
            <a:ext cx="63500" cy="50800"/>
          </a:xfrm>
          <a:prstGeom prst="triangle">
            <a:avLst/>
          </a:prstGeom>
          <a:solidFill>
            <a:srgbClr val="2F2F2F"/>
          </a:solidFill>
          <a:ln w="3175">
            <a:solidFill>
              <a:srgbClr val="2F2F2F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9937750" y="2794000"/>
            <a:ext cx="63500" cy="50800"/>
          </a:xfrm>
          <a:prstGeom prst="triangle">
            <a:avLst/>
          </a:prstGeom>
          <a:solidFill>
            <a:srgbClr val="2F2F2F"/>
          </a:solidFill>
          <a:ln w="3175">
            <a:solidFill>
              <a:srgbClr val="2F2F2F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9937750" y="3175000"/>
            <a:ext cx="63500" cy="50800"/>
          </a:xfrm>
          <a:prstGeom prst="triangle">
            <a:avLst/>
          </a:prstGeom>
          <a:solidFill>
            <a:srgbClr val="2F2F2F"/>
          </a:solidFill>
          <a:ln w="3175">
            <a:solidFill>
              <a:srgbClr val="2F2F2F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9937750" y="3492500"/>
            <a:ext cx="63500" cy="50800"/>
          </a:xfrm>
          <a:prstGeom prst="triangle">
            <a:avLst/>
          </a:prstGeom>
          <a:solidFill>
            <a:srgbClr val="2F2F2F"/>
          </a:solidFill>
          <a:ln w="3175">
            <a:solidFill>
              <a:srgbClr val="2F2F2F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9937750" y="5232400"/>
            <a:ext cx="63500" cy="50800"/>
          </a:xfrm>
          <a:prstGeom prst="triangle">
            <a:avLst/>
          </a:prstGeom>
          <a:solidFill>
            <a:srgbClr val="2F2F2F"/>
          </a:solidFill>
          <a:ln w="3175">
            <a:solidFill>
              <a:srgbClr val="2F2F2F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9525000" y="5295900"/>
            <a:ext cx="939800" cy="876300"/>
          </a:xfrm>
          <a:prstGeom prst="roundRect">
            <a:avLst>
              <a:gd name="adj" fmla="val 5217"/>
            </a:avLst>
          </a:prstGeom>
          <a:solidFill>
            <a:srgbClr val="B4726C"/>
          </a:solidFill>
          <a:ln w="12700">
            <a:solidFill>
              <a:srgbClr val="5A2A24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9575800" y="5353050"/>
            <a:ext cx="215900" cy="215900"/>
          </a:xfrm>
          <a:prstGeom prst="ellipse">
            <a:avLst/>
          </a:prstGeom>
          <a:ln w="15875">
            <a:solidFill>
              <a:srgbClr val="3A1810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9626600" y="5461000"/>
            <a:ext cx="101600" cy="0"/>
          </a:xfrm>
          <a:prstGeom prst="line">
            <a:avLst/>
          </a:prstGeom>
          <a:noFill/>
          <a:ln w="15875">
            <a:solidFill>
              <a:srgbClr val="3A1810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9677400" y="5410200"/>
            <a:ext cx="0" cy="101600"/>
          </a:xfrm>
          <a:prstGeom prst="line">
            <a:avLst/>
          </a:prstGeom>
          <a:noFill/>
          <a:ln w="15875">
            <a:solidFill>
              <a:srgbClr val="3A1810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 flipV="1">
            <a:off x="9880600" y="5435600"/>
            <a:ext cx="38100" cy="31750"/>
          </a:xfrm>
          <a:prstGeom prst="line">
            <a:avLst/>
          </a:prstGeom>
          <a:noFill/>
          <a:ln w="12700">
            <a:solidFill>
              <a:srgbClr val="3A1810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 flipV="1">
            <a:off x="9918700" y="5412357"/>
            <a:ext cx="38100" cy="23243"/>
          </a:xfrm>
          <a:prstGeom prst="line">
            <a:avLst/>
          </a:prstGeom>
          <a:noFill/>
          <a:ln w="12700">
            <a:solidFill>
              <a:srgbClr val="3A1810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 flipV="1">
            <a:off x="9956800" y="5403850"/>
            <a:ext cx="38100" cy="8507"/>
          </a:xfrm>
          <a:prstGeom prst="line">
            <a:avLst/>
          </a:prstGeom>
          <a:noFill/>
          <a:ln w="12700">
            <a:solidFill>
              <a:srgbClr val="3A1810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9994900" y="5403850"/>
            <a:ext cx="38100" cy="8507"/>
          </a:xfrm>
          <a:prstGeom prst="line">
            <a:avLst/>
          </a:prstGeom>
          <a:noFill/>
          <a:ln w="12700">
            <a:solidFill>
              <a:srgbClr val="3A1810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10033000" y="5412357"/>
            <a:ext cx="38100" cy="23243"/>
          </a:xfrm>
          <a:prstGeom prst="line">
            <a:avLst/>
          </a:prstGeom>
          <a:noFill/>
          <a:ln w="12700">
            <a:solidFill>
              <a:srgbClr val="3A1810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10071100" y="5435600"/>
            <a:ext cx="38100" cy="31750"/>
          </a:xfrm>
          <a:prstGeom prst="line">
            <a:avLst/>
          </a:prstGeom>
          <a:noFill/>
          <a:ln w="12700">
            <a:solidFill>
              <a:srgbClr val="3A1810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10109200" y="5467350"/>
            <a:ext cx="38100" cy="31750"/>
          </a:xfrm>
          <a:prstGeom prst="line">
            <a:avLst/>
          </a:prstGeom>
          <a:noFill/>
          <a:ln w="12700">
            <a:solidFill>
              <a:srgbClr val="3A1810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10147300" y="5499100"/>
            <a:ext cx="38100" cy="23243"/>
          </a:xfrm>
          <a:prstGeom prst="line">
            <a:avLst/>
          </a:prstGeom>
          <a:noFill/>
          <a:ln w="12700">
            <a:solidFill>
              <a:srgbClr val="3A1810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10185400" y="5522343"/>
            <a:ext cx="38100" cy="8507"/>
          </a:xfrm>
          <a:prstGeom prst="line">
            <a:avLst/>
          </a:prstGeom>
          <a:noFill/>
          <a:ln w="12700">
            <a:solidFill>
              <a:srgbClr val="3A1810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 flipV="1">
            <a:off x="10223500" y="5522343"/>
            <a:ext cx="38100" cy="8507"/>
          </a:xfrm>
          <a:prstGeom prst="line">
            <a:avLst/>
          </a:prstGeom>
          <a:noFill/>
          <a:ln w="12700">
            <a:solidFill>
              <a:srgbClr val="3A1810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 flipV="1">
            <a:off x="10261600" y="5499100"/>
            <a:ext cx="38100" cy="23243"/>
          </a:xfrm>
          <a:prstGeom prst="line">
            <a:avLst/>
          </a:prstGeom>
          <a:noFill/>
          <a:ln w="12700">
            <a:solidFill>
              <a:srgbClr val="3A1810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 flipV="1">
            <a:off x="10299700" y="5467350"/>
            <a:ext cx="38100" cy="31750"/>
          </a:xfrm>
          <a:prstGeom prst="line">
            <a:avLst/>
          </a:prstGeom>
          <a:noFill/>
          <a:ln w="12700">
            <a:solidFill>
              <a:srgbClr val="3A1810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9575800" y="5664200"/>
            <a:ext cx="863600" cy="0"/>
          </a:xfrm>
          <a:prstGeom prst="line">
            <a:avLst/>
          </a:prstGeom>
          <a:noFill/>
          <a:ln w="12700">
            <a:solidFill>
              <a:srgbClr val="5A2A24"/>
            </a:solidFill>
            <a:prstDash val="solid"/>
          </a:ln>
        </p:spPr>
      </p:sp>
      <p:sp>
        <p:nvSpPr>
          <p:cNvPr id="214" name="Text 212"/>
          <p:cNvSpPr/>
          <p:nvPr/>
        </p:nvSpPr>
        <p:spPr>
          <a:xfrm>
            <a:off x="10591800" y="5257800"/>
            <a:ext cx="711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Positional</a:t>
            </a:r>
            <a:endParaRPr lang="en-US" sz="9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</a:t>
            </a:r>
            <a:endParaRPr lang="en-US" sz="900" dirty="0"/>
          </a:p>
        </p:txBody>
      </p:sp>
      <p:sp>
        <p:nvSpPr>
          <p:cNvPr id="215" name="Shape 213"/>
          <p:cNvSpPr/>
          <p:nvPr/>
        </p:nvSpPr>
        <p:spPr>
          <a:xfrm>
            <a:off x="10731500" y="3810000"/>
            <a:ext cx="304800" cy="304800"/>
          </a:xfrm>
          <a:prstGeom prst="ellipse">
            <a:avLst/>
          </a:prstGeom>
          <a:solidFill>
            <a:srgbClr val="B9BF9C"/>
          </a:solidFill>
          <a:ln w="9525">
            <a:solidFill>
              <a:srgbClr val="6A7A4A"/>
            </a:solidFill>
            <a:prstDash val="solid"/>
          </a:ln>
        </p:spPr>
      </p:sp>
      <p:sp>
        <p:nvSpPr>
          <p:cNvPr id="216" name="Text 214"/>
          <p:cNvSpPr/>
          <p:nvPr/>
        </p:nvSpPr>
        <p:spPr>
          <a:xfrm>
            <a:off x="10731500" y="381000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Nx</a:t>
            </a:r>
            <a:endParaRPr lang="en-US" sz="750" dirty="0"/>
          </a:p>
        </p:txBody>
      </p:sp>
      <p:sp>
        <p:nvSpPr>
          <p:cNvPr id="217" name="Text 215"/>
          <p:cNvSpPr/>
          <p:nvPr/>
        </p:nvSpPr>
        <p:spPr>
          <a:xfrm>
            <a:off x="9525000" y="5676900"/>
            <a:ext cx="9398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3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85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3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850" dirty="0"/>
          </a:p>
        </p:txBody>
      </p:sp>
      <p:sp>
        <p:nvSpPr>
          <p:cNvPr id="218" name="Shape 216"/>
          <p:cNvSpPr/>
          <p:nvPr/>
        </p:nvSpPr>
        <p:spPr>
          <a:xfrm>
            <a:off x="9436100" y="1536700"/>
            <a:ext cx="63500" cy="215900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9385300" y="1422400"/>
            <a:ext cx="165100" cy="114300"/>
          </a:xfrm>
          <a:prstGeom prst="triangl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9664700" y="1409700"/>
            <a:ext cx="660400" cy="228600"/>
          </a:xfrm>
          <a:prstGeom prst="rect">
            <a:avLst/>
          </a:prstGeom>
          <a:solidFill>
            <a:srgbClr val="F6FC36"/>
          </a:solidFill>
          <a:ln/>
        </p:spPr>
      </p:sp>
      <p:sp>
        <p:nvSpPr>
          <p:cNvPr id="221" name="Text 219"/>
          <p:cNvSpPr/>
          <p:nvPr/>
        </p:nvSpPr>
        <p:spPr>
          <a:xfrm>
            <a:off x="9664700" y="1409700"/>
            <a:ext cx="66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700" dirty="0"/>
          </a:p>
        </p:txBody>
      </p:sp>
      <p:sp>
        <p:nvSpPr>
          <p:cNvPr id="222" name="Text 220"/>
          <p:cNvSpPr/>
          <p:nvPr/>
        </p:nvSpPr>
        <p:spPr>
          <a:xfrm>
            <a:off x="9486900" y="1625600"/>
            <a:ext cx="9398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700" dirty="0"/>
          </a:p>
        </p:txBody>
      </p:sp>
      <p:sp>
        <p:nvSpPr>
          <p:cNvPr id="223" name="Shape 221"/>
          <p:cNvSpPr/>
          <p:nvPr/>
        </p:nvSpPr>
        <p:spPr>
          <a:xfrm>
            <a:off x="9550400" y="1930400"/>
            <a:ext cx="876300" cy="177800"/>
          </a:xfrm>
          <a:prstGeom prst="rect">
            <a:avLst/>
          </a:prstGeom>
          <a:solidFill>
            <a:srgbClr val="CDFCE2"/>
          </a:solidFill>
          <a:ln w="9525">
            <a:solidFill>
              <a:srgbClr val="316B43"/>
            </a:solidFill>
            <a:prstDash val="solid"/>
          </a:ln>
        </p:spPr>
      </p:sp>
      <p:sp>
        <p:nvSpPr>
          <p:cNvPr id="224" name="Text 222"/>
          <p:cNvSpPr/>
          <p:nvPr/>
        </p:nvSpPr>
        <p:spPr>
          <a:xfrm>
            <a:off x="9550400" y="1930400"/>
            <a:ext cx="8763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50" b="1" dirty="0">
                <a:solidFill>
                  <a:srgbClr val="143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650" dirty="0"/>
          </a:p>
        </p:txBody>
      </p:sp>
      <p:sp>
        <p:nvSpPr>
          <p:cNvPr id="225" name="Shape 223"/>
          <p:cNvSpPr/>
          <p:nvPr/>
        </p:nvSpPr>
        <p:spPr>
          <a:xfrm>
            <a:off x="9550400" y="2260600"/>
            <a:ext cx="876300" cy="165100"/>
          </a:xfrm>
          <a:prstGeom prst="rect">
            <a:avLst/>
          </a:prstGeom>
          <a:solidFill>
            <a:srgbClr val="CDFCE2"/>
          </a:solidFill>
          <a:ln w="9525">
            <a:solidFill>
              <a:srgbClr val="316B43"/>
            </a:solidFill>
            <a:prstDash val="solid"/>
          </a:ln>
        </p:spPr>
      </p:sp>
      <p:sp>
        <p:nvSpPr>
          <p:cNvPr id="226" name="Text 224"/>
          <p:cNvSpPr/>
          <p:nvPr/>
        </p:nvSpPr>
        <p:spPr>
          <a:xfrm>
            <a:off x="9550400" y="2260600"/>
            <a:ext cx="8763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50" b="1" dirty="0">
                <a:solidFill>
                  <a:srgbClr val="143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650" dirty="0"/>
          </a:p>
        </p:txBody>
      </p:sp>
      <p:sp>
        <p:nvSpPr>
          <p:cNvPr id="227" name="Shape 225"/>
          <p:cNvSpPr/>
          <p:nvPr/>
        </p:nvSpPr>
        <p:spPr>
          <a:xfrm>
            <a:off x="9677400" y="6261100"/>
            <a:ext cx="609600" cy="215900"/>
          </a:xfrm>
          <a:prstGeom prst="rect">
            <a:avLst/>
          </a:prstGeom>
          <a:solidFill>
            <a:srgbClr val="F6FC36"/>
          </a:solidFill>
          <a:ln/>
        </p:spPr>
      </p:sp>
      <p:sp>
        <p:nvSpPr>
          <p:cNvPr id="228" name="Text 226"/>
          <p:cNvSpPr/>
          <p:nvPr/>
        </p:nvSpPr>
        <p:spPr>
          <a:xfrm>
            <a:off x="9677400" y="6261100"/>
            <a:ext cx="609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</a:t>
            </a:r>
            <a:endParaRPr lang="en-US" sz="1000" dirty="0"/>
          </a:p>
        </p:txBody>
      </p:sp>
      <p:sp>
        <p:nvSpPr>
          <p:cNvPr id="229" name="Text 227"/>
          <p:cNvSpPr/>
          <p:nvPr/>
        </p:nvSpPr>
        <p:spPr>
          <a:xfrm>
            <a:off x="9499600" y="6464300"/>
            <a:ext cx="965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C8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(shifted right)</a:t>
            </a:r>
            <a:endParaRPr lang="en-US" sz="850" dirty="0"/>
          </a:p>
        </p:txBody>
      </p:sp>
      <p:sp>
        <p:nvSpPr>
          <p:cNvPr id="230" name="Shape 228"/>
          <p:cNvSpPr/>
          <p:nvPr/>
        </p:nvSpPr>
        <p:spPr>
          <a:xfrm>
            <a:off x="2628900" y="3644900"/>
            <a:ext cx="546100" cy="5969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231" name="Shape 229"/>
          <p:cNvSpPr/>
          <p:nvPr/>
        </p:nvSpPr>
        <p:spPr>
          <a:xfrm>
            <a:off x="3175000" y="4241800"/>
            <a:ext cx="584200" cy="5588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232" name="Shape 230"/>
          <p:cNvSpPr/>
          <p:nvPr/>
        </p:nvSpPr>
        <p:spPr>
          <a:xfrm flipV="1">
            <a:off x="2628900" y="5461000"/>
            <a:ext cx="571500" cy="5334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233" name="Shape 231"/>
          <p:cNvSpPr/>
          <p:nvPr/>
        </p:nvSpPr>
        <p:spPr>
          <a:xfrm flipV="1">
            <a:off x="3200400" y="4953000"/>
            <a:ext cx="558800" cy="5080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234" name="Shape 232"/>
          <p:cNvSpPr/>
          <p:nvPr/>
        </p:nvSpPr>
        <p:spPr>
          <a:xfrm>
            <a:off x="6464300" y="3225800"/>
            <a:ext cx="774700" cy="6096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235" name="Shape 233"/>
          <p:cNvSpPr/>
          <p:nvPr/>
        </p:nvSpPr>
        <p:spPr>
          <a:xfrm>
            <a:off x="7239000" y="3835400"/>
            <a:ext cx="965200" cy="7366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236" name="Shape 234"/>
          <p:cNvSpPr/>
          <p:nvPr/>
        </p:nvSpPr>
        <p:spPr>
          <a:xfrm flipV="1">
            <a:off x="6464300" y="5029200"/>
            <a:ext cx="1536700" cy="14986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237" name="Shape 235"/>
          <p:cNvSpPr/>
          <p:nvPr/>
        </p:nvSpPr>
        <p:spPr>
          <a:xfrm flipV="1">
            <a:off x="8001000" y="3556000"/>
            <a:ext cx="1460500" cy="14732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238" name="Shape 236"/>
          <p:cNvSpPr/>
          <p:nvPr/>
        </p:nvSpPr>
        <p:spPr>
          <a:xfrm>
            <a:off x="11176000" y="2781300"/>
            <a:ext cx="101600" cy="647700"/>
          </a:xfrm>
          <a:prstGeom prst="line">
            <a:avLst/>
          </a:prstGeom>
          <a:noFill/>
          <a:ln w="25400">
            <a:solidFill>
              <a:srgbClr val="C00000"/>
            </a:solidFill>
            <a:prstDash val="dash"/>
          </a:ln>
        </p:spPr>
      </p:sp>
      <p:sp>
        <p:nvSpPr>
          <p:cNvPr id="239" name="Shape 237"/>
          <p:cNvSpPr/>
          <p:nvPr/>
        </p:nvSpPr>
        <p:spPr>
          <a:xfrm>
            <a:off x="11277600" y="3429000"/>
            <a:ext cx="25400" cy="635000"/>
          </a:xfrm>
          <a:prstGeom prst="line">
            <a:avLst/>
          </a:prstGeom>
          <a:noFill/>
          <a:ln w="25400">
            <a:solidFill>
              <a:srgbClr val="C00000"/>
            </a:solidFill>
            <a:prstDash val="dash"/>
          </a:ln>
        </p:spPr>
      </p:sp>
      <p:sp>
        <p:nvSpPr>
          <p:cNvPr id="240" name="Shape 238"/>
          <p:cNvSpPr/>
          <p:nvPr/>
        </p:nvSpPr>
        <p:spPr>
          <a:xfrm flipH="1">
            <a:off x="11264900" y="4064000"/>
            <a:ext cx="38100" cy="609600"/>
          </a:xfrm>
          <a:prstGeom prst="line">
            <a:avLst/>
          </a:prstGeom>
          <a:noFill/>
          <a:ln w="25400">
            <a:solidFill>
              <a:srgbClr val="C00000"/>
            </a:solidFill>
            <a:prstDash val="dash"/>
          </a:ln>
        </p:spPr>
      </p:sp>
      <p:sp>
        <p:nvSpPr>
          <p:cNvPr id="241" name="Shape 239"/>
          <p:cNvSpPr/>
          <p:nvPr/>
        </p:nvSpPr>
        <p:spPr>
          <a:xfrm flipH="1">
            <a:off x="11137900" y="4673600"/>
            <a:ext cx="127000" cy="660400"/>
          </a:xfrm>
          <a:prstGeom prst="line">
            <a:avLst/>
          </a:prstGeom>
          <a:noFill/>
          <a:ln w="25400">
            <a:solidFill>
              <a:srgbClr val="C00000"/>
            </a:solidFill>
            <a:prstDash val="dash"/>
          </a:ln>
        </p:spPr>
      </p:sp>
      <p:sp>
        <p:nvSpPr>
          <p:cNvPr id="242" name="Shape 240"/>
          <p:cNvSpPr/>
          <p:nvPr/>
        </p:nvSpPr>
        <p:spPr>
          <a:xfrm flipH="1">
            <a:off x="10922000" y="5334000"/>
            <a:ext cx="215900" cy="482600"/>
          </a:xfrm>
          <a:prstGeom prst="line">
            <a:avLst/>
          </a:prstGeom>
          <a:noFill/>
          <a:ln w="25400">
            <a:solidFill>
              <a:srgbClr val="C00000"/>
            </a:solidFill>
            <a:prstDash val="dash"/>
          </a:ln>
        </p:spPr>
      </p:sp>
      <p:sp>
        <p:nvSpPr>
          <p:cNvPr id="243" name="Shape 241"/>
          <p:cNvSpPr/>
          <p:nvPr/>
        </p:nvSpPr>
        <p:spPr>
          <a:xfrm flipH="1">
            <a:off x="10744200" y="5816600"/>
            <a:ext cx="177800" cy="330200"/>
          </a:xfrm>
          <a:prstGeom prst="line">
            <a:avLst/>
          </a:prstGeom>
          <a:noFill/>
          <a:ln w="25400">
            <a:solidFill>
              <a:srgbClr val="C00000"/>
            </a:solidFill>
            <a:prstDash val="dash"/>
            <a:tailEnd type="triangle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60400" y="1371600"/>
            <a:ext cx="10350500" cy="5270500"/>
          </a:xfrm>
          <a:prstGeom prst="roundRect">
            <a:avLst>
              <a:gd name="adj" fmla="val 1214"/>
            </a:avLst>
          </a:prstGeom>
          <a:solidFill>
            <a:srgbClr val="F7E2CD"/>
          </a:solidFill>
          <a:ln/>
        </p:spPr>
      </p:sp>
      <p:sp>
        <p:nvSpPr>
          <p:cNvPr id="6" name="Shape 4"/>
          <p:cNvSpPr/>
          <p:nvPr/>
        </p:nvSpPr>
        <p:spPr>
          <a:xfrm>
            <a:off x="3213100" y="2463800"/>
            <a:ext cx="1155700" cy="2679700"/>
          </a:xfrm>
          <a:prstGeom prst="rect">
            <a:avLst/>
          </a:prstGeom>
          <a:solidFill>
            <a:srgbClr val="DBCBBB"/>
          </a:solidFill>
          <a:ln/>
        </p:spPr>
      </p:sp>
      <p:sp>
        <p:nvSpPr>
          <p:cNvPr id="7" name="Text 5"/>
          <p:cNvSpPr/>
          <p:nvPr/>
        </p:nvSpPr>
        <p:spPr>
          <a:xfrm>
            <a:off x="3213100" y="2501900"/>
            <a:ext cx="11557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5C3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</a:t>
            </a:r>
            <a:endParaRPr lang="en-US" sz="13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5C3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 flipH="1">
            <a:off x="3797300" y="3378200"/>
            <a:ext cx="406400" cy="1727200"/>
          </a:xfrm>
          <a:prstGeom prst="line">
            <a:avLst/>
          </a:prstGeom>
          <a:noFill/>
          <a:ln w="9525">
            <a:solidFill>
              <a:srgbClr val="C6A09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3822700" y="3898900"/>
            <a:ext cx="165100" cy="1219200"/>
          </a:xfrm>
          <a:prstGeom prst="line">
            <a:avLst/>
          </a:prstGeom>
          <a:noFill/>
          <a:ln w="9525">
            <a:solidFill>
              <a:srgbClr val="C6A0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59200" y="4419600"/>
            <a:ext cx="88900" cy="685800"/>
          </a:xfrm>
          <a:prstGeom prst="line">
            <a:avLst/>
          </a:prstGeom>
          <a:noFill/>
          <a:ln w="9525">
            <a:solidFill>
              <a:srgbClr val="C6A09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81400" y="4953000"/>
            <a:ext cx="304800" cy="177800"/>
          </a:xfrm>
          <a:prstGeom prst="line">
            <a:avLst/>
          </a:prstGeom>
          <a:noFill/>
          <a:ln w="9525">
            <a:solidFill>
              <a:srgbClr val="C6A09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02100" y="3035300"/>
            <a:ext cx="190500" cy="190500"/>
          </a:xfrm>
          <a:prstGeom prst="ellipse">
            <a:avLst/>
          </a:prstGeom>
          <a:solidFill>
            <a:srgbClr val="E0ECF9"/>
          </a:solidFill>
          <a:ln/>
        </p:spPr>
      </p:sp>
      <p:sp>
        <p:nvSpPr>
          <p:cNvPr id="13" name="Shape 11"/>
          <p:cNvSpPr/>
          <p:nvPr/>
        </p:nvSpPr>
        <p:spPr>
          <a:xfrm>
            <a:off x="4140200" y="3073400"/>
            <a:ext cx="114300" cy="114300"/>
          </a:xfrm>
          <a:prstGeom prst="ellipse">
            <a:avLst/>
          </a:prstGeom>
          <a:solidFill>
            <a:srgbClr val="0200AB"/>
          </a:solidFill>
          <a:ln/>
        </p:spPr>
      </p:sp>
      <p:sp>
        <p:nvSpPr>
          <p:cNvPr id="14" name="Shape 12"/>
          <p:cNvSpPr/>
          <p:nvPr/>
        </p:nvSpPr>
        <p:spPr>
          <a:xfrm rot="5400000">
            <a:off x="3981450" y="3079750"/>
            <a:ext cx="101600" cy="127000"/>
          </a:xfrm>
          <a:prstGeom prst="triangle">
            <a:avLst/>
          </a:prstGeom>
          <a:solidFill>
            <a:srgbClr val="8C0007"/>
          </a:solidFill>
          <a:ln/>
        </p:spPr>
      </p:sp>
      <p:sp>
        <p:nvSpPr>
          <p:cNvPr id="15" name="Shape 13"/>
          <p:cNvSpPr/>
          <p:nvPr/>
        </p:nvSpPr>
        <p:spPr>
          <a:xfrm>
            <a:off x="4140200" y="3232150"/>
            <a:ext cx="114300" cy="127000"/>
          </a:xfrm>
          <a:prstGeom prst="triangle">
            <a:avLst/>
          </a:prstGeom>
          <a:solidFill>
            <a:srgbClr val="8C0007"/>
          </a:solidFill>
          <a:ln/>
        </p:spPr>
      </p:sp>
      <p:sp>
        <p:nvSpPr>
          <p:cNvPr id="16" name="Shape 14"/>
          <p:cNvSpPr/>
          <p:nvPr/>
        </p:nvSpPr>
        <p:spPr>
          <a:xfrm>
            <a:off x="3898900" y="3556000"/>
            <a:ext cx="190500" cy="190500"/>
          </a:xfrm>
          <a:prstGeom prst="ellipse">
            <a:avLst/>
          </a:prstGeom>
          <a:solidFill>
            <a:srgbClr val="E0ECF9"/>
          </a:solidFill>
          <a:ln/>
        </p:spPr>
      </p:sp>
      <p:sp>
        <p:nvSpPr>
          <p:cNvPr id="17" name="Shape 15"/>
          <p:cNvSpPr/>
          <p:nvPr/>
        </p:nvSpPr>
        <p:spPr>
          <a:xfrm>
            <a:off x="3937000" y="3594100"/>
            <a:ext cx="114300" cy="114300"/>
          </a:xfrm>
          <a:prstGeom prst="ellipse">
            <a:avLst/>
          </a:prstGeom>
          <a:solidFill>
            <a:srgbClr val="0200AB"/>
          </a:solidFill>
          <a:ln/>
        </p:spPr>
      </p:sp>
      <p:sp>
        <p:nvSpPr>
          <p:cNvPr id="18" name="Shape 16"/>
          <p:cNvSpPr/>
          <p:nvPr/>
        </p:nvSpPr>
        <p:spPr>
          <a:xfrm rot="5400000">
            <a:off x="3778250" y="3600450"/>
            <a:ext cx="101600" cy="127000"/>
          </a:xfrm>
          <a:prstGeom prst="triangle">
            <a:avLst/>
          </a:prstGeom>
          <a:solidFill>
            <a:srgbClr val="8C0007"/>
          </a:solidFill>
          <a:ln/>
        </p:spPr>
      </p:sp>
      <p:sp>
        <p:nvSpPr>
          <p:cNvPr id="19" name="Shape 17"/>
          <p:cNvSpPr/>
          <p:nvPr/>
        </p:nvSpPr>
        <p:spPr>
          <a:xfrm>
            <a:off x="3937000" y="3752850"/>
            <a:ext cx="114300" cy="127000"/>
          </a:xfrm>
          <a:prstGeom prst="triangle">
            <a:avLst/>
          </a:prstGeom>
          <a:solidFill>
            <a:srgbClr val="8C0007"/>
          </a:solidFill>
          <a:ln/>
        </p:spPr>
      </p:sp>
      <p:sp>
        <p:nvSpPr>
          <p:cNvPr id="20" name="Shape 18"/>
          <p:cNvSpPr/>
          <p:nvPr/>
        </p:nvSpPr>
        <p:spPr>
          <a:xfrm>
            <a:off x="3657600" y="4070350"/>
            <a:ext cx="190500" cy="190500"/>
          </a:xfrm>
          <a:prstGeom prst="ellipse">
            <a:avLst/>
          </a:prstGeom>
          <a:solidFill>
            <a:srgbClr val="E0ECF9"/>
          </a:solidFill>
          <a:ln/>
        </p:spPr>
      </p:sp>
      <p:sp>
        <p:nvSpPr>
          <p:cNvPr id="21" name="Shape 19"/>
          <p:cNvSpPr/>
          <p:nvPr/>
        </p:nvSpPr>
        <p:spPr>
          <a:xfrm>
            <a:off x="3695700" y="4108450"/>
            <a:ext cx="114300" cy="114300"/>
          </a:xfrm>
          <a:prstGeom prst="ellipse">
            <a:avLst/>
          </a:prstGeom>
          <a:solidFill>
            <a:srgbClr val="0200AB"/>
          </a:solidFill>
          <a:ln/>
        </p:spPr>
      </p:sp>
      <p:sp>
        <p:nvSpPr>
          <p:cNvPr id="22" name="Shape 20"/>
          <p:cNvSpPr/>
          <p:nvPr/>
        </p:nvSpPr>
        <p:spPr>
          <a:xfrm rot="5400000">
            <a:off x="3536950" y="4114800"/>
            <a:ext cx="101600" cy="127000"/>
          </a:xfrm>
          <a:prstGeom prst="triangle">
            <a:avLst/>
          </a:prstGeom>
          <a:solidFill>
            <a:srgbClr val="8C0007"/>
          </a:solidFill>
          <a:ln/>
        </p:spPr>
      </p:sp>
      <p:sp>
        <p:nvSpPr>
          <p:cNvPr id="23" name="Shape 21"/>
          <p:cNvSpPr/>
          <p:nvPr/>
        </p:nvSpPr>
        <p:spPr>
          <a:xfrm>
            <a:off x="3695700" y="4267200"/>
            <a:ext cx="114300" cy="127000"/>
          </a:xfrm>
          <a:prstGeom prst="triangle">
            <a:avLst/>
          </a:prstGeom>
          <a:solidFill>
            <a:srgbClr val="8C0007"/>
          </a:solidFill>
          <a:ln/>
        </p:spPr>
      </p:sp>
      <p:sp>
        <p:nvSpPr>
          <p:cNvPr id="24" name="Shape 22"/>
          <p:cNvSpPr/>
          <p:nvPr/>
        </p:nvSpPr>
        <p:spPr>
          <a:xfrm>
            <a:off x="3416300" y="4635500"/>
            <a:ext cx="190500" cy="190500"/>
          </a:xfrm>
          <a:prstGeom prst="ellipse">
            <a:avLst/>
          </a:prstGeom>
          <a:solidFill>
            <a:srgbClr val="E0ECF9"/>
          </a:solidFill>
          <a:ln/>
        </p:spPr>
      </p:sp>
      <p:sp>
        <p:nvSpPr>
          <p:cNvPr id="25" name="Shape 23"/>
          <p:cNvSpPr/>
          <p:nvPr/>
        </p:nvSpPr>
        <p:spPr>
          <a:xfrm>
            <a:off x="3454400" y="4673600"/>
            <a:ext cx="114300" cy="114300"/>
          </a:xfrm>
          <a:prstGeom prst="ellipse">
            <a:avLst/>
          </a:prstGeom>
          <a:solidFill>
            <a:srgbClr val="0200AB"/>
          </a:solidFill>
          <a:ln/>
        </p:spPr>
      </p:sp>
      <p:sp>
        <p:nvSpPr>
          <p:cNvPr id="26" name="Shape 24"/>
          <p:cNvSpPr/>
          <p:nvPr/>
        </p:nvSpPr>
        <p:spPr>
          <a:xfrm rot="5400000">
            <a:off x="3295650" y="4679950"/>
            <a:ext cx="101600" cy="127000"/>
          </a:xfrm>
          <a:prstGeom prst="triangle">
            <a:avLst/>
          </a:prstGeom>
          <a:solidFill>
            <a:srgbClr val="8C0007"/>
          </a:solidFill>
          <a:ln/>
        </p:spPr>
      </p:sp>
      <p:sp>
        <p:nvSpPr>
          <p:cNvPr id="27" name="Shape 25"/>
          <p:cNvSpPr/>
          <p:nvPr/>
        </p:nvSpPr>
        <p:spPr>
          <a:xfrm>
            <a:off x="3454400" y="4832350"/>
            <a:ext cx="114300" cy="127000"/>
          </a:xfrm>
          <a:prstGeom prst="triangle">
            <a:avLst/>
          </a:prstGeom>
          <a:solidFill>
            <a:srgbClr val="8C0007"/>
          </a:solidFill>
          <a:ln/>
        </p:spPr>
      </p:sp>
      <p:sp>
        <p:nvSpPr>
          <p:cNvPr id="28" name="Shape 26"/>
          <p:cNvSpPr/>
          <p:nvPr/>
        </p:nvSpPr>
        <p:spPr>
          <a:xfrm>
            <a:off x="723900" y="2870200"/>
            <a:ext cx="1054100" cy="2159000"/>
          </a:xfrm>
          <a:prstGeom prst="roundRect">
            <a:avLst>
              <a:gd name="adj" fmla="val 6072"/>
            </a:avLst>
          </a:prstGeom>
          <a:solidFill>
            <a:srgbClr val="E6FCE7"/>
          </a:solidFill>
          <a:ln w="15875">
            <a:solidFill>
              <a:srgbClr val="3B7A40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850900" y="30416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30" name="Shape 28"/>
          <p:cNvSpPr/>
          <p:nvPr/>
        </p:nvSpPr>
        <p:spPr>
          <a:xfrm>
            <a:off x="1016000" y="30416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31" name="Shape 29"/>
          <p:cNvSpPr/>
          <p:nvPr/>
        </p:nvSpPr>
        <p:spPr>
          <a:xfrm>
            <a:off x="1181100" y="30416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32" name="Shape 30"/>
          <p:cNvSpPr/>
          <p:nvPr/>
        </p:nvSpPr>
        <p:spPr>
          <a:xfrm>
            <a:off x="1346200" y="30416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33" name="Shape 31"/>
          <p:cNvSpPr/>
          <p:nvPr/>
        </p:nvSpPr>
        <p:spPr>
          <a:xfrm>
            <a:off x="1511300" y="30416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34" name="Text 32"/>
          <p:cNvSpPr/>
          <p:nvPr/>
        </p:nvSpPr>
        <p:spPr>
          <a:xfrm>
            <a:off x="1126236" y="30162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50900" y="35623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36" name="Shape 34"/>
          <p:cNvSpPr/>
          <p:nvPr/>
        </p:nvSpPr>
        <p:spPr>
          <a:xfrm>
            <a:off x="1016000" y="35623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37" name="Shape 35"/>
          <p:cNvSpPr/>
          <p:nvPr/>
        </p:nvSpPr>
        <p:spPr>
          <a:xfrm>
            <a:off x="1181100" y="35623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38" name="Shape 36"/>
          <p:cNvSpPr/>
          <p:nvPr/>
        </p:nvSpPr>
        <p:spPr>
          <a:xfrm>
            <a:off x="1346200" y="35623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39" name="Shape 37"/>
          <p:cNvSpPr/>
          <p:nvPr/>
        </p:nvSpPr>
        <p:spPr>
          <a:xfrm>
            <a:off x="1511300" y="35623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40" name="Text 38"/>
          <p:cNvSpPr/>
          <p:nvPr/>
        </p:nvSpPr>
        <p:spPr>
          <a:xfrm>
            <a:off x="1126236" y="35369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50900" y="40830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42" name="Shape 40"/>
          <p:cNvSpPr/>
          <p:nvPr/>
        </p:nvSpPr>
        <p:spPr>
          <a:xfrm>
            <a:off x="1016000" y="40830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43" name="Shape 41"/>
          <p:cNvSpPr/>
          <p:nvPr/>
        </p:nvSpPr>
        <p:spPr>
          <a:xfrm>
            <a:off x="1181100" y="40830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44" name="Shape 42"/>
          <p:cNvSpPr/>
          <p:nvPr/>
        </p:nvSpPr>
        <p:spPr>
          <a:xfrm>
            <a:off x="1346200" y="40830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45" name="Shape 43"/>
          <p:cNvSpPr/>
          <p:nvPr/>
        </p:nvSpPr>
        <p:spPr>
          <a:xfrm>
            <a:off x="1511300" y="40830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46" name="Text 44"/>
          <p:cNvSpPr/>
          <p:nvPr/>
        </p:nvSpPr>
        <p:spPr>
          <a:xfrm>
            <a:off x="1126236" y="40576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50900" y="46418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48" name="Shape 46"/>
          <p:cNvSpPr/>
          <p:nvPr/>
        </p:nvSpPr>
        <p:spPr>
          <a:xfrm>
            <a:off x="1016000" y="46418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49" name="Shape 47"/>
          <p:cNvSpPr/>
          <p:nvPr/>
        </p:nvSpPr>
        <p:spPr>
          <a:xfrm>
            <a:off x="1181100" y="46418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50" name="Shape 48"/>
          <p:cNvSpPr/>
          <p:nvPr/>
        </p:nvSpPr>
        <p:spPr>
          <a:xfrm>
            <a:off x="1346200" y="46418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51" name="Shape 49"/>
          <p:cNvSpPr/>
          <p:nvPr/>
        </p:nvSpPr>
        <p:spPr>
          <a:xfrm>
            <a:off x="1511300" y="46418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52" name="Text 50"/>
          <p:cNvSpPr/>
          <p:nvPr/>
        </p:nvSpPr>
        <p:spPr>
          <a:xfrm>
            <a:off x="1126236" y="46164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816600" y="2489200"/>
            <a:ext cx="393700" cy="2616200"/>
          </a:xfrm>
          <a:prstGeom prst="roundRect">
            <a:avLst>
              <a:gd name="adj" fmla="val 11613"/>
            </a:avLst>
          </a:prstGeom>
          <a:solidFill>
            <a:srgbClr val="F8DEFB"/>
          </a:solidFill>
          <a:ln/>
        </p:spPr>
      </p:sp>
      <p:sp>
        <p:nvSpPr>
          <p:cNvPr id="54" name="Text 52"/>
          <p:cNvSpPr/>
          <p:nvPr/>
        </p:nvSpPr>
        <p:spPr>
          <a:xfrm rot="16200000">
            <a:off x="4824730" y="356235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6B0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max</a:t>
            </a:r>
            <a:endParaRPr lang="en-US" sz="1650" dirty="0"/>
          </a:p>
        </p:txBody>
      </p:sp>
      <p:sp>
        <p:nvSpPr>
          <p:cNvPr id="55" name="Shape 53"/>
          <p:cNvSpPr/>
          <p:nvPr/>
        </p:nvSpPr>
        <p:spPr>
          <a:xfrm>
            <a:off x="6553200" y="2489200"/>
            <a:ext cx="1701800" cy="279400"/>
          </a:xfrm>
          <a:prstGeom prst="rect">
            <a:avLst/>
          </a:prstGeom>
          <a:solidFill>
            <a:srgbClr val="EAFEFC"/>
          </a:solidFill>
          <a:ln/>
        </p:spPr>
      </p:sp>
      <p:sp>
        <p:nvSpPr>
          <p:cNvPr id="56" name="Text 54"/>
          <p:cNvSpPr/>
          <p:nvPr/>
        </p:nvSpPr>
        <p:spPr>
          <a:xfrm>
            <a:off x="6553200" y="2489200"/>
            <a:ext cx="1701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2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2000" dirty="0"/>
          </a:p>
        </p:txBody>
      </p:sp>
      <p:sp>
        <p:nvSpPr>
          <p:cNvPr id="57" name="Shape 55"/>
          <p:cNvSpPr/>
          <p:nvPr/>
        </p:nvSpPr>
        <p:spPr>
          <a:xfrm>
            <a:off x="1765300" y="3124200"/>
            <a:ext cx="2203450" cy="0"/>
          </a:xfrm>
          <a:prstGeom prst="line">
            <a:avLst/>
          </a:prstGeom>
          <a:noFill/>
          <a:ln w="9525">
            <a:solidFill>
              <a:srgbClr val="D5AEA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298950" y="3124200"/>
            <a:ext cx="1377950" cy="0"/>
          </a:xfrm>
          <a:prstGeom prst="line">
            <a:avLst/>
          </a:prstGeom>
          <a:noFill/>
          <a:ln w="9525">
            <a:solidFill>
              <a:srgbClr val="D5AEA1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rot="5400000">
            <a:off x="5676900" y="3067050"/>
            <a:ext cx="114300" cy="114300"/>
          </a:xfrm>
          <a:prstGeom prst="triangle">
            <a:avLst/>
          </a:prstGeom>
          <a:solidFill>
            <a:srgbClr val="8C0007"/>
          </a:solidFill>
          <a:ln/>
        </p:spPr>
      </p:sp>
      <p:sp>
        <p:nvSpPr>
          <p:cNvPr id="60" name="Shape 58"/>
          <p:cNvSpPr/>
          <p:nvPr/>
        </p:nvSpPr>
        <p:spPr>
          <a:xfrm>
            <a:off x="1765300" y="3644900"/>
            <a:ext cx="2000250" cy="0"/>
          </a:xfrm>
          <a:prstGeom prst="line">
            <a:avLst/>
          </a:prstGeom>
          <a:noFill/>
          <a:ln w="9525">
            <a:solidFill>
              <a:srgbClr val="D5AEA1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095750" y="3644900"/>
            <a:ext cx="1581150" cy="0"/>
          </a:xfrm>
          <a:prstGeom prst="line">
            <a:avLst/>
          </a:prstGeom>
          <a:noFill/>
          <a:ln w="9525">
            <a:solidFill>
              <a:srgbClr val="D5AEA1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rot="5400000">
            <a:off x="5676900" y="3587750"/>
            <a:ext cx="114300" cy="114300"/>
          </a:xfrm>
          <a:prstGeom prst="triangle">
            <a:avLst/>
          </a:prstGeom>
          <a:solidFill>
            <a:srgbClr val="8C0007"/>
          </a:solidFill>
          <a:ln/>
        </p:spPr>
      </p:sp>
      <p:sp>
        <p:nvSpPr>
          <p:cNvPr id="63" name="Shape 61"/>
          <p:cNvSpPr/>
          <p:nvPr/>
        </p:nvSpPr>
        <p:spPr>
          <a:xfrm>
            <a:off x="1765300" y="4165600"/>
            <a:ext cx="1758950" cy="0"/>
          </a:xfrm>
          <a:prstGeom prst="line">
            <a:avLst/>
          </a:prstGeom>
          <a:noFill/>
          <a:ln w="9525">
            <a:solidFill>
              <a:srgbClr val="D5AEA1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854450" y="4165600"/>
            <a:ext cx="1822450" cy="0"/>
          </a:xfrm>
          <a:prstGeom prst="line">
            <a:avLst/>
          </a:prstGeom>
          <a:noFill/>
          <a:ln w="9525">
            <a:solidFill>
              <a:srgbClr val="D5AEA1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rot="5400000">
            <a:off x="5676900" y="4108450"/>
            <a:ext cx="114300" cy="114300"/>
          </a:xfrm>
          <a:prstGeom prst="triangle">
            <a:avLst/>
          </a:prstGeom>
          <a:solidFill>
            <a:srgbClr val="8C0007"/>
          </a:solidFill>
          <a:ln/>
        </p:spPr>
      </p:sp>
      <p:sp>
        <p:nvSpPr>
          <p:cNvPr id="66" name="Shape 64"/>
          <p:cNvSpPr/>
          <p:nvPr/>
        </p:nvSpPr>
        <p:spPr>
          <a:xfrm>
            <a:off x="1765300" y="4724400"/>
            <a:ext cx="1517650" cy="0"/>
          </a:xfrm>
          <a:prstGeom prst="line">
            <a:avLst/>
          </a:prstGeom>
          <a:noFill/>
          <a:ln w="9525">
            <a:solidFill>
              <a:srgbClr val="D5AEA1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613150" y="4724400"/>
            <a:ext cx="2063750" cy="0"/>
          </a:xfrm>
          <a:prstGeom prst="line">
            <a:avLst/>
          </a:prstGeom>
          <a:noFill/>
          <a:ln w="9525">
            <a:solidFill>
              <a:srgbClr val="D5AEA1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rot="5400000">
            <a:off x="5676900" y="4667250"/>
            <a:ext cx="114300" cy="114300"/>
          </a:xfrm>
          <a:prstGeom prst="triangle">
            <a:avLst/>
          </a:prstGeom>
          <a:solidFill>
            <a:srgbClr val="8C0007"/>
          </a:solidFill>
          <a:ln/>
        </p:spPr>
      </p:sp>
      <p:sp>
        <p:nvSpPr>
          <p:cNvPr id="69" name="Shape 67"/>
          <p:cNvSpPr/>
          <p:nvPr/>
        </p:nvSpPr>
        <p:spPr>
          <a:xfrm>
            <a:off x="6223000" y="3124200"/>
            <a:ext cx="3441700" cy="0"/>
          </a:xfrm>
          <a:prstGeom prst="line">
            <a:avLst/>
          </a:prstGeom>
          <a:noFill/>
          <a:ln w="9525">
            <a:solidFill>
              <a:srgbClr val="D5AEA1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223000" y="3644900"/>
            <a:ext cx="3441700" cy="0"/>
          </a:xfrm>
          <a:prstGeom prst="line">
            <a:avLst/>
          </a:prstGeom>
          <a:noFill/>
          <a:ln w="9525">
            <a:solidFill>
              <a:srgbClr val="D5AEA1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223000" y="4165600"/>
            <a:ext cx="3441700" cy="0"/>
          </a:xfrm>
          <a:prstGeom prst="line">
            <a:avLst/>
          </a:prstGeom>
          <a:noFill/>
          <a:ln w="9525">
            <a:solidFill>
              <a:srgbClr val="D5AEA1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223000" y="4724400"/>
            <a:ext cx="3441700" cy="0"/>
          </a:xfrm>
          <a:prstGeom prst="line">
            <a:avLst/>
          </a:prstGeom>
          <a:noFill/>
          <a:ln w="9525">
            <a:solidFill>
              <a:srgbClr val="D5AEA1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flipV="1">
            <a:off x="6756400" y="2895600"/>
            <a:ext cx="0" cy="203200"/>
          </a:xfrm>
          <a:prstGeom prst="line">
            <a:avLst/>
          </a:prstGeom>
          <a:noFill/>
          <a:ln w="9525">
            <a:solidFill>
              <a:srgbClr val="D5AEA1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711950" y="2781300"/>
            <a:ext cx="88900" cy="114300"/>
          </a:xfrm>
          <a:prstGeom prst="triangle">
            <a:avLst/>
          </a:prstGeom>
          <a:solidFill>
            <a:srgbClr val="8C0007"/>
          </a:solidFill>
          <a:ln/>
        </p:spPr>
      </p:sp>
      <p:sp>
        <p:nvSpPr>
          <p:cNvPr id="75" name="Shape 73"/>
          <p:cNvSpPr/>
          <p:nvPr/>
        </p:nvSpPr>
        <p:spPr>
          <a:xfrm flipV="1">
            <a:off x="7150100" y="2895600"/>
            <a:ext cx="0" cy="723900"/>
          </a:xfrm>
          <a:prstGeom prst="line">
            <a:avLst/>
          </a:prstGeom>
          <a:noFill/>
          <a:ln w="9525">
            <a:solidFill>
              <a:srgbClr val="D5AEA1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105650" y="2781300"/>
            <a:ext cx="88900" cy="114300"/>
          </a:xfrm>
          <a:prstGeom prst="triangle">
            <a:avLst/>
          </a:prstGeom>
          <a:solidFill>
            <a:srgbClr val="8C0007"/>
          </a:solidFill>
          <a:ln/>
        </p:spPr>
      </p:sp>
      <p:sp>
        <p:nvSpPr>
          <p:cNvPr id="77" name="Shape 75"/>
          <p:cNvSpPr/>
          <p:nvPr/>
        </p:nvSpPr>
        <p:spPr>
          <a:xfrm flipV="1">
            <a:off x="7505700" y="2895600"/>
            <a:ext cx="0" cy="1244600"/>
          </a:xfrm>
          <a:prstGeom prst="line">
            <a:avLst/>
          </a:prstGeom>
          <a:noFill/>
          <a:ln w="9525">
            <a:solidFill>
              <a:srgbClr val="D5AEA1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461250" y="2781300"/>
            <a:ext cx="88900" cy="114300"/>
          </a:xfrm>
          <a:prstGeom prst="triangle">
            <a:avLst/>
          </a:prstGeom>
          <a:solidFill>
            <a:srgbClr val="8C0007"/>
          </a:solidFill>
          <a:ln/>
        </p:spPr>
      </p:sp>
      <p:sp>
        <p:nvSpPr>
          <p:cNvPr id="79" name="Shape 77"/>
          <p:cNvSpPr/>
          <p:nvPr/>
        </p:nvSpPr>
        <p:spPr>
          <a:xfrm flipV="1">
            <a:off x="7899400" y="2895600"/>
            <a:ext cx="0" cy="1778000"/>
          </a:xfrm>
          <a:prstGeom prst="line">
            <a:avLst/>
          </a:prstGeom>
          <a:noFill/>
          <a:ln w="9525">
            <a:solidFill>
              <a:srgbClr val="D5AEA1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854950" y="2781300"/>
            <a:ext cx="88900" cy="114300"/>
          </a:xfrm>
          <a:prstGeom prst="triangle">
            <a:avLst/>
          </a:prstGeom>
          <a:solidFill>
            <a:srgbClr val="8C0007"/>
          </a:solidFill>
          <a:ln/>
        </p:spPr>
      </p:sp>
      <p:sp>
        <p:nvSpPr>
          <p:cNvPr id="81" name="Text 79"/>
          <p:cNvSpPr/>
          <p:nvPr/>
        </p:nvSpPr>
        <p:spPr>
          <a:xfrm>
            <a:off x="6273800" y="2870200"/>
            <a:ext cx="256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6273800" y="3390900"/>
            <a:ext cx="256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6273800" y="3911600"/>
            <a:ext cx="256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6273800" y="4470400"/>
            <a:ext cx="256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6692900" y="3060700"/>
            <a:ext cx="127000" cy="127000"/>
          </a:xfrm>
          <a:prstGeom prst="ellipse">
            <a:avLst/>
          </a:prstGeom>
          <a:ln w="12700">
            <a:solidFill>
              <a:srgbClr val="C0000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705600" y="3124200"/>
            <a:ext cx="101600" cy="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718300" y="30988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 flipV="1">
            <a:off x="6718300" y="30988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 rot="5400000">
            <a:off x="6559550" y="30543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90" name="Shape 88"/>
          <p:cNvSpPr/>
          <p:nvPr/>
        </p:nvSpPr>
        <p:spPr>
          <a:xfrm rot="16200000">
            <a:off x="6851650" y="30543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91" name="Shape 89"/>
          <p:cNvSpPr/>
          <p:nvPr/>
        </p:nvSpPr>
        <p:spPr>
          <a:xfrm>
            <a:off x="7086600" y="3581400"/>
            <a:ext cx="127000" cy="127000"/>
          </a:xfrm>
          <a:prstGeom prst="ellipse">
            <a:avLst/>
          </a:prstGeom>
          <a:ln w="12700">
            <a:solidFill>
              <a:srgbClr val="C0000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099300" y="3644900"/>
            <a:ext cx="101600" cy="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112000" y="36195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 flipV="1">
            <a:off x="7112000" y="36195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 rot="5400000">
            <a:off x="6953250" y="35750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96" name="Shape 94"/>
          <p:cNvSpPr/>
          <p:nvPr/>
        </p:nvSpPr>
        <p:spPr>
          <a:xfrm rot="16200000">
            <a:off x="7245350" y="35750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97" name="Shape 95"/>
          <p:cNvSpPr/>
          <p:nvPr/>
        </p:nvSpPr>
        <p:spPr>
          <a:xfrm>
            <a:off x="7442200" y="4102100"/>
            <a:ext cx="127000" cy="127000"/>
          </a:xfrm>
          <a:prstGeom prst="ellipse">
            <a:avLst/>
          </a:prstGeom>
          <a:ln w="12700">
            <a:solidFill>
              <a:srgbClr val="C0000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454900" y="4165600"/>
            <a:ext cx="101600" cy="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467600" y="41402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 flipV="1">
            <a:off x="7467600" y="41402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 rot="5400000">
            <a:off x="7308850" y="40957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02" name="Shape 100"/>
          <p:cNvSpPr/>
          <p:nvPr/>
        </p:nvSpPr>
        <p:spPr>
          <a:xfrm rot="16200000">
            <a:off x="7600950" y="40957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03" name="Shape 101"/>
          <p:cNvSpPr/>
          <p:nvPr/>
        </p:nvSpPr>
        <p:spPr>
          <a:xfrm>
            <a:off x="7835900" y="4660900"/>
            <a:ext cx="127000" cy="127000"/>
          </a:xfrm>
          <a:prstGeom prst="ellipse">
            <a:avLst/>
          </a:prstGeom>
          <a:ln w="12700">
            <a:solidFill>
              <a:srgbClr val="C0000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7848600" y="4724400"/>
            <a:ext cx="101600" cy="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7861300" y="46990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 flipV="1">
            <a:off x="7861300" y="46990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 rot="5400000">
            <a:off x="7702550" y="46545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08" name="Shape 106"/>
          <p:cNvSpPr/>
          <p:nvPr/>
        </p:nvSpPr>
        <p:spPr>
          <a:xfrm rot="16200000">
            <a:off x="7994650" y="46545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09" name="Shape 107"/>
          <p:cNvSpPr/>
          <p:nvPr/>
        </p:nvSpPr>
        <p:spPr>
          <a:xfrm rot="1560000">
            <a:off x="6972300" y="1854200"/>
            <a:ext cx="304800" cy="266700"/>
          </a:xfrm>
          <a:prstGeom prst="upArrow">
            <a:avLst/>
          </a:prstGeom>
          <a:solidFill>
            <a:srgbClr val="12B45A"/>
          </a:solidFill>
          <a:ln/>
        </p:spPr>
      </p:sp>
      <p:sp>
        <p:nvSpPr>
          <p:cNvPr id="110" name="Shape 108"/>
          <p:cNvSpPr/>
          <p:nvPr/>
        </p:nvSpPr>
        <p:spPr>
          <a:xfrm flipV="1">
            <a:off x="7404100" y="1917700"/>
            <a:ext cx="0" cy="533400"/>
          </a:xfrm>
          <a:prstGeom prst="line">
            <a:avLst/>
          </a:prstGeom>
          <a:noFill/>
          <a:ln w="19050">
            <a:solidFill>
              <a:srgbClr val="8C0007"/>
            </a:solidFill>
            <a:prstDash val="solid"/>
            <a:tailEnd type="triangle"/>
          </a:ln>
        </p:spPr>
      </p:sp>
      <p:sp>
        <p:nvSpPr>
          <p:cNvPr id="111" name="Shape 109"/>
          <p:cNvSpPr/>
          <p:nvPr/>
        </p:nvSpPr>
        <p:spPr>
          <a:xfrm>
            <a:off x="3378200" y="2032000"/>
            <a:ext cx="952500" cy="355600"/>
          </a:xfrm>
          <a:prstGeom prst="ellipse">
            <a:avLst/>
          </a:prstGeom>
          <a:solidFill>
            <a:srgbClr val="F9FCDB"/>
          </a:solidFill>
          <a:ln/>
        </p:spPr>
      </p:sp>
      <p:sp>
        <p:nvSpPr>
          <p:cNvPr id="112" name="Text 110"/>
          <p:cNvSpPr/>
          <p:nvPr/>
        </p:nvSpPr>
        <p:spPr>
          <a:xfrm>
            <a:off x="3378200" y="2032000"/>
            <a:ext cx="952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1050" dirty="0"/>
          </a:p>
        </p:txBody>
      </p:sp>
      <p:sp>
        <p:nvSpPr>
          <p:cNvPr id="113" name="Shape 111"/>
          <p:cNvSpPr/>
          <p:nvPr/>
        </p:nvSpPr>
        <p:spPr>
          <a:xfrm>
            <a:off x="5435600" y="2044700"/>
            <a:ext cx="1117600" cy="393700"/>
          </a:xfrm>
          <a:prstGeom prst="ellipse">
            <a:avLst/>
          </a:prstGeom>
          <a:solidFill>
            <a:srgbClr val="F9FCDB"/>
          </a:solidFill>
          <a:ln/>
        </p:spPr>
      </p:sp>
      <p:sp>
        <p:nvSpPr>
          <p:cNvPr id="114" name="Text 112"/>
          <p:cNvSpPr/>
          <p:nvPr/>
        </p:nvSpPr>
        <p:spPr>
          <a:xfrm>
            <a:off x="5435600" y="2044700"/>
            <a:ext cx="11176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1050" dirty="0"/>
          </a:p>
        </p:txBody>
      </p:sp>
      <p:sp>
        <p:nvSpPr>
          <p:cNvPr id="115" name="Shape 113"/>
          <p:cNvSpPr/>
          <p:nvPr/>
        </p:nvSpPr>
        <p:spPr>
          <a:xfrm>
            <a:off x="7213600" y="1930400"/>
            <a:ext cx="1587500" cy="444500"/>
          </a:xfrm>
          <a:prstGeom prst="ellipse">
            <a:avLst/>
          </a:prstGeom>
          <a:solidFill>
            <a:srgbClr val="F9FCDB"/>
          </a:solidFill>
          <a:ln/>
        </p:spPr>
      </p:sp>
      <p:sp>
        <p:nvSpPr>
          <p:cNvPr id="116" name="Text 114"/>
          <p:cNvSpPr/>
          <p:nvPr/>
        </p:nvSpPr>
        <p:spPr>
          <a:xfrm>
            <a:off x="7670800" y="1930400"/>
            <a:ext cx="9906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1050" dirty="0"/>
          </a:p>
        </p:txBody>
      </p:sp>
      <p:sp>
        <p:nvSpPr>
          <p:cNvPr id="117" name="Shape 115"/>
          <p:cNvSpPr/>
          <p:nvPr/>
        </p:nvSpPr>
        <p:spPr>
          <a:xfrm>
            <a:off x="6946900" y="1511300"/>
            <a:ext cx="901700" cy="368300"/>
          </a:xfrm>
          <a:prstGeom prst="roundRect">
            <a:avLst>
              <a:gd name="adj" fmla="val 9931"/>
            </a:avLst>
          </a:prstGeom>
          <a:ln w="15875">
            <a:solidFill>
              <a:srgbClr val="3B7A40"/>
            </a:solidFill>
            <a:prstDash val="dash"/>
          </a:ln>
        </p:spPr>
      </p:sp>
      <p:sp>
        <p:nvSpPr>
          <p:cNvPr id="118" name="Shape 116"/>
          <p:cNvSpPr/>
          <p:nvPr/>
        </p:nvSpPr>
        <p:spPr>
          <a:xfrm>
            <a:off x="6972300" y="1536700"/>
            <a:ext cx="165100" cy="304800"/>
          </a:xfrm>
          <a:prstGeom prst="rect">
            <a:avLst/>
          </a:prstGeom>
          <a:solidFill>
            <a:srgbClr val="B2DCA5"/>
          </a:solidFill>
          <a:ln/>
        </p:spPr>
      </p:sp>
      <p:sp>
        <p:nvSpPr>
          <p:cNvPr id="119" name="Shape 117"/>
          <p:cNvSpPr/>
          <p:nvPr/>
        </p:nvSpPr>
        <p:spPr>
          <a:xfrm>
            <a:off x="7142480" y="1536700"/>
            <a:ext cx="165100" cy="304800"/>
          </a:xfrm>
          <a:prstGeom prst="rect">
            <a:avLst/>
          </a:prstGeom>
          <a:solidFill>
            <a:srgbClr val="AFDAA6"/>
          </a:solidFill>
          <a:ln/>
        </p:spPr>
      </p:sp>
      <p:sp>
        <p:nvSpPr>
          <p:cNvPr id="120" name="Shape 118"/>
          <p:cNvSpPr/>
          <p:nvPr/>
        </p:nvSpPr>
        <p:spPr>
          <a:xfrm>
            <a:off x="7312660" y="1536700"/>
            <a:ext cx="165100" cy="304800"/>
          </a:xfrm>
          <a:prstGeom prst="rect">
            <a:avLst/>
          </a:prstGeom>
          <a:solidFill>
            <a:srgbClr val="96CE91"/>
          </a:solidFill>
          <a:ln/>
        </p:spPr>
      </p:sp>
      <p:sp>
        <p:nvSpPr>
          <p:cNvPr id="121" name="Shape 119"/>
          <p:cNvSpPr/>
          <p:nvPr/>
        </p:nvSpPr>
        <p:spPr>
          <a:xfrm>
            <a:off x="7482840" y="1536700"/>
            <a:ext cx="165100" cy="304800"/>
          </a:xfrm>
          <a:prstGeom prst="rect">
            <a:avLst/>
          </a:prstGeom>
          <a:solidFill>
            <a:srgbClr val="A0CC9A"/>
          </a:solidFill>
          <a:ln/>
        </p:spPr>
      </p:sp>
      <p:sp>
        <p:nvSpPr>
          <p:cNvPr id="122" name="Shape 120"/>
          <p:cNvSpPr/>
          <p:nvPr/>
        </p:nvSpPr>
        <p:spPr>
          <a:xfrm>
            <a:off x="7653020" y="1536700"/>
            <a:ext cx="175260" cy="304800"/>
          </a:xfrm>
          <a:prstGeom prst="rect">
            <a:avLst/>
          </a:prstGeom>
          <a:solidFill>
            <a:srgbClr val="A5C8BD"/>
          </a:solidFill>
          <a:ln/>
        </p:spPr>
      </p:sp>
      <p:sp>
        <p:nvSpPr>
          <p:cNvPr id="123" name="Text 121"/>
          <p:cNvSpPr/>
          <p:nvPr/>
        </p:nvSpPr>
        <p:spPr>
          <a:xfrm>
            <a:off x="7251700" y="1511300"/>
            <a:ext cx="3175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8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600" dirty="0"/>
          </a:p>
        </p:txBody>
      </p:sp>
      <p:sp>
        <p:nvSpPr>
          <p:cNvPr id="124" name="Shape 122"/>
          <p:cNvSpPr/>
          <p:nvPr/>
        </p:nvSpPr>
        <p:spPr>
          <a:xfrm>
            <a:off x="9664700" y="2870200"/>
            <a:ext cx="1054100" cy="2159000"/>
          </a:xfrm>
          <a:prstGeom prst="roundRect">
            <a:avLst>
              <a:gd name="adj" fmla="val 6072"/>
            </a:avLst>
          </a:prstGeom>
          <a:solidFill>
            <a:srgbClr val="E6FCE7"/>
          </a:solidFill>
          <a:ln w="15875">
            <a:solidFill>
              <a:srgbClr val="3B7A40"/>
            </a:solidFill>
            <a:prstDash val="dash"/>
          </a:ln>
        </p:spPr>
      </p:sp>
      <p:sp>
        <p:nvSpPr>
          <p:cNvPr id="125" name="Shape 123"/>
          <p:cNvSpPr/>
          <p:nvPr/>
        </p:nvSpPr>
        <p:spPr>
          <a:xfrm>
            <a:off x="9791700" y="30416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26" name="Shape 124"/>
          <p:cNvSpPr/>
          <p:nvPr/>
        </p:nvSpPr>
        <p:spPr>
          <a:xfrm>
            <a:off x="9956800" y="30416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27" name="Shape 125"/>
          <p:cNvSpPr/>
          <p:nvPr/>
        </p:nvSpPr>
        <p:spPr>
          <a:xfrm>
            <a:off x="10121900" y="30416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128" name="Shape 126"/>
          <p:cNvSpPr/>
          <p:nvPr/>
        </p:nvSpPr>
        <p:spPr>
          <a:xfrm>
            <a:off x="10287000" y="30416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129" name="Shape 127"/>
          <p:cNvSpPr/>
          <p:nvPr/>
        </p:nvSpPr>
        <p:spPr>
          <a:xfrm>
            <a:off x="10452100" y="30416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130" name="Text 128"/>
          <p:cNvSpPr/>
          <p:nvPr/>
        </p:nvSpPr>
        <p:spPr>
          <a:xfrm>
            <a:off x="10067036" y="30162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50" dirty="0"/>
          </a:p>
        </p:txBody>
      </p:sp>
      <p:sp>
        <p:nvSpPr>
          <p:cNvPr id="131" name="Shape 129"/>
          <p:cNvSpPr/>
          <p:nvPr/>
        </p:nvSpPr>
        <p:spPr>
          <a:xfrm>
            <a:off x="9791700" y="35623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32" name="Shape 130"/>
          <p:cNvSpPr/>
          <p:nvPr/>
        </p:nvSpPr>
        <p:spPr>
          <a:xfrm>
            <a:off x="9956800" y="35623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33" name="Shape 131"/>
          <p:cNvSpPr/>
          <p:nvPr/>
        </p:nvSpPr>
        <p:spPr>
          <a:xfrm>
            <a:off x="10121900" y="35623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134" name="Shape 132"/>
          <p:cNvSpPr/>
          <p:nvPr/>
        </p:nvSpPr>
        <p:spPr>
          <a:xfrm>
            <a:off x="10287000" y="35623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135" name="Shape 133"/>
          <p:cNvSpPr/>
          <p:nvPr/>
        </p:nvSpPr>
        <p:spPr>
          <a:xfrm>
            <a:off x="10452100" y="35623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136" name="Text 134"/>
          <p:cNvSpPr/>
          <p:nvPr/>
        </p:nvSpPr>
        <p:spPr>
          <a:xfrm>
            <a:off x="10067036" y="35369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50" dirty="0"/>
          </a:p>
        </p:txBody>
      </p:sp>
      <p:sp>
        <p:nvSpPr>
          <p:cNvPr id="137" name="Shape 135"/>
          <p:cNvSpPr/>
          <p:nvPr/>
        </p:nvSpPr>
        <p:spPr>
          <a:xfrm>
            <a:off x="9791700" y="40830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38" name="Shape 136"/>
          <p:cNvSpPr/>
          <p:nvPr/>
        </p:nvSpPr>
        <p:spPr>
          <a:xfrm>
            <a:off x="9956800" y="40830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39" name="Shape 137"/>
          <p:cNvSpPr/>
          <p:nvPr/>
        </p:nvSpPr>
        <p:spPr>
          <a:xfrm>
            <a:off x="10121900" y="40830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140" name="Shape 138"/>
          <p:cNvSpPr/>
          <p:nvPr/>
        </p:nvSpPr>
        <p:spPr>
          <a:xfrm>
            <a:off x="10287000" y="40830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141" name="Shape 139"/>
          <p:cNvSpPr/>
          <p:nvPr/>
        </p:nvSpPr>
        <p:spPr>
          <a:xfrm>
            <a:off x="10452100" y="40830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142" name="Text 140"/>
          <p:cNvSpPr/>
          <p:nvPr/>
        </p:nvSpPr>
        <p:spPr>
          <a:xfrm>
            <a:off x="10067036" y="40576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50" dirty="0"/>
          </a:p>
        </p:txBody>
      </p:sp>
      <p:sp>
        <p:nvSpPr>
          <p:cNvPr id="143" name="Shape 141"/>
          <p:cNvSpPr/>
          <p:nvPr/>
        </p:nvSpPr>
        <p:spPr>
          <a:xfrm>
            <a:off x="9791700" y="46418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44" name="Shape 142"/>
          <p:cNvSpPr/>
          <p:nvPr/>
        </p:nvSpPr>
        <p:spPr>
          <a:xfrm>
            <a:off x="9956800" y="46418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45" name="Shape 143"/>
          <p:cNvSpPr/>
          <p:nvPr/>
        </p:nvSpPr>
        <p:spPr>
          <a:xfrm>
            <a:off x="10121900" y="46418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146" name="Shape 144"/>
          <p:cNvSpPr/>
          <p:nvPr/>
        </p:nvSpPr>
        <p:spPr>
          <a:xfrm>
            <a:off x="10287000" y="46418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147" name="Shape 145"/>
          <p:cNvSpPr/>
          <p:nvPr/>
        </p:nvSpPr>
        <p:spPr>
          <a:xfrm>
            <a:off x="10452100" y="46418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148" name="Text 146"/>
          <p:cNvSpPr/>
          <p:nvPr/>
        </p:nvSpPr>
        <p:spPr>
          <a:xfrm>
            <a:off x="10067036" y="46164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50" dirty="0"/>
          </a:p>
        </p:txBody>
      </p:sp>
      <p:sp>
        <p:nvSpPr>
          <p:cNvPr id="149" name="Shape 147"/>
          <p:cNvSpPr/>
          <p:nvPr/>
        </p:nvSpPr>
        <p:spPr>
          <a:xfrm>
            <a:off x="2260600" y="6007100"/>
            <a:ext cx="4000500" cy="571500"/>
          </a:xfrm>
          <a:prstGeom prst="roundRect">
            <a:avLst>
              <a:gd name="adj" fmla="val 11200"/>
            </a:avLst>
          </a:prstGeom>
          <a:solidFill>
            <a:srgbClr val="E6FCE7"/>
          </a:solidFill>
          <a:ln w="15875">
            <a:solidFill>
              <a:srgbClr val="3B7A40"/>
            </a:solidFill>
            <a:prstDash val="dash"/>
          </a:ln>
        </p:spPr>
      </p:sp>
      <p:sp>
        <p:nvSpPr>
          <p:cNvPr id="150" name="Shape 148"/>
          <p:cNvSpPr/>
          <p:nvPr/>
        </p:nvSpPr>
        <p:spPr>
          <a:xfrm>
            <a:off x="2425700" y="61912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51" name="Shape 149"/>
          <p:cNvSpPr/>
          <p:nvPr/>
        </p:nvSpPr>
        <p:spPr>
          <a:xfrm>
            <a:off x="2590800" y="61912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52" name="Shape 150"/>
          <p:cNvSpPr/>
          <p:nvPr/>
        </p:nvSpPr>
        <p:spPr>
          <a:xfrm>
            <a:off x="2755900" y="61912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153" name="Shape 151"/>
          <p:cNvSpPr/>
          <p:nvPr/>
        </p:nvSpPr>
        <p:spPr>
          <a:xfrm>
            <a:off x="2921000" y="61912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154" name="Shape 152"/>
          <p:cNvSpPr/>
          <p:nvPr/>
        </p:nvSpPr>
        <p:spPr>
          <a:xfrm>
            <a:off x="3086100" y="61912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155" name="Text 153"/>
          <p:cNvSpPr/>
          <p:nvPr/>
        </p:nvSpPr>
        <p:spPr>
          <a:xfrm>
            <a:off x="2701036" y="61658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9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156" name="Shape 154"/>
          <p:cNvSpPr/>
          <p:nvPr/>
        </p:nvSpPr>
        <p:spPr>
          <a:xfrm>
            <a:off x="4305300" y="61912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57" name="Shape 155"/>
          <p:cNvSpPr/>
          <p:nvPr/>
        </p:nvSpPr>
        <p:spPr>
          <a:xfrm>
            <a:off x="4470400" y="61912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58" name="Shape 156"/>
          <p:cNvSpPr/>
          <p:nvPr/>
        </p:nvSpPr>
        <p:spPr>
          <a:xfrm>
            <a:off x="4635500" y="61912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159" name="Shape 157"/>
          <p:cNvSpPr/>
          <p:nvPr/>
        </p:nvSpPr>
        <p:spPr>
          <a:xfrm>
            <a:off x="4800600" y="61912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160" name="Shape 158"/>
          <p:cNvSpPr/>
          <p:nvPr/>
        </p:nvSpPr>
        <p:spPr>
          <a:xfrm>
            <a:off x="4965700" y="61912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161" name="Text 159"/>
          <p:cNvSpPr/>
          <p:nvPr/>
        </p:nvSpPr>
        <p:spPr>
          <a:xfrm>
            <a:off x="4580636" y="61658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9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  <p:sp>
        <p:nvSpPr>
          <p:cNvPr id="162" name="Shape 160"/>
          <p:cNvSpPr/>
          <p:nvPr/>
        </p:nvSpPr>
        <p:spPr>
          <a:xfrm>
            <a:off x="5257800" y="61912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63" name="Shape 161"/>
          <p:cNvSpPr/>
          <p:nvPr/>
        </p:nvSpPr>
        <p:spPr>
          <a:xfrm>
            <a:off x="5422900" y="61912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64" name="Shape 162"/>
          <p:cNvSpPr/>
          <p:nvPr/>
        </p:nvSpPr>
        <p:spPr>
          <a:xfrm>
            <a:off x="5588000" y="61912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165" name="Shape 163"/>
          <p:cNvSpPr/>
          <p:nvPr/>
        </p:nvSpPr>
        <p:spPr>
          <a:xfrm>
            <a:off x="5753100" y="61912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166" name="Shape 164"/>
          <p:cNvSpPr/>
          <p:nvPr/>
        </p:nvSpPr>
        <p:spPr>
          <a:xfrm>
            <a:off x="5918200" y="61912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167" name="Text 165"/>
          <p:cNvSpPr/>
          <p:nvPr/>
        </p:nvSpPr>
        <p:spPr>
          <a:xfrm>
            <a:off x="5533136" y="61658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9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  <p:sp>
        <p:nvSpPr>
          <p:cNvPr id="168" name="Shape 166"/>
          <p:cNvSpPr/>
          <p:nvPr/>
        </p:nvSpPr>
        <p:spPr>
          <a:xfrm>
            <a:off x="3314700" y="5994400"/>
            <a:ext cx="965200" cy="444500"/>
          </a:xfrm>
          <a:prstGeom prst="roundRect">
            <a:avLst>
              <a:gd name="adj" fmla="val 10286"/>
            </a:avLst>
          </a:prstGeom>
          <a:ln w="19050">
            <a:solidFill>
              <a:srgbClr val="A01450"/>
            </a:solidFill>
            <a:prstDash val="sysDot"/>
          </a:ln>
        </p:spPr>
      </p:sp>
      <p:sp>
        <p:nvSpPr>
          <p:cNvPr id="169" name="Shape 167"/>
          <p:cNvSpPr/>
          <p:nvPr/>
        </p:nvSpPr>
        <p:spPr>
          <a:xfrm>
            <a:off x="3365500" y="6191250"/>
            <a:ext cx="152400" cy="177800"/>
          </a:xfrm>
          <a:prstGeom prst="rect">
            <a:avLst/>
          </a:prstGeom>
          <a:solidFill>
            <a:srgbClr val="E39FB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3530600" y="6191250"/>
            <a:ext cx="152400" cy="177800"/>
          </a:xfrm>
          <a:prstGeom prst="rect">
            <a:avLst/>
          </a:prstGeom>
          <a:solidFill>
            <a:srgbClr val="E0A5D3"/>
          </a:solidFill>
          <a:ln/>
        </p:spPr>
      </p:sp>
      <p:sp>
        <p:nvSpPr>
          <p:cNvPr id="171" name="Shape 169"/>
          <p:cNvSpPr/>
          <p:nvPr/>
        </p:nvSpPr>
        <p:spPr>
          <a:xfrm>
            <a:off x="3695700" y="6191250"/>
            <a:ext cx="152400" cy="177800"/>
          </a:xfrm>
          <a:prstGeom prst="rect">
            <a:avLst/>
          </a:prstGeom>
          <a:solidFill>
            <a:srgbClr val="C44C88"/>
          </a:solidFill>
          <a:ln/>
        </p:spPr>
      </p:sp>
      <p:sp>
        <p:nvSpPr>
          <p:cNvPr id="172" name="Shape 170"/>
          <p:cNvSpPr/>
          <p:nvPr/>
        </p:nvSpPr>
        <p:spPr>
          <a:xfrm>
            <a:off x="3860800" y="6191250"/>
            <a:ext cx="152400" cy="177800"/>
          </a:xfrm>
          <a:prstGeom prst="rect">
            <a:avLst/>
          </a:prstGeom>
          <a:solidFill>
            <a:srgbClr val="D595E2"/>
          </a:solidFill>
          <a:ln/>
        </p:spPr>
      </p:sp>
      <p:sp>
        <p:nvSpPr>
          <p:cNvPr id="173" name="Shape 171"/>
          <p:cNvSpPr/>
          <p:nvPr/>
        </p:nvSpPr>
        <p:spPr>
          <a:xfrm>
            <a:off x="4025900" y="6191250"/>
            <a:ext cx="157480" cy="177800"/>
          </a:xfrm>
          <a:prstGeom prst="rect">
            <a:avLst/>
          </a:prstGeom>
          <a:solidFill>
            <a:srgbClr val="DC92E3"/>
          </a:solidFill>
          <a:ln/>
        </p:spPr>
      </p:sp>
      <p:sp>
        <p:nvSpPr>
          <p:cNvPr id="174" name="Text 172"/>
          <p:cNvSpPr/>
          <p:nvPr/>
        </p:nvSpPr>
        <p:spPr>
          <a:xfrm>
            <a:off x="3543300" y="607060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75" name="Shape 173"/>
          <p:cNvSpPr/>
          <p:nvPr/>
        </p:nvSpPr>
        <p:spPr>
          <a:xfrm flipV="1">
            <a:off x="3784600" y="5156200"/>
            <a:ext cx="0" cy="85090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76" name="Shape 174"/>
          <p:cNvSpPr/>
          <p:nvPr/>
        </p:nvSpPr>
        <p:spPr>
          <a:xfrm flipV="1">
            <a:off x="3378200" y="6502400"/>
            <a:ext cx="228600" cy="177800"/>
          </a:xfrm>
          <a:prstGeom prst="line">
            <a:avLst/>
          </a:prstGeom>
          <a:noFill/>
          <a:ln w="50800">
            <a:solidFill>
              <a:srgbClr val="C5000F"/>
            </a:solidFill>
            <a:prstDash val="solid"/>
            <a:tailEnd type="triangle"/>
          </a:ln>
        </p:spPr>
      </p:sp>
      <p:sp>
        <p:nvSpPr>
          <p:cNvPr id="177" name="Shape 175"/>
          <p:cNvSpPr/>
          <p:nvPr/>
        </p:nvSpPr>
        <p:spPr>
          <a:xfrm flipH="1" flipV="1">
            <a:off x="1651000" y="5943600"/>
            <a:ext cx="508000" cy="508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78" name="Shape 176"/>
          <p:cNvSpPr/>
          <p:nvPr/>
        </p:nvSpPr>
        <p:spPr>
          <a:xfrm flipH="1" flipV="1">
            <a:off x="1422400" y="5842000"/>
            <a:ext cx="228600" cy="1016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79" name="Shape 177"/>
          <p:cNvSpPr/>
          <p:nvPr/>
        </p:nvSpPr>
        <p:spPr>
          <a:xfrm flipH="1" flipV="1">
            <a:off x="1320800" y="5689600"/>
            <a:ext cx="101600" cy="1524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80" name="Shape 178"/>
          <p:cNvSpPr/>
          <p:nvPr/>
        </p:nvSpPr>
        <p:spPr>
          <a:xfrm flipH="1" flipV="1">
            <a:off x="1295400" y="5461000"/>
            <a:ext cx="25400" cy="2286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81" name="Shape 179"/>
          <p:cNvSpPr/>
          <p:nvPr/>
        </p:nvSpPr>
        <p:spPr>
          <a:xfrm flipV="1">
            <a:off x="1295400" y="5194300"/>
            <a:ext cx="0" cy="2667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82" name="Shape 180"/>
          <p:cNvSpPr/>
          <p:nvPr/>
        </p:nvSpPr>
        <p:spPr>
          <a:xfrm flipV="1">
            <a:off x="6311900" y="6248400"/>
            <a:ext cx="800100" cy="254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83" name="Shape 181"/>
          <p:cNvSpPr/>
          <p:nvPr/>
        </p:nvSpPr>
        <p:spPr>
          <a:xfrm flipV="1">
            <a:off x="7112000" y="6184900"/>
            <a:ext cx="698500" cy="635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84" name="Shape 182"/>
          <p:cNvSpPr/>
          <p:nvPr/>
        </p:nvSpPr>
        <p:spPr>
          <a:xfrm flipV="1">
            <a:off x="7810500" y="6108700"/>
            <a:ext cx="546100" cy="762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85" name="Shape 183"/>
          <p:cNvSpPr/>
          <p:nvPr/>
        </p:nvSpPr>
        <p:spPr>
          <a:xfrm flipV="1">
            <a:off x="8356600" y="6019800"/>
            <a:ext cx="469900" cy="889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86" name="Shape 184"/>
          <p:cNvSpPr/>
          <p:nvPr/>
        </p:nvSpPr>
        <p:spPr>
          <a:xfrm flipV="1">
            <a:off x="8826500" y="5930900"/>
            <a:ext cx="342900" cy="889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87" name="Shape 185"/>
          <p:cNvSpPr/>
          <p:nvPr/>
        </p:nvSpPr>
        <p:spPr>
          <a:xfrm flipV="1">
            <a:off x="9169400" y="5842000"/>
            <a:ext cx="266700" cy="889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88" name="Shape 186"/>
          <p:cNvSpPr/>
          <p:nvPr/>
        </p:nvSpPr>
        <p:spPr>
          <a:xfrm flipV="1">
            <a:off x="9436100" y="5740400"/>
            <a:ext cx="215900" cy="1016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89" name="Shape 187"/>
          <p:cNvSpPr/>
          <p:nvPr/>
        </p:nvSpPr>
        <p:spPr>
          <a:xfrm flipV="1">
            <a:off x="9652000" y="5613400"/>
            <a:ext cx="190500" cy="1270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90" name="Shape 188"/>
          <p:cNvSpPr/>
          <p:nvPr/>
        </p:nvSpPr>
        <p:spPr>
          <a:xfrm flipV="1">
            <a:off x="9842500" y="5461000"/>
            <a:ext cx="139700" cy="1524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91" name="Shape 189"/>
          <p:cNvSpPr/>
          <p:nvPr/>
        </p:nvSpPr>
        <p:spPr>
          <a:xfrm flipV="1">
            <a:off x="9982200" y="5283200"/>
            <a:ext cx="114300" cy="1778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92" name="Shape 190"/>
          <p:cNvSpPr/>
          <p:nvPr/>
        </p:nvSpPr>
        <p:spPr>
          <a:xfrm flipV="1">
            <a:off x="10096500" y="5130800"/>
            <a:ext cx="76200" cy="1524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93" name="Shape 191"/>
          <p:cNvSpPr/>
          <p:nvPr/>
        </p:nvSpPr>
        <p:spPr>
          <a:xfrm>
            <a:off x="1238250" y="5029200"/>
            <a:ext cx="114300" cy="127000"/>
          </a:xfrm>
          <a:prstGeom prst="triangle">
            <a:avLst/>
          </a:prstGeom>
          <a:solidFill>
            <a:srgbClr val="1E7A34"/>
          </a:solidFill>
          <a:ln/>
        </p:spPr>
      </p:sp>
      <p:sp>
        <p:nvSpPr>
          <p:cNvPr id="194" name="Shape 192"/>
          <p:cNvSpPr/>
          <p:nvPr/>
        </p:nvSpPr>
        <p:spPr>
          <a:xfrm>
            <a:off x="10140950" y="5029200"/>
            <a:ext cx="114300" cy="127000"/>
          </a:xfrm>
          <a:prstGeom prst="triangle">
            <a:avLst/>
          </a:prstGeom>
          <a:solidFill>
            <a:srgbClr val="1E7A34"/>
          </a:solidFill>
          <a:ln/>
        </p:spPr>
      </p:sp>
      <p:sp>
        <p:nvSpPr>
          <p:cNvPr id="195" name="Text 193"/>
          <p:cNvSpPr/>
          <p:nvPr/>
        </p:nvSpPr>
        <p:spPr>
          <a:xfrm>
            <a:off x="834390" y="66294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Attention Mechanism </a:t>
            </a:r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highlight>
                  <a:srgbClr val="FBF29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(Fundamental Operation)</a:t>
            </a:r>
            <a:endParaRPr lang="en-US" sz="2000" dirty="0"/>
          </a:p>
        </p:txBody>
      </p:sp>
      <p:sp>
        <p:nvSpPr>
          <p:cNvPr id="196" name="Text 194"/>
          <p:cNvSpPr/>
          <p:nvPr/>
        </p:nvSpPr>
        <p:spPr>
          <a:xfrm>
            <a:off x="770839" y="961949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(Self Attention of word </a:t>
            </a:r>
            <a:pPr algn="ctr" indent="0" marL="0">
              <a:buNone/>
            </a:pPr>
            <a:r>
              <a:rPr lang="en-US" sz="19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9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w.r.t All words in Sentence ( </a:t>
            </a:r>
            <a:pPr algn="ctr" indent="0" marL="0">
              <a:buNone/>
            </a:pPr>
            <a:r>
              <a:rPr lang="en-US" sz="19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9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ctr" indent="0" marL="0">
              <a:buNone/>
            </a:pPr>
            <a:r>
              <a:rPr lang="en-US" sz="19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19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9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19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19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9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algn="ctr" indent="0" marL="0">
              <a:buNone/>
            </a:pPr>
            <a:r>
              <a:rPr lang="en-US" sz="19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19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9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pPr algn="ctr" indent="0" marL="0"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)</a:t>
            </a:r>
            <a:endParaRPr lang="en-US" sz="1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60400" y="1371600"/>
            <a:ext cx="10350500" cy="5270500"/>
          </a:xfrm>
          <a:prstGeom prst="roundRect">
            <a:avLst>
              <a:gd name="adj" fmla="val 1214"/>
            </a:avLst>
          </a:prstGeom>
          <a:solidFill>
            <a:srgbClr val="F7E2CD"/>
          </a:solidFill>
          <a:ln/>
        </p:spPr>
      </p:sp>
      <p:sp>
        <p:nvSpPr>
          <p:cNvPr id="6" name="Shape 4"/>
          <p:cNvSpPr/>
          <p:nvPr/>
        </p:nvSpPr>
        <p:spPr>
          <a:xfrm>
            <a:off x="3213100" y="2463800"/>
            <a:ext cx="1155700" cy="2679700"/>
          </a:xfrm>
          <a:prstGeom prst="rect">
            <a:avLst/>
          </a:prstGeom>
          <a:solidFill>
            <a:srgbClr val="DBCBBB"/>
          </a:solidFill>
          <a:ln/>
        </p:spPr>
      </p:sp>
      <p:sp>
        <p:nvSpPr>
          <p:cNvPr id="7" name="Text 5"/>
          <p:cNvSpPr/>
          <p:nvPr/>
        </p:nvSpPr>
        <p:spPr>
          <a:xfrm>
            <a:off x="3213100" y="2501900"/>
            <a:ext cx="11557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5C3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</a:t>
            </a:r>
            <a:endParaRPr lang="en-US" sz="13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5C3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 flipH="1">
            <a:off x="3797300" y="3378200"/>
            <a:ext cx="406400" cy="1727200"/>
          </a:xfrm>
          <a:prstGeom prst="line">
            <a:avLst/>
          </a:prstGeom>
          <a:noFill/>
          <a:ln w="9525">
            <a:solidFill>
              <a:srgbClr val="C6A09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3822700" y="3898900"/>
            <a:ext cx="165100" cy="1219200"/>
          </a:xfrm>
          <a:prstGeom prst="line">
            <a:avLst/>
          </a:prstGeom>
          <a:noFill/>
          <a:ln w="9525">
            <a:solidFill>
              <a:srgbClr val="C6A0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59200" y="4419600"/>
            <a:ext cx="88900" cy="685800"/>
          </a:xfrm>
          <a:prstGeom prst="line">
            <a:avLst/>
          </a:prstGeom>
          <a:noFill/>
          <a:ln w="9525">
            <a:solidFill>
              <a:srgbClr val="C6A09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81400" y="4953000"/>
            <a:ext cx="304800" cy="177800"/>
          </a:xfrm>
          <a:prstGeom prst="line">
            <a:avLst/>
          </a:prstGeom>
          <a:noFill/>
          <a:ln w="9525">
            <a:solidFill>
              <a:srgbClr val="C6A09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02100" y="3035300"/>
            <a:ext cx="190500" cy="190500"/>
          </a:xfrm>
          <a:prstGeom prst="ellipse">
            <a:avLst/>
          </a:prstGeom>
          <a:solidFill>
            <a:srgbClr val="E0ECF9"/>
          </a:solidFill>
          <a:ln/>
        </p:spPr>
      </p:sp>
      <p:sp>
        <p:nvSpPr>
          <p:cNvPr id="13" name="Shape 11"/>
          <p:cNvSpPr/>
          <p:nvPr/>
        </p:nvSpPr>
        <p:spPr>
          <a:xfrm>
            <a:off x="4140200" y="3073400"/>
            <a:ext cx="114300" cy="114300"/>
          </a:xfrm>
          <a:prstGeom prst="ellipse">
            <a:avLst/>
          </a:prstGeom>
          <a:solidFill>
            <a:srgbClr val="0200AB"/>
          </a:solidFill>
          <a:ln/>
        </p:spPr>
      </p:sp>
      <p:sp>
        <p:nvSpPr>
          <p:cNvPr id="14" name="Shape 12"/>
          <p:cNvSpPr/>
          <p:nvPr/>
        </p:nvSpPr>
        <p:spPr>
          <a:xfrm rot="5400000">
            <a:off x="3981450" y="3079750"/>
            <a:ext cx="101600" cy="127000"/>
          </a:xfrm>
          <a:prstGeom prst="triangle">
            <a:avLst/>
          </a:prstGeom>
          <a:solidFill>
            <a:srgbClr val="8C0007"/>
          </a:solidFill>
          <a:ln/>
        </p:spPr>
      </p:sp>
      <p:sp>
        <p:nvSpPr>
          <p:cNvPr id="15" name="Shape 13"/>
          <p:cNvSpPr/>
          <p:nvPr/>
        </p:nvSpPr>
        <p:spPr>
          <a:xfrm>
            <a:off x="4140200" y="3232150"/>
            <a:ext cx="114300" cy="127000"/>
          </a:xfrm>
          <a:prstGeom prst="triangle">
            <a:avLst/>
          </a:prstGeom>
          <a:solidFill>
            <a:srgbClr val="8C0007"/>
          </a:solidFill>
          <a:ln/>
        </p:spPr>
      </p:sp>
      <p:sp>
        <p:nvSpPr>
          <p:cNvPr id="16" name="Shape 14"/>
          <p:cNvSpPr/>
          <p:nvPr/>
        </p:nvSpPr>
        <p:spPr>
          <a:xfrm>
            <a:off x="3898900" y="3556000"/>
            <a:ext cx="190500" cy="190500"/>
          </a:xfrm>
          <a:prstGeom prst="ellipse">
            <a:avLst/>
          </a:prstGeom>
          <a:solidFill>
            <a:srgbClr val="E0ECF9"/>
          </a:solidFill>
          <a:ln/>
        </p:spPr>
      </p:sp>
      <p:sp>
        <p:nvSpPr>
          <p:cNvPr id="17" name="Shape 15"/>
          <p:cNvSpPr/>
          <p:nvPr/>
        </p:nvSpPr>
        <p:spPr>
          <a:xfrm>
            <a:off x="3937000" y="3594100"/>
            <a:ext cx="114300" cy="114300"/>
          </a:xfrm>
          <a:prstGeom prst="ellipse">
            <a:avLst/>
          </a:prstGeom>
          <a:solidFill>
            <a:srgbClr val="0200AB"/>
          </a:solidFill>
          <a:ln/>
        </p:spPr>
      </p:sp>
      <p:sp>
        <p:nvSpPr>
          <p:cNvPr id="18" name="Shape 16"/>
          <p:cNvSpPr/>
          <p:nvPr/>
        </p:nvSpPr>
        <p:spPr>
          <a:xfrm rot="5400000">
            <a:off x="3778250" y="3600450"/>
            <a:ext cx="101600" cy="127000"/>
          </a:xfrm>
          <a:prstGeom prst="triangle">
            <a:avLst/>
          </a:prstGeom>
          <a:solidFill>
            <a:srgbClr val="8C0007"/>
          </a:solidFill>
          <a:ln/>
        </p:spPr>
      </p:sp>
      <p:sp>
        <p:nvSpPr>
          <p:cNvPr id="19" name="Shape 17"/>
          <p:cNvSpPr/>
          <p:nvPr/>
        </p:nvSpPr>
        <p:spPr>
          <a:xfrm>
            <a:off x="3937000" y="3752850"/>
            <a:ext cx="114300" cy="127000"/>
          </a:xfrm>
          <a:prstGeom prst="triangle">
            <a:avLst/>
          </a:prstGeom>
          <a:solidFill>
            <a:srgbClr val="8C0007"/>
          </a:solidFill>
          <a:ln/>
        </p:spPr>
      </p:sp>
      <p:sp>
        <p:nvSpPr>
          <p:cNvPr id="20" name="Shape 18"/>
          <p:cNvSpPr/>
          <p:nvPr/>
        </p:nvSpPr>
        <p:spPr>
          <a:xfrm>
            <a:off x="3657600" y="4070350"/>
            <a:ext cx="190500" cy="190500"/>
          </a:xfrm>
          <a:prstGeom prst="ellipse">
            <a:avLst/>
          </a:prstGeom>
          <a:solidFill>
            <a:srgbClr val="E0ECF9"/>
          </a:solidFill>
          <a:ln/>
        </p:spPr>
      </p:sp>
      <p:sp>
        <p:nvSpPr>
          <p:cNvPr id="21" name="Shape 19"/>
          <p:cNvSpPr/>
          <p:nvPr/>
        </p:nvSpPr>
        <p:spPr>
          <a:xfrm>
            <a:off x="3695700" y="4108450"/>
            <a:ext cx="114300" cy="114300"/>
          </a:xfrm>
          <a:prstGeom prst="ellipse">
            <a:avLst/>
          </a:prstGeom>
          <a:solidFill>
            <a:srgbClr val="0200AB"/>
          </a:solidFill>
          <a:ln/>
        </p:spPr>
      </p:sp>
      <p:sp>
        <p:nvSpPr>
          <p:cNvPr id="22" name="Shape 20"/>
          <p:cNvSpPr/>
          <p:nvPr/>
        </p:nvSpPr>
        <p:spPr>
          <a:xfrm rot="5400000">
            <a:off x="3536950" y="4114800"/>
            <a:ext cx="101600" cy="127000"/>
          </a:xfrm>
          <a:prstGeom prst="triangle">
            <a:avLst/>
          </a:prstGeom>
          <a:solidFill>
            <a:srgbClr val="8C0007"/>
          </a:solidFill>
          <a:ln/>
        </p:spPr>
      </p:sp>
      <p:sp>
        <p:nvSpPr>
          <p:cNvPr id="23" name="Shape 21"/>
          <p:cNvSpPr/>
          <p:nvPr/>
        </p:nvSpPr>
        <p:spPr>
          <a:xfrm>
            <a:off x="3695700" y="4267200"/>
            <a:ext cx="114300" cy="127000"/>
          </a:xfrm>
          <a:prstGeom prst="triangle">
            <a:avLst/>
          </a:prstGeom>
          <a:solidFill>
            <a:srgbClr val="8C0007"/>
          </a:solidFill>
          <a:ln/>
        </p:spPr>
      </p:sp>
      <p:sp>
        <p:nvSpPr>
          <p:cNvPr id="24" name="Shape 22"/>
          <p:cNvSpPr/>
          <p:nvPr/>
        </p:nvSpPr>
        <p:spPr>
          <a:xfrm>
            <a:off x="3416300" y="4635500"/>
            <a:ext cx="190500" cy="190500"/>
          </a:xfrm>
          <a:prstGeom prst="ellipse">
            <a:avLst/>
          </a:prstGeom>
          <a:solidFill>
            <a:srgbClr val="E0ECF9"/>
          </a:solidFill>
          <a:ln/>
        </p:spPr>
      </p:sp>
      <p:sp>
        <p:nvSpPr>
          <p:cNvPr id="25" name="Shape 23"/>
          <p:cNvSpPr/>
          <p:nvPr/>
        </p:nvSpPr>
        <p:spPr>
          <a:xfrm>
            <a:off x="3454400" y="4673600"/>
            <a:ext cx="114300" cy="114300"/>
          </a:xfrm>
          <a:prstGeom prst="ellipse">
            <a:avLst/>
          </a:prstGeom>
          <a:solidFill>
            <a:srgbClr val="0200AB"/>
          </a:solidFill>
          <a:ln/>
        </p:spPr>
      </p:sp>
      <p:sp>
        <p:nvSpPr>
          <p:cNvPr id="26" name="Shape 24"/>
          <p:cNvSpPr/>
          <p:nvPr/>
        </p:nvSpPr>
        <p:spPr>
          <a:xfrm rot="5400000">
            <a:off x="3295650" y="4679950"/>
            <a:ext cx="101600" cy="127000"/>
          </a:xfrm>
          <a:prstGeom prst="triangle">
            <a:avLst/>
          </a:prstGeom>
          <a:solidFill>
            <a:srgbClr val="8C0007"/>
          </a:solidFill>
          <a:ln/>
        </p:spPr>
      </p:sp>
      <p:sp>
        <p:nvSpPr>
          <p:cNvPr id="27" name="Shape 25"/>
          <p:cNvSpPr/>
          <p:nvPr/>
        </p:nvSpPr>
        <p:spPr>
          <a:xfrm>
            <a:off x="3454400" y="4832350"/>
            <a:ext cx="114300" cy="127000"/>
          </a:xfrm>
          <a:prstGeom prst="triangle">
            <a:avLst/>
          </a:prstGeom>
          <a:solidFill>
            <a:srgbClr val="8C0007"/>
          </a:solidFill>
          <a:ln/>
        </p:spPr>
      </p:sp>
      <p:sp>
        <p:nvSpPr>
          <p:cNvPr id="28" name="Shape 26"/>
          <p:cNvSpPr/>
          <p:nvPr/>
        </p:nvSpPr>
        <p:spPr>
          <a:xfrm>
            <a:off x="723900" y="2870200"/>
            <a:ext cx="1054100" cy="2159000"/>
          </a:xfrm>
          <a:prstGeom prst="roundRect">
            <a:avLst>
              <a:gd name="adj" fmla="val 6072"/>
            </a:avLst>
          </a:prstGeom>
          <a:solidFill>
            <a:srgbClr val="E6FCE7"/>
          </a:solidFill>
          <a:ln w="15875">
            <a:solidFill>
              <a:srgbClr val="3B7A40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850900" y="30416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30" name="Shape 28"/>
          <p:cNvSpPr/>
          <p:nvPr/>
        </p:nvSpPr>
        <p:spPr>
          <a:xfrm>
            <a:off x="1016000" y="30416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31" name="Shape 29"/>
          <p:cNvSpPr/>
          <p:nvPr/>
        </p:nvSpPr>
        <p:spPr>
          <a:xfrm>
            <a:off x="1181100" y="30416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32" name="Shape 30"/>
          <p:cNvSpPr/>
          <p:nvPr/>
        </p:nvSpPr>
        <p:spPr>
          <a:xfrm>
            <a:off x="1346200" y="30416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33" name="Shape 31"/>
          <p:cNvSpPr/>
          <p:nvPr/>
        </p:nvSpPr>
        <p:spPr>
          <a:xfrm>
            <a:off x="1511300" y="30416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34" name="Text 32"/>
          <p:cNvSpPr/>
          <p:nvPr/>
        </p:nvSpPr>
        <p:spPr>
          <a:xfrm>
            <a:off x="1126236" y="30162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50900" y="35623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36" name="Shape 34"/>
          <p:cNvSpPr/>
          <p:nvPr/>
        </p:nvSpPr>
        <p:spPr>
          <a:xfrm>
            <a:off x="1016000" y="35623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37" name="Shape 35"/>
          <p:cNvSpPr/>
          <p:nvPr/>
        </p:nvSpPr>
        <p:spPr>
          <a:xfrm>
            <a:off x="1181100" y="35623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38" name="Shape 36"/>
          <p:cNvSpPr/>
          <p:nvPr/>
        </p:nvSpPr>
        <p:spPr>
          <a:xfrm>
            <a:off x="1346200" y="35623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39" name="Shape 37"/>
          <p:cNvSpPr/>
          <p:nvPr/>
        </p:nvSpPr>
        <p:spPr>
          <a:xfrm>
            <a:off x="1511300" y="35623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40" name="Text 38"/>
          <p:cNvSpPr/>
          <p:nvPr/>
        </p:nvSpPr>
        <p:spPr>
          <a:xfrm>
            <a:off x="1126236" y="35369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50900" y="40830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42" name="Shape 40"/>
          <p:cNvSpPr/>
          <p:nvPr/>
        </p:nvSpPr>
        <p:spPr>
          <a:xfrm>
            <a:off x="1016000" y="40830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43" name="Shape 41"/>
          <p:cNvSpPr/>
          <p:nvPr/>
        </p:nvSpPr>
        <p:spPr>
          <a:xfrm>
            <a:off x="1181100" y="40830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44" name="Shape 42"/>
          <p:cNvSpPr/>
          <p:nvPr/>
        </p:nvSpPr>
        <p:spPr>
          <a:xfrm>
            <a:off x="1346200" y="40830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45" name="Shape 43"/>
          <p:cNvSpPr/>
          <p:nvPr/>
        </p:nvSpPr>
        <p:spPr>
          <a:xfrm>
            <a:off x="1511300" y="40830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46" name="Text 44"/>
          <p:cNvSpPr/>
          <p:nvPr/>
        </p:nvSpPr>
        <p:spPr>
          <a:xfrm>
            <a:off x="1126236" y="40576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50900" y="46418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48" name="Shape 46"/>
          <p:cNvSpPr/>
          <p:nvPr/>
        </p:nvSpPr>
        <p:spPr>
          <a:xfrm>
            <a:off x="1016000" y="46418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49" name="Shape 47"/>
          <p:cNvSpPr/>
          <p:nvPr/>
        </p:nvSpPr>
        <p:spPr>
          <a:xfrm>
            <a:off x="1181100" y="46418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50" name="Shape 48"/>
          <p:cNvSpPr/>
          <p:nvPr/>
        </p:nvSpPr>
        <p:spPr>
          <a:xfrm>
            <a:off x="1346200" y="46418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51" name="Shape 49"/>
          <p:cNvSpPr/>
          <p:nvPr/>
        </p:nvSpPr>
        <p:spPr>
          <a:xfrm>
            <a:off x="1511300" y="46418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52" name="Text 50"/>
          <p:cNvSpPr/>
          <p:nvPr/>
        </p:nvSpPr>
        <p:spPr>
          <a:xfrm>
            <a:off x="1126236" y="46164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816600" y="2489200"/>
            <a:ext cx="393700" cy="2616200"/>
          </a:xfrm>
          <a:prstGeom prst="roundRect">
            <a:avLst>
              <a:gd name="adj" fmla="val 11613"/>
            </a:avLst>
          </a:prstGeom>
          <a:solidFill>
            <a:srgbClr val="F8DEFB"/>
          </a:solidFill>
          <a:ln/>
        </p:spPr>
      </p:sp>
      <p:sp>
        <p:nvSpPr>
          <p:cNvPr id="54" name="Text 52"/>
          <p:cNvSpPr/>
          <p:nvPr/>
        </p:nvSpPr>
        <p:spPr>
          <a:xfrm rot="16200000">
            <a:off x="4824730" y="356235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6B0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max</a:t>
            </a:r>
            <a:endParaRPr lang="en-US" sz="1650" dirty="0"/>
          </a:p>
        </p:txBody>
      </p:sp>
      <p:sp>
        <p:nvSpPr>
          <p:cNvPr id="55" name="Shape 53"/>
          <p:cNvSpPr/>
          <p:nvPr/>
        </p:nvSpPr>
        <p:spPr>
          <a:xfrm>
            <a:off x="6553200" y="2489200"/>
            <a:ext cx="1701800" cy="279400"/>
          </a:xfrm>
          <a:prstGeom prst="rect">
            <a:avLst/>
          </a:prstGeom>
          <a:solidFill>
            <a:srgbClr val="EAFEFC"/>
          </a:solidFill>
          <a:ln/>
        </p:spPr>
      </p:sp>
      <p:sp>
        <p:nvSpPr>
          <p:cNvPr id="56" name="Text 54"/>
          <p:cNvSpPr/>
          <p:nvPr/>
        </p:nvSpPr>
        <p:spPr>
          <a:xfrm>
            <a:off x="6553200" y="2489200"/>
            <a:ext cx="1701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2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2000" dirty="0"/>
          </a:p>
        </p:txBody>
      </p:sp>
      <p:sp>
        <p:nvSpPr>
          <p:cNvPr id="57" name="Shape 55"/>
          <p:cNvSpPr/>
          <p:nvPr/>
        </p:nvSpPr>
        <p:spPr>
          <a:xfrm>
            <a:off x="1765300" y="3124200"/>
            <a:ext cx="2203450" cy="0"/>
          </a:xfrm>
          <a:prstGeom prst="line">
            <a:avLst/>
          </a:prstGeom>
          <a:noFill/>
          <a:ln w="9525">
            <a:solidFill>
              <a:srgbClr val="D5AEA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298950" y="3124200"/>
            <a:ext cx="1377950" cy="0"/>
          </a:xfrm>
          <a:prstGeom prst="line">
            <a:avLst/>
          </a:prstGeom>
          <a:noFill/>
          <a:ln w="9525">
            <a:solidFill>
              <a:srgbClr val="D5AEA1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rot="5400000">
            <a:off x="5676900" y="3067050"/>
            <a:ext cx="114300" cy="114300"/>
          </a:xfrm>
          <a:prstGeom prst="triangle">
            <a:avLst/>
          </a:prstGeom>
          <a:solidFill>
            <a:srgbClr val="8C0007"/>
          </a:solidFill>
          <a:ln/>
        </p:spPr>
      </p:sp>
      <p:sp>
        <p:nvSpPr>
          <p:cNvPr id="60" name="Shape 58"/>
          <p:cNvSpPr/>
          <p:nvPr/>
        </p:nvSpPr>
        <p:spPr>
          <a:xfrm>
            <a:off x="1765300" y="3644900"/>
            <a:ext cx="2000250" cy="0"/>
          </a:xfrm>
          <a:prstGeom prst="line">
            <a:avLst/>
          </a:prstGeom>
          <a:noFill/>
          <a:ln w="9525">
            <a:solidFill>
              <a:srgbClr val="D5AEA1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095750" y="3644900"/>
            <a:ext cx="1581150" cy="0"/>
          </a:xfrm>
          <a:prstGeom prst="line">
            <a:avLst/>
          </a:prstGeom>
          <a:noFill/>
          <a:ln w="9525">
            <a:solidFill>
              <a:srgbClr val="D5AEA1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rot="5400000">
            <a:off x="5676900" y="3587750"/>
            <a:ext cx="114300" cy="114300"/>
          </a:xfrm>
          <a:prstGeom prst="triangle">
            <a:avLst/>
          </a:prstGeom>
          <a:solidFill>
            <a:srgbClr val="8C0007"/>
          </a:solidFill>
          <a:ln/>
        </p:spPr>
      </p:sp>
      <p:sp>
        <p:nvSpPr>
          <p:cNvPr id="63" name="Shape 61"/>
          <p:cNvSpPr/>
          <p:nvPr/>
        </p:nvSpPr>
        <p:spPr>
          <a:xfrm>
            <a:off x="1765300" y="4165600"/>
            <a:ext cx="1758950" cy="0"/>
          </a:xfrm>
          <a:prstGeom prst="line">
            <a:avLst/>
          </a:prstGeom>
          <a:noFill/>
          <a:ln w="9525">
            <a:solidFill>
              <a:srgbClr val="D5AEA1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854450" y="4165600"/>
            <a:ext cx="1822450" cy="0"/>
          </a:xfrm>
          <a:prstGeom prst="line">
            <a:avLst/>
          </a:prstGeom>
          <a:noFill/>
          <a:ln w="9525">
            <a:solidFill>
              <a:srgbClr val="D5AEA1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rot="5400000">
            <a:off x="5676900" y="4108450"/>
            <a:ext cx="114300" cy="114300"/>
          </a:xfrm>
          <a:prstGeom prst="triangle">
            <a:avLst/>
          </a:prstGeom>
          <a:solidFill>
            <a:srgbClr val="8C0007"/>
          </a:solidFill>
          <a:ln/>
        </p:spPr>
      </p:sp>
      <p:sp>
        <p:nvSpPr>
          <p:cNvPr id="66" name="Shape 64"/>
          <p:cNvSpPr/>
          <p:nvPr/>
        </p:nvSpPr>
        <p:spPr>
          <a:xfrm>
            <a:off x="1765300" y="4724400"/>
            <a:ext cx="1517650" cy="0"/>
          </a:xfrm>
          <a:prstGeom prst="line">
            <a:avLst/>
          </a:prstGeom>
          <a:noFill/>
          <a:ln w="9525">
            <a:solidFill>
              <a:srgbClr val="D5AEA1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613150" y="4724400"/>
            <a:ext cx="2063750" cy="0"/>
          </a:xfrm>
          <a:prstGeom prst="line">
            <a:avLst/>
          </a:prstGeom>
          <a:noFill/>
          <a:ln w="9525">
            <a:solidFill>
              <a:srgbClr val="D5AEA1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rot="5400000">
            <a:off x="5676900" y="4667250"/>
            <a:ext cx="114300" cy="114300"/>
          </a:xfrm>
          <a:prstGeom prst="triangle">
            <a:avLst/>
          </a:prstGeom>
          <a:solidFill>
            <a:srgbClr val="8C0007"/>
          </a:solidFill>
          <a:ln/>
        </p:spPr>
      </p:sp>
      <p:sp>
        <p:nvSpPr>
          <p:cNvPr id="69" name="Shape 67"/>
          <p:cNvSpPr/>
          <p:nvPr/>
        </p:nvSpPr>
        <p:spPr>
          <a:xfrm>
            <a:off x="6223000" y="3124200"/>
            <a:ext cx="3441700" cy="0"/>
          </a:xfrm>
          <a:prstGeom prst="line">
            <a:avLst/>
          </a:prstGeom>
          <a:noFill/>
          <a:ln w="9525">
            <a:solidFill>
              <a:srgbClr val="D5AEA1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223000" y="3644900"/>
            <a:ext cx="3441700" cy="0"/>
          </a:xfrm>
          <a:prstGeom prst="line">
            <a:avLst/>
          </a:prstGeom>
          <a:noFill/>
          <a:ln w="9525">
            <a:solidFill>
              <a:srgbClr val="D5AEA1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223000" y="4165600"/>
            <a:ext cx="3441700" cy="0"/>
          </a:xfrm>
          <a:prstGeom prst="line">
            <a:avLst/>
          </a:prstGeom>
          <a:noFill/>
          <a:ln w="9525">
            <a:solidFill>
              <a:srgbClr val="D5AEA1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223000" y="4724400"/>
            <a:ext cx="3441700" cy="0"/>
          </a:xfrm>
          <a:prstGeom prst="line">
            <a:avLst/>
          </a:prstGeom>
          <a:noFill/>
          <a:ln w="9525">
            <a:solidFill>
              <a:srgbClr val="D5AEA1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flipV="1">
            <a:off x="6756400" y="2895600"/>
            <a:ext cx="0" cy="203200"/>
          </a:xfrm>
          <a:prstGeom prst="line">
            <a:avLst/>
          </a:prstGeom>
          <a:noFill/>
          <a:ln w="9525">
            <a:solidFill>
              <a:srgbClr val="D5AEA1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711950" y="2781300"/>
            <a:ext cx="88900" cy="114300"/>
          </a:xfrm>
          <a:prstGeom prst="triangle">
            <a:avLst/>
          </a:prstGeom>
          <a:solidFill>
            <a:srgbClr val="8C0007"/>
          </a:solidFill>
          <a:ln/>
        </p:spPr>
      </p:sp>
      <p:sp>
        <p:nvSpPr>
          <p:cNvPr id="75" name="Shape 73"/>
          <p:cNvSpPr/>
          <p:nvPr/>
        </p:nvSpPr>
        <p:spPr>
          <a:xfrm flipV="1">
            <a:off x="7150100" y="2895600"/>
            <a:ext cx="0" cy="723900"/>
          </a:xfrm>
          <a:prstGeom prst="line">
            <a:avLst/>
          </a:prstGeom>
          <a:noFill/>
          <a:ln w="9525">
            <a:solidFill>
              <a:srgbClr val="D5AEA1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105650" y="2781300"/>
            <a:ext cx="88900" cy="114300"/>
          </a:xfrm>
          <a:prstGeom prst="triangle">
            <a:avLst/>
          </a:prstGeom>
          <a:solidFill>
            <a:srgbClr val="8C0007"/>
          </a:solidFill>
          <a:ln/>
        </p:spPr>
      </p:sp>
      <p:sp>
        <p:nvSpPr>
          <p:cNvPr id="77" name="Shape 75"/>
          <p:cNvSpPr/>
          <p:nvPr/>
        </p:nvSpPr>
        <p:spPr>
          <a:xfrm flipV="1">
            <a:off x="7505700" y="2895600"/>
            <a:ext cx="0" cy="1244600"/>
          </a:xfrm>
          <a:prstGeom prst="line">
            <a:avLst/>
          </a:prstGeom>
          <a:noFill/>
          <a:ln w="9525">
            <a:solidFill>
              <a:srgbClr val="D5AEA1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461250" y="2781300"/>
            <a:ext cx="88900" cy="114300"/>
          </a:xfrm>
          <a:prstGeom prst="triangle">
            <a:avLst/>
          </a:prstGeom>
          <a:solidFill>
            <a:srgbClr val="8C0007"/>
          </a:solidFill>
          <a:ln/>
        </p:spPr>
      </p:sp>
      <p:sp>
        <p:nvSpPr>
          <p:cNvPr id="79" name="Shape 77"/>
          <p:cNvSpPr/>
          <p:nvPr/>
        </p:nvSpPr>
        <p:spPr>
          <a:xfrm flipV="1">
            <a:off x="7899400" y="2895600"/>
            <a:ext cx="0" cy="1778000"/>
          </a:xfrm>
          <a:prstGeom prst="line">
            <a:avLst/>
          </a:prstGeom>
          <a:noFill/>
          <a:ln w="9525">
            <a:solidFill>
              <a:srgbClr val="D5AEA1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854950" y="2781300"/>
            <a:ext cx="88900" cy="114300"/>
          </a:xfrm>
          <a:prstGeom prst="triangle">
            <a:avLst/>
          </a:prstGeom>
          <a:solidFill>
            <a:srgbClr val="8C0007"/>
          </a:solidFill>
          <a:ln/>
        </p:spPr>
      </p:sp>
      <p:sp>
        <p:nvSpPr>
          <p:cNvPr id="81" name="Text 79"/>
          <p:cNvSpPr/>
          <p:nvPr/>
        </p:nvSpPr>
        <p:spPr>
          <a:xfrm>
            <a:off x="6273800" y="2870200"/>
            <a:ext cx="256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6273800" y="3390900"/>
            <a:ext cx="256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6273800" y="3911600"/>
            <a:ext cx="256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6273800" y="4470400"/>
            <a:ext cx="256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6692900" y="3060700"/>
            <a:ext cx="127000" cy="127000"/>
          </a:xfrm>
          <a:prstGeom prst="ellipse">
            <a:avLst/>
          </a:prstGeom>
          <a:ln w="12700">
            <a:solidFill>
              <a:srgbClr val="C0000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705600" y="3124200"/>
            <a:ext cx="101600" cy="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718300" y="30988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 flipV="1">
            <a:off x="6718300" y="30988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 rot="5400000">
            <a:off x="6559550" y="30543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90" name="Shape 88"/>
          <p:cNvSpPr/>
          <p:nvPr/>
        </p:nvSpPr>
        <p:spPr>
          <a:xfrm rot="16200000">
            <a:off x="6851650" y="30543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91" name="Shape 89"/>
          <p:cNvSpPr/>
          <p:nvPr/>
        </p:nvSpPr>
        <p:spPr>
          <a:xfrm>
            <a:off x="7086600" y="3581400"/>
            <a:ext cx="127000" cy="127000"/>
          </a:xfrm>
          <a:prstGeom prst="ellipse">
            <a:avLst/>
          </a:prstGeom>
          <a:ln w="12700">
            <a:solidFill>
              <a:srgbClr val="C0000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099300" y="3644900"/>
            <a:ext cx="101600" cy="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112000" y="36195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 flipV="1">
            <a:off x="7112000" y="36195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 rot="5400000">
            <a:off x="6953250" y="35750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96" name="Shape 94"/>
          <p:cNvSpPr/>
          <p:nvPr/>
        </p:nvSpPr>
        <p:spPr>
          <a:xfrm rot="16200000">
            <a:off x="7245350" y="35750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97" name="Shape 95"/>
          <p:cNvSpPr/>
          <p:nvPr/>
        </p:nvSpPr>
        <p:spPr>
          <a:xfrm>
            <a:off x="7442200" y="4102100"/>
            <a:ext cx="127000" cy="127000"/>
          </a:xfrm>
          <a:prstGeom prst="ellipse">
            <a:avLst/>
          </a:prstGeom>
          <a:ln w="12700">
            <a:solidFill>
              <a:srgbClr val="C0000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454900" y="4165600"/>
            <a:ext cx="101600" cy="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467600" y="41402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 flipV="1">
            <a:off x="7467600" y="41402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 rot="5400000">
            <a:off x="7308850" y="40957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02" name="Shape 100"/>
          <p:cNvSpPr/>
          <p:nvPr/>
        </p:nvSpPr>
        <p:spPr>
          <a:xfrm rot="16200000">
            <a:off x="7600950" y="40957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03" name="Shape 101"/>
          <p:cNvSpPr/>
          <p:nvPr/>
        </p:nvSpPr>
        <p:spPr>
          <a:xfrm>
            <a:off x="7835900" y="4660900"/>
            <a:ext cx="127000" cy="127000"/>
          </a:xfrm>
          <a:prstGeom prst="ellipse">
            <a:avLst/>
          </a:prstGeom>
          <a:ln w="12700">
            <a:solidFill>
              <a:srgbClr val="C0000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7848600" y="4724400"/>
            <a:ext cx="101600" cy="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7861300" y="46990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 flipV="1">
            <a:off x="7861300" y="46990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 rot="5400000">
            <a:off x="7702550" y="46545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08" name="Shape 106"/>
          <p:cNvSpPr/>
          <p:nvPr/>
        </p:nvSpPr>
        <p:spPr>
          <a:xfrm rot="16200000">
            <a:off x="7994650" y="46545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09" name="Shape 107"/>
          <p:cNvSpPr/>
          <p:nvPr/>
        </p:nvSpPr>
        <p:spPr>
          <a:xfrm rot="1560000">
            <a:off x="6972300" y="1854200"/>
            <a:ext cx="304800" cy="266700"/>
          </a:xfrm>
          <a:prstGeom prst="upArrow">
            <a:avLst/>
          </a:prstGeom>
          <a:solidFill>
            <a:srgbClr val="12B45A"/>
          </a:solidFill>
          <a:ln/>
        </p:spPr>
      </p:sp>
      <p:sp>
        <p:nvSpPr>
          <p:cNvPr id="110" name="Shape 108"/>
          <p:cNvSpPr/>
          <p:nvPr/>
        </p:nvSpPr>
        <p:spPr>
          <a:xfrm flipV="1">
            <a:off x="7404100" y="1917700"/>
            <a:ext cx="0" cy="533400"/>
          </a:xfrm>
          <a:prstGeom prst="line">
            <a:avLst/>
          </a:prstGeom>
          <a:noFill/>
          <a:ln w="19050">
            <a:solidFill>
              <a:srgbClr val="8C0007"/>
            </a:solidFill>
            <a:prstDash val="solid"/>
            <a:tailEnd type="triangle"/>
          </a:ln>
        </p:spPr>
      </p:sp>
      <p:sp>
        <p:nvSpPr>
          <p:cNvPr id="111" name="Shape 109"/>
          <p:cNvSpPr/>
          <p:nvPr/>
        </p:nvSpPr>
        <p:spPr>
          <a:xfrm>
            <a:off x="3378200" y="2032000"/>
            <a:ext cx="952500" cy="355600"/>
          </a:xfrm>
          <a:prstGeom prst="ellipse">
            <a:avLst/>
          </a:prstGeom>
          <a:solidFill>
            <a:srgbClr val="F9FCDB"/>
          </a:solidFill>
          <a:ln/>
        </p:spPr>
      </p:sp>
      <p:sp>
        <p:nvSpPr>
          <p:cNvPr id="112" name="Text 110"/>
          <p:cNvSpPr/>
          <p:nvPr/>
        </p:nvSpPr>
        <p:spPr>
          <a:xfrm>
            <a:off x="3378200" y="2032000"/>
            <a:ext cx="952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1050" dirty="0"/>
          </a:p>
        </p:txBody>
      </p:sp>
      <p:sp>
        <p:nvSpPr>
          <p:cNvPr id="113" name="Shape 111"/>
          <p:cNvSpPr/>
          <p:nvPr/>
        </p:nvSpPr>
        <p:spPr>
          <a:xfrm>
            <a:off x="5435600" y="2044700"/>
            <a:ext cx="1117600" cy="393700"/>
          </a:xfrm>
          <a:prstGeom prst="ellipse">
            <a:avLst/>
          </a:prstGeom>
          <a:solidFill>
            <a:srgbClr val="F9FCDB"/>
          </a:solidFill>
          <a:ln/>
        </p:spPr>
      </p:sp>
      <p:sp>
        <p:nvSpPr>
          <p:cNvPr id="114" name="Text 112"/>
          <p:cNvSpPr/>
          <p:nvPr/>
        </p:nvSpPr>
        <p:spPr>
          <a:xfrm>
            <a:off x="5435600" y="2044700"/>
            <a:ext cx="11176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1050" dirty="0"/>
          </a:p>
        </p:txBody>
      </p:sp>
      <p:sp>
        <p:nvSpPr>
          <p:cNvPr id="115" name="Shape 113"/>
          <p:cNvSpPr/>
          <p:nvPr/>
        </p:nvSpPr>
        <p:spPr>
          <a:xfrm>
            <a:off x="7213600" y="1930400"/>
            <a:ext cx="1587500" cy="444500"/>
          </a:xfrm>
          <a:prstGeom prst="ellipse">
            <a:avLst/>
          </a:prstGeom>
          <a:solidFill>
            <a:srgbClr val="F9FCDB"/>
          </a:solidFill>
          <a:ln/>
        </p:spPr>
      </p:sp>
      <p:sp>
        <p:nvSpPr>
          <p:cNvPr id="116" name="Text 114"/>
          <p:cNvSpPr/>
          <p:nvPr/>
        </p:nvSpPr>
        <p:spPr>
          <a:xfrm>
            <a:off x="7670800" y="1930400"/>
            <a:ext cx="9906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1050" dirty="0"/>
          </a:p>
        </p:txBody>
      </p:sp>
      <p:sp>
        <p:nvSpPr>
          <p:cNvPr id="117" name="Shape 115"/>
          <p:cNvSpPr/>
          <p:nvPr/>
        </p:nvSpPr>
        <p:spPr>
          <a:xfrm>
            <a:off x="6946900" y="1511300"/>
            <a:ext cx="901700" cy="368300"/>
          </a:xfrm>
          <a:prstGeom prst="roundRect">
            <a:avLst>
              <a:gd name="adj" fmla="val 9931"/>
            </a:avLst>
          </a:prstGeom>
          <a:ln w="15875">
            <a:solidFill>
              <a:srgbClr val="3B7A40"/>
            </a:solidFill>
            <a:prstDash val="dash"/>
          </a:ln>
        </p:spPr>
      </p:sp>
      <p:sp>
        <p:nvSpPr>
          <p:cNvPr id="118" name="Shape 116"/>
          <p:cNvSpPr/>
          <p:nvPr/>
        </p:nvSpPr>
        <p:spPr>
          <a:xfrm>
            <a:off x="6972300" y="1536700"/>
            <a:ext cx="165100" cy="304800"/>
          </a:xfrm>
          <a:prstGeom prst="rect">
            <a:avLst/>
          </a:prstGeom>
          <a:solidFill>
            <a:srgbClr val="B2DCA5"/>
          </a:solidFill>
          <a:ln/>
        </p:spPr>
      </p:sp>
      <p:sp>
        <p:nvSpPr>
          <p:cNvPr id="119" name="Shape 117"/>
          <p:cNvSpPr/>
          <p:nvPr/>
        </p:nvSpPr>
        <p:spPr>
          <a:xfrm>
            <a:off x="7142480" y="1536700"/>
            <a:ext cx="165100" cy="304800"/>
          </a:xfrm>
          <a:prstGeom prst="rect">
            <a:avLst/>
          </a:prstGeom>
          <a:solidFill>
            <a:srgbClr val="AFDAA6"/>
          </a:solidFill>
          <a:ln/>
        </p:spPr>
      </p:sp>
      <p:sp>
        <p:nvSpPr>
          <p:cNvPr id="120" name="Shape 118"/>
          <p:cNvSpPr/>
          <p:nvPr/>
        </p:nvSpPr>
        <p:spPr>
          <a:xfrm>
            <a:off x="7312660" y="1536700"/>
            <a:ext cx="165100" cy="304800"/>
          </a:xfrm>
          <a:prstGeom prst="rect">
            <a:avLst/>
          </a:prstGeom>
          <a:solidFill>
            <a:srgbClr val="96CE91"/>
          </a:solidFill>
          <a:ln/>
        </p:spPr>
      </p:sp>
      <p:sp>
        <p:nvSpPr>
          <p:cNvPr id="121" name="Shape 119"/>
          <p:cNvSpPr/>
          <p:nvPr/>
        </p:nvSpPr>
        <p:spPr>
          <a:xfrm>
            <a:off x="7482840" y="1536700"/>
            <a:ext cx="165100" cy="304800"/>
          </a:xfrm>
          <a:prstGeom prst="rect">
            <a:avLst/>
          </a:prstGeom>
          <a:solidFill>
            <a:srgbClr val="A0CC9A"/>
          </a:solidFill>
          <a:ln/>
        </p:spPr>
      </p:sp>
      <p:sp>
        <p:nvSpPr>
          <p:cNvPr id="122" name="Shape 120"/>
          <p:cNvSpPr/>
          <p:nvPr/>
        </p:nvSpPr>
        <p:spPr>
          <a:xfrm>
            <a:off x="7653020" y="1536700"/>
            <a:ext cx="175260" cy="304800"/>
          </a:xfrm>
          <a:prstGeom prst="rect">
            <a:avLst/>
          </a:prstGeom>
          <a:solidFill>
            <a:srgbClr val="A5C8BD"/>
          </a:solidFill>
          <a:ln/>
        </p:spPr>
      </p:sp>
      <p:sp>
        <p:nvSpPr>
          <p:cNvPr id="123" name="Text 121"/>
          <p:cNvSpPr/>
          <p:nvPr/>
        </p:nvSpPr>
        <p:spPr>
          <a:xfrm>
            <a:off x="7251700" y="1511300"/>
            <a:ext cx="3175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8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600" dirty="0"/>
          </a:p>
        </p:txBody>
      </p:sp>
      <p:sp>
        <p:nvSpPr>
          <p:cNvPr id="124" name="Shape 122"/>
          <p:cNvSpPr/>
          <p:nvPr/>
        </p:nvSpPr>
        <p:spPr>
          <a:xfrm>
            <a:off x="9664700" y="2870200"/>
            <a:ext cx="1054100" cy="2159000"/>
          </a:xfrm>
          <a:prstGeom prst="roundRect">
            <a:avLst>
              <a:gd name="adj" fmla="val 6072"/>
            </a:avLst>
          </a:prstGeom>
          <a:solidFill>
            <a:srgbClr val="E6FCE7"/>
          </a:solidFill>
          <a:ln w="15875">
            <a:solidFill>
              <a:srgbClr val="3B7A40"/>
            </a:solidFill>
            <a:prstDash val="dash"/>
          </a:ln>
        </p:spPr>
      </p:sp>
      <p:sp>
        <p:nvSpPr>
          <p:cNvPr id="125" name="Shape 123"/>
          <p:cNvSpPr/>
          <p:nvPr/>
        </p:nvSpPr>
        <p:spPr>
          <a:xfrm>
            <a:off x="9791700" y="30416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26" name="Shape 124"/>
          <p:cNvSpPr/>
          <p:nvPr/>
        </p:nvSpPr>
        <p:spPr>
          <a:xfrm>
            <a:off x="9956800" y="30416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27" name="Shape 125"/>
          <p:cNvSpPr/>
          <p:nvPr/>
        </p:nvSpPr>
        <p:spPr>
          <a:xfrm>
            <a:off x="10121900" y="30416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128" name="Shape 126"/>
          <p:cNvSpPr/>
          <p:nvPr/>
        </p:nvSpPr>
        <p:spPr>
          <a:xfrm>
            <a:off x="10287000" y="30416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129" name="Shape 127"/>
          <p:cNvSpPr/>
          <p:nvPr/>
        </p:nvSpPr>
        <p:spPr>
          <a:xfrm>
            <a:off x="10452100" y="30416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130" name="Text 128"/>
          <p:cNvSpPr/>
          <p:nvPr/>
        </p:nvSpPr>
        <p:spPr>
          <a:xfrm>
            <a:off x="10067036" y="30162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50" dirty="0"/>
          </a:p>
        </p:txBody>
      </p:sp>
      <p:sp>
        <p:nvSpPr>
          <p:cNvPr id="131" name="Shape 129"/>
          <p:cNvSpPr/>
          <p:nvPr/>
        </p:nvSpPr>
        <p:spPr>
          <a:xfrm>
            <a:off x="9791700" y="35623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32" name="Shape 130"/>
          <p:cNvSpPr/>
          <p:nvPr/>
        </p:nvSpPr>
        <p:spPr>
          <a:xfrm>
            <a:off x="9956800" y="35623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33" name="Shape 131"/>
          <p:cNvSpPr/>
          <p:nvPr/>
        </p:nvSpPr>
        <p:spPr>
          <a:xfrm>
            <a:off x="10121900" y="35623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134" name="Shape 132"/>
          <p:cNvSpPr/>
          <p:nvPr/>
        </p:nvSpPr>
        <p:spPr>
          <a:xfrm>
            <a:off x="10287000" y="35623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135" name="Shape 133"/>
          <p:cNvSpPr/>
          <p:nvPr/>
        </p:nvSpPr>
        <p:spPr>
          <a:xfrm>
            <a:off x="10452100" y="35623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136" name="Text 134"/>
          <p:cNvSpPr/>
          <p:nvPr/>
        </p:nvSpPr>
        <p:spPr>
          <a:xfrm>
            <a:off x="10067036" y="35369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50" dirty="0"/>
          </a:p>
        </p:txBody>
      </p:sp>
      <p:sp>
        <p:nvSpPr>
          <p:cNvPr id="137" name="Shape 135"/>
          <p:cNvSpPr/>
          <p:nvPr/>
        </p:nvSpPr>
        <p:spPr>
          <a:xfrm>
            <a:off x="9791700" y="40830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38" name="Shape 136"/>
          <p:cNvSpPr/>
          <p:nvPr/>
        </p:nvSpPr>
        <p:spPr>
          <a:xfrm>
            <a:off x="9956800" y="40830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39" name="Shape 137"/>
          <p:cNvSpPr/>
          <p:nvPr/>
        </p:nvSpPr>
        <p:spPr>
          <a:xfrm>
            <a:off x="10121900" y="40830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140" name="Shape 138"/>
          <p:cNvSpPr/>
          <p:nvPr/>
        </p:nvSpPr>
        <p:spPr>
          <a:xfrm>
            <a:off x="10287000" y="40830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141" name="Shape 139"/>
          <p:cNvSpPr/>
          <p:nvPr/>
        </p:nvSpPr>
        <p:spPr>
          <a:xfrm>
            <a:off x="10452100" y="40830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142" name="Text 140"/>
          <p:cNvSpPr/>
          <p:nvPr/>
        </p:nvSpPr>
        <p:spPr>
          <a:xfrm>
            <a:off x="10067036" y="40576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50" dirty="0"/>
          </a:p>
        </p:txBody>
      </p:sp>
      <p:sp>
        <p:nvSpPr>
          <p:cNvPr id="143" name="Shape 141"/>
          <p:cNvSpPr/>
          <p:nvPr/>
        </p:nvSpPr>
        <p:spPr>
          <a:xfrm>
            <a:off x="9791700" y="46418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44" name="Shape 142"/>
          <p:cNvSpPr/>
          <p:nvPr/>
        </p:nvSpPr>
        <p:spPr>
          <a:xfrm>
            <a:off x="9956800" y="46418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45" name="Shape 143"/>
          <p:cNvSpPr/>
          <p:nvPr/>
        </p:nvSpPr>
        <p:spPr>
          <a:xfrm>
            <a:off x="10121900" y="46418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146" name="Shape 144"/>
          <p:cNvSpPr/>
          <p:nvPr/>
        </p:nvSpPr>
        <p:spPr>
          <a:xfrm>
            <a:off x="10287000" y="46418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147" name="Shape 145"/>
          <p:cNvSpPr/>
          <p:nvPr/>
        </p:nvSpPr>
        <p:spPr>
          <a:xfrm>
            <a:off x="10452100" y="46418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148" name="Text 146"/>
          <p:cNvSpPr/>
          <p:nvPr/>
        </p:nvSpPr>
        <p:spPr>
          <a:xfrm>
            <a:off x="10067036" y="46164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50" dirty="0"/>
          </a:p>
        </p:txBody>
      </p:sp>
      <p:sp>
        <p:nvSpPr>
          <p:cNvPr id="149" name="Shape 147"/>
          <p:cNvSpPr/>
          <p:nvPr/>
        </p:nvSpPr>
        <p:spPr>
          <a:xfrm>
            <a:off x="2260600" y="6007100"/>
            <a:ext cx="4000500" cy="571500"/>
          </a:xfrm>
          <a:prstGeom prst="roundRect">
            <a:avLst>
              <a:gd name="adj" fmla="val 11200"/>
            </a:avLst>
          </a:prstGeom>
          <a:solidFill>
            <a:srgbClr val="E6FCE7"/>
          </a:solidFill>
          <a:ln w="15875">
            <a:solidFill>
              <a:srgbClr val="3B7A40"/>
            </a:solidFill>
            <a:prstDash val="dash"/>
          </a:ln>
        </p:spPr>
      </p:sp>
      <p:sp>
        <p:nvSpPr>
          <p:cNvPr id="150" name="Shape 148"/>
          <p:cNvSpPr/>
          <p:nvPr/>
        </p:nvSpPr>
        <p:spPr>
          <a:xfrm>
            <a:off x="2425700" y="61912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51" name="Shape 149"/>
          <p:cNvSpPr/>
          <p:nvPr/>
        </p:nvSpPr>
        <p:spPr>
          <a:xfrm>
            <a:off x="2590800" y="61912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52" name="Shape 150"/>
          <p:cNvSpPr/>
          <p:nvPr/>
        </p:nvSpPr>
        <p:spPr>
          <a:xfrm>
            <a:off x="2755900" y="61912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153" name="Shape 151"/>
          <p:cNvSpPr/>
          <p:nvPr/>
        </p:nvSpPr>
        <p:spPr>
          <a:xfrm>
            <a:off x="2921000" y="61912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154" name="Shape 152"/>
          <p:cNvSpPr/>
          <p:nvPr/>
        </p:nvSpPr>
        <p:spPr>
          <a:xfrm>
            <a:off x="3086100" y="61912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155" name="Text 153"/>
          <p:cNvSpPr/>
          <p:nvPr/>
        </p:nvSpPr>
        <p:spPr>
          <a:xfrm>
            <a:off x="2701036" y="61658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9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156" name="Shape 154"/>
          <p:cNvSpPr/>
          <p:nvPr/>
        </p:nvSpPr>
        <p:spPr>
          <a:xfrm>
            <a:off x="4305300" y="61912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57" name="Shape 155"/>
          <p:cNvSpPr/>
          <p:nvPr/>
        </p:nvSpPr>
        <p:spPr>
          <a:xfrm>
            <a:off x="4470400" y="61912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58" name="Shape 156"/>
          <p:cNvSpPr/>
          <p:nvPr/>
        </p:nvSpPr>
        <p:spPr>
          <a:xfrm>
            <a:off x="4635500" y="61912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159" name="Shape 157"/>
          <p:cNvSpPr/>
          <p:nvPr/>
        </p:nvSpPr>
        <p:spPr>
          <a:xfrm>
            <a:off x="4800600" y="61912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160" name="Shape 158"/>
          <p:cNvSpPr/>
          <p:nvPr/>
        </p:nvSpPr>
        <p:spPr>
          <a:xfrm>
            <a:off x="4965700" y="61912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161" name="Text 159"/>
          <p:cNvSpPr/>
          <p:nvPr/>
        </p:nvSpPr>
        <p:spPr>
          <a:xfrm>
            <a:off x="4580636" y="61658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9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  <p:sp>
        <p:nvSpPr>
          <p:cNvPr id="162" name="Shape 160"/>
          <p:cNvSpPr/>
          <p:nvPr/>
        </p:nvSpPr>
        <p:spPr>
          <a:xfrm>
            <a:off x="5257800" y="61912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63" name="Shape 161"/>
          <p:cNvSpPr/>
          <p:nvPr/>
        </p:nvSpPr>
        <p:spPr>
          <a:xfrm>
            <a:off x="5422900" y="61912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64" name="Shape 162"/>
          <p:cNvSpPr/>
          <p:nvPr/>
        </p:nvSpPr>
        <p:spPr>
          <a:xfrm>
            <a:off x="5588000" y="61912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165" name="Shape 163"/>
          <p:cNvSpPr/>
          <p:nvPr/>
        </p:nvSpPr>
        <p:spPr>
          <a:xfrm>
            <a:off x="5753100" y="61912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166" name="Shape 164"/>
          <p:cNvSpPr/>
          <p:nvPr/>
        </p:nvSpPr>
        <p:spPr>
          <a:xfrm>
            <a:off x="5918200" y="61912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167" name="Text 165"/>
          <p:cNvSpPr/>
          <p:nvPr/>
        </p:nvSpPr>
        <p:spPr>
          <a:xfrm>
            <a:off x="5533136" y="61658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9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  <p:sp>
        <p:nvSpPr>
          <p:cNvPr id="168" name="Shape 166"/>
          <p:cNvSpPr/>
          <p:nvPr/>
        </p:nvSpPr>
        <p:spPr>
          <a:xfrm>
            <a:off x="3314700" y="5994400"/>
            <a:ext cx="965200" cy="444500"/>
          </a:xfrm>
          <a:prstGeom prst="roundRect">
            <a:avLst>
              <a:gd name="adj" fmla="val 10286"/>
            </a:avLst>
          </a:prstGeom>
          <a:ln w="19050">
            <a:solidFill>
              <a:srgbClr val="A01450"/>
            </a:solidFill>
            <a:prstDash val="sysDot"/>
          </a:ln>
        </p:spPr>
      </p:sp>
      <p:sp>
        <p:nvSpPr>
          <p:cNvPr id="169" name="Shape 167"/>
          <p:cNvSpPr/>
          <p:nvPr/>
        </p:nvSpPr>
        <p:spPr>
          <a:xfrm>
            <a:off x="3365500" y="6191250"/>
            <a:ext cx="152400" cy="177800"/>
          </a:xfrm>
          <a:prstGeom prst="rect">
            <a:avLst/>
          </a:prstGeom>
          <a:solidFill>
            <a:srgbClr val="E39FB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3530600" y="6191250"/>
            <a:ext cx="152400" cy="177800"/>
          </a:xfrm>
          <a:prstGeom prst="rect">
            <a:avLst/>
          </a:prstGeom>
          <a:solidFill>
            <a:srgbClr val="E0A5D3"/>
          </a:solidFill>
          <a:ln/>
        </p:spPr>
      </p:sp>
      <p:sp>
        <p:nvSpPr>
          <p:cNvPr id="171" name="Shape 169"/>
          <p:cNvSpPr/>
          <p:nvPr/>
        </p:nvSpPr>
        <p:spPr>
          <a:xfrm>
            <a:off x="3695700" y="6191250"/>
            <a:ext cx="152400" cy="177800"/>
          </a:xfrm>
          <a:prstGeom prst="rect">
            <a:avLst/>
          </a:prstGeom>
          <a:solidFill>
            <a:srgbClr val="C44C88"/>
          </a:solidFill>
          <a:ln/>
        </p:spPr>
      </p:sp>
      <p:sp>
        <p:nvSpPr>
          <p:cNvPr id="172" name="Shape 170"/>
          <p:cNvSpPr/>
          <p:nvPr/>
        </p:nvSpPr>
        <p:spPr>
          <a:xfrm>
            <a:off x="3860800" y="6191250"/>
            <a:ext cx="152400" cy="177800"/>
          </a:xfrm>
          <a:prstGeom prst="rect">
            <a:avLst/>
          </a:prstGeom>
          <a:solidFill>
            <a:srgbClr val="D595E2"/>
          </a:solidFill>
          <a:ln/>
        </p:spPr>
      </p:sp>
      <p:sp>
        <p:nvSpPr>
          <p:cNvPr id="173" name="Shape 171"/>
          <p:cNvSpPr/>
          <p:nvPr/>
        </p:nvSpPr>
        <p:spPr>
          <a:xfrm>
            <a:off x="4025900" y="6191250"/>
            <a:ext cx="157480" cy="177800"/>
          </a:xfrm>
          <a:prstGeom prst="rect">
            <a:avLst/>
          </a:prstGeom>
          <a:solidFill>
            <a:srgbClr val="DC92E3"/>
          </a:solidFill>
          <a:ln/>
        </p:spPr>
      </p:sp>
      <p:sp>
        <p:nvSpPr>
          <p:cNvPr id="174" name="Text 172"/>
          <p:cNvSpPr/>
          <p:nvPr/>
        </p:nvSpPr>
        <p:spPr>
          <a:xfrm>
            <a:off x="3543300" y="607060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75" name="Shape 173"/>
          <p:cNvSpPr/>
          <p:nvPr/>
        </p:nvSpPr>
        <p:spPr>
          <a:xfrm flipV="1">
            <a:off x="3784600" y="5156200"/>
            <a:ext cx="0" cy="85090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76" name="Shape 174"/>
          <p:cNvSpPr/>
          <p:nvPr/>
        </p:nvSpPr>
        <p:spPr>
          <a:xfrm flipV="1">
            <a:off x="3378200" y="6502400"/>
            <a:ext cx="228600" cy="177800"/>
          </a:xfrm>
          <a:prstGeom prst="line">
            <a:avLst/>
          </a:prstGeom>
          <a:noFill/>
          <a:ln w="50800">
            <a:solidFill>
              <a:srgbClr val="C5000F"/>
            </a:solidFill>
            <a:prstDash val="solid"/>
            <a:tailEnd type="triangle"/>
          </a:ln>
        </p:spPr>
      </p:sp>
      <p:sp>
        <p:nvSpPr>
          <p:cNvPr id="177" name="Shape 175"/>
          <p:cNvSpPr/>
          <p:nvPr/>
        </p:nvSpPr>
        <p:spPr>
          <a:xfrm flipH="1" flipV="1">
            <a:off x="1651000" y="5943600"/>
            <a:ext cx="508000" cy="508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78" name="Shape 176"/>
          <p:cNvSpPr/>
          <p:nvPr/>
        </p:nvSpPr>
        <p:spPr>
          <a:xfrm flipH="1" flipV="1">
            <a:off x="1422400" y="5842000"/>
            <a:ext cx="228600" cy="1016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79" name="Shape 177"/>
          <p:cNvSpPr/>
          <p:nvPr/>
        </p:nvSpPr>
        <p:spPr>
          <a:xfrm flipH="1" flipV="1">
            <a:off x="1320800" y="5689600"/>
            <a:ext cx="101600" cy="1524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80" name="Shape 178"/>
          <p:cNvSpPr/>
          <p:nvPr/>
        </p:nvSpPr>
        <p:spPr>
          <a:xfrm flipH="1" flipV="1">
            <a:off x="1295400" y="5461000"/>
            <a:ext cx="25400" cy="2286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81" name="Shape 179"/>
          <p:cNvSpPr/>
          <p:nvPr/>
        </p:nvSpPr>
        <p:spPr>
          <a:xfrm flipV="1">
            <a:off x="1295400" y="5194300"/>
            <a:ext cx="0" cy="2667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82" name="Shape 180"/>
          <p:cNvSpPr/>
          <p:nvPr/>
        </p:nvSpPr>
        <p:spPr>
          <a:xfrm flipV="1">
            <a:off x="6311900" y="6248400"/>
            <a:ext cx="800100" cy="254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83" name="Shape 181"/>
          <p:cNvSpPr/>
          <p:nvPr/>
        </p:nvSpPr>
        <p:spPr>
          <a:xfrm flipV="1">
            <a:off x="7112000" y="6184900"/>
            <a:ext cx="698500" cy="635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84" name="Shape 182"/>
          <p:cNvSpPr/>
          <p:nvPr/>
        </p:nvSpPr>
        <p:spPr>
          <a:xfrm flipV="1">
            <a:off x="7810500" y="6108700"/>
            <a:ext cx="546100" cy="762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85" name="Shape 183"/>
          <p:cNvSpPr/>
          <p:nvPr/>
        </p:nvSpPr>
        <p:spPr>
          <a:xfrm flipV="1">
            <a:off x="8356600" y="6019800"/>
            <a:ext cx="469900" cy="889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86" name="Shape 184"/>
          <p:cNvSpPr/>
          <p:nvPr/>
        </p:nvSpPr>
        <p:spPr>
          <a:xfrm flipV="1">
            <a:off x="8826500" y="5930900"/>
            <a:ext cx="342900" cy="889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87" name="Shape 185"/>
          <p:cNvSpPr/>
          <p:nvPr/>
        </p:nvSpPr>
        <p:spPr>
          <a:xfrm flipV="1">
            <a:off x="9169400" y="5842000"/>
            <a:ext cx="266700" cy="889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88" name="Shape 186"/>
          <p:cNvSpPr/>
          <p:nvPr/>
        </p:nvSpPr>
        <p:spPr>
          <a:xfrm flipV="1">
            <a:off x="9436100" y="5740400"/>
            <a:ext cx="215900" cy="1016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89" name="Shape 187"/>
          <p:cNvSpPr/>
          <p:nvPr/>
        </p:nvSpPr>
        <p:spPr>
          <a:xfrm flipV="1">
            <a:off x="9652000" y="5613400"/>
            <a:ext cx="190500" cy="1270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90" name="Shape 188"/>
          <p:cNvSpPr/>
          <p:nvPr/>
        </p:nvSpPr>
        <p:spPr>
          <a:xfrm flipV="1">
            <a:off x="9842500" y="5461000"/>
            <a:ext cx="139700" cy="1524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91" name="Shape 189"/>
          <p:cNvSpPr/>
          <p:nvPr/>
        </p:nvSpPr>
        <p:spPr>
          <a:xfrm flipV="1">
            <a:off x="9982200" y="5283200"/>
            <a:ext cx="114300" cy="1778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92" name="Shape 190"/>
          <p:cNvSpPr/>
          <p:nvPr/>
        </p:nvSpPr>
        <p:spPr>
          <a:xfrm flipV="1">
            <a:off x="10096500" y="5130800"/>
            <a:ext cx="76200" cy="1524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93" name="Shape 191"/>
          <p:cNvSpPr/>
          <p:nvPr/>
        </p:nvSpPr>
        <p:spPr>
          <a:xfrm>
            <a:off x="1238250" y="5029200"/>
            <a:ext cx="114300" cy="127000"/>
          </a:xfrm>
          <a:prstGeom prst="triangle">
            <a:avLst/>
          </a:prstGeom>
          <a:solidFill>
            <a:srgbClr val="1E7A34"/>
          </a:solidFill>
          <a:ln/>
        </p:spPr>
      </p:sp>
      <p:sp>
        <p:nvSpPr>
          <p:cNvPr id="194" name="Shape 192"/>
          <p:cNvSpPr/>
          <p:nvPr/>
        </p:nvSpPr>
        <p:spPr>
          <a:xfrm>
            <a:off x="10140950" y="5029200"/>
            <a:ext cx="114300" cy="127000"/>
          </a:xfrm>
          <a:prstGeom prst="triangle">
            <a:avLst/>
          </a:prstGeom>
          <a:solidFill>
            <a:srgbClr val="1E7A34"/>
          </a:solidFill>
          <a:ln/>
        </p:spPr>
      </p:sp>
      <p:sp>
        <p:nvSpPr>
          <p:cNvPr id="195" name="Text 193"/>
          <p:cNvSpPr/>
          <p:nvPr/>
        </p:nvSpPr>
        <p:spPr>
          <a:xfrm>
            <a:off x="834390" y="66294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Attention Mechanism </a:t>
            </a:r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highlight>
                  <a:srgbClr val="FBF29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(Fundamental Operation)</a:t>
            </a:r>
            <a:endParaRPr lang="en-US" sz="2000" dirty="0"/>
          </a:p>
        </p:txBody>
      </p:sp>
      <p:sp>
        <p:nvSpPr>
          <p:cNvPr id="196" name="Text 194"/>
          <p:cNvSpPr/>
          <p:nvPr/>
        </p:nvSpPr>
        <p:spPr>
          <a:xfrm>
            <a:off x="770839" y="961949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(Self Attention of word </a:t>
            </a:r>
            <a:pPr algn="ctr" indent="0" marL="0">
              <a:buNone/>
            </a:pPr>
            <a:r>
              <a:rPr lang="en-US" sz="19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9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w.r.t All words in Sentence ( </a:t>
            </a:r>
            <a:pPr algn="ctr" indent="0" marL="0">
              <a:buNone/>
            </a:pPr>
            <a:r>
              <a:rPr lang="en-US" sz="19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9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ctr" indent="0" marL="0">
              <a:buNone/>
            </a:pPr>
            <a:r>
              <a:rPr lang="en-US" sz="19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19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9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19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19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9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algn="ctr" indent="0" marL="0">
              <a:buNone/>
            </a:pPr>
            <a:r>
              <a:rPr lang="en-US" sz="19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19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9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pPr algn="ctr" indent="0" marL="0"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)</a:t>
            </a:r>
            <a:endParaRPr lang="en-US" sz="1950" dirty="0"/>
          </a:p>
        </p:txBody>
      </p:sp>
      <p:sp>
        <p:nvSpPr>
          <p:cNvPr id="197" name="Shape 195"/>
          <p:cNvSpPr/>
          <p:nvPr/>
        </p:nvSpPr>
        <p:spPr>
          <a:xfrm>
            <a:off x="8851900" y="1638300"/>
            <a:ext cx="1504950" cy="635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3A2C7"/>
            </a:solidFill>
            <a:prstDash val="solid"/>
          </a:ln>
        </p:spPr>
      </p:sp>
      <p:pic>
        <p:nvPicPr>
          <p:cNvPr id="198" name="Image 0" descr="/home/ahmed/Projects/ai_llm_slides/videos/deep-learning/001_transformers_part1/recreated_pptx/build/assets/slide027/eq27_y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0800" y="1706114"/>
            <a:ext cx="1370073" cy="490731"/>
          </a:xfrm>
          <a:prstGeom prst="rect">
            <a:avLst/>
          </a:prstGeom>
        </p:spPr>
      </p:pic>
      <p:sp>
        <p:nvSpPr>
          <p:cNvPr id="199" name="Shape 196"/>
          <p:cNvSpPr/>
          <p:nvPr/>
        </p:nvSpPr>
        <p:spPr>
          <a:xfrm>
            <a:off x="4241800" y="5207000"/>
            <a:ext cx="1339850" cy="482600"/>
          </a:xfrm>
          <a:prstGeom prst="rect">
            <a:avLst/>
          </a:prstGeom>
          <a:solidFill>
            <a:srgbClr val="FFFFFF"/>
          </a:solidFill>
          <a:ln w="19050">
            <a:solidFill>
              <a:srgbClr val="B3A2C7"/>
            </a:solidFill>
            <a:prstDash val="solid"/>
          </a:ln>
        </p:spPr>
      </p:sp>
      <p:pic>
        <p:nvPicPr>
          <p:cNvPr id="200" name="Image 1" descr="/home/ahmed/Projects/ai_llm_slides/videos/deep-learning/001_transformers_part1/recreated_pptx/build/assets/slide027/eq27_wpri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8800" y="5299455"/>
            <a:ext cx="1127757" cy="278892"/>
          </a:xfrm>
          <a:prstGeom prst="rect">
            <a:avLst/>
          </a:prstGeom>
        </p:spPr>
      </p:pic>
      <p:sp>
        <p:nvSpPr>
          <p:cNvPr id="201" name="Shape 197"/>
          <p:cNvSpPr/>
          <p:nvPr/>
        </p:nvSpPr>
        <p:spPr>
          <a:xfrm>
            <a:off x="6223000" y="5105400"/>
            <a:ext cx="1758950" cy="736600"/>
          </a:xfrm>
          <a:prstGeom prst="rect">
            <a:avLst/>
          </a:prstGeom>
          <a:solidFill>
            <a:srgbClr val="FFFFFF"/>
          </a:solidFill>
          <a:ln w="19050">
            <a:solidFill>
              <a:srgbClr val="B3A2C7"/>
            </a:solidFill>
            <a:prstDash val="solid"/>
          </a:ln>
        </p:spPr>
      </p:sp>
      <p:pic>
        <p:nvPicPr>
          <p:cNvPr id="202" name="Image 2" descr="/home/ahmed/Projects/ai_llm_slides/videos/deep-learning/001_transformers_part1/recreated_pptx/build/assets/slide027/wf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5447794"/>
            <a:ext cx="455673" cy="163065"/>
          </a:xfrm>
          <a:prstGeom prst="rect">
            <a:avLst/>
          </a:prstGeom>
        </p:spPr>
      </p:pic>
      <p:sp>
        <p:nvSpPr>
          <p:cNvPr id="203" name="Shape 198"/>
          <p:cNvSpPr/>
          <p:nvPr/>
        </p:nvSpPr>
        <p:spPr>
          <a:xfrm>
            <a:off x="6934200" y="5461000"/>
            <a:ext cx="990600" cy="3175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04" name="Image 3" descr="/home/ahmed/Projects/ai_llm_slides/videos/deep-learning/001_transformers_part1/recreated_pptx/build/assets/slide027/wf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4380" y="5168900"/>
            <a:ext cx="586743" cy="205740"/>
          </a:xfrm>
          <a:prstGeom prst="rect">
            <a:avLst/>
          </a:prstGeom>
        </p:spPr>
      </p:pic>
      <p:pic>
        <p:nvPicPr>
          <p:cNvPr id="205" name="Image 4" descr="/home/ahmed/Projects/ai_llm_slides/videos/deep-learning/001_transformers_part1/recreated_pptx/build/assets/slide027/wf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8330" y="5549900"/>
            <a:ext cx="877824" cy="259077"/>
          </a:xfrm>
          <a:prstGeom prst="rect">
            <a:avLst/>
          </a:prstGeom>
        </p:spPr>
      </p:pic>
      <p:sp>
        <p:nvSpPr>
          <p:cNvPr id="206" name="Shape 199"/>
          <p:cNvSpPr/>
          <p:nvPr/>
        </p:nvSpPr>
        <p:spPr>
          <a:xfrm>
            <a:off x="1079500" y="2374900"/>
            <a:ext cx="438150" cy="412750"/>
          </a:xfrm>
          <a:prstGeom prst="rect">
            <a:avLst/>
          </a:prstGeom>
          <a:solidFill>
            <a:srgbClr val="FFFFFF"/>
          </a:solidFill>
          <a:ln w="12700">
            <a:solidFill>
              <a:srgbClr val="8E80A3"/>
            </a:solidFill>
            <a:prstDash val="solid"/>
          </a:ln>
        </p:spPr>
      </p:sp>
      <p:sp>
        <p:nvSpPr>
          <p:cNvPr id="207" name="Text 200"/>
          <p:cNvSpPr/>
          <p:nvPr/>
        </p:nvSpPr>
        <p:spPr>
          <a:xfrm>
            <a:off x="1079500" y="2374900"/>
            <a:ext cx="43815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800" b="1" baseline="-40000" dirty="0">
                <a:solidFill>
                  <a:srgbClr val="000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ℓ</a:t>
            </a:r>
            <a:endParaRPr lang="en-US" sz="1800" dirty="0"/>
          </a:p>
        </p:txBody>
      </p:sp>
      <p:sp>
        <p:nvSpPr>
          <p:cNvPr id="208" name="Shape 201"/>
          <p:cNvSpPr/>
          <p:nvPr/>
        </p:nvSpPr>
        <p:spPr>
          <a:xfrm>
            <a:off x="2959100" y="5562600"/>
            <a:ext cx="755650" cy="412750"/>
          </a:xfrm>
          <a:prstGeom prst="rect">
            <a:avLst/>
          </a:prstGeom>
          <a:solidFill>
            <a:srgbClr val="FFFFFF"/>
          </a:solidFill>
          <a:ln w="12700">
            <a:solidFill>
              <a:srgbClr val="8E80A3"/>
            </a:solidFill>
            <a:prstDash val="solid"/>
          </a:ln>
        </p:spPr>
      </p:sp>
      <p:sp>
        <p:nvSpPr>
          <p:cNvPr id="209" name="Text 202"/>
          <p:cNvSpPr/>
          <p:nvPr/>
        </p:nvSpPr>
        <p:spPr>
          <a:xfrm>
            <a:off x="2959100" y="5562600"/>
            <a:ext cx="75565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70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pPr algn="ctr" indent="0" marL="0">
              <a:buNone/>
            </a:pPr>
            <a:r>
              <a:rPr lang="en-US" sz="170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</a:t>
            </a:r>
            <a:pPr algn="ctr" indent="0" marL="0">
              <a:buNone/>
            </a:pPr>
            <a:r>
              <a:rPr lang="en-US" sz="1700" b="1" dirty="0">
                <a:solidFill>
                  <a:srgbClr val="000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700" b="1" baseline="-40000" dirty="0">
                <a:solidFill>
                  <a:srgbClr val="000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210" name="Shape 203"/>
          <p:cNvSpPr/>
          <p:nvPr/>
        </p:nvSpPr>
        <p:spPr>
          <a:xfrm>
            <a:off x="8610600" y="5308600"/>
            <a:ext cx="2406650" cy="1289050"/>
          </a:xfrm>
          <a:prstGeom prst="rect">
            <a:avLst/>
          </a:prstGeom>
          <a:solidFill>
            <a:srgbClr val="F5FACD"/>
          </a:solidFill>
          <a:ln w="25400">
            <a:solidFill>
              <a:srgbClr val="5C3712"/>
            </a:solidFill>
            <a:prstDash val="solid"/>
          </a:ln>
        </p:spPr>
      </p:sp>
      <p:sp>
        <p:nvSpPr>
          <p:cNvPr id="211" name="Text 204"/>
          <p:cNvSpPr/>
          <p:nvPr/>
        </p:nvSpPr>
        <p:spPr>
          <a:xfrm>
            <a:off x="8534400" y="5346700"/>
            <a:ext cx="63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Output</a:t>
            </a:r>
            <a:endParaRPr lang="en-US" sz="900" dirty="0"/>
          </a:p>
          <a:p>
            <a:pPr algn="ctr" indent="0" marL="0">
              <a:lnSpc>
                <a:spcPts val="8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layer</a:t>
            </a:r>
            <a:endParaRPr lang="en-US" sz="900" dirty="0"/>
          </a:p>
        </p:txBody>
      </p:sp>
      <p:sp>
        <p:nvSpPr>
          <p:cNvPr id="212" name="Text 205"/>
          <p:cNvSpPr/>
          <p:nvPr/>
        </p:nvSpPr>
        <p:spPr>
          <a:xfrm>
            <a:off x="9220200" y="5346700"/>
            <a:ext cx="1079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Softmax</a:t>
            </a:r>
            <a:endParaRPr lang="en-US" sz="900" dirty="0"/>
          </a:p>
          <a:p>
            <a:pPr algn="ctr" indent="0" marL="0">
              <a:lnSpc>
                <a:spcPts val="8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activation function</a:t>
            </a:r>
            <a:endParaRPr lang="en-US" sz="900" dirty="0"/>
          </a:p>
        </p:txBody>
      </p:sp>
      <p:sp>
        <p:nvSpPr>
          <p:cNvPr id="213" name="Text 206"/>
          <p:cNvSpPr/>
          <p:nvPr/>
        </p:nvSpPr>
        <p:spPr>
          <a:xfrm>
            <a:off x="10312400" y="53848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Probabilities</a:t>
            </a:r>
            <a:endParaRPr lang="en-US" sz="900" dirty="0"/>
          </a:p>
        </p:txBody>
      </p:sp>
      <p:sp>
        <p:nvSpPr>
          <p:cNvPr id="214" name="Shape 207"/>
          <p:cNvSpPr/>
          <p:nvPr/>
        </p:nvSpPr>
        <p:spPr>
          <a:xfrm>
            <a:off x="9309100" y="5651500"/>
            <a:ext cx="908050" cy="895350"/>
          </a:xfrm>
          <a:prstGeom prst="rect">
            <a:avLst/>
          </a:prstGeom>
          <a:ln w="19050">
            <a:solidFill>
              <a:srgbClr val="000000"/>
            </a:solidFill>
            <a:prstDash val="solid"/>
          </a:ln>
        </p:spPr>
      </p:sp>
      <p:pic>
        <p:nvPicPr>
          <p:cNvPr id="215" name="Image 5" descr="/home/ahmed/Projects/ai_llm_slides/videos/deep-learning/001_transformers_part1/recreated_pptx/build/assets/slide027/eq27_smx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4190" y="5874820"/>
            <a:ext cx="743709" cy="507492"/>
          </a:xfrm>
          <a:prstGeom prst="rect">
            <a:avLst/>
          </a:prstGeom>
        </p:spPr>
      </p:pic>
      <p:sp>
        <p:nvSpPr>
          <p:cNvPr id="216" name="Shape 208"/>
          <p:cNvSpPr/>
          <p:nvPr/>
        </p:nvSpPr>
        <p:spPr>
          <a:xfrm>
            <a:off x="8674100" y="5676900"/>
            <a:ext cx="25400" cy="8382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17" name="Shape 209"/>
          <p:cNvSpPr/>
          <p:nvPr/>
        </p:nvSpPr>
        <p:spPr>
          <a:xfrm>
            <a:off x="8674100" y="5638800"/>
            <a:ext cx="63500" cy="381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18" name="Shape 210"/>
          <p:cNvSpPr/>
          <p:nvPr/>
        </p:nvSpPr>
        <p:spPr>
          <a:xfrm>
            <a:off x="8674100" y="6502400"/>
            <a:ext cx="63500" cy="381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19" name="Shape 211"/>
          <p:cNvSpPr/>
          <p:nvPr/>
        </p:nvSpPr>
        <p:spPr>
          <a:xfrm>
            <a:off x="8966200" y="5676900"/>
            <a:ext cx="25400" cy="8382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20" name="Shape 212"/>
          <p:cNvSpPr/>
          <p:nvPr/>
        </p:nvSpPr>
        <p:spPr>
          <a:xfrm>
            <a:off x="8928100" y="5638800"/>
            <a:ext cx="63500" cy="381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21" name="Shape 213"/>
          <p:cNvSpPr/>
          <p:nvPr/>
        </p:nvSpPr>
        <p:spPr>
          <a:xfrm>
            <a:off x="8928100" y="6502400"/>
            <a:ext cx="63500" cy="381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22" name="Shape 214"/>
          <p:cNvSpPr/>
          <p:nvPr/>
        </p:nvSpPr>
        <p:spPr>
          <a:xfrm>
            <a:off x="10528300" y="5676900"/>
            <a:ext cx="25400" cy="8382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23" name="Shape 215"/>
          <p:cNvSpPr/>
          <p:nvPr/>
        </p:nvSpPr>
        <p:spPr>
          <a:xfrm>
            <a:off x="10528300" y="5638800"/>
            <a:ext cx="50800" cy="381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24" name="Shape 216"/>
          <p:cNvSpPr/>
          <p:nvPr/>
        </p:nvSpPr>
        <p:spPr>
          <a:xfrm>
            <a:off x="10528300" y="6502400"/>
            <a:ext cx="50800" cy="381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25" name="Shape 217"/>
          <p:cNvSpPr/>
          <p:nvPr/>
        </p:nvSpPr>
        <p:spPr>
          <a:xfrm>
            <a:off x="10807700" y="5676900"/>
            <a:ext cx="25400" cy="8382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26" name="Shape 218"/>
          <p:cNvSpPr/>
          <p:nvPr/>
        </p:nvSpPr>
        <p:spPr>
          <a:xfrm>
            <a:off x="10782300" y="5638800"/>
            <a:ext cx="25400" cy="381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27" name="Shape 219"/>
          <p:cNvSpPr/>
          <p:nvPr/>
        </p:nvSpPr>
        <p:spPr>
          <a:xfrm>
            <a:off x="10782300" y="6502400"/>
            <a:ext cx="25400" cy="381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28" name="Text 220"/>
          <p:cNvSpPr/>
          <p:nvPr/>
        </p:nvSpPr>
        <p:spPr>
          <a:xfrm>
            <a:off x="8616950" y="5645150"/>
            <a:ext cx="4064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1.3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5.1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2.2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0.7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1.1</a:t>
            </a:r>
            <a:endParaRPr lang="en-US" sz="1000" dirty="0"/>
          </a:p>
        </p:txBody>
      </p:sp>
      <p:sp>
        <p:nvSpPr>
          <p:cNvPr id="229" name="Text 221"/>
          <p:cNvSpPr/>
          <p:nvPr/>
        </p:nvSpPr>
        <p:spPr>
          <a:xfrm>
            <a:off x="10490200" y="5645150"/>
            <a:ext cx="4064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0.02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0.90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0.05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0.01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0.02</a:t>
            </a:r>
            <a:endParaRPr lang="en-US" sz="1000" dirty="0"/>
          </a:p>
        </p:txBody>
      </p:sp>
      <p:sp>
        <p:nvSpPr>
          <p:cNvPr id="230" name="Shape 222"/>
          <p:cNvSpPr/>
          <p:nvPr/>
        </p:nvSpPr>
        <p:spPr>
          <a:xfrm>
            <a:off x="8966200" y="6083300"/>
            <a:ext cx="330200" cy="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31" name="Shape 223"/>
          <p:cNvSpPr/>
          <p:nvPr/>
        </p:nvSpPr>
        <p:spPr>
          <a:xfrm>
            <a:off x="10172700" y="6083300"/>
            <a:ext cx="342900" cy="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32" name="Text 224"/>
          <p:cNvSpPr/>
          <p:nvPr/>
        </p:nvSpPr>
        <p:spPr>
          <a:xfrm>
            <a:off x="7683500" y="6337300"/>
            <a:ext cx="9652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3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60400" y="1371600"/>
            <a:ext cx="10350500" cy="5270500"/>
          </a:xfrm>
          <a:prstGeom prst="roundRect">
            <a:avLst>
              <a:gd name="adj" fmla="val 1214"/>
            </a:avLst>
          </a:prstGeom>
          <a:solidFill>
            <a:srgbClr val="F7E2CD"/>
          </a:solidFill>
          <a:ln/>
        </p:spPr>
      </p:sp>
      <p:sp>
        <p:nvSpPr>
          <p:cNvPr id="6" name="Shape 4"/>
          <p:cNvSpPr/>
          <p:nvPr/>
        </p:nvSpPr>
        <p:spPr>
          <a:xfrm>
            <a:off x="3213100" y="2463800"/>
            <a:ext cx="1155700" cy="2679700"/>
          </a:xfrm>
          <a:prstGeom prst="rect">
            <a:avLst/>
          </a:prstGeom>
          <a:solidFill>
            <a:srgbClr val="DBCBBB"/>
          </a:solidFill>
          <a:ln/>
        </p:spPr>
      </p:sp>
      <p:sp>
        <p:nvSpPr>
          <p:cNvPr id="7" name="Text 5"/>
          <p:cNvSpPr/>
          <p:nvPr/>
        </p:nvSpPr>
        <p:spPr>
          <a:xfrm>
            <a:off x="3213100" y="2501900"/>
            <a:ext cx="11557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5C3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</a:t>
            </a:r>
            <a:endParaRPr lang="en-US" sz="13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5C3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 flipH="1">
            <a:off x="3797300" y="3378200"/>
            <a:ext cx="406400" cy="1727200"/>
          </a:xfrm>
          <a:prstGeom prst="line">
            <a:avLst/>
          </a:prstGeom>
          <a:noFill/>
          <a:ln w="9525">
            <a:solidFill>
              <a:srgbClr val="C6A09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3822700" y="3898900"/>
            <a:ext cx="165100" cy="1219200"/>
          </a:xfrm>
          <a:prstGeom prst="line">
            <a:avLst/>
          </a:prstGeom>
          <a:noFill/>
          <a:ln w="9525">
            <a:solidFill>
              <a:srgbClr val="C6A0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59200" y="4419600"/>
            <a:ext cx="88900" cy="685800"/>
          </a:xfrm>
          <a:prstGeom prst="line">
            <a:avLst/>
          </a:prstGeom>
          <a:noFill/>
          <a:ln w="9525">
            <a:solidFill>
              <a:srgbClr val="C6A09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81400" y="4953000"/>
            <a:ext cx="304800" cy="177800"/>
          </a:xfrm>
          <a:prstGeom prst="line">
            <a:avLst/>
          </a:prstGeom>
          <a:noFill/>
          <a:ln w="9525">
            <a:solidFill>
              <a:srgbClr val="C6A09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02100" y="3035300"/>
            <a:ext cx="190500" cy="190500"/>
          </a:xfrm>
          <a:prstGeom prst="ellipse">
            <a:avLst/>
          </a:prstGeom>
          <a:solidFill>
            <a:srgbClr val="E0ECF9"/>
          </a:solidFill>
          <a:ln/>
        </p:spPr>
      </p:sp>
      <p:sp>
        <p:nvSpPr>
          <p:cNvPr id="13" name="Shape 11"/>
          <p:cNvSpPr/>
          <p:nvPr/>
        </p:nvSpPr>
        <p:spPr>
          <a:xfrm>
            <a:off x="4140200" y="3073400"/>
            <a:ext cx="114300" cy="114300"/>
          </a:xfrm>
          <a:prstGeom prst="ellipse">
            <a:avLst/>
          </a:prstGeom>
          <a:solidFill>
            <a:srgbClr val="0200AB"/>
          </a:solidFill>
          <a:ln/>
        </p:spPr>
      </p:sp>
      <p:sp>
        <p:nvSpPr>
          <p:cNvPr id="14" name="Shape 12"/>
          <p:cNvSpPr/>
          <p:nvPr/>
        </p:nvSpPr>
        <p:spPr>
          <a:xfrm rot="5400000">
            <a:off x="3981450" y="3079750"/>
            <a:ext cx="101600" cy="127000"/>
          </a:xfrm>
          <a:prstGeom prst="triangle">
            <a:avLst/>
          </a:prstGeom>
          <a:solidFill>
            <a:srgbClr val="8C0007"/>
          </a:solidFill>
          <a:ln/>
        </p:spPr>
      </p:sp>
      <p:sp>
        <p:nvSpPr>
          <p:cNvPr id="15" name="Shape 13"/>
          <p:cNvSpPr/>
          <p:nvPr/>
        </p:nvSpPr>
        <p:spPr>
          <a:xfrm>
            <a:off x="4140200" y="3232150"/>
            <a:ext cx="114300" cy="127000"/>
          </a:xfrm>
          <a:prstGeom prst="triangle">
            <a:avLst/>
          </a:prstGeom>
          <a:solidFill>
            <a:srgbClr val="8C0007"/>
          </a:solidFill>
          <a:ln/>
        </p:spPr>
      </p:sp>
      <p:sp>
        <p:nvSpPr>
          <p:cNvPr id="16" name="Shape 14"/>
          <p:cNvSpPr/>
          <p:nvPr/>
        </p:nvSpPr>
        <p:spPr>
          <a:xfrm>
            <a:off x="3898900" y="3556000"/>
            <a:ext cx="190500" cy="190500"/>
          </a:xfrm>
          <a:prstGeom prst="ellipse">
            <a:avLst/>
          </a:prstGeom>
          <a:solidFill>
            <a:srgbClr val="E0ECF9"/>
          </a:solidFill>
          <a:ln/>
        </p:spPr>
      </p:sp>
      <p:sp>
        <p:nvSpPr>
          <p:cNvPr id="17" name="Shape 15"/>
          <p:cNvSpPr/>
          <p:nvPr/>
        </p:nvSpPr>
        <p:spPr>
          <a:xfrm>
            <a:off x="3937000" y="3594100"/>
            <a:ext cx="114300" cy="114300"/>
          </a:xfrm>
          <a:prstGeom prst="ellipse">
            <a:avLst/>
          </a:prstGeom>
          <a:solidFill>
            <a:srgbClr val="0200AB"/>
          </a:solidFill>
          <a:ln/>
        </p:spPr>
      </p:sp>
      <p:sp>
        <p:nvSpPr>
          <p:cNvPr id="18" name="Shape 16"/>
          <p:cNvSpPr/>
          <p:nvPr/>
        </p:nvSpPr>
        <p:spPr>
          <a:xfrm rot="5400000">
            <a:off x="3778250" y="3600450"/>
            <a:ext cx="101600" cy="127000"/>
          </a:xfrm>
          <a:prstGeom prst="triangle">
            <a:avLst/>
          </a:prstGeom>
          <a:solidFill>
            <a:srgbClr val="8C0007"/>
          </a:solidFill>
          <a:ln/>
        </p:spPr>
      </p:sp>
      <p:sp>
        <p:nvSpPr>
          <p:cNvPr id="19" name="Shape 17"/>
          <p:cNvSpPr/>
          <p:nvPr/>
        </p:nvSpPr>
        <p:spPr>
          <a:xfrm>
            <a:off x="3937000" y="3752850"/>
            <a:ext cx="114300" cy="127000"/>
          </a:xfrm>
          <a:prstGeom prst="triangle">
            <a:avLst/>
          </a:prstGeom>
          <a:solidFill>
            <a:srgbClr val="8C0007"/>
          </a:solidFill>
          <a:ln/>
        </p:spPr>
      </p:sp>
      <p:sp>
        <p:nvSpPr>
          <p:cNvPr id="20" name="Shape 18"/>
          <p:cNvSpPr/>
          <p:nvPr/>
        </p:nvSpPr>
        <p:spPr>
          <a:xfrm>
            <a:off x="3657600" y="4070350"/>
            <a:ext cx="190500" cy="190500"/>
          </a:xfrm>
          <a:prstGeom prst="ellipse">
            <a:avLst/>
          </a:prstGeom>
          <a:solidFill>
            <a:srgbClr val="E0ECF9"/>
          </a:solidFill>
          <a:ln/>
        </p:spPr>
      </p:sp>
      <p:sp>
        <p:nvSpPr>
          <p:cNvPr id="21" name="Shape 19"/>
          <p:cNvSpPr/>
          <p:nvPr/>
        </p:nvSpPr>
        <p:spPr>
          <a:xfrm>
            <a:off x="3695700" y="4108450"/>
            <a:ext cx="114300" cy="114300"/>
          </a:xfrm>
          <a:prstGeom prst="ellipse">
            <a:avLst/>
          </a:prstGeom>
          <a:solidFill>
            <a:srgbClr val="0200AB"/>
          </a:solidFill>
          <a:ln/>
        </p:spPr>
      </p:sp>
      <p:sp>
        <p:nvSpPr>
          <p:cNvPr id="22" name="Shape 20"/>
          <p:cNvSpPr/>
          <p:nvPr/>
        </p:nvSpPr>
        <p:spPr>
          <a:xfrm rot="5400000">
            <a:off x="3536950" y="4114800"/>
            <a:ext cx="101600" cy="127000"/>
          </a:xfrm>
          <a:prstGeom prst="triangle">
            <a:avLst/>
          </a:prstGeom>
          <a:solidFill>
            <a:srgbClr val="8C0007"/>
          </a:solidFill>
          <a:ln/>
        </p:spPr>
      </p:sp>
      <p:sp>
        <p:nvSpPr>
          <p:cNvPr id="23" name="Shape 21"/>
          <p:cNvSpPr/>
          <p:nvPr/>
        </p:nvSpPr>
        <p:spPr>
          <a:xfrm>
            <a:off x="3695700" y="4267200"/>
            <a:ext cx="114300" cy="127000"/>
          </a:xfrm>
          <a:prstGeom prst="triangle">
            <a:avLst/>
          </a:prstGeom>
          <a:solidFill>
            <a:srgbClr val="8C0007"/>
          </a:solidFill>
          <a:ln/>
        </p:spPr>
      </p:sp>
      <p:sp>
        <p:nvSpPr>
          <p:cNvPr id="24" name="Shape 22"/>
          <p:cNvSpPr/>
          <p:nvPr/>
        </p:nvSpPr>
        <p:spPr>
          <a:xfrm>
            <a:off x="3416300" y="4635500"/>
            <a:ext cx="190500" cy="190500"/>
          </a:xfrm>
          <a:prstGeom prst="ellipse">
            <a:avLst/>
          </a:prstGeom>
          <a:solidFill>
            <a:srgbClr val="E0ECF9"/>
          </a:solidFill>
          <a:ln/>
        </p:spPr>
      </p:sp>
      <p:sp>
        <p:nvSpPr>
          <p:cNvPr id="25" name="Shape 23"/>
          <p:cNvSpPr/>
          <p:nvPr/>
        </p:nvSpPr>
        <p:spPr>
          <a:xfrm>
            <a:off x="3454400" y="4673600"/>
            <a:ext cx="114300" cy="114300"/>
          </a:xfrm>
          <a:prstGeom prst="ellipse">
            <a:avLst/>
          </a:prstGeom>
          <a:solidFill>
            <a:srgbClr val="0200AB"/>
          </a:solidFill>
          <a:ln/>
        </p:spPr>
      </p:sp>
      <p:sp>
        <p:nvSpPr>
          <p:cNvPr id="26" name="Shape 24"/>
          <p:cNvSpPr/>
          <p:nvPr/>
        </p:nvSpPr>
        <p:spPr>
          <a:xfrm rot="5400000">
            <a:off x="3295650" y="4679950"/>
            <a:ext cx="101600" cy="127000"/>
          </a:xfrm>
          <a:prstGeom prst="triangle">
            <a:avLst/>
          </a:prstGeom>
          <a:solidFill>
            <a:srgbClr val="8C0007"/>
          </a:solidFill>
          <a:ln/>
        </p:spPr>
      </p:sp>
      <p:sp>
        <p:nvSpPr>
          <p:cNvPr id="27" name="Shape 25"/>
          <p:cNvSpPr/>
          <p:nvPr/>
        </p:nvSpPr>
        <p:spPr>
          <a:xfrm>
            <a:off x="3454400" y="4832350"/>
            <a:ext cx="114300" cy="127000"/>
          </a:xfrm>
          <a:prstGeom prst="triangle">
            <a:avLst/>
          </a:prstGeom>
          <a:solidFill>
            <a:srgbClr val="8C0007"/>
          </a:solidFill>
          <a:ln/>
        </p:spPr>
      </p:sp>
      <p:sp>
        <p:nvSpPr>
          <p:cNvPr id="28" name="Shape 26"/>
          <p:cNvSpPr/>
          <p:nvPr/>
        </p:nvSpPr>
        <p:spPr>
          <a:xfrm>
            <a:off x="723900" y="2870200"/>
            <a:ext cx="1054100" cy="2159000"/>
          </a:xfrm>
          <a:prstGeom prst="roundRect">
            <a:avLst>
              <a:gd name="adj" fmla="val 6072"/>
            </a:avLst>
          </a:prstGeom>
          <a:solidFill>
            <a:srgbClr val="E6FCE7"/>
          </a:solidFill>
          <a:ln w="15875">
            <a:solidFill>
              <a:srgbClr val="3B7A40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850900" y="30416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30" name="Shape 28"/>
          <p:cNvSpPr/>
          <p:nvPr/>
        </p:nvSpPr>
        <p:spPr>
          <a:xfrm>
            <a:off x="1016000" y="30416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31" name="Shape 29"/>
          <p:cNvSpPr/>
          <p:nvPr/>
        </p:nvSpPr>
        <p:spPr>
          <a:xfrm>
            <a:off x="1181100" y="30416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32" name="Shape 30"/>
          <p:cNvSpPr/>
          <p:nvPr/>
        </p:nvSpPr>
        <p:spPr>
          <a:xfrm>
            <a:off x="1346200" y="30416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33" name="Shape 31"/>
          <p:cNvSpPr/>
          <p:nvPr/>
        </p:nvSpPr>
        <p:spPr>
          <a:xfrm>
            <a:off x="1511300" y="30416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34" name="Text 32"/>
          <p:cNvSpPr/>
          <p:nvPr/>
        </p:nvSpPr>
        <p:spPr>
          <a:xfrm>
            <a:off x="1126236" y="30162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50900" y="35623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36" name="Shape 34"/>
          <p:cNvSpPr/>
          <p:nvPr/>
        </p:nvSpPr>
        <p:spPr>
          <a:xfrm>
            <a:off x="1016000" y="35623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37" name="Shape 35"/>
          <p:cNvSpPr/>
          <p:nvPr/>
        </p:nvSpPr>
        <p:spPr>
          <a:xfrm>
            <a:off x="1181100" y="35623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38" name="Shape 36"/>
          <p:cNvSpPr/>
          <p:nvPr/>
        </p:nvSpPr>
        <p:spPr>
          <a:xfrm>
            <a:off x="1346200" y="35623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39" name="Shape 37"/>
          <p:cNvSpPr/>
          <p:nvPr/>
        </p:nvSpPr>
        <p:spPr>
          <a:xfrm>
            <a:off x="1511300" y="35623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40" name="Text 38"/>
          <p:cNvSpPr/>
          <p:nvPr/>
        </p:nvSpPr>
        <p:spPr>
          <a:xfrm>
            <a:off x="1126236" y="35369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50900" y="40830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42" name="Shape 40"/>
          <p:cNvSpPr/>
          <p:nvPr/>
        </p:nvSpPr>
        <p:spPr>
          <a:xfrm>
            <a:off x="1016000" y="40830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43" name="Shape 41"/>
          <p:cNvSpPr/>
          <p:nvPr/>
        </p:nvSpPr>
        <p:spPr>
          <a:xfrm>
            <a:off x="1181100" y="40830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44" name="Shape 42"/>
          <p:cNvSpPr/>
          <p:nvPr/>
        </p:nvSpPr>
        <p:spPr>
          <a:xfrm>
            <a:off x="1346200" y="40830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45" name="Shape 43"/>
          <p:cNvSpPr/>
          <p:nvPr/>
        </p:nvSpPr>
        <p:spPr>
          <a:xfrm>
            <a:off x="1511300" y="40830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46" name="Text 44"/>
          <p:cNvSpPr/>
          <p:nvPr/>
        </p:nvSpPr>
        <p:spPr>
          <a:xfrm>
            <a:off x="1126236" y="40576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50900" y="46418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48" name="Shape 46"/>
          <p:cNvSpPr/>
          <p:nvPr/>
        </p:nvSpPr>
        <p:spPr>
          <a:xfrm>
            <a:off x="1016000" y="46418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49" name="Shape 47"/>
          <p:cNvSpPr/>
          <p:nvPr/>
        </p:nvSpPr>
        <p:spPr>
          <a:xfrm>
            <a:off x="1181100" y="46418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50" name="Shape 48"/>
          <p:cNvSpPr/>
          <p:nvPr/>
        </p:nvSpPr>
        <p:spPr>
          <a:xfrm>
            <a:off x="1346200" y="46418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51" name="Shape 49"/>
          <p:cNvSpPr/>
          <p:nvPr/>
        </p:nvSpPr>
        <p:spPr>
          <a:xfrm>
            <a:off x="1511300" y="46418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52" name="Text 50"/>
          <p:cNvSpPr/>
          <p:nvPr/>
        </p:nvSpPr>
        <p:spPr>
          <a:xfrm>
            <a:off x="1126236" y="46164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816600" y="2489200"/>
            <a:ext cx="393700" cy="2616200"/>
          </a:xfrm>
          <a:prstGeom prst="roundRect">
            <a:avLst>
              <a:gd name="adj" fmla="val 11613"/>
            </a:avLst>
          </a:prstGeom>
          <a:solidFill>
            <a:srgbClr val="F8DEFB"/>
          </a:solidFill>
          <a:ln/>
        </p:spPr>
      </p:sp>
      <p:sp>
        <p:nvSpPr>
          <p:cNvPr id="54" name="Text 52"/>
          <p:cNvSpPr/>
          <p:nvPr/>
        </p:nvSpPr>
        <p:spPr>
          <a:xfrm rot="16200000">
            <a:off x="4824730" y="356235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6B0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max</a:t>
            </a:r>
            <a:endParaRPr lang="en-US" sz="1650" dirty="0"/>
          </a:p>
        </p:txBody>
      </p:sp>
      <p:sp>
        <p:nvSpPr>
          <p:cNvPr id="55" name="Shape 53"/>
          <p:cNvSpPr/>
          <p:nvPr/>
        </p:nvSpPr>
        <p:spPr>
          <a:xfrm>
            <a:off x="6553200" y="2489200"/>
            <a:ext cx="1701800" cy="279400"/>
          </a:xfrm>
          <a:prstGeom prst="rect">
            <a:avLst/>
          </a:prstGeom>
          <a:solidFill>
            <a:srgbClr val="EAFEFC"/>
          </a:solidFill>
          <a:ln/>
        </p:spPr>
      </p:sp>
      <p:sp>
        <p:nvSpPr>
          <p:cNvPr id="56" name="Text 54"/>
          <p:cNvSpPr/>
          <p:nvPr/>
        </p:nvSpPr>
        <p:spPr>
          <a:xfrm>
            <a:off x="6553200" y="2489200"/>
            <a:ext cx="1701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2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2000" dirty="0"/>
          </a:p>
        </p:txBody>
      </p:sp>
      <p:sp>
        <p:nvSpPr>
          <p:cNvPr id="57" name="Shape 55"/>
          <p:cNvSpPr/>
          <p:nvPr/>
        </p:nvSpPr>
        <p:spPr>
          <a:xfrm>
            <a:off x="1765300" y="3124200"/>
            <a:ext cx="2203450" cy="0"/>
          </a:xfrm>
          <a:prstGeom prst="line">
            <a:avLst/>
          </a:prstGeom>
          <a:noFill/>
          <a:ln w="9525">
            <a:solidFill>
              <a:srgbClr val="D5AEA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298950" y="3124200"/>
            <a:ext cx="1377950" cy="0"/>
          </a:xfrm>
          <a:prstGeom prst="line">
            <a:avLst/>
          </a:prstGeom>
          <a:noFill/>
          <a:ln w="9525">
            <a:solidFill>
              <a:srgbClr val="D5AEA1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rot="5400000">
            <a:off x="5676900" y="3067050"/>
            <a:ext cx="114300" cy="114300"/>
          </a:xfrm>
          <a:prstGeom prst="triangle">
            <a:avLst/>
          </a:prstGeom>
          <a:solidFill>
            <a:srgbClr val="8C0007"/>
          </a:solidFill>
          <a:ln/>
        </p:spPr>
      </p:sp>
      <p:sp>
        <p:nvSpPr>
          <p:cNvPr id="60" name="Shape 58"/>
          <p:cNvSpPr/>
          <p:nvPr/>
        </p:nvSpPr>
        <p:spPr>
          <a:xfrm>
            <a:off x="1765300" y="3644900"/>
            <a:ext cx="2000250" cy="0"/>
          </a:xfrm>
          <a:prstGeom prst="line">
            <a:avLst/>
          </a:prstGeom>
          <a:noFill/>
          <a:ln w="9525">
            <a:solidFill>
              <a:srgbClr val="D5AEA1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095750" y="3644900"/>
            <a:ext cx="1581150" cy="0"/>
          </a:xfrm>
          <a:prstGeom prst="line">
            <a:avLst/>
          </a:prstGeom>
          <a:noFill/>
          <a:ln w="9525">
            <a:solidFill>
              <a:srgbClr val="D5AEA1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rot="5400000">
            <a:off x="5676900" y="3587750"/>
            <a:ext cx="114300" cy="114300"/>
          </a:xfrm>
          <a:prstGeom prst="triangle">
            <a:avLst/>
          </a:prstGeom>
          <a:solidFill>
            <a:srgbClr val="8C0007"/>
          </a:solidFill>
          <a:ln/>
        </p:spPr>
      </p:sp>
      <p:sp>
        <p:nvSpPr>
          <p:cNvPr id="63" name="Shape 61"/>
          <p:cNvSpPr/>
          <p:nvPr/>
        </p:nvSpPr>
        <p:spPr>
          <a:xfrm>
            <a:off x="1765300" y="4165600"/>
            <a:ext cx="1758950" cy="0"/>
          </a:xfrm>
          <a:prstGeom prst="line">
            <a:avLst/>
          </a:prstGeom>
          <a:noFill/>
          <a:ln w="9525">
            <a:solidFill>
              <a:srgbClr val="D5AEA1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854450" y="4165600"/>
            <a:ext cx="1822450" cy="0"/>
          </a:xfrm>
          <a:prstGeom prst="line">
            <a:avLst/>
          </a:prstGeom>
          <a:noFill/>
          <a:ln w="9525">
            <a:solidFill>
              <a:srgbClr val="D5AEA1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rot="5400000">
            <a:off x="5676900" y="4108450"/>
            <a:ext cx="114300" cy="114300"/>
          </a:xfrm>
          <a:prstGeom prst="triangle">
            <a:avLst/>
          </a:prstGeom>
          <a:solidFill>
            <a:srgbClr val="8C0007"/>
          </a:solidFill>
          <a:ln/>
        </p:spPr>
      </p:sp>
      <p:sp>
        <p:nvSpPr>
          <p:cNvPr id="66" name="Shape 64"/>
          <p:cNvSpPr/>
          <p:nvPr/>
        </p:nvSpPr>
        <p:spPr>
          <a:xfrm>
            <a:off x="1765300" y="4724400"/>
            <a:ext cx="1517650" cy="0"/>
          </a:xfrm>
          <a:prstGeom prst="line">
            <a:avLst/>
          </a:prstGeom>
          <a:noFill/>
          <a:ln w="9525">
            <a:solidFill>
              <a:srgbClr val="D5AEA1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613150" y="4724400"/>
            <a:ext cx="2063750" cy="0"/>
          </a:xfrm>
          <a:prstGeom prst="line">
            <a:avLst/>
          </a:prstGeom>
          <a:noFill/>
          <a:ln w="9525">
            <a:solidFill>
              <a:srgbClr val="D5AEA1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rot="5400000">
            <a:off x="5676900" y="4667250"/>
            <a:ext cx="114300" cy="114300"/>
          </a:xfrm>
          <a:prstGeom prst="triangle">
            <a:avLst/>
          </a:prstGeom>
          <a:solidFill>
            <a:srgbClr val="8C0007"/>
          </a:solidFill>
          <a:ln/>
        </p:spPr>
      </p:sp>
      <p:sp>
        <p:nvSpPr>
          <p:cNvPr id="69" name="Shape 67"/>
          <p:cNvSpPr/>
          <p:nvPr/>
        </p:nvSpPr>
        <p:spPr>
          <a:xfrm>
            <a:off x="6223000" y="3124200"/>
            <a:ext cx="3441700" cy="0"/>
          </a:xfrm>
          <a:prstGeom prst="line">
            <a:avLst/>
          </a:prstGeom>
          <a:noFill/>
          <a:ln w="9525">
            <a:solidFill>
              <a:srgbClr val="D5AEA1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223000" y="3644900"/>
            <a:ext cx="3441700" cy="0"/>
          </a:xfrm>
          <a:prstGeom prst="line">
            <a:avLst/>
          </a:prstGeom>
          <a:noFill/>
          <a:ln w="9525">
            <a:solidFill>
              <a:srgbClr val="D5AEA1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223000" y="4165600"/>
            <a:ext cx="3441700" cy="0"/>
          </a:xfrm>
          <a:prstGeom prst="line">
            <a:avLst/>
          </a:prstGeom>
          <a:noFill/>
          <a:ln w="9525">
            <a:solidFill>
              <a:srgbClr val="D5AEA1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223000" y="4724400"/>
            <a:ext cx="3441700" cy="0"/>
          </a:xfrm>
          <a:prstGeom prst="line">
            <a:avLst/>
          </a:prstGeom>
          <a:noFill/>
          <a:ln w="9525">
            <a:solidFill>
              <a:srgbClr val="D5AEA1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flipV="1">
            <a:off x="6756400" y="2895600"/>
            <a:ext cx="0" cy="203200"/>
          </a:xfrm>
          <a:prstGeom prst="line">
            <a:avLst/>
          </a:prstGeom>
          <a:noFill/>
          <a:ln w="9525">
            <a:solidFill>
              <a:srgbClr val="D5AEA1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711950" y="2781300"/>
            <a:ext cx="88900" cy="114300"/>
          </a:xfrm>
          <a:prstGeom prst="triangle">
            <a:avLst/>
          </a:prstGeom>
          <a:solidFill>
            <a:srgbClr val="8C0007"/>
          </a:solidFill>
          <a:ln/>
        </p:spPr>
      </p:sp>
      <p:sp>
        <p:nvSpPr>
          <p:cNvPr id="75" name="Shape 73"/>
          <p:cNvSpPr/>
          <p:nvPr/>
        </p:nvSpPr>
        <p:spPr>
          <a:xfrm flipV="1">
            <a:off x="7150100" y="2895600"/>
            <a:ext cx="0" cy="723900"/>
          </a:xfrm>
          <a:prstGeom prst="line">
            <a:avLst/>
          </a:prstGeom>
          <a:noFill/>
          <a:ln w="9525">
            <a:solidFill>
              <a:srgbClr val="D5AEA1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105650" y="2781300"/>
            <a:ext cx="88900" cy="114300"/>
          </a:xfrm>
          <a:prstGeom prst="triangle">
            <a:avLst/>
          </a:prstGeom>
          <a:solidFill>
            <a:srgbClr val="8C0007"/>
          </a:solidFill>
          <a:ln/>
        </p:spPr>
      </p:sp>
      <p:sp>
        <p:nvSpPr>
          <p:cNvPr id="77" name="Shape 75"/>
          <p:cNvSpPr/>
          <p:nvPr/>
        </p:nvSpPr>
        <p:spPr>
          <a:xfrm flipV="1">
            <a:off x="7505700" y="2895600"/>
            <a:ext cx="0" cy="1244600"/>
          </a:xfrm>
          <a:prstGeom prst="line">
            <a:avLst/>
          </a:prstGeom>
          <a:noFill/>
          <a:ln w="9525">
            <a:solidFill>
              <a:srgbClr val="D5AEA1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461250" y="2781300"/>
            <a:ext cx="88900" cy="114300"/>
          </a:xfrm>
          <a:prstGeom prst="triangle">
            <a:avLst/>
          </a:prstGeom>
          <a:solidFill>
            <a:srgbClr val="8C0007"/>
          </a:solidFill>
          <a:ln/>
        </p:spPr>
      </p:sp>
      <p:sp>
        <p:nvSpPr>
          <p:cNvPr id="79" name="Shape 77"/>
          <p:cNvSpPr/>
          <p:nvPr/>
        </p:nvSpPr>
        <p:spPr>
          <a:xfrm flipV="1">
            <a:off x="7899400" y="2895600"/>
            <a:ext cx="0" cy="1778000"/>
          </a:xfrm>
          <a:prstGeom prst="line">
            <a:avLst/>
          </a:prstGeom>
          <a:noFill/>
          <a:ln w="9525">
            <a:solidFill>
              <a:srgbClr val="D5AEA1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854950" y="2781300"/>
            <a:ext cx="88900" cy="114300"/>
          </a:xfrm>
          <a:prstGeom prst="triangle">
            <a:avLst/>
          </a:prstGeom>
          <a:solidFill>
            <a:srgbClr val="8C0007"/>
          </a:solidFill>
          <a:ln/>
        </p:spPr>
      </p:sp>
      <p:sp>
        <p:nvSpPr>
          <p:cNvPr id="81" name="Text 79"/>
          <p:cNvSpPr/>
          <p:nvPr/>
        </p:nvSpPr>
        <p:spPr>
          <a:xfrm>
            <a:off x="6273800" y="2870200"/>
            <a:ext cx="256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6273800" y="3390900"/>
            <a:ext cx="256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6273800" y="3911600"/>
            <a:ext cx="256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6273800" y="4470400"/>
            <a:ext cx="256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6692900" y="3060700"/>
            <a:ext cx="127000" cy="127000"/>
          </a:xfrm>
          <a:prstGeom prst="ellipse">
            <a:avLst/>
          </a:prstGeom>
          <a:ln w="12700">
            <a:solidFill>
              <a:srgbClr val="C0000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705600" y="3124200"/>
            <a:ext cx="101600" cy="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718300" y="30988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 flipV="1">
            <a:off x="6718300" y="30988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 rot="5400000">
            <a:off x="6559550" y="30543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90" name="Shape 88"/>
          <p:cNvSpPr/>
          <p:nvPr/>
        </p:nvSpPr>
        <p:spPr>
          <a:xfrm rot="16200000">
            <a:off x="6851650" y="30543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91" name="Shape 89"/>
          <p:cNvSpPr/>
          <p:nvPr/>
        </p:nvSpPr>
        <p:spPr>
          <a:xfrm>
            <a:off x="7086600" y="3581400"/>
            <a:ext cx="127000" cy="127000"/>
          </a:xfrm>
          <a:prstGeom prst="ellipse">
            <a:avLst/>
          </a:prstGeom>
          <a:ln w="12700">
            <a:solidFill>
              <a:srgbClr val="C0000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099300" y="3644900"/>
            <a:ext cx="101600" cy="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112000" y="36195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 flipV="1">
            <a:off x="7112000" y="36195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 rot="5400000">
            <a:off x="6953250" y="35750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96" name="Shape 94"/>
          <p:cNvSpPr/>
          <p:nvPr/>
        </p:nvSpPr>
        <p:spPr>
          <a:xfrm rot="16200000">
            <a:off x="7245350" y="35750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97" name="Shape 95"/>
          <p:cNvSpPr/>
          <p:nvPr/>
        </p:nvSpPr>
        <p:spPr>
          <a:xfrm>
            <a:off x="7442200" y="4102100"/>
            <a:ext cx="127000" cy="127000"/>
          </a:xfrm>
          <a:prstGeom prst="ellipse">
            <a:avLst/>
          </a:prstGeom>
          <a:ln w="12700">
            <a:solidFill>
              <a:srgbClr val="C0000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454900" y="4165600"/>
            <a:ext cx="101600" cy="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467600" y="41402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 flipV="1">
            <a:off x="7467600" y="41402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 rot="5400000">
            <a:off x="7308850" y="40957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02" name="Shape 100"/>
          <p:cNvSpPr/>
          <p:nvPr/>
        </p:nvSpPr>
        <p:spPr>
          <a:xfrm rot="16200000">
            <a:off x="7600950" y="40957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03" name="Shape 101"/>
          <p:cNvSpPr/>
          <p:nvPr/>
        </p:nvSpPr>
        <p:spPr>
          <a:xfrm>
            <a:off x="7835900" y="4660900"/>
            <a:ext cx="127000" cy="127000"/>
          </a:xfrm>
          <a:prstGeom prst="ellipse">
            <a:avLst/>
          </a:prstGeom>
          <a:ln w="12700">
            <a:solidFill>
              <a:srgbClr val="C0000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7848600" y="4724400"/>
            <a:ext cx="101600" cy="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7861300" y="46990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 flipV="1">
            <a:off x="7861300" y="46990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 rot="5400000">
            <a:off x="7702550" y="46545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08" name="Shape 106"/>
          <p:cNvSpPr/>
          <p:nvPr/>
        </p:nvSpPr>
        <p:spPr>
          <a:xfrm rot="16200000">
            <a:off x="7994650" y="46545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09" name="Shape 107"/>
          <p:cNvSpPr/>
          <p:nvPr/>
        </p:nvSpPr>
        <p:spPr>
          <a:xfrm rot="1560000">
            <a:off x="6972300" y="1854200"/>
            <a:ext cx="304800" cy="266700"/>
          </a:xfrm>
          <a:prstGeom prst="upArrow">
            <a:avLst/>
          </a:prstGeom>
          <a:solidFill>
            <a:srgbClr val="12B45A"/>
          </a:solidFill>
          <a:ln/>
        </p:spPr>
      </p:sp>
      <p:sp>
        <p:nvSpPr>
          <p:cNvPr id="110" name="Shape 108"/>
          <p:cNvSpPr/>
          <p:nvPr/>
        </p:nvSpPr>
        <p:spPr>
          <a:xfrm flipV="1">
            <a:off x="7404100" y="1917700"/>
            <a:ext cx="0" cy="533400"/>
          </a:xfrm>
          <a:prstGeom prst="line">
            <a:avLst/>
          </a:prstGeom>
          <a:noFill/>
          <a:ln w="19050">
            <a:solidFill>
              <a:srgbClr val="8C0007"/>
            </a:solidFill>
            <a:prstDash val="solid"/>
            <a:tailEnd type="triangle"/>
          </a:ln>
        </p:spPr>
      </p:sp>
      <p:sp>
        <p:nvSpPr>
          <p:cNvPr id="111" name="Shape 109"/>
          <p:cNvSpPr/>
          <p:nvPr/>
        </p:nvSpPr>
        <p:spPr>
          <a:xfrm>
            <a:off x="3378200" y="2032000"/>
            <a:ext cx="952500" cy="355600"/>
          </a:xfrm>
          <a:prstGeom prst="ellipse">
            <a:avLst/>
          </a:prstGeom>
          <a:solidFill>
            <a:srgbClr val="F9FCDB"/>
          </a:solidFill>
          <a:ln/>
        </p:spPr>
      </p:sp>
      <p:sp>
        <p:nvSpPr>
          <p:cNvPr id="112" name="Text 110"/>
          <p:cNvSpPr/>
          <p:nvPr/>
        </p:nvSpPr>
        <p:spPr>
          <a:xfrm>
            <a:off x="3378200" y="2032000"/>
            <a:ext cx="952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1050" dirty="0"/>
          </a:p>
        </p:txBody>
      </p:sp>
      <p:sp>
        <p:nvSpPr>
          <p:cNvPr id="113" name="Shape 111"/>
          <p:cNvSpPr/>
          <p:nvPr/>
        </p:nvSpPr>
        <p:spPr>
          <a:xfrm>
            <a:off x="5435600" y="2044700"/>
            <a:ext cx="1117600" cy="393700"/>
          </a:xfrm>
          <a:prstGeom prst="ellipse">
            <a:avLst/>
          </a:prstGeom>
          <a:solidFill>
            <a:srgbClr val="F9FCDB"/>
          </a:solidFill>
          <a:ln/>
        </p:spPr>
      </p:sp>
      <p:sp>
        <p:nvSpPr>
          <p:cNvPr id="114" name="Text 112"/>
          <p:cNvSpPr/>
          <p:nvPr/>
        </p:nvSpPr>
        <p:spPr>
          <a:xfrm>
            <a:off x="5435600" y="2044700"/>
            <a:ext cx="11176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1050" dirty="0"/>
          </a:p>
        </p:txBody>
      </p:sp>
      <p:sp>
        <p:nvSpPr>
          <p:cNvPr id="115" name="Shape 113"/>
          <p:cNvSpPr/>
          <p:nvPr/>
        </p:nvSpPr>
        <p:spPr>
          <a:xfrm>
            <a:off x="7213600" y="1930400"/>
            <a:ext cx="1587500" cy="444500"/>
          </a:xfrm>
          <a:prstGeom prst="ellipse">
            <a:avLst/>
          </a:prstGeom>
          <a:solidFill>
            <a:srgbClr val="F9FCDB"/>
          </a:solidFill>
          <a:ln/>
        </p:spPr>
      </p:sp>
      <p:sp>
        <p:nvSpPr>
          <p:cNvPr id="116" name="Text 114"/>
          <p:cNvSpPr/>
          <p:nvPr/>
        </p:nvSpPr>
        <p:spPr>
          <a:xfrm>
            <a:off x="7670800" y="1930400"/>
            <a:ext cx="9906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1050" dirty="0"/>
          </a:p>
        </p:txBody>
      </p:sp>
      <p:sp>
        <p:nvSpPr>
          <p:cNvPr id="117" name="Shape 115"/>
          <p:cNvSpPr/>
          <p:nvPr/>
        </p:nvSpPr>
        <p:spPr>
          <a:xfrm>
            <a:off x="6946900" y="1511300"/>
            <a:ext cx="901700" cy="368300"/>
          </a:xfrm>
          <a:prstGeom prst="roundRect">
            <a:avLst>
              <a:gd name="adj" fmla="val 9931"/>
            </a:avLst>
          </a:prstGeom>
          <a:ln w="15875">
            <a:solidFill>
              <a:srgbClr val="3B7A40"/>
            </a:solidFill>
            <a:prstDash val="dash"/>
          </a:ln>
        </p:spPr>
      </p:sp>
      <p:sp>
        <p:nvSpPr>
          <p:cNvPr id="118" name="Shape 116"/>
          <p:cNvSpPr/>
          <p:nvPr/>
        </p:nvSpPr>
        <p:spPr>
          <a:xfrm>
            <a:off x="6972300" y="1536700"/>
            <a:ext cx="165100" cy="304800"/>
          </a:xfrm>
          <a:prstGeom prst="rect">
            <a:avLst/>
          </a:prstGeom>
          <a:solidFill>
            <a:srgbClr val="B2DCA5"/>
          </a:solidFill>
          <a:ln/>
        </p:spPr>
      </p:sp>
      <p:sp>
        <p:nvSpPr>
          <p:cNvPr id="119" name="Shape 117"/>
          <p:cNvSpPr/>
          <p:nvPr/>
        </p:nvSpPr>
        <p:spPr>
          <a:xfrm>
            <a:off x="7142480" y="1536700"/>
            <a:ext cx="165100" cy="304800"/>
          </a:xfrm>
          <a:prstGeom prst="rect">
            <a:avLst/>
          </a:prstGeom>
          <a:solidFill>
            <a:srgbClr val="AFDAA6"/>
          </a:solidFill>
          <a:ln/>
        </p:spPr>
      </p:sp>
      <p:sp>
        <p:nvSpPr>
          <p:cNvPr id="120" name="Shape 118"/>
          <p:cNvSpPr/>
          <p:nvPr/>
        </p:nvSpPr>
        <p:spPr>
          <a:xfrm>
            <a:off x="7312660" y="1536700"/>
            <a:ext cx="165100" cy="304800"/>
          </a:xfrm>
          <a:prstGeom prst="rect">
            <a:avLst/>
          </a:prstGeom>
          <a:solidFill>
            <a:srgbClr val="96CE91"/>
          </a:solidFill>
          <a:ln/>
        </p:spPr>
      </p:sp>
      <p:sp>
        <p:nvSpPr>
          <p:cNvPr id="121" name="Shape 119"/>
          <p:cNvSpPr/>
          <p:nvPr/>
        </p:nvSpPr>
        <p:spPr>
          <a:xfrm>
            <a:off x="7482840" y="1536700"/>
            <a:ext cx="165100" cy="304800"/>
          </a:xfrm>
          <a:prstGeom prst="rect">
            <a:avLst/>
          </a:prstGeom>
          <a:solidFill>
            <a:srgbClr val="A0CC9A"/>
          </a:solidFill>
          <a:ln/>
        </p:spPr>
      </p:sp>
      <p:sp>
        <p:nvSpPr>
          <p:cNvPr id="122" name="Shape 120"/>
          <p:cNvSpPr/>
          <p:nvPr/>
        </p:nvSpPr>
        <p:spPr>
          <a:xfrm>
            <a:off x="7653020" y="1536700"/>
            <a:ext cx="175260" cy="304800"/>
          </a:xfrm>
          <a:prstGeom prst="rect">
            <a:avLst/>
          </a:prstGeom>
          <a:solidFill>
            <a:srgbClr val="A5C8BD"/>
          </a:solidFill>
          <a:ln/>
        </p:spPr>
      </p:sp>
      <p:sp>
        <p:nvSpPr>
          <p:cNvPr id="123" name="Text 121"/>
          <p:cNvSpPr/>
          <p:nvPr/>
        </p:nvSpPr>
        <p:spPr>
          <a:xfrm>
            <a:off x="7251700" y="1511300"/>
            <a:ext cx="3175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8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600" dirty="0"/>
          </a:p>
        </p:txBody>
      </p:sp>
      <p:sp>
        <p:nvSpPr>
          <p:cNvPr id="124" name="Shape 122"/>
          <p:cNvSpPr/>
          <p:nvPr/>
        </p:nvSpPr>
        <p:spPr>
          <a:xfrm>
            <a:off x="9664700" y="2870200"/>
            <a:ext cx="1054100" cy="2159000"/>
          </a:xfrm>
          <a:prstGeom prst="roundRect">
            <a:avLst>
              <a:gd name="adj" fmla="val 6072"/>
            </a:avLst>
          </a:prstGeom>
          <a:solidFill>
            <a:srgbClr val="E6FCE7"/>
          </a:solidFill>
          <a:ln w="15875">
            <a:solidFill>
              <a:srgbClr val="3B7A40"/>
            </a:solidFill>
            <a:prstDash val="dash"/>
          </a:ln>
        </p:spPr>
      </p:sp>
      <p:sp>
        <p:nvSpPr>
          <p:cNvPr id="125" name="Shape 123"/>
          <p:cNvSpPr/>
          <p:nvPr/>
        </p:nvSpPr>
        <p:spPr>
          <a:xfrm>
            <a:off x="9791700" y="30416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26" name="Shape 124"/>
          <p:cNvSpPr/>
          <p:nvPr/>
        </p:nvSpPr>
        <p:spPr>
          <a:xfrm>
            <a:off x="9956800" y="30416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27" name="Shape 125"/>
          <p:cNvSpPr/>
          <p:nvPr/>
        </p:nvSpPr>
        <p:spPr>
          <a:xfrm>
            <a:off x="10121900" y="30416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128" name="Shape 126"/>
          <p:cNvSpPr/>
          <p:nvPr/>
        </p:nvSpPr>
        <p:spPr>
          <a:xfrm>
            <a:off x="10287000" y="30416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129" name="Shape 127"/>
          <p:cNvSpPr/>
          <p:nvPr/>
        </p:nvSpPr>
        <p:spPr>
          <a:xfrm>
            <a:off x="10452100" y="30416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130" name="Text 128"/>
          <p:cNvSpPr/>
          <p:nvPr/>
        </p:nvSpPr>
        <p:spPr>
          <a:xfrm>
            <a:off x="10067036" y="30162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50" dirty="0"/>
          </a:p>
        </p:txBody>
      </p:sp>
      <p:sp>
        <p:nvSpPr>
          <p:cNvPr id="131" name="Shape 129"/>
          <p:cNvSpPr/>
          <p:nvPr/>
        </p:nvSpPr>
        <p:spPr>
          <a:xfrm>
            <a:off x="9791700" y="35623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32" name="Shape 130"/>
          <p:cNvSpPr/>
          <p:nvPr/>
        </p:nvSpPr>
        <p:spPr>
          <a:xfrm>
            <a:off x="9956800" y="35623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33" name="Shape 131"/>
          <p:cNvSpPr/>
          <p:nvPr/>
        </p:nvSpPr>
        <p:spPr>
          <a:xfrm>
            <a:off x="10121900" y="35623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134" name="Shape 132"/>
          <p:cNvSpPr/>
          <p:nvPr/>
        </p:nvSpPr>
        <p:spPr>
          <a:xfrm>
            <a:off x="10287000" y="35623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135" name="Shape 133"/>
          <p:cNvSpPr/>
          <p:nvPr/>
        </p:nvSpPr>
        <p:spPr>
          <a:xfrm>
            <a:off x="10452100" y="35623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136" name="Text 134"/>
          <p:cNvSpPr/>
          <p:nvPr/>
        </p:nvSpPr>
        <p:spPr>
          <a:xfrm>
            <a:off x="10067036" y="35369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50" dirty="0"/>
          </a:p>
        </p:txBody>
      </p:sp>
      <p:sp>
        <p:nvSpPr>
          <p:cNvPr id="137" name="Shape 135"/>
          <p:cNvSpPr/>
          <p:nvPr/>
        </p:nvSpPr>
        <p:spPr>
          <a:xfrm>
            <a:off x="9791700" y="40830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38" name="Shape 136"/>
          <p:cNvSpPr/>
          <p:nvPr/>
        </p:nvSpPr>
        <p:spPr>
          <a:xfrm>
            <a:off x="9956800" y="40830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39" name="Shape 137"/>
          <p:cNvSpPr/>
          <p:nvPr/>
        </p:nvSpPr>
        <p:spPr>
          <a:xfrm>
            <a:off x="10121900" y="40830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140" name="Shape 138"/>
          <p:cNvSpPr/>
          <p:nvPr/>
        </p:nvSpPr>
        <p:spPr>
          <a:xfrm>
            <a:off x="10287000" y="40830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141" name="Shape 139"/>
          <p:cNvSpPr/>
          <p:nvPr/>
        </p:nvSpPr>
        <p:spPr>
          <a:xfrm>
            <a:off x="10452100" y="40830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142" name="Text 140"/>
          <p:cNvSpPr/>
          <p:nvPr/>
        </p:nvSpPr>
        <p:spPr>
          <a:xfrm>
            <a:off x="10067036" y="40576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50" dirty="0"/>
          </a:p>
        </p:txBody>
      </p:sp>
      <p:sp>
        <p:nvSpPr>
          <p:cNvPr id="143" name="Shape 141"/>
          <p:cNvSpPr/>
          <p:nvPr/>
        </p:nvSpPr>
        <p:spPr>
          <a:xfrm>
            <a:off x="9791700" y="46418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44" name="Shape 142"/>
          <p:cNvSpPr/>
          <p:nvPr/>
        </p:nvSpPr>
        <p:spPr>
          <a:xfrm>
            <a:off x="9956800" y="46418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45" name="Shape 143"/>
          <p:cNvSpPr/>
          <p:nvPr/>
        </p:nvSpPr>
        <p:spPr>
          <a:xfrm>
            <a:off x="10121900" y="46418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146" name="Shape 144"/>
          <p:cNvSpPr/>
          <p:nvPr/>
        </p:nvSpPr>
        <p:spPr>
          <a:xfrm>
            <a:off x="10287000" y="46418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147" name="Shape 145"/>
          <p:cNvSpPr/>
          <p:nvPr/>
        </p:nvSpPr>
        <p:spPr>
          <a:xfrm>
            <a:off x="10452100" y="46418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148" name="Text 146"/>
          <p:cNvSpPr/>
          <p:nvPr/>
        </p:nvSpPr>
        <p:spPr>
          <a:xfrm>
            <a:off x="10067036" y="46164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50" dirty="0"/>
          </a:p>
        </p:txBody>
      </p:sp>
      <p:sp>
        <p:nvSpPr>
          <p:cNvPr id="149" name="Shape 147"/>
          <p:cNvSpPr/>
          <p:nvPr/>
        </p:nvSpPr>
        <p:spPr>
          <a:xfrm>
            <a:off x="2260600" y="6007100"/>
            <a:ext cx="4000500" cy="571500"/>
          </a:xfrm>
          <a:prstGeom prst="roundRect">
            <a:avLst>
              <a:gd name="adj" fmla="val 11200"/>
            </a:avLst>
          </a:prstGeom>
          <a:solidFill>
            <a:srgbClr val="E6FCE7"/>
          </a:solidFill>
          <a:ln w="15875">
            <a:solidFill>
              <a:srgbClr val="3B7A40"/>
            </a:solidFill>
            <a:prstDash val="dash"/>
          </a:ln>
        </p:spPr>
      </p:sp>
      <p:sp>
        <p:nvSpPr>
          <p:cNvPr id="150" name="Shape 148"/>
          <p:cNvSpPr/>
          <p:nvPr/>
        </p:nvSpPr>
        <p:spPr>
          <a:xfrm>
            <a:off x="2425700" y="61912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51" name="Shape 149"/>
          <p:cNvSpPr/>
          <p:nvPr/>
        </p:nvSpPr>
        <p:spPr>
          <a:xfrm>
            <a:off x="2590800" y="61912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52" name="Shape 150"/>
          <p:cNvSpPr/>
          <p:nvPr/>
        </p:nvSpPr>
        <p:spPr>
          <a:xfrm>
            <a:off x="2755900" y="61912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153" name="Shape 151"/>
          <p:cNvSpPr/>
          <p:nvPr/>
        </p:nvSpPr>
        <p:spPr>
          <a:xfrm>
            <a:off x="2921000" y="61912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154" name="Shape 152"/>
          <p:cNvSpPr/>
          <p:nvPr/>
        </p:nvSpPr>
        <p:spPr>
          <a:xfrm>
            <a:off x="3086100" y="61912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155" name="Text 153"/>
          <p:cNvSpPr/>
          <p:nvPr/>
        </p:nvSpPr>
        <p:spPr>
          <a:xfrm>
            <a:off x="2701036" y="61658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9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  <p:sp>
        <p:nvSpPr>
          <p:cNvPr id="156" name="Shape 154"/>
          <p:cNvSpPr/>
          <p:nvPr/>
        </p:nvSpPr>
        <p:spPr>
          <a:xfrm>
            <a:off x="4305300" y="61912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57" name="Shape 155"/>
          <p:cNvSpPr/>
          <p:nvPr/>
        </p:nvSpPr>
        <p:spPr>
          <a:xfrm>
            <a:off x="4470400" y="61912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58" name="Shape 156"/>
          <p:cNvSpPr/>
          <p:nvPr/>
        </p:nvSpPr>
        <p:spPr>
          <a:xfrm>
            <a:off x="4635500" y="61912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159" name="Shape 157"/>
          <p:cNvSpPr/>
          <p:nvPr/>
        </p:nvSpPr>
        <p:spPr>
          <a:xfrm>
            <a:off x="4800600" y="61912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160" name="Shape 158"/>
          <p:cNvSpPr/>
          <p:nvPr/>
        </p:nvSpPr>
        <p:spPr>
          <a:xfrm>
            <a:off x="4965700" y="61912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161" name="Text 159"/>
          <p:cNvSpPr/>
          <p:nvPr/>
        </p:nvSpPr>
        <p:spPr>
          <a:xfrm>
            <a:off x="4580636" y="61658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9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162" name="Shape 160"/>
          <p:cNvSpPr/>
          <p:nvPr/>
        </p:nvSpPr>
        <p:spPr>
          <a:xfrm>
            <a:off x="5257800" y="61912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63" name="Shape 161"/>
          <p:cNvSpPr/>
          <p:nvPr/>
        </p:nvSpPr>
        <p:spPr>
          <a:xfrm>
            <a:off x="5422900" y="61912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64" name="Shape 162"/>
          <p:cNvSpPr/>
          <p:nvPr/>
        </p:nvSpPr>
        <p:spPr>
          <a:xfrm>
            <a:off x="5588000" y="61912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165" name="Shape 163"/>
          <p:cNvSpPr/>
          <p:nvPr/>
        </p:nvSpPr>
        <p:spPr>
          <a:xfrm>
            <a:off x="5753100" y="61912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166" name="Shape 164"/>
          <p:cNvSpPr/>
          <p:nvPr/>
        </p:nvSpPr>
        <p:spPr>
          <a:xfrm>
            <a:off x="5918200" y="61912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167" name="Text 165"/>
          <p:cNvSpPr/>
          <p:nvPr/>
        </p:nvSpPr>
        <p:spPr>
          <a:xfrm>
            <a:off x="5533136" y="61658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9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  <p:sp>
        <p:nvSpPr>
          <p:cNvPr id="168" name="Shape 166"/>
          <p:cNvSpPr/>
          <p:nvPr/>
        </p:nvSpPr>
        <p:spPr>
          <a:xfrm>
            <a:off x="3314700" y="5994400"/>
            <a:ext cx="965200" cy="444500"/>
          </a:xfrm>
          <a:prstGeom prst="roundRect">
            <a:avLst>
              <a:gd name="adj" fmla="val 10286"/>
            </a:avLst>
          </a:prstGeom>
          <a:ln w="19050">
            <a:solidFill>
              <a:srgbClr val="A01450"/>
            </a:solidFill>
            <a:prstDash val="sysDot"/>
          </a:ln>
        </p:spPr>
      </p:sp>
      <p:sp>
        <p:nvSpPr>
          <p:cNvPr id="169" name="Shape 167"/>
          <p:cNvSpPr/>
          <p:nvPr/>
        </p:nvSpPr>
        <p:spPr>
          <a:xfrm>
            <a:off x="3365500" y="6191250"/>
            <a:ext cx="152400" cy="177800"/>
          </a:xfrm>
          <a:prstGeom prst="rect">
            <a:avLst/>
          </a:prstGeom>
          <a:solidFill>
            <a:srgbClr val="E39FB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3530600" y="6191250"/>
            <a:ext cx="152400" cy="177800"/>
          </a:xfrm>
          <a:prstGeom prst="rect">
            <a:avLst/>
          </a:prstGeom>
          <a:solidFill>
            <a:srgbClr val="E0A5D3"/>
          </a:solidFill>
          <a:ln/>
        </p:spPr>
      </p:sp>
      <p:sp>
        <p:nvSpPr>
          <p:cNvPr id="171" name="Shape 169"/>
          <p:cNvSpPr/>
          <p:nvPr/>
        </p:nvSpPr>
        <p:spPr>
          <a:xfrm>
            <a:off x="3695700" y="6191250"/>
            <a:ext cx="152400" cy="177800"/>
          </a:xfrm>
          <a:prstGeom prst="rect">
            <a:avLst/>
          </a:prstGeom>
          <a:solidFill>
            <a:srgbClr val="C44C88"/>
          </a:solidFill>
          <a:ln/>
        </p:spPr>
      </p:sp>
      <p:sp>
        <p:nvSpPr>
          <p:cNvPr id="172" name="Shape 170"/>
          <p:cNvSpPr/>
          <p:nvPr/>
        </p:nvSpPr>
        <p:spPr>
          <a:xfrm>
            <a:off x="3860800" y="6191250"/>
            <a:ext cx="152400" cy="177800"/>
          </a:xfrm>
          <a:prstGeom prst="rect">
            <a:avLst/>
          </a:prstGeom>
          <a:solidFill>
            <a:srgbClr val="D595E2"/>
          </a:solidFill>
          <a:ln/>
        </p:spPr>
      </p:sp>
      <p:sp>
        <p:nvSpPr>
          <p:cNvPr id="173" name="Shape 171"/>
          <p:cNvSpPr/>
          <p:nvPr/>
        </p:nvSpPr>
        <p:spPr>
          <a:xfrm>
            <a:off x="4025900" y="6191250"/>
            <a:ext cx="157480" cy="177800"/>
          </a:xfrm>
          <a:prstGeom prst="rect">
            <a:avLst/>
          </a:prstGeom>
          <a:solidFill>
            <a:srgbClr val="DC92E3"/>
          </a:solidFill>
          <a:ln/>
        </p:spPr>
      </p:sp>
      <p:sp>
        <p:nvSpPr>
          <p:cNvPr id="174" name="Text 172"/>
          <p:cNvSpPr/>
          <p:nvPr/>
        </p:nvSpPr>
        <p:spPr>
          <a:xfrm>
            <a:off x="3543300" y="607060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75" name="Shape 173"/>
          <p:cNvSpPr/>
          <p:nvPr/>
        </p:nvSpPr>
        <p:spPr>
          <a:xfrm flipV="1">
            <a:off x="3784600" y="5156200"/>
            <a:ext cx="0" cy="85090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76" name="Shape 174"/>
          <p:cNvSpPr/>
          <p:nvPr/>
        </p:nvSpPr>
        <p:spPr>
          <a:xfrm flipV="1">
            <a:off x="3378200" y="6502400"/>
            <a:ext cx="228600" cy="177800"/>
          </a:xfrm>
          <a:prstGeom prst="line">
            <a:avLst/>
          </a:prstGeom>
          <a:noFill/>
          <a:ln w="50800">
            <a:solidFill>
              <a:srgbClr val="C5000F"/>
            </a:solidFill>
            <a:prstDash val="solid"/>
            <a:tailEnd type="triangle"/>
          </a:ln>
        </p:spPr>
      </p:sp>
      <p:sp>
        <p:nvSpPr>
          <p:cNvPr id="177" name="Shape 175"/>
          <p:cNvSpPr/>
          <p:nvPr/>
        </p:nvSpPr>
        <p:spPr>
          <a:xfrm flipH="1" flipV="1">
            <a:off x="1651000" y="5943600"/>
            <a:ext cx="508000" cy="508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78" name="Shape 176"/>
          <p:cNvSpPr/>
          <p:nvPr/>
        </p:nvSpPr>
        <p:spPr>
          <a:xfrm flipH="1" flipV="1">
            <a:off x="1422400" y="5842000"/>
            <a:ext cx="228600" cy="1016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79" name="Shape 177"/>
          <p:cNvSpPr/>
          <p:nvPr/>
        </p:nvSpPr>
        <p:spPr>
          <a:xfrm flipH="1" flipV="1">
            <a:off x="1320800" y="5689600"/>
            <a:ext cx="101600" cy="1524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80" name="Shape 178"/>
          <p:cNvSpPr/>
          <p:nvPr/>
        </p:nvSpPr>
        <p:spPr>
          <a:xfrm flipH="1" flipV="1">
            <a:off x="1295400" y="5461000"/>
            <a:ext cx="25400" cy="2286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81" name="Shape 179"/>
          <p:cNvSpPr/>
          <p:nvPr/>
        </p:nvSpPr>
        <p:spPr>
          <a:xfrm flipV="1">
            <a:off x="1295400" y="5194300"/>
            <a:ext cx="0" cy="2667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82" name="Shape 180"/>
          <p:cNvSpPr/>
          <p:nvPr/>
        </p:nvSpPr>
        <p:spPr>
          <a:xfrm flipV="1">
            <a:off x="6311900" y="6248400"/>
            <a:ext cx="800100" cy="254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83" name="Shape 181"/>
          <p:cNvSpPr/>
          <p:nvPr/>
        </p:nvSpPr>
        <p:spPr>
          <a:xfrm flipV="1">
            <a:off x="7112000" y="6184900"/>
            <a:ext cx="698500" cy="635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84" name="Shape 182"/>
          <p:cNvSpPr/>
          <p:nvPr/>
        </p:nvSpPr>
        <p:spPr>
          <a:xfrm flipV="1">
            <a:off x="7810500" y="6108700"/>
            <a:ext cx="546100" cy="762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85" name="Shape 183"/>
          <p:cNvSpPr/>
          <p:nvPr/>
        </p:nvSpPr>
        <p:spPr>
          <a:xfrm flipV="1">
            <a:off x="8356600" y="6019800"/>
            <a:ext cx="469900" cy="889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86" name="Shape 184"/>
          <p:cNvSpPr/>
          <p:nvPr/>
        </p:nvSpPr>
        <p:spPr>
          <a:xfrm flipV="1">
            <a:off x="8826500" y="5930900"/>
            <a:ext cx="342900" cy="889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87" name="Shape 185"/>
          <p:cNvSpPr/>
          <p:nvPr/>
        </p:nvSpPr>
        <p:spPr>
          <a:xfrm flipV="1">
            <a:off x="9169400" y="5842000"/>
            <a:ext cx="266700" cy="889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88" name="Shape 186"/>
          <p:cNvSpPr/>
          <p:nvPr/>
        </p:nvSpPr>
        <p:spPr>
          <a:xfrm flipV="1">
            <a:off x="9436100" y="5740400"/>
            <a:ext cx="215900" cy="1016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89" name="Shape 187"/>
          <p:cNvSpPr/>
          <p:nvPr/>
        </p:nvSpPr>
        <p:spPr>
          <a:xfrm flipV="1">
            <a:off x="9652000" y="5613400"/>
            <a:ext cx="190500" cy="1270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90" name="Shape 188"/>
          <p:cNvSpPr/>
          <p:nvPr/>
        </p:nvSpPr>
        <p:spPr>
          <a:xfrm flipV="1">
            <a:off x="9842500" y="5461000"/>
            <a:ext cx="139700" cy="1524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91" name="Shape 189"/>
          <p:cNvSpPr/>
          <p:nvPr/>
        </p:nvSpPr>
        <p:spPr>
          <a:xfrm flipV="1">
            <a:off x="9982200" y="5283200"/>
            <a:ext cx="114300" cy="1778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92" name="Shape 190"/>
          <p:cNvSpPr/>
          <p:nvPr/>
        </p:nvSpPr>
        <p:spPr>
          <a:xfrm flipV="1">
            <a:off x="10096500" y="5130800"/>
            <a:ext cx="76200" cy="1524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93" name="Shape 191"/>
          <p:cNvSpPr/>
          <p:nvPr/>
        </p:nvSpPr>
        <p:spPr>
          <a:xfrm>
            <a:off x="1238250" y="5029200"/>
            <a:ext cx="114300" cy="127000"/>
          </a:xfrm>
          <a:prstGeom prst="triangle">
            <a:avLst/>
          </a:prstGeom>
          <a:solidFill>
            <a:srgbClr val="1E7A34"/>
          </a:solidFill>
          <a:ln/>
        </p:spPr>
      </p:sp>
      <p:sp>
        <p:nvSpPr>
          <p:cNvPr id="194" name="Shape 192"/>
          <p:cNvSpPr/>
          <p:nvPr/>
        </p:nvSpPr>
        <p:spPr>
          <a:xfrm>
            <a:off x="10140950" y="5029200"/>
            <a:ext cx="114300" cy="127000"/>
          </a:xfrm>
          <a:prstGeom prst="triangle">
            <a:avLst/>
          </a:prstGeom>
          <a:solidFill>
            <a:srgbClr val="1E7A34"/>
          </a:solidFill>
          <a:ln/>
        </p:spPr>
      </p:sp>
      <p:sp>
        <p:nvSpPr>
          <p:cNvPr id="195" name="Shape 193"/>
          <p:cNvSpPr/>
          <p:nvPr/>
        </p:nvSpPr>
        <p:spPr>
          <a:xfrm>
            <a:off x="4851400" y="5410200"/>
            <a:ext cx="4279900" cy="431800"/>
          </a:xfrm>
          <a:prstGeom prst="roundRect">
            <a:avLst>
              <a:gd name="adj" fmla="val 31765"/>
            </a:avLst>
          </a:prstGeom>
          <a:solidFill>
            <a:srgbClr val="FFFFFF"/>
          </a:solidFill>
          <a:ln w="15875">
            <a:solidFill>
              <a:srgbClr val="3B7A40"/>
            </a:solidFill>
            <a:prstDash val="dash"/>
          </a:ln>
        </p:spPr>
      </p:sp>
      <p:sp>
        <p:nvSpPr>
          <p:cNvPr id="196" name="Text 194"/>
          <p:cNvSpPr/>
          <p:nvPr/>
        </p:nvSpPr>
        <p:spPr>
          <a:xfrm>
            <a:off x="4851400" y="5410200"/>
            <a:ext cx="42799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i="1" dirty="0">
                <a:solidFill>
                  <a:srgbClr val="2A8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 nature of the input is IGNORED</a:t>
            </a:r>
            <a:endParaRPr lang="en-US" sz="1550" dirty="0"/>
          </a:p>
        </p:txBody>
      </p:sp>
      <p:sp>
        <p:nvSpPr>
          <p:cNvPr id="197" name="Shape 195"/>
          <p:cNvSpPr/>
          <p:nvPr/>
        </p:nvSpPr>
        <p:spPr>
          <a:xfrm>
            <a:off x="9207500" y="5829300"/>
            <a:ext cx="2171700" cy="819150"/>
          </a:xfrm>
          <a:prstGeom prst="roundRect">
            <a:avLst>
              <a:gd name="adj" fmla="val 16744"/>
            </a:avLst>
          </a:prstGeom>
          <a:solidFill>
            <a:srgbClr val="E6FCE7"/>
          </a:solidFill>
          <a:ln w="15875">
            <a:solidFill>
              <a:srgbClr val="3B7A40"/>
            </a:solidFill>
            <a:prstDash val="dash"/>
          </a:ln>
        </p:spPr>
      </p:sp>
      <p:sp>
        <p:nvSpPr>
          <p:cNvPr id="198" name="Text 196"/>
          <p:cNvSpPr/>
          <p:nvPr/>
        </p:nvSpPr>
        <p:spPr>
          <a:xfrm>
            <a:off x="9207500" y="5829300"/>
            <a:ext cx="217170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Mitigated Later with</a:t>
            </a:r>
            <a:endParaRPr lang="en-US" sz="165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650" b="1" i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Positional Encoder</a:t>
            </a:r>
            <a:endParaRPr lang="en-US" sz="1650" dirty="0"/>
          </a:p>
        </p:txBody>
      </p:sp>
      <p:sp>
        <p:nvSpPr>
          <p:cNvPr id="199" name="Text 197"/>
          <p:cNvSpPr/>
          <p:nvPr/>
        </p:nvSpPr>
        <p:spPr>
          <a:xfrm>
            <a:off x="834390" y="66294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Attention Mechanism </a:t>
            </a:r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highlight>
                  <a:srgbClr val="FBF29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(Not Sensitive to Words Order)</a:t>
            </a:r>
            <a:endParaRPr lang="en-US" sz="2000" dirty="0"/>
          </a:p>
        </p:txBody>
      </p:sp>
      <p:sp>
        <p:nvSpPr>
          <p:cNvPr id="200" name="Text 198"/>
          <p:cNvSpPr/>
          <p:nvPr/>
        </p:nvSpPr>
        <p:spPr>
          <a:xfrm>
            <a:off x="770839" y="961949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(Self Attention of word </a:t>
            </a:r>
            <a:pPr algn="ctr" indent="0" marL="0">
              <a:buNone/>
            </a:pPr>
            <a:r>
              <a:rPr lang="en-US" sz="19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9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w.r.t All words in Sentence ( </a:t>
            </a:r>
            <a:pPr algn="ctr" indent="0" marL="0">
              <a:buNone/>
            </a:pPr>
            <a:r>
              <a:rPr lang="en-US" sz="19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9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pPr algn="ctr" indent="0" marL="0">
              <a:buNone/>
            </a:pPr>
            <a:r>
              <a:rPr lang="en-US" sz="19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19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9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19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19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9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ctr" indent="0" marL="0">
              <a:buNone/>
            </a:pPr>
            <a:r>
              <a:rPr lang="en-US" sz="19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19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9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algn="ctr" indent="0" marL="0"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)</a:t>
            </a:r>
            <a:endParaRPr lang="en-US" sz="1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60400" y="1371600"/>
            <a:ext cx="10350500" cy="5270500"/>
          </a:xfrm>
          <a:prstGeom prst="roundRect">
            <a:avLst>
              <a:gd name="adj" fmla="val 1214"/>
            </a:avLst>
          </a:prstGeom>
          <a:solidFill>
            <a:srgbClr val="F7E2CD"/>
          </a:solidFill>
          <a:ln/>
        </p:spPr>
      </p:sp>
      <p:sp>
        <p:nvSpPr>
          <p:cNvPr id="6" name="Shape 4"/>
          <p:cNvSpPr/>
          <p:nvPr/>
        </p:nvSpPr>
        <p:spPr>
          <a:xfrm>
            <a:off x="3213100" y="2463800"/>
            <a:ext cx="1155700" cy="2679700"/>
          </a:xfrm>
          <a:prstGeom prst="rect">
            <a:avLst/>
          </a:prstGeom>
          <a:solidFill>
            <a:srgbClr val="DBCBBB"/>
          </a:solidFill>
          <a:ln/>
        </p:spPr>
      </p:sp>
      <p:sp>
        <p:nvSpPr>
          <p:cNvPr id="7" name="Text 5"/>
          <p:cNvSpPr/>
          <p:nvPr/>
        </p:nvSpPr>
        <p:spPr>
          <a:xfrm>
            <a:off x="3213100" y="2501900"/>
            <a:ext cx="11557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5C3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</a:t>
            </a:r>
            <a:endParaRPr lang="en-US" sz="13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5C3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 flipH="1">
            <a:off x="3797300" y="3378200"/>
            <a:ext cx="406400" cy="1727200"/>
          </a:xfrm>
          <a:prstGeom prst="line">
            <a:avLst/>
          </a:prstGeom>
          <a:noFill/>
          <a:ln w="9525">
            <a:solidFill>
              <a:srgbClr val="C6A09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3822700" y="3898900"/>
            <a:ext cx="165100" cy="1219200"/>
          </a:xfrm>
          <a:prstGeom prst="line">
            <a:avLst/>
          </a:prstGeom>
          <a:noFill/>
          <a:ln w="9525">
            <a:solidFill>
              <a:srgbClr val="C6A0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59200" y="4419600"/>
            <a:ext cx="88900" cy="685800"/>
          </a:xfrm>
          <a:prstGeom prst="line">
            <a:avLst/>
          </a:prstGeom>
          <a:noFill/>
          <a:ln w="9525">
            <a:solidFill>
              <a:srgbClr val="C6A09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81400" y="4953000"/>
            <a:ext cx="304800" cy="177800"/>
          </a:xfrm>
          <a:prstGeom prst="line">
            <a:avLst/>
          </a:prstGeom>
          <a:noFill/>
          <a:ln w="9525">
            <a:solidFill>
              <a:srgbClr val="C6A09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02100" y="3035300"/>
            <a:ext cx="190500" cy="190500"/>
          </a:xfrm>
          <a:prstGeom prst="ellipse">
            <a:avLst/>
          </a:prstGeom>
          <a:solidFill>
            <a:srgbClr val="E0ECF9"/>
          </a:solidFill>
          <a:ln/>
        </p:spPr>
      </p:sp>
      <p:sp>
        <p:nvSpPr>
          <p:cNvPr id="13" name="Shape 11"/>
          <p:cNvSpPr/>
          <p:nvPr/>
        </p:nvSpPr>
        <p:spPr>
          <a:xfrm>
            <a:off x="4140200" y="3073400"/>
            <a:ext cx="114300" cy="114300"/>
          </a:xfrm>
          <a:prstGeom prst="ellipse">
            <a:avLst/>
          </a:prstGeom>
          <a:solidFill>
            <a:srgbClr val="0200AB"/>
          </a:solidFill>
          <a:ln/>
        </p:spPr>
      </p:sp>
      <p:sp>
        <p:nvSpPr>
          <p:cNvPr id="14" name="Shape 12"/>
          <p:cNvSpPr/>
          <p:nvPr/>
        </p:nvSpPr>
        <p:spPr>
          <a:xfrm rot="5400000">
            <a:off x="3981450" y="3079750"/>
            <a:ext cx="101600" cy="127000"/>
          </a:xfrm>
          <a:prstGeom prst="triangle">
            <a:avLst/>
          </a:prstGeom>
          <a:solidFill>
            <a:srgbClr val="8C0007"/>
          </a:solidFill>
          <a:ln/>
        </p:spPr>
      </p:sp>
      <p:sp>
        <p:nvSpPr>
          <p:cNvPr id="15" name="Shape 13"/>
          <p:cNvSpPr/>
          <p:nvPr/>
        </p:nvSpPr>
        <p:spPr>
          <a:xfrm>
            <a:off x="4140200" y="3232150"/>
            <a:ext cx="114300" cy="127000"/>
          </a:xfrm>
          <a:prstGeom prst="triangle">
            <a:avLst/>
          </a:prstGeom>
          <a:solidFill>
            <a:srgbClr val="8C0007"/>
          </a:solidFill>
          <a:ln/>
        </p:spPr>
      </p:sp>
      <p:sp>
        <p:nvSpPr>
          <p:cNvPr id="16" name="Shape 14"/>
          <p:cNvSpPr/>
          <p:nvPr/>
        </p:nvSpPr>
        <p:spPr>
          <a:xfrm>
            <a:off x="3898900" y="3556000"/>
            <a:ext cx="190500" cy="190500"/>
          </a:xfrm>
          <a:prstGeom prst="ellipse">
            <a:avLst/>
          </a:prstGeom>
          <a:solidFill>
            <a:srgbClr val="E0ECF9"/>
          </a:solidFill>
          <a:ln/>
        </p:spPr>
      </p:sp>
      <p:sp>
        <p:nvSpPr>
          <p:cNvPr id="17" name="Shape 15"/>
          <p:cNvSpPr/>
          <p:nvPr/>
        </p:nvSpPr>
        <p:spPr>
          <a:xfrm>
            <a:off x="3937000" y="3594100"/>
            <a:ext cx="114300" cy="114300"/>
          </a:xfrm>
          <a:prstGeom prst="ellipse">
            <a:avLst/>
          </a:prstGeom>
          <a:solidFill>
            <a:srgbClr val="0200AB"/>
          </a:solidFill>
          <a:ln/>
        </p:spPr>
      </p:sp>
      <p:sp>
        <p:nvSpPr>
          <p:cNvPr id="18" name="Shape 16"/>
          <p:cNvSpPr/>
          <p:nvPr/>
        </p:nvSpPr>
        <p:spPr>
          <a:xfrm rot="5400000">
            <a:off x="3778250" y="3600450"/>
            <a:ext cx="101600" cy="127000"/>
          </a:xfrm>
          <a:prstGeom prst="triangle">
            <a:avLst/>
          </a:prstGeom>
          <a:solidFill>
            <a:srgbClr val="8C0007"/>
          </a:solidFill>
          <a:ln/>
        </p:spPr>
      </p:sp>
      <p:sp>
        <p:nvSpPr>
          <p:cNvPr id="19" name="Shape 17"/>
          <p:cNvSpPr/>
          <p:nvPr/>
        </p:nvSpPr>
        <p:spPr>
          <a:xfrm>
            <a:off x="3937000" y="3752850"/>
            <a:ext cx="114300" cy="127000"/>
          </a:xfrm>
          <a:prstGeom prst="triangle">
            <a:avLst/>
          </a:prstGeom>
          <a:solidFill>
            <a:srgbClr val="8C0007"/>
          </a:solidFill>
          <a:ln/>
        </p:spPr>
      </p:sp>
      <p:sp>
        <p:nvSpPr>
          <p:cNvPr id="20" name="Shape 18"/>
          <p:cNvSpPr/>
          <p:nvPr/>
        </p:nvSpPr>
        <p:spPr>
          <a:xfrm>
            <a:off x="3657600" y="4070350"/>
            <a:ext cx="190500" cy="190500"/>
          </a:xfrm>
          <a:prstGeom prst="ellipse">
            <a:avLst/>
          </a:prstGeom>
          <a:solidFill>
            <a:srgbClr val="E0ECF9"/>
          </a:solidFill>
          <a:ln/>
        </p:spPr>
      </p:sp>
      <p:sp>
        <p:nvSpPr>
          <p:cNvPr id="21" name="Shape 19"/>
          <p:cNvSpPr/>
          <p:nvPr/>
        </p:nvSpPr>
        <p:spPr>
          <a:xfrm>
            <a:off x="3695700" y="4108450"/>
            <a:ext cx="114300" cy="114300"/>
          </a:xfrm>
          <a:prstGeom prst="ellipse">
            <a:avLst/>
          </a:prstGeom>
          <a:solidFill>
            <a:srgbClr val="0200AB"/>
          </a:solidFill>
          <a:ln/>
        </p:spPr>
      </p:sp>
      <p:sp>
        <p:nvSpPr>
          <p:cNvPr id="22" name="Shape 20"/>
          <p:cNvSpPr/>
          <p:nvPr/>
        </p:nvSpPr>
        <p:spPr>
          <a:xfrm rot="5400000">
            <a:off x="3536950" y="4114800"/>
            <a:ext cx="101600" cy="127000"/>
          </a:xfrm>
          <a:prstGeom prst="triangle">
            <a:avLst/>
          </a:prstGeom>
          <a:solidFill>
            <a:srgbClr val="8C0007"/>
          </a:solidFill>
          <a:ln/>
        </p:spPr>
      </p:sp>
      <p:sp>
        <p:nvSpPr>
          <p:cNvPr id="23" name="Shape 21"/>
          <p:cNvSpPr/>
          <p:nvPr/>
        </p:nvSpPr>
        <p:spPr>
          <a:xfrm>
            <a:off x="3695700" y="4267200"/>
            <a:ext cx="114300" cy="127000"/>
          </a:xfrm>
          <a:prstGeom prst="triangle">
            <a:avLst/>
          </a:prstGeom>
          <a:solidFill>
            <a:srgbClr val="8C0007"/>
          </a:solidFill>
          <a:ln/>
        </p:spPr>
      </p:sp>
      <p:sp>
        <p:nvSpPr>
          <p:cNvPr id="24" name="Shape 22"/>
          <p:cNvSpPr/>
          <p:nvPr/>
        </p:nvSpPr>
        <p:spPr>
          <a:xfrm>
            <a:off x="3416300" y="4635500"/>
            <a:ext cx="190500" cy="190500"/>
          </a:xfrm>
          <a:prstGeom prst="ellipse">
            <a:avLst/>
          </a:prstGeom>
          <a:solidFill>
            <a:srgbClr val="E0ECF9"/>
          </a:solidFill>
          <a:ln/>
        </p:spPr>
      </p:sp>
      <p:sp>
        <p:nvSpPr>
          <p:cNvPr id="25" name="Shape 23"/>
          <p:cNvSpPr/>
          <p:nvPr/>
        </p:nvSpPr>
        <p:spPr>
          <a:xfrm>
            <a:off x="3454400" y="4673600"/>
            <a:ext cx="114300" cy="114300"/>
          </a:xfrm>
          <a:prstGeom prst="ellipse">
            <a:avLst/>
          </a:prstGeom>
          <a:solidFill>
            <a:srgbClr val="0200AB"/>
          </a:solidFill>
          <a:ln/>
        </p:spPr>
      </p:sp>
      <p:sp>
        <p:nvSpPr>
          <p:cNvPr id="26" name="Shape 24"/>
          <p:cNvSpPr/>
          <p:nvPr/>
        </p:nvSpPr>
        <p:spPr>
          <a:xfrm rot="5400000">
            <a:off x="3295650" y="4679950"/>
            <a:ext cx="101600" cy="127000"/>
          </a:xfrm>
          <a:prstGeom prst="triangle">
            <a:avLst/>
          </a:prstGeom>
          <a:solidFill>
            <a:srgbClr val="8C0007"/>
          </a:solidFill>
          <a:ln/>
        </p:spPr>
      </p:sp>
      <p:sp>
        <p:nvSpPr>
          <p:cNvPr id="27" name="Shape 25"/>
          <p:cNvSpPr/>
          <p:nvPr/>
        </p:nvSpPr>
        <p:spPr>
          <a:xfrm>
            <a:off x="3454400" y="4832350"/>
            <a:ext cx="114300" cy="127000"/>
          </a:xfrm>
          <a:prstGeom prst="triangle">
            <a:avLst/>
          </a:prstGeom>
          <a:solidFill>
            <a:srgbClr val="8C0007"/>
          </a:solidFill>
          <a:ln/>
        </p:spPr>
      </p:sp>
      <p:sp>
        <p:nvSpPr>
          <p:cNvPr id="28" name="Shape 26"/>
          <p:cNvSpPr/>
          <p:nvPr/>
        </p:nvSpPr>
        <p:spPr>
          <a:xfrm>
            <a:off x="723900" y="2870200"/>
            <a:ext cx="1054100" cy="2159000"/>
          </a:xfrm>
          <a:prstGeom prst="roundRect">
            <a:avLst>
              <a:gd name="adj" fmla="val 6072"/>
            </a:avLst>
          </a:prstGeom>
          <a:solidFill>
            <a:srgbClr val="E6FCE7"/>
          </a:solidFill>
          <a:ln w="15875">
            <a:solidFill>
              <a:srgbClr val="3B7A40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850900" y="30416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30" name="Shape 28"/>
          <p:cNvSpPr/>
          <p:nvPr/>
        </p:nvSpPr>
        <p:spPr>
          <a:xfrm>
            <a:off x="1016000" y="30416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31" name="Shape 29"/>
          <p:cNvSpPr/>
          <p:nvPr/>
        </p:nvSpPr>
        <p:spPr>
          <a:xfrm>
            <a:off x="1181100" y="30416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32" name="Shape 30"/>
          <p:cNvSpPr/>
          <p:nvPr/>
        </p:nvSpPr>
        <p:spPr>
          <a:xfrm>
            <a:off x="1346200" y="30416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33" name="Shape 31"/>
          <p:cNvSpPr/>
          <p:nvPr/>
        </p:nvSpPr>
        <p:spPr>
          <a:xfrm>
            <a:off x="1511300" y="30416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34" name="Text 32"/>
          <p:cNvSpPr/>
          <p:nvPr/>
        </p:nvSpPr>
        <p:spPr>
          <a:xfrm>
            <a:off x="1126236" y="30162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50900" y="35623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36" name="Shape 34"/>
          <p:cNvSpPr/>
          <p:nvPr/>
        </p:nvSpPr>
        <p:spPr>
          <a:xfrm>
            <a:off x="1016000" y="35623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37" name="Shape 35"/>
          <p:cNvSpPr/>
          <p:nvPr/>
        </p:nvSpPr>
        <p:spPr>
          <a:xfrm>
            <a:off x="1181100" y="35623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38" name="Shape 36"/>
          <p:cNvSpPr/>
          <p:nvPr/>
        </p:nvSpPr>
        <p:spPr>
          <a:xfrm>
            <a:off x="1346200" y="35623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39" name="Shape 37"/>
          <p:cNvSpPr/>
          <p:nvPr/>
        </p:nvSpPr>
        <p:spPr>
          <a:xfrm>
            <a:off x="1511300" y="35623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40" name="Text 38"/>
          <p:cNvSpPr/>
          <p:nvPr/>
        </p:nvSpPr>
        <p:spPr>
          <a:xfrm>
            <a:off x="1126236" y="35369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50900" y="40830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42" name="Shape 40"/>
          <p:cNvSpPr/>
          <p:nvPr/>
        </p:nvSpPr>
        <p:spPr>
          <a:xfrm>
            <a:off x="1016000" y="40830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43" name="Shape 41"/>
          <p:cNvSpPr/>
          <p:nvPr/>
        </p:nvSpPr>
        <p:spPr>
          <a:xfrm>
            <a:off x="1181100" y="40830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44" name="Shape 42"/>
          <p:cNvSpPr/>
          <p:nvPr/>
        </p:nvSpPr>
        <p:spPr>
          <a:xfrm>
            <a:off x="1346200" y="40830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45" name="Shape 43"/>
          <p:cNvSpPr/>
          <p:nvPr/>
        </p:nvSpPr>
        <p:spPr>
          <a:xfrm>
            <a:off x="1511300" y="40830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46" name="Text 44"/>
          <p:cNvSpPr/>
          <p:nvPr/>
        </p:nvSpPr>
        <p:spPr>
          <a:xfrm>
            <a:off x="1126236" y="40576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50900" y="46418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48" name="Shape 46"/>
          <p:cNvSpPr/>
          <p:nvPr/>
        </p:nvSpPr>
        <p:spPr>
          <a:xfrm>
            <a:off x="1016000" y="46418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49" name="Shape 47"/>
          <p:cNvSpPr/>
          <p:nvPr/>
        </p:nvSpPr>
        <p:spPr>
          <a:xfrm>
            <a:off x="1181100" y="46418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50" name="Shape 48"/>
          <p:cNvSpPr/>
          <p:nvPr/>
        </p:nvSpPr>
        <p:spPr>
          <a:xfrm>
            <a:off x="1346200" y="46418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51" name="Shape 49"/>
          <p:cNvSpPr/>
          <p:nvPr/>
        </p:nvSpPr>
        <p:spPr>
          <a:xfrm>
            <a:off x="1511300" y="46418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52" name="Text 50"/>
          <p:cNvSpPr/>
          <p:nvPr/>
        </p:nvSpPr>
        <p:spPr>
          <a:xfrm>
            <a:off x="1126236" y="46164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816600" y="2489200"/>
            <a:ext cx="393700" cy="2616200"/>
          </a:xfrm>
          <a:prstGeom prst="roundRect">
            <a:avLst>
              <a:gd name="adj" fmla="val 11613"/>
            </a:avLst>
          </a:prstGeom>
          <a:solidFill>
            <a:srgbClr val="F8DEFB"/>
          </a:solidFill>
          <a:ln/>
        </p:spPr>
      </p:sp>
      <p:sp>
        <p:nvSpPr>
          <p:cNvPr id="54" name="Text 52"/>
          <p:cNvSpPr/>
          <p:nvPr/>
        </p:nvSpPr>
        <p:spPr>
          <a:xfrm rot="16200000">
            <a:off x="4824730" y="356235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6B0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max</a:t>
            </a:r>
            <a:endParaRPr lang="en-US" sz="1650" dirty="0"/>
          </a:p>
        </p:txBody>
      </p:sp>
      <p:sp>
        <p:nvSpPr>
          <p:cNvPr id="55" name="Shape 53"/>
          <p:cNvSpPr/>
          <p:nvPr/>
        </p:nvSpPr>
        <p:spPr>
          <a:xfrm>
            <a:off x="6553200" y="2489200"/>
            <a:ext cx="1701800" cy="279400"/>
          </a:xfrm>
          <a:prstGeom prst="rect">
            <a:avLst/>
          </a:prstGeom>
          <a:solidFill>
            <a:srgbClr val="EAFEFC"/>
          </a:solidFill>
          <a:ln/>
        </p:spPr>
      </p:sp>
      <p:sp>
        <p:nvSpPr>
          <p:cNvPr id="56" name="Text 54"/>
          <p:cNvSpPr/>
          <p:nvPr/>
        </p:nvSpPr>
        <p:spPr>
          <a:xfrm>
            <a:off x="6553200" y="2489200"/>
            <a:ext cx="1701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2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2000" dirty="0"/>
          </a:p>
        </p:txBody>
      </p:sp>
      <p:sp>
        <p:nvSpPr>
          <p:cNvPr id="57" name="Shape 55"/>
          <p:cNvSpPr/>
          <p:nvPr/>
        </p:nvSpPr>
        <p:spPr>
          <a:xfrm>
            <a:off x="1765300" y="3124200"/>
            <a:ext cx="2203450" cy="0"/>
          </a:xfrm>
          <a:prstGeom prst="line">
            <a:avLst/>
          </a:prstGeom>
          <a:noFill/>
          <a:ln w="9525">
            <a:solidFill>
              <a:srgbClr val="D5AEA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298950" y="3124200"/>
            <a:ext cx="1377950" cy="0"/>
          </a:xfrm>
          <a:prstGeom prst="line">
            <a:avLst/>
          </a:prstGeom>
          <a:noFill/>
          <a:ln w="9525">
            <a:solidFill>
              <a:srgbClr val="D5AEA1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rot="5400000">
            <a:off x="5676900" y="3067050"/>
            <a:ext cx="114300" cy="114300"/>
          </a:xfrm>
          <a:prstGeom prst="triangle">
            <a:avLst/>
          </a:prstGeom>
          <a:solidFill>
            <a:srgbClr val="8C0007"/>
          </a:solidFill>
          <a:ln/>
        </p:spPr>
      </p:sp>
      <p:sp>
        <p:nvSpPr>
          <p:cNvPr id="60" name="Shape 58"/>
          <p:cNvSpPr/>
          <p:nvPr/>
        </p:nvSpPr>
        <p:spPr>
          <a:xfrm>
            <a:off x="1765300" y="3644900"/>
            <a:ext cx="2000250" cy="0"/>
          </a:xfrm>
          <a:prstGeom prst="line">
            <a:avLst/>
          </a:prstGeom>
          <a:noFill/>
          <a:ln w="9525">
            <a:solidFill>
              <a:srgbClr val="D5AEA1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095750" y="3644900"/>
            <a:ext cx="1581150" cy="0"/>
          </a:xfrm>
          <a:prstGeom prst="line">
            <a:avLst/>
          </a:prstGeom>
          <a:noFill/>
          <a:ln w="9525">
            <a:solidFill>
              <a:srgbClr val="D5AEA1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rot="5400000">
            <a:off x="5676900" y="3587750"/>
            <a:ext cx="114300" cy="114300"/>
          </a:xfrm>
          <a:prstGeom prst="triangle">
            <a:avLst/>
          </a:prstGeom>
          <a:solidFill>
            <a:srgbClr val="8C0007"/>
          </a:solidFill>
          <a:ln/>
        </p:spPr>
      </p:sp>
      <p:sp>
        <p:nvSpPr>
          <p:cNvPr id="63" name="Shape 61"/>
          <p:cNvSpPr/>
          <p:nvPr/>
        </p:nvSpPr>
        <p:spPr>
          <a:xfrm>
            <a:off x="1765300" y="4165600"/>
            <a:ext cx="1758950" cy="0"/>
          </a:xfrm>
          <a:prstGeom prst="line">
            <a:avLst/>
          </a:prstGeom>
          <a:noFill/>
          <a:ln w="9525">
            <a:solidFill>
              <a:srgbClr val="D5AEA1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854450" y="4165600"/>
            <a:ext cx="1822450" cy="0"/>
          </a:xfrm>
          <a:prstGeom prst="line">
            <a:avLst/>
          </a:prstGeom>
          <a:noFill/>
          <a:ln w="9525">
            <a:solidFill>
              <a:srgbClr val="D5AEA1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rot="5400000">
            <a:off x="5676900" y="4108450"/>
            <a:ext cx="114300" cy="114300"/>
          </a:xfrm>
          <a:prstGeom prst="triangle">
            <a:avLst/>
          </a:prstGeom>
          <a:solidFill>
            <a:srgbClr val="8C0007"/>
          </a:solidFill>
          <a:ln/>
        </p:spPr>
      </p:sp>
      <p:sp>
        <p:nvSpPr>
          <p:cNvPr id="66" name="Shape 64"/>
          <p:cNvSpPr/>
          <p:nvPr/>
        </p:nvSpPr>
        <p:spPr>
          <a:xfrm>
            <a:off x="1765300" y="4724400"/>
            <a:ext cx="1517650" cy="0"/>
          </a:xfrm>
          <a:prstGeom prst="line">
            <a:avLst/>
          </a:prstGeom>
          <a:noFill/>
          <a:ln w="9525">
            <a:solidFill>
              <a:srgbClr val="D5AEA1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613150" y="4724400"/>
            <a:ext cx="2063750" cy="0"/>
          </a:xfrm>
          <a:prstGeom prst="line">
            <a:avLst/>
          </a:prstGeom>
          <a:noFill/>
          <a:ln w="9525">
            <a:solidFill>
              <a:srgbClr val="D5AEA1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rot="5400000">
            <a:off x="5676900" y="4667250"/>
            <a:ext cx="114300" cy="114300"/>
          </a:xfrm>
          <a:prstGeom prst="triangle">
            <a:avLst/>
          </a:prstGeom>
          <a:solidFill>
            <a:srgbClr val="8C0007"/>
          </a:solidFill>
          <a:ln/>
        </p:spPr>
      </p:sp>
      <p:sp>
        <p:nvSpPr>
          <p:cNvPr id="69" name="Shape 67"/>
          <p:cNvSpPr/>
          <p:nvPr/>
        </p:nvSpPr>
        <p:spPr>
          <a:xfrm>
            <a:off x="6223000" y="3124200"/>
            <a:ext cx="3441700" cy="0"/>
          </a:xfrm>
          <a:prstGeom prst="line">
            <a:avLst/>
          </a:prstGeom>
          <a:noFill/>
          <a:ln w="9525">
            <a:solidFill>
              <a:srgbClr val="D5AEA1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223000" y="3644900"/>
            <a:ext cx="3441700" cy="0"/>
          </a:xfrm>
          <a:prstGeom prst="line">
            <a:avLst/>
          </a:prstGeom>
          <a:noFill/>
          <a:ln w="9525">
            <a:solidFill>
              <a:srgbClr val="D5AEA1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223000" y="4165600"/>
            <a:ext cx="3441700" cy="0"/>
          </a:xfrm>
          <a:prstGeom prst="line">
            <a:avLst/>
          </a:prstGeom>
          <a:noFill/>
          <a:ln w="9525">
            <a:solidFill>
              <a:srgbClr val="D5AEA1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223000" y="4724400"/>
            <a:ext cx="3441700" cy="0"/>
          </a:xfrm>
          <a:prstGeom prst="line">
            <a:avLst/>
          </a:prstGeom>
          <a:noFill/>
          <a:ln w="9525">
            <a:solidFill>
              <a:srgbClr val="D5AEA1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flipV="1">
            <a:off x="6756400" y="2895600"/>
            <a:ext cx="0" cy="203200"/>
          </a:xfrm>
          <a:prstGeom prst="line">
            <a:avLst/>
          </a:prstGeom>
          <a:noFill/>
          <a:ln w="9525">
            <a:solidFill>
              <a:srgbClr val="D5AEA1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711950" y="2781300"/>
            <a:ext cx="88900" cy="114300"/>
          </a:xfrm>
          <a:prstGeom prst="triangle">
            <a:avLst/>
          </a:prstGeom>
          <a:solidFill>
            <a:srgbClr val="8C0007"/>
          </a:solidFill>
          <a:ln/>
        </p:spPr>
      </p:sp>
      <p:sp>
        <p:nvSpPr>
          <p:cNvPr id="75" name="Shape 73"/>
          <p:cNvSpPr/>
          <p:nvPr/>
        </p:nvSpPr>
        <p:spPr>
          <a:xfrm flipV="1">
            <a:off x="7150100" y="2895600"/>
            <a:ext cx="0" cy="723900"/>
          </a:xfrm>
          <a:prstGeom prst="line">
            <a:avLst/>
          </a:prstGeom>
          <a:noFill/>
          <a:ln w="9525">
            <a:solidFill>
              <a:srgbClr val="D5AEA1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105650" y="2781300"/>
            <a:ext cx="88900" cy="114300"/>
          </a:xfrm>
          <a:prstGeom prst="triangle">
            <a:avLst/>
          </a:prstGeom>
          <a:solidFill>
            <a:srgbClr val="8C0007"/>
          </a:solidFill>
          <a:ln/>
        </p:spPr>
      </p:sp>
      <p:sp>
        <p:nvSpPr>
          <p:cNvPr id="77" name="Shape 75"/>
          <p:cNvSpPr/>
          <p:nvPr/>
        </p:nvSpPr>
        <p:spPr>
          <a:xfrm flipV="1">
            <a:off x="7505700" y="2895600"/>
            <a:ext cx="0" cy="1244600"/>
          </a:xfrm>
          <a:prstGeom prst="line">
            <a:avLst/>
          </a:prstGeom>
          <a:noFill/>
          <a:ln w="9525">
            <a:solidFill>
              <a:srgbClr val="D5AEA1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461250" y="2781300"/>
            <a:ext cx="88900" cy="114300"/>
          </a:xfrm>
          <a:prstGeom prst="triangle">
            <a:avLst/>
          </a:prstGeom>
          <a:solidFill>
            <a:srgbClr val="8C0007"/>
          </a:solidFill>
          <a:ln/>
        </p:spPr>
      </p:sp>
      <p:sp>
        <p:nvSpPr>
          <p:cNvPr id="79" name="Shape 77"/>
          <p:cNvSpPr/>
          <p:nvPr/>
        </p:nvSpPr>
        <p:spPr>
          <a:xfrm flipV="1">
            <a:off x="7899400" y="2895600"/>
            <a:ext cx="0" cy="1778000"/>
          </a:xfrm>
          <a:prstGeom prst="line">
            <a:avLst/>
          </a:prstGeom>
          <a:noFill/>
          <a:ln w="9525">
            <a:solidFill>
              <a:srgbClr val="D5AEA1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854950" y="2781300"/>
            <a:ext cx="88900" cy="114300"/>
          </a:xfrm>
          <a:prstGeom prst="triangle">
            <a:avLst/>
          </a:prstGeom>
          <a:solidFill>
            <a:srgbClr val="8C0007"/>
          </a:solidFill>
          <a:ln/>
        </p:spPr>
      </p:sp>
      <p:sp>
        <p:nvSpPr>
          <p:cNvPr id="81" name="Text 79"/>
          <p:cNvSpPr/>
          <p:nvPr/>
        </p:nvSpPr>
        <p:spPr>
          <a:xfrm>
            <a:off x="6273800" y="2870200"/>
            <a:ext cx="256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6273800" y="3390900"/>
            <a:ext cx="256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6273800" y="3911600"/>
            <a:ext cx="256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6273800" y="4470400"/>
            <a:ext cx="256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6692900" y="3060700"/>
            <a:ext cx="127000" cy="127000"/>
          </a:xfrm>
          <a:prstGeom prst="ellipse">
            <a:avLst/>
          </a:prstGeom>
          <a:ln w="12700">
            <a:solidFill>
              <a:srgbClr val="C0000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705600" y="3124200"/>
            <a:ext cx="101600" cy="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718300" y="30988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 flipV="1">
            <a:off x="6718300" y="30988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 rot="5400000">
            <a:off x="6559550" y="30543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90" name="Shape 88"/>
          <p:cNvSpPr/>
          <p:nvPr/>
        </p:nvSpPr>
        <p:spPr>
          <a:xfrm rot="16200000">
            <a:off x="6851650" y="30543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91" name="Shape 89"/>
          <p:cNvSpPr/>
          <p:nvPr/>
        </p:nvSpPr>
        <p:spPr>
          <a:xfrm>
            <a:off x="7086600" y="3581400"/>
            <a:ext cx="127000" cy="127000"/>
          </a:xfrm>
          <a:prstGeom prst="ellipse">
            <a:avLst/>
          </a:prstGeom>
          <a:ln w="12700">
            <a:solidFill>
              <a:srgbClr val="C0000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099300" y="3644900"/>
            <a:ext cx="101600" cy="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112000" y="36195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 flipV="1">
            <a:off x="7112000" y="36195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 rot="5400000">
            <a:off x="6953250" y="35750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96" name="Shape 94"/>
          <p:cNvSpPr/>
          <p:nvPr/>
        </p:nvSpPr>
        <p:spPr>
          <a:xfrm rot="16200000">
            <a:off x="7245350" y="35750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97" name="Shape 95"/>
          <p:cNvSpPr/>
          <p:nvPr/>
        </p:nvSpPr>
        <p:spPr>
          <a:xfrm>
            <a:off x="7442200" y="4102100"/>
            <a:ext cx="127000" cy="127000"/>
          </a:xfrm>
          <a:prstGeom prst="ellipse">
            <a:avLst/>
          </a:prstGeom>
          <a:ln w="12700">
            <a:solidFill>
              <a:srgbClr val="C0000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454900" y="4165600"/>
            <a:ext cx="101600" cy="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467600" y="41402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 flipV="1">
            <a:off x="7467600" y="41402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 rot="5400000">
            <a:off x="7308850" y="40957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02" name="Shape 100"/>
          <p:cNvSpPr/>
          <p:nvPr/>
        </p:nvSpPr>
        <p:spPr>
          <a:xfrm rot="16200000">
            <a:off x="7600950" y="40957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03" name="Shape 101"/>
          <p:cNvSpPr/>
          <p:nvPr/>
        </p:nvSpPr>
        <p:spPr>
          <a:xfrm>
            <a:off x="7835900" y="4660900"/>
            <a:ext cx="127000" cy="127000"/>
          </a:xfrm>
          <a:prstGeom prst="ellipse">
            <a:avLst/>
          </a:prstGeom>
          <a:ln w="12700">
            <a:solidFill>
              <a:srgbClr val="C0000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7848600" y="4724400"/>
            <a:ext cx="101600" cy="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7861300" y="46990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 flipV="1">
            <a:off x="7861300" y="46990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 rot="5400000">
            <a:off x="7702550" y="46545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08" name="Shape 106"/>
          <p:cNvSpPr/>
          <p:nvPr/>
        </p:nvSpPr>
        <p:spPr>
          <a:xfrm rot="16200000">
            <a:off x="7994650" y="46545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09" name="Shape 107"/>
          <p:cNvSpPr/>
          <p:nvPr/>
        </p:nvSpPr>
        <p:spPr>
          <a:xfrm rot="1560000">
            <a:off x="6972300" y="1854200"/>
            <a:ext cx="304800" cy="266700"/>
          </a:xfrm>
          <a:prstGeom prst="upArrow">
            <a:avLst/>
          </a:prstGeom>
          <a:solidFill>
            <a:srgbClr val="12B45A"/>
          </a:solidFill>
          <a:ln/>
        </p:spPr>
      </p:sp>
      <p:sp>
        <p:nvSpPr>
          <p:cNvPr id="110" name="Shape 108"/>
          <p:cNvSpPr/>
          <p:nvPr/>
        </p:nvSpPr>
        <p:spPr>
          <a:xfrm flipV="1">
            <a:off x="7404100" y="1917700"/>
            <a:ext cx="0" cy="533400"/>
          </a:xfrm>
          <a:prstGeom prst="line">
            <a:avLst/>
          </a:prstGeom>
          <a:noFill/>
          <a:ln w="19050">
            <a:solidFill>
              <a:srgbClr val="8C0007"/>
            </a:solidFill>
            <a:prstDash val="solid"/>
            <a:tailEnd type="triangle"/>
          </a:ln>
        </p:spPr>
      </p:sp>
      <p:sp>
        <p:nvSpPr>
          <p:cNvPr id="111" name="Shape 109"/>
          <p:cNvSpPr/>
          <p:nvPr/>
        </p:nvSpPr>
        <p:spPr>
          <a:xfrm>
            <a:off x="6946900" y="1511300"/>
            <a:ext cx="901700" cy="368300"/>
          </a:xfrm>
          <a:prstGeom prst="roundRect">
            <a:avLst>
              <a:gd name="adj" fmla="val 9931"/>
            </a:avLst>
          </a:prstGeom>
          <a:ln w="15875">
            <a:solidFill>
              <a:srgbClr val="3B7A40"/>
            </a:solidFill>
            <a:prstDash val="dash"/>
          </a:ln>
        </p:spPr>
      </p:sp>
      <p:sp>
        <p:nvSpPr>
          <p:cNvPr id="112" name="Shape 110"/>
          <p:cNvSpPr/>
          <p:nvPr/>
        </p:nvSpPr>
        <p:spPr>
          <a:xfrm>
            <a:off x="6972300" y="1536700"/>
            <a:ext cx="165100" cy="304800"/>
          </a:xfrm>
          <a:prstGeom prst="rect">
            <a:avLst/>
          </a:prstGeom>
          <a:solidFill>
            <a:srgbClr val="B2DCA5"/>
          </a:solidFill>
          <a:ln/>
        </p:spPr>
      </p:sp>
      <p:sp>
        <p:nvSpPr>
          <p:cNvPr id="113" name="Shape 111"/>
          <p:cNvSpPr/>
          <p:nvPr/>
        </p:nvSpPr>
        <p:spPr>
          <a:xfrm>
            <a:off x="7142480" y="1536700"/>
            <a:ext cx="165100" cy="304800"/>
          </a:xfrm>
          <a:prstGeom prst="rect">
            <a:avLst/>
          </a:prstGeom>
          <a:solidFill>
            <a:srgbClr val="AFDAA6"/>
          </a:solidFill>
          <a:ln/>
        </p:spPr>
      </p:sp>
      <p:sp>
        <p:nvSpPr>
          <p:cNvPr id="114" name="Shape 112"/>
          <p:cNvSpPr/>
          <p:nvPr/>
        </p:nvSpPr>
        <p:spPr>
          <a:xfrm>
            <a:off x="7312660" y="1536700"/>
            <a:ext cx="165100" cy="304800"/>
          </a:xfrm>
          <a:prstGeom prst="rect">
            <a:avLst/>
          </a:prstGeom>
          <a:solidFill>
            <a:srgbClr val="96CE91"/>
          </a:solidFill>
          <a:ln/>
        </p:spPr>
      </p:sp>
      <p:sp>
        <p:nvSpPr>
          <p:cNvPr id="115" name="Shape 113"/>
          <p:cNvSpPr/>
          <p:nvPr/>
        </p:nvSpPr>
        <p:spPr>
          <a:xfrm>
            <a:off x="7482840" y="1536700"/>
            <a:ext cx="165100" cy="304800"/>
          </a:xfrm>
          <a:prstGeom prst="rect">
            <a:avLst/>
          </a:prstGeom>
          <a:solidFill>
            <a:srgbClr val="A0CC9A"/>
          </a:solidFill>
          <a:ln/>
        </p:spPr>
      </p:sp>
      <p:sp>
        <p:nvSpPr>
          <p:cNvPr id="116" name="Shape 114"/>
          <p:cNvSpPr/>
          <p:nvPr/>
        </p:nvSpPr>
        <p:spPr>
          <a:xfrm>
            <a:off x="7653020" y="1536700"/>
            <a:ext cx="175260" cy="304800"/>
          </a:xfrm>
          <a:prstGeom prst="rect">
            <a:avLst/>
          </a:prstGeom>
          <a:solidFill>
            <a:srgbClr val="A5C8BD"/>
          </a:solidFill>
          <a:ln/>
        </p:spPr>
      </p:sp>
      <p:sp>
        <p:nvSpPr>
          <p:cNvPr id="117" name="Text 115"/>
          <p:cNvSpPr/>
          <p:nvPr/>
        </p:nvSpPr>
        <p:spPr>
          <a:xfrm>
            <a:off x="7251700" y="1511300"/>
            <a:ext cx="3175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8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600" dirty="0"/>
          </a:p>
        </p:txBody>
      </p:sp>
      <p:sp>
        <p:nvSpPr>
          <p:cNvPr id="118" name="Shape 116"/>
          <p:cNvSpPr/>
          <p:nvPr/>
        </p:nvSpPr>
        <p:spPr>
          <a:xfrm>
            <a:off x="9664700" y="2870200"/>
            <a:ext cx="1054100" cy="2159000"/>
          </a:xfrm>
          <a:prstGeom prst="roundRect">
            <a:avLst>
              <a:gd name="adj" fmla="val 6072"/>
            </a:avLst>
          </a:prstGeom>
          <a:solidFill>
            <a:srgbClr val="E6FCE7"/>
          </a:solidFill>
          <a:ln w="15875">
            <a:solidFill>
              <a:srgbClr val="3B7A40"/>
            </a:solidFill>
            <a:prstDash val="dash"/>
          </a:ln>
        </p:spPr>
      </p:sp>
      <p:sp>
        <p:nvSpPr>
          <p:cNvPr id="119" name="Shape 117"/>
          <p:cNvSpPr/>
          <p:nvPr/>
        </p:nvSpPr>
        <p:spPr>
          <a:xfrm>
            <a:off x="9791700" y="30416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20" name="Shape 118"/>
          <p:cNvSpPr/>
          <p:nvPr/>
        </p:nvSpPr>
        <p:spPr>
          <a:xfrm>
            <a:off x="9956800" y="30416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21" name="Shape 119"/>
          <p:cNvSpPr/>
          <p:nvPr/>
        </p:nvSpPr>
        <p:spPr>
          <a:xfrm>
            <a:off x="10121900" y="30416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122" name="Shape 120"/>
          <p:cNvSpPr/>
          <p:nvPr/>
        </p:nvSpPr>
        <p:spPr>
          <a:xfrm>
            <a:off x="10287000" y="30416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123" name="Shape 121"/>
          <p:cNvSpPr/>
          <p:nvPr/>
        </p:nvSpPr>
        <p:spPr>
          <a:xfrm>
            <a:off x="10452100" y="30416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124" name="Text 122"/>
          <p:cNvSpPr/>
          <p:nvPr/>
        </p:nvSpPr>
        <p:spPr>
          <a:xfrm>
            <a:off x="10067036" y="30162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50" dirty="0"/>
          </a:p>
        </p:txBody>
      </p:sp>
      <p:sp>
        <p:nvSpPr>
          <p:cNvPr id="125" name="Shape 123"/>
          <p:cNvSpPr/>
          <p:nvPr/>
        </p:nvSpPr>
        <p:spPr>
          <a:xfrm>
            <a:off x="9791700" y="35623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26" name="Shape 124"/>
          <p:cNvSpPr/>
          <p:nvPr/>
        </p:nvSpPr>
        <p:spPr>
          <a:xfrm>
            <a:off x="9956800" y="35623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27" name="Shape 125"/>
          <p:cNvSpPr/>
          <p:nvPr/>
        </p:nvSpPr>
        <p:spPr>
          <a:xfrm>
            <a:off x="10121900" y="35623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128" name="Shape 126"/>
          <p:cNvSpPr/>
          <p:nvPr/>
        </p:nvSpPr>
        <p:spPr>
          <a:xfrm>
            <a:off x="10287000" y="35623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129" name="Shape 127"/>
          <p:cNvSpPr/>
          <p:nvPr/>
        </p:nvSpPr>
        <p:spPr>
          <a:xfrm>
            <a:off x="10452100" y="35623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130" name="Text 128"/>
          <p:cNvSpPr/>
          <p:nvPr/>
        </p:nvSpPr>
        <p:spPr>
          <a:xfrm>
            <a:off x="10067036" y="35369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50" dirty="0"/>
          </a:p>
        </p:txBody>
      </p:sp>
      <p:sp>
        <p:nvSpPr>
          <p:cNvPr id="131" name="Shape 129"/>
          <p:cNvSpPr/>
          <p:nvPr/>
        </p:nvSpPr>
        <p:spPr>
          <a:xfrm>
            <a:off x="9791700" y="40830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32" name="Shape 130"/>
          <p:cNvSpPr/>
          <p:nvPr/>
        </p:nvSpPr>
        <p:spPr>
          <a:xfrm>
            <a:off x="9956800" y="40830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33" name="Shape 131"/>
          <p:cNvSpPr/>
          <p:nvPr/>
        </p:nvSpPr>
        <p:spPr>
          <a:xfrm>
            <a:off x="10121900" y="40830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134" name="Shape 132"/>
          <p:cNvSpPr/>
          <p:nvPr/>
        </p:nvSpPr>
        <p:spPr>
          <a:xfrm>
            <a:off x="10287000" y="40830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135" name="Shape 133"/>
          <p:cNvSpPr/>
          <p:nvPr/>
        </p:nvSpPr>
        <p:spPr>
          <a:xfrm>
            <a:off x="10452100" y="40830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136" name="Text 134"/>
          <p:cNvSpPr/>
          <p:nvPr/>
        </p:nvSpPr>
        <p:spPr>
          <a:xfrm>
            <a:off x="10067036" y="40576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50" dirty="0"/>
          </a:p>
        </p:txBody>
      </p:sp>
      <p:sp>
        <p:nvSpPr>
          <p:cNvPr id="137" name="Shape 135"/>
          <p:cNvSpPr/>
          <p:nvPr/>
        </p:nvSpPr>
        <p:spPr>
          <a:xfrm>
            <a:off x="9791700" y="46418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38" name="Shape 136"/>
          <p:cNvSpPr/>
          <p:nvPr/>
        </p:nvSpPr>
        <p:spPr>
          <a:xfrm>
            <a:off x="9956800" y="46418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39" name="Shape 137"/>
          <p:cNvSpPr/>
          <p:nvPr/>
        </p:nvSpPr>
        <p:spPr>
          <a:xfrm>
            <a:off x="10121900" y="46418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140" name="Shape 138"/>
          <p:cNvSpPr/>
          <p:nvPr/>
        </p:nvSpPr>
        <p:spPr>
          <a:xfrm>
            <a:off x="10287000" y="46418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141" name="Shape 139"/>
          <p:cNvSpPr/>
          <p:nvPr/>
        </p:nvSpPr>
        <p:spPr>
          <a:xfrm>
            <a:off x="10452100" y="46418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142" name="Text 140"/>
          <p:cNvSpPr/>
          <p:nvPr/>
        </p:nvSpPr>
        <p:spPr>
          <a:xfrm>
            <a:off x="10067036" y="46164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50" dirty="0"/>
          </a:p>
        </p:txBody>
      </p:sp>
      <p:sp>
        <p:nvSpPr>
          <p:cNvPr id="143" name="Shape 141"/>
          <p:cNvSpPr/>
          <p:nvPr/>
        </p:nvSpPr>
        <p:spPr>
          <a:xfrm>
            <a:off x="2260600" y="6007100"/>
            <a:ext cx="4000500" cy="571500"/>
          </a:xfrm>
          <a:prstGeom prst="roundRect">
            <a:avLst>
              <a:gd name="adj" fmla="val 11200"/>
            </a:avLst>
          </a:prstGeom>
          <a:solidFill>
            <a:srgbClr val="E6FCE7"/>
          </a:solidFill>
          <a:ln w="15875">
            <a:solidFill>
              <a:srgbClr val="3B7A40"/>
            </a:solidFill>
            <a:prstDash val="dash"/>
          </a:ln>
        </p:spPr>
      </p:sp>
      <p:sp>
        <p:nvSpPr>
          <p:cNvPr id="144" name="Shape 142"/>
          <p:cNvSpPr/>
          <p:nvPr/>
        </p:nvSpPr>
        <p:spPr>
          <a:xfrm>
            <a:off x="2425700" y="61912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45" name="Shape 143"/>
          <p:cNvSpPr/>
          <p:nvPr/>
        </p:nvSpPr>
        <p:spPr>
          <a:xfrm>
            <a:off x="2590800" y="61912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46" name="Shape 144"/>
          <p:cNvSpPr/>
          <p:nvPr/>
        </p:nvSpPr>
        <p:spPr>
          <a:xfrm>
            <a:off x="2755900" y="61912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147" name="Shape 145"/>
          <p:cNvSpPr/>
          <p:nvPr/>
        </p:nvSpPr>
        <p:spPr>
          <a:xfrm>
            <a:off x="2921000" y="61912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148" name="Shape 146"/>
          <p:cNvSpPr/>
          <p:nvPr/>
        </p:nvSpPr>
        <p:spPr>
          <a:xfrm>
            <a:off x="3086100" y="61912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149" name="Text 147"/>
          <p:cNvSpPr/>
          <p:nvPr/>
        </p:nvSpPr>
        <p:spPr>
          <a:xfrm>
            <a:off x="2701036" y="61658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9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150" name="Shape 148"/>
          <p:cNvSpPr/>
          <p:nvPr/>
        </p:nvSpPr>
        <p:spPr>
          <a:xfrm>
            <a:off x="4305300" y="61912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51" name="Shape 149"/>
          <p:cNvSpPr/>
          <p:nvPr/>
        </p:nvSpPr>
        <p:spPr>
          <a:xfrm>
            <a:off x="4470400" y="61912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52" name="Shape 150"/>
          <p:cNvSpPr/>
          <p:nvPr/>
        </p:nvSpPr>
        <p:spPr>
          <a:xfrm>
            <a:off x="4635500" y="61912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153" name="Shape 151"/>
          <p:cNvSpPr/>
          <p:nvPr/>
        </p:nvSpPr>
        <p:spPr>
          <a:xfrm>
            <a:off x="4800600" y="61912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154" name="Shape 152"/>
          <p:cNvSpPr/>
          <p:nvPr/>
        </p:nvSpPr>
        <p:spPr>
          <a:xfrm>
            <a:off x="4965700" y="61912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155" name="Text 153"/>
          <p:cNvSpPr/>
          <p:nvPr/>
        </p:nvSpPr>
        <p:spPr>
          <a:xfrm>
            <a:off x="4580636" y="61658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9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  <p:sp>
        <p:nvSpPr>
          <p:cNvPr id="156" name="Shape 154"/>
          <p:cNvSpPr/>
          <p:nvPr/>
        </p:nvSpPr>
        <p:spPr>
          <a:xfrm>
            <a:off x="5257800" y="61912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57" name="Shape 155"/>
          <p:cNvSpPr/>
          <p:nvPr/>
        </p:nvSpPr>
        <p:spPr>
          <a:xfrm>
            <a:off x="5422900" y="61912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58" name="Shape 156"/>
          <p:cNvSpPr/>
          <p:nvPr/>
        </p:nvSpPr>
        <p:spPr>
          <a:xfrm>
            <a:off x="5588000" y="61912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159" name="Shape 157"/>
          <p:cNvSpPr/>
          <p:nvPr/>
        </p:nvSpPr>
        <p:spPr>
          <a:xfrm>
            <a:off x="5753100" y="61912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160" name="Shape 158"/>
          <p:cNvSpPr/>
          <p:nvPr/>
        </p:nvSpPr>
        <p:spPr>
          <a:xfrm>
            <a:off x="5918200" y="61912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161" name="Text 159"/>
          <p:cNvSpPr/>
          <p:nvPr/>
        </p:nvSpPr>
        <p:spPr>
          <a:xfrm>
            <a:off x="5533136" y="61658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9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  <p:sp>
        <p:nvSpPr>
          <p:cNvPr id="162" name="Shape 160"/>
          <p:cNvSpPr/>
          <p:nvPr/>
        </p:nvSpPr>
        <p:spPr>
          <a:xfrm>
            <a:off x="3314700" y="5994400"/>
            <a:ext cx="965200" cy="444500"/>
          </a:xfrm>
          <a:prstGeom prst="roundRect">
            <a:avLst>
              <a:gd name="adj" fmla="val 10286"/>
            </a:avLst>
          </a:prstGeom>
          <a:ln w="19050">
            <a:solidFill>
              <a:srgbClr val="A01450"/>
            </a:solidFill>
            <a:prstDash val="sysDot"/>
          </a:ln>
        </p:spPr>
      </p:sp>
      <p:sp>
        <p:nvSpPr>
          <p:cNvPr id="163" name="Shape 161"/>
          <p:cNvSpPr/>
          <p:nvPr/>
        </p:nvSpPr>
        <p:spPr>
          <a:xfrm>
            <a:off x="3365500" y="6191250"/>
            <a:ext cx="152400" cy="177800"/>
          </a:xfrm>
          <a:prstGeom prst="rect">
            <a:avLst/>
          </a:prstGeom>
          <a:solidFill>
            <a:srgbClr val="E39FB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3530600" y="6191250"/>
            <a:ext cx="152400" cy="177800"/>
          </a:xfrm>
          <a:prstGeom prst="rect">
            <a:avLst/>
          </a:prstGeom>
          <a:solidFill>
            <a:srgbClr val="E0A5D3"/>
          </a:solidFill>
          <a:ln/>
        </p:spPr>
      </p:sp>
      <p:sp>
        <p:nvSpPr>
          <p:cNvPr id="165" name="Shape 163"/>
          <p:cNvSpPr/>
          <p:nvPr/>
        </p:nvSpPr>
        <p:spPr>
          <a:xfrm>
            <a:off x="3695700" y="6191250"/>
            <a:ext cx="152400" cy="177800"/>
          </a:xfrm>
          <a:prstGeom prst="rect">
            <a:avLst/>
          </a:prstGeom>
          <a:solidFill>
            <a:srgbClr val="C44C88"/>
          </a:solidFill>
          <a:ln/>
        </p:spPr>
      </p:sp>
      <p:sp>
        <p:nvSpPr>
          <p:cNvPr id="166" name="Shape 164"/>
          <p:cNvSpPr/>
          <p:nvPr/>
        </p:nvSpPr>
        <p:spPr>
          <a:xfrm>
            <a:off x="3860800" y="6191250"/>
            <a:ext cx="152400" cy="177800"/>
          </a:xfrm>
          <a:prstGeom prst="rect">
            <a:avLst/>
          </a:prstGeom>
          <a:solidFill>
            <a:srgbClr val="D595E2"/>
          </a:solidFill>
          <a:ln/>
        </p:spPr>
      </p:sp>
      <p:sp>
        <p:nvSpPr>
          <p:cNvPr id="167" name="Shape 165"/>
          <p:cNvSpPr/>
          <p:nvPr/>
        </p:nvSpPr>
        <p:spPr>
          <a:xfrm>
            <a:off x="4025900" y="6191250"/>
            <a:ext cx="157480" cy="177800"/>
          </a:xfrm>
          <a:prstGeom prst="rect">
            <a:avLst/>
          </a:prstGeom>
          <a:solidFill>
            <a:srgbClr val="DC92E3"/>
          </a:solidFill>
          <a:ln/>
        </p:spPr>
      </p:sp>
      <p:sp>
        <p:nvSpPr>
          <p:cNvPr id="168" name="Text 166"/>
          <p:cNvSpPr/>
          <p:nvPr/>
        </p:nvSpPr>
        <p:spPr>
          <a:xfrm>
            <a:off x="3543300" y="607060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69" name="Shape 167"/>
          <p:cNvSpPr/>
          <p:nvPr/>
        </p:nvSpPr>
        <p:spPr>
          <a:xfrm flipH="1" flipV="1">
            <a:off x="1651000" y="5943600"/>
            <a:ext cx="508000" cy="508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170" name="Shape 168"/>
          <p:cNvSpPr/>
          <p:nvPr/>
        </p:nvSpPr>
        <p:spPr>
          <a:xfrm flipH="1" flipV="1">
            <a:off x="1422400" y="5842000"/>
            <a:ext cx="228600" cy="1016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171" name="Shape 169"/>
          <p:cNvSpPr/>
          <p:nvPr/>
        </p:nvSpPr>
        <p:spPr>
          <a:xfrm flipH="1" flipV="1">
            <a:off x="1320800" y="5689600"/>
            <a:ext cx="101600" cy="1524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172" name="Shape 170"/>
          <p:cNvSpPr/>
          <p:nvPr/>
        </p:nvSpPr>
        <p:spPr>
          <a:xfrm flipH="1" flipV="1">
            <a:off x="1295400" y="5461000"/>
            <a:ext cx="25400" cy="2286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173" name="Shape 171"/>
          <p:cNvSpPr/>
          <p:nvPr/>
        </p:nvSpPr>
        <p:spPr>
          <a:xfrm flipV="1">
            <a:off x="1295400" y="5194300"/>
            <a:ext cx="0" cy="2667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174" name="Shape 172"/>
          <p:cNvSpPr/>
          <p:nvPr/>
        </p:nvSpPr>
        <p:spPr>
          <a:xfrm>
            <a:off x="1231900" y="5067300"/>
            <a:ext cx="114300" cy="1524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75" name="Shape 173"/>
          <p:cNvSpPr/>
          <p:nvPr/>
        </p:nvSpPr>
        <p:spPr>
          <a:xfrm>
            <a:off x="1409700" y="5334000"/>
            <a:ext cx="1638300" cy="508000"/>
          </a:xfrm>
          <a:prstGeom prst="roundRect">
            <a:avLst>
              <a:gd name="adj" fmla="val 10800"/>
            </a:avLst>
          </a:prstGeom>
          <a:solidFill>
            <a:srgbClr val="F2C699"/>
          </a:solidFill>
          <a:ln w="12700">
            <a:solidFill>
              <a:srgbClr val="CFB69B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1409700" y="5346700"/>
            <a:ext cx="16383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7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</a:t>
            </a:r>
            <a:endParaRPr lang="en-US" sz="17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Keys with X</a:t>
            </a:r>
            <a:pPr algn="ctr" indent="0" marL="0">
              <a:lnSpc>
                <a:spcPts val="1600"/>
              </a:lnSpc>
              <a:buNone/>
            </a:pPr>
            <a:r>
              <a:rPr lang="en-US" sz="1050" b="1" baseline="-40000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77" name="Shape 175"/>
          <p:cNvSpPr/>
          <p:nvPr/>
        </p:nvSpPr>
        <p:spPr>
          <a:xfrm>
            <a:off x="1917700" y="4191000"/>
            <a:ext cx="304800" cy="30480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78" name="Text 176"/>
          <p:cNvSpPr/>
          <p:nvPr/>
        </p:nvSpPr>
        <p:spPr>
          <a:xfrm>
            <a:off x="1917700" y="419100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1300" dirty="0"/>
          </a:p>
        </p:txBody>
      </p:sp>
      <p:sp>
        <p:nvSpPr>
          <p:cNvPr id="179" name="Shape 177"/>
          <p:cNvSpPr/>
          <p:nvPr/>
        </p:nvSpPr>
        <p:spPr>
          <a:xfrm>
            <a:off x="9340850" y="4197350"/>
            <a:ext cx="304800" cy="30480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80" name="Text 178"/>
          <p:cNvSpPr/>
          <p:nvPr/>
        </p:nvSpPr>
        <p:spPr>
          <a:xfrm>
            <a:off x="9340850" y="419735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300" dirty="0"/>
          </a:p>
        </p:txBody>
      </p:sp>
      <p:sp>
        <p:nvSpPr>
          <p:cNvPr id="181" name="Shape 179"/>
          <p:cNvSpPr/>
          <p:nvPr/>
        </p:nvSpPr>
        <p:spPr>
          <a:xfrm>
            <a:off x="3130550" y="5422900"/>
            <a:ext cx="304800" cy="30480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82" name="Text 180"/>
          <p:cNvSpPr/>
          <p:nvPr/>
        </p:nvSpPr>
        <p:spPr>
          <a:xfrm>
            <a:off x="3130550" y="542290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300" dirty="0"/>
          </a:p>
        </p:txBody>
      </p:sp>
      <p:sp>
        <p:nvSpPr>
          <p:cNvPr id="183" name="Shape 181"/>
          <p:cNvSpPr/>
          <p:nvPr/>
        </p:nvSpPr>
        <p:spPr>
          <a:xfrm>
            <a:off x="812800" y="2413000"/>
            <a:ext cx="889000" cy="304800"/>
          </a:xfrm>
          <a:prstGeom prst="roundRect">
            <a:avLst>
              <a:gd name="adj" fmla="val 18000"/>
            </a:avLst>
          </a:prstGeom>
          <a:solidFill>
            <a:srgbClr val="E8C79A"/>
          </a:solidFill>
          <a:ln/>
        </p:spPr>
      </p:sp>
      <p:sp>
        <p:nvSpPr>
          <p:cNvPr id="184" name="Text 182"/>
          <p:cNvSpPr/>
          <p:nvPr/>
        </p:nvSpPr>
        <p:spPr>
          <a:xfrm>
            <a:off x="812800" y="2413000"/>
            <a:ext cx="889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</a:t>
            </a:r>
            <a:endParaRPr lang="en-US" sz="1100" dirty="0"/>
          </a:p>
        </p:txBody>
      </p:sp>
      <p:sp>
        <p:nvSpPr>
          <p:cNvPr id="185" name="Shape 183"/>
          <p:cNvSpPr/>
          <p:nvPr/>
        </p:nvSpPr>
        <p:spPr>
          <a:xfrm>
            <a:off x="9677400" y="2451100"/>
            <a:ext cx="927100" cy="317500"/>
          </a:xfrm>
          <a:prstGeom prst="roundRect">
            <a:avLst>
              <a:gd name="adj" fmla="val 17280"/>
            </a:avLst>
          </a:prstGeom>
          <a:solidFill>
            <a:srgbClr val="E8C79A"/>
          </a:solidFill>
          <a:ln/>
        </p:spPr>
      </p:sp>
      <p:sp>
        <p:nvSpPr>
          <p:cNvPr id="186" name="Text 184"/>
          <p:cNvSpPr/>
          <p:nvPr/>
        </p:nvSpPr>
        <p:spPr>
          <a:xfrm>
            <a:off x="9677400" y="2451100"/>
            <a:ext cx="9271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</a:t>
            </a:r>
            <a:endParaRPr lang="en-US" sz="1100" dirty="0"/>
          </a:p>
        </p:txBody>
      </p:sp>
      <p:sp>
        <p:nvSpPr>
          <p:cNvPr id="187" name="Shape 185"/>
          <p:cNvSpPr/>
          <p:nvPr/>
        </p:nvSpPr>
        <p:spPr>
          <a:xfrm>
            <a:off x="4000500" y="1778000"/>
            <a:ext cx="2222500" cy="558800"/>
          </a:xfrm>
          <a:prstGeom prst="roundRect">
            <a:avLst>
              <a:gd name="adj" fmla="val 11455"/>
            </a:avLst>
          </a:prstGeom>
          <a:solidFill>
            <a:srgbClr val="EDFBFB"/>
          </a:solidFill>
          <a:ln w="12700">
            <a:solidFill>
              <a:srgbClr val="3B7A40"/>
            </a:solidFill>
            <a:prstDash val="dash"/>
          </a:ln>
        </p:spPr>
      </p:sp>
      <p:sp>
        <p:nvSpPr>
          <p:cNvPr id="188" name="Text 186"/>
          <p:cNvSpPr/>
          <p:nvPr/>
        </p:nvSpPr>
        <p:spPr>
          <a:xfrm>
            <a:off x="4140200" y="1841500"/>
            <a:ext cx="2032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i="1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Matched </a:t>
            </a:r>
            <a:pPr algn="l" indent="0" marL="0">
              <a:lnSpc>
                <a:spcPts val="1500"/>
              </a:lnSpc>
              <a:buNone/>
            </a:pPr>
            <a:r>
              <a:rPr lang="en-US" sz="12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</a:t>
            </a:r>
            <a:pPr algn="l" indent="0" marL="0">
              <a:lnSpc>
                <a:spcPts val="1500"/>
              </a:lnSpc>
              <a:buNone/>
            </a:pPr>
            <a:r>
              <a:rPr lang="en-US" sz="1200" b="1" i="1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b="1" i="1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Relevance Percentage</a:t>
            </a:r>
            <a:endParaRPr lang="en-US" sz="1200" dirty="0"/>
          </a:p>
        </p:txBody>
      </p:sp>
      <p:sp>
        <p:nvSpPr>
          <p:cNvPr id="189" name="Shape 187"/>
          <p:cNvSpPr/>
          <p:nvPr/>
        </p:nvSpPr>
        <p:spPr>
          <a:xfrm>
            <a:off x="8051800" y="1841500"/>
            <a:ext cx="2692400" cy="546100"/>
          </a:xfrm>
          <a:prstGeom prst="roundRect">
            <a:avLst>
              <a:gd name="adj" fmla="val 11721"/>
            </a:avLst>
          </a:prstGeom>
          <a:solidFill>
            <a:srgbClr val="EDFBFB"/>
          </a:solidFill>
          <a:ln w="12700">
            <a:solidFill>
              <a:srgbClr val="3B7A40"/>
            </a:solidFill>
            <a:prstDash val="dash"/>
          </a:ln>
        </p:spPr>
      </p:sp>
      <p:sp>
        <p:nvSpPr>
          <p:cNvPr id="190" name="Text 188"/>
          <p:cNvSpPr/>
          <p:nvPr/>
        </p:nvSpPr>
        <p:spPr>
          <a:xfrm>
            <a:off x="8051800" y="1905000"/>
            <a:ext cx="2692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b="1" i="1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 </a:t>
            </a:r>
            <a:pPr algn="ctr" indent="0" marL="0">
              <a:lnSpc>
                <a:spcPts val="1600"/>
              </a:lnSpc>
              <a:buNone/>
            </a:pPr>
            <a:r>
              <a:rPr lang="en-US" sz="12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b="1" i="1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by their Relevance</a:t>
            </a:r>
            <a:endParaRPr lang="en-US" sz="1200" dirty="0"/>
          </a:p>
        </p:txBody>
      </p:sp>
      <p:sp>
        <p:nvSpPr>
          <p:cNvPr id="191" name="Shape 189"/>
          <p:cNvSpPr/>
          <p:nvPr/>
        </p:nvSpPr>
        <p:spPr>
          <a:xfrm>
            <a:off x="7073900" y="5499100"/>
            <a:ext cx="3429000" cy="876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7099300" y="5549900"/>
            <a:ext cx="3378200" cy="774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</a:t>
            </a:r>
            <a:pPr algn="ct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Matched </a:t>
            </a:r>
            <a:pPr algn="ctr" indent="0" marL="0">
              <a:lnSpc>
                <a:spcPts val="1900"/>
              </a:lnSpc>
              <a:buNone/>
            </a:pPr>
            <a:r>
              <a:rPr lang="en-US" sz="13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</a:t>
            </a:r>
            <a:endParaRPr lang="en-US" sz="13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returned</a:t>
            </a:r>
            <a:endParaRPr lang="en-US" sz="13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Running </a:t>
            </a:r>
            <a:pPr algn="ctr" indent="0" marL="0">
              <a:lnSpc>
                <a:spcPts val="1900"/>
              </a:lnSpc>
              <a:buNone/>
            </a:pPr>
            <a:r>
              <a:rPr lang="en-US" sz="13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</a:t>
            </a:r>
            <a:endParaRPr lang="en-US" sz="1300" dirty="0"/>
          </a:p>
        </p:txBody>
      </p:sp>
      <p:sp>
        <p:nvSpPr>
          <p:cNvPr id="193" name="Shape 191"/>
          <p:cNvSpPr/>
          <p:nvPr/>
        </p:nvSpPr>
        <p:spPr>
          <a:xfrm flipV="1">
            <a:off x="3378200" y="6502400"/>
            <a:ext cx="228600" cy="177800"/>
          </a:xfrm>
          <a:prstGeom prst="line">
            <a:avLst/>
          </a:prstGeom>
          <a:noFill/>
          <a:ln w="50800">
            <a:solidFill>
              <a:srgbClr val="C5000F"/>
            </a:solidFill>
            <a:prstDash val="solid"/>
            <a:tailEnd type="triangle"/>
          </a:ln>
        </p:spPr>
      </p:sp>
      <p:sp>
        <p:nvSpPr>
          <p:cNvPr id="194" name="Text 192"/>
          <p:cNvSpPr/>
          <p:nvPr/>
        </p:nvSpPr>
        <p:spPr>
          <a:xfrm>
            <a:off x="378717" y="66294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Attention Mechanism </a:t>
            </a:r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(as Query and {Key-Value} Dictionary)</a:t>
            </a:r>
            <a:endParaRPr lang="en-US" sz="2000" dirty="0"/>
          </a:p>
        </p:txBody>
      </p:sp>
      <p:sp>
        <p:nvSpPr>
          <p:cNvPr id="195" name="Text 193"/>
          <p:cNvSpPr/>
          <p:nvPr/>
        </p:nvSpPr>
        <p:spPr>
          <a:xfrm>
            <a:off x="385063" y="961949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algn="ctr" indent="0" marL="0">
              <a:buNone/>
            </a:pPr>
            <a:r>
              <a:rPr lang="en-US" sz="20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</a:t>
            </a:r>
            <a:pPr algn="ctr" indent="0" marL="0">
              <a:buNone/>
            </a:pPr>
            <a:r>
              <a:rPr lang="en-US" sz="2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using </a:t>
            </a:r>
            <a:pPr algn="ctr" indent="0" marL="0">
              <a:buNone/>
            </a:pPr>
            <a:r>
              <a:rPr lang="en-US" sz="20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20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2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All </a:t>
            </a:r>
            <a:pPr algn="ctr" indent="0" marL="0">
              <a:buNone/>
            </a:pPr>
            <a:r>
              <a:rPr lang="en-US" sz="20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</a:t>
            </a:r>
            <a:pPr algn="ctr" indent="0" marL="0">
              <a:buNone/>
            </a:pPr>
            <a:r>
              <a:rPr lang="en-US" sz="2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Dictionary and retrieve Corresponding </a:t>
            </a:r>
            <a:pPr algn="ctr" indent="0" marL="0">
              <a:buNone/>
            </a:pPr>
            <a:r>
              <a:rPr lang="en-US" sz="20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</a:t>
            </a:r>
            <a:endParaRPr lang="en-US" sz="2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60400" y="1371600"/>
            <a:ext cx="10350500" cy="5270500"/>
          </a:xfrm>
          <a:prstGeom prst="roundRect">
            <a:avLst>
              <a:gd name="adj" fmla="val 1214"/>
            </a:avLst>
          </a:prstGeom>
          <a:solidFill>
            <a:srgbClr val="F7E2CD"/>
          </a:solidFill>
          <a:ln/>
        </p:spPr>
      </p:sp>
      <p:sp>
        <p:nvSpPr>
          <p:cNvPr id="6" name="Shape 4"/>
          <p:cNvSpPr/>
          <p:nvPr/>
        </p:nvSpPr>
        <p:spPr>
          <a:xfrm>
            <a:off x="3213100" y="2463800"/>
            <a:ext cx="1155700" cy="2679700"/>
          </a:xfrm>
          <a:prstGeom prst="rect">
            <a:avLst/>
          </a:prstGeom>
          <a:solidFill>
            <a:srgbClr val="DBCBBB"/>
          </a:solidFill>
          <a:ln/>
        </p:spPr>
      </p:sp>
      <p:sp>
        <p:nvSpPr>
          <p:cNvPr id="7" name="Text 5"/>
          <p:cNvSpPr/>
          <p:nvPr/>
        </p:nvSpPr>
        <p:spPr>
          <a:xfrm>
            <a:off x="3213100" y="2501900"/>
            <a:ext cx="11557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5C3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</a:t>
            </a:r>
            <a:endParaRPr lang="en-US" sz="13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5C3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 flipH="1">
            <a:off x="3797300" y="3378200"/>
            <a:ext cx="406400" cy="1727200"/>
          </a:xfrm>
          <a:prstGeom prst="line">
            <a:avLst/>
          </a:prstGeom>
          <a:noFill/>
          <a:ln w="9525">
            <a:solidFill>
              <a:srgbClr val="C6A09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3822700" y="3898900"/>
            <a:ext cx="165100" cy="1219200"/>
          </a:xfrm>
          <a:prstGeom prst="line">
            <a:avLst/>
          </a:prstGeom>
          <a:noFill/>
          <a:ln w="9525">
            <a:solidFill>
              <a:srgbClr val="C6A0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59200" y="4419600"/>
            <a:ext cx="88900" cy="685800"/>
          </a:xfrm>
          <a:prstGeom prst="line">
            <a:avLst/>
          </a:prstGeom>
          <a:noFill/>
          <a:ln w="9525">
            <a:solidFill>
              <a:srgbClr val="C6A09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81400" y="4953000"/>
            <a:ext cx="304800" cy="177800"/>
          </a:xfrm>
          <a:prstGeom prst="line">
            <a:avLst/>
          </a:prstGeom>
          <a:noFill/>
          <a:ln w="9525">
            <a:solidFill>
              <a:srgbClr val="C6A09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02100" y="3035300"/>
            <a:ext cx="190500" cy="190500"/>
          </a:xfrm>
          <a:prstGeom prst="ellipse">
            <a:avLst/>
          </a:prstGeom>
          <a:solidFill>
            <a:srgbClr val="E0ECF9"/>
          </a:solidFill>
          <a:ln/>
        </p:spPr>
      </p:sp>
      <p:sp>
        <p:nvSpPr>
          <p:cNvPr id="13" name="Shape 11"/>
          <p:cNvSpPr/>
          <p:nvPr/>
        </p:nvSpPr>
        <p:spPr>
          <a:xfrm>
            <a:off x="4140200" y="3073400"/>
            <a:ext cx="114300" cy="114300"/>
          </a:xfrm>
          <a:prstGeom prst="ellipse">
            <a:avLst/>
          </a:prstGeom>
          <a:solidFill>
            <a:srgbClr val="0200AB"/>
          </a:solidFill>
          <a:ln/>
        </p:spPr>
      </p:sp>
      <p:sp>
        <p:nvSpPr>
          <p:cNvPr id="14" name="Shape 12"/>
          <p:cNvSpPr/>
          <p:nvPr/>
        </p:nvSpPr>
        <p:spPr>
          <a:xfrm rot="5400000">
            <a:off x="3981450" y="3079750"/>
            <a:ext cx="101600" cy="127000"/>
          </a:xfrm>
          <a:prstGeom prst="triangle">
            <a:avLst/>
          </a:prstGeom>
          <a:solidFill>
            <a:srgbClr val="8C0007"/>
          </a:solidFill>
          <a:ln/>
        </p:spPr>
      </p:sp>
      <p:sp>
        <p:nvSpPr>
          <p:cNvPr id="15" name="Shape 13"/>
          <p:cNvSpPr/>
          <p:nvPr/>
        </p:nvSpPr>
        <p:spPr>
          <a:xfrm>
            <a:off x="4140200" y="3232150"/>
            <a:ext cx="114300" cy="127000"/>
          </a:xfrm>
          <a:prstGeom prst="triangle">
            <a:avLst/>
          </a:prstGeom>
          <a:solidFill>
            <a:srgbClr val="8C0007"/>
          </a:solidFill>
          <a:ln/>
        </p:spPr>
      </p:sp>
      <p:sp>
        <p:nvSpPr>
          <p:cNvPr id="16" name="Shape 14"/>
          <p:cNvSpPr/>
          <p:nvPr/>
        </p:nvSpPr>
        <p:spPr>
          <a:xfrm>
            <a:off x="3898900" y="3556000"/>
            <a:ext cx="190500" cy="190500"/>
          </a:xfrm>
          <a:prstGeom prst="ellipse">
            <a:avLst/>
          </a:prstGeom>
          <a:solidFill>
            <a:srgbClr val="E0ECF9"/>
          </a:solidFill>
          <a:ln/>
        </p:spPr>
      </p:sp>
      <p:sp>
        <p:nvSpPr>
          <p:cNvPr id="17" name="Shape 15"/>
          <p:cNvSpPr/>
          <p:nvPr/>
        </p:nvSpPr>
        <p:spPr>
          <a:xfrm>
            <a:off x="3937000" y="3594100"/>
            <a:ext cx="114300" cy="114300"/>
          </a:xfrm>
          <a:prstGeom prst="ellipse">
            <a:avLst/>
          </a:prstGeom>
          <a:solidFill>
            <a:srgbClr val="0200AB"/>
          </a:solidFill>
          <a:ln/>
        </p:spPr>
      </p:sp>
      <p:sp>
        <p:nvSpPr>
          <p:cNvPr id="18" name="Shape 16"/>
          <p:cNvSpPr/>
          <p:nvPr/>
        </p:nvSpPr>
        <p:spPr>
          <a:xfrm rot="5400000">
            <a:off x="3778250" y="3600450"/>
            <a:ext cx="101600" cy="127000"/>
          </a:xfrm>
          <a:prstGeom prst="triangle">
            <a:avLst/>
          </a:prstGeom>
          <a:solidFill>
            <a:srgbClr val="8C0007"/>
          </a:solidFill>
          <a:ln/>
        </p:spPr>
      </p:sp>
      <p:sp>
        <p:nvSpPr>
          <p:cNvPr id="19" name="Shape 17"/>
          <p:cNvSpPr/>
          <p:nvPr/>
        </p:nvSpPr>
        <p:spPr>
          <a:xfrm>
            <a:off x="3937000" y="3752850"/>
            <a:ext cx="114300" cy="127000"/>
          </a:xfrm>
          <a:prstGeom prst="triangle">
            <a:avLst/>
          </a:prstGeom>
          <a:solidFill>
            <a:srgbClr val="8C0007"/>
          </a:solidFill>
          <a:ln/>
        </p:spPr>
      </p:sp>
      <p:sp>
        <p:nvSpPr>
          <p:cNvPr id="20" name="Shape 18"/>
          <p:cNvSpPr/>
          <p:nvPr/>
        </p:nvSpPr>
        <p:spPr>
          <a:xfrm>
            <a:off x="3657600" y="4070350"/>
            <a:ext cx="190500" cy="190500"/>
          </a:xfrm>
          <a:prstGeom prst="ellipse">
            <a:avLst/>
          </a:prstGeom>
          <a:solidFill>
            <a:srgbClr val="E0ECF9"/>
          </a:solidFill>
          <a:ln/>
        </p:spPr>
      </p:sp>
      <p:sp>
        <p:nvSpPr>
          <p:cNvPr id="21" name="Shape 19"/>
          <p:cNvSpPr/>
          <p:nvPr/>
        </p:nvSpPr>
        <p:spPr>
          <a:xfrm>
            <a:off x="3695700" y="4108450"/>
            <a:ext cx="114300" cy="114300"/>
          </a:xfrm>
          <a:prstGeom prst="ellipse">
            <a:avLst/>
          </a:prstGeom>
          <a:solidFill>
            <a:srgbClr val="0200AB"/>
          </a:solidFill>
          <a:ln/>
        </p:spPr>
      </p:sp>
      <p:sp>
        <p:nvSpPr>
          <p:cNvPr id="22" name="Shape 20"/>
          <p:cNvSpPr/>
          <p:nvPr/>
        </p:nvSpPr>
        <p:spPr>
          <a:xfrm rot="5400000">
            <a:off x="3536950" y="4114800"/>
            <a:ext cx="101600" cy="127000"/>
          </a:xfrm>
          <a:prstGeom prst="triangle">
            <a:avLst/>
          </a:prstGeom>
          <a:solidFill>
            <a:srgbClr val="8C0007"/>
          </a:solidFill>
          <a:ln/>
        </p:spPr>
      </p:sp>
      <p:sp>
        <p:nvSpPr>
          <p:cNvPr id="23" name="Shape 21"/>
          <p:cNvSpPr/>
          <p:nvPr/>
        </p:nvSpPr>
        <p:spPr>
          <a:xfrm>
            <a:off x="3695700" y="4267200"/>
            <a:ext cx="114300" cy="127000"/>
          </a:xfrm>
          <a:prstGeom prst="triangle">
            <a:avLst/>
          </a:prstGeom>
          <a:solidFill>
            <a:srgbClr val="8C0007"/>
          </a:solidFill>
          <a:ln/>
        </p:spPr>
      </p:sp>
      <p:sp>
        <p:nvSpPr>
          <p:cNvPr id="24" name="Shape 22"/>
          <p:cNvSpPr/>
          <p:nvPr/>
        </p:nvSpPr>
        <p:spPr>
          <a:xfrm>
            <a:off x="3416300" y="4635500"/>
            <a:ext cx="190500" cy="190500"/>
          </a:xfrm>
          <a:prstGeom prst="ellipse">
            <a:avLst/>
          </a:prstGeom>
          <a:solidFill>
            <a:srgbClr val="E0ECF9"/>
          </a:solidFill>
          <a:ln/>
        </p:spPr>
      </p:sp>
      <p:sp>
        <p:nvSpPr>
          <p:cNvPr id="25" name="Shape 23"/>
          <p:cNvSpPr/>
          <p:nvPr/>
        </p:nvSpPr>
        <p:spPr>
          <a:xfrm>
            <a:off x="3454400" y="4673600"/>
            <a:ext cx="114300" cy="114300"/>
          </a:xfrm>
          <a:prstGeom prst="ellipse">
            <a:avLst/>
          </a:prstGeom>
          <a:solidFill>
            <a:srgbClr val="0200AB"/>
          </a:solidFill>
          <a:ln/>
        </p:spPr>
      </p:sp>
      <p:sp>
        <p:nvSpPr>
          <p:cNvPr id="26" name="Shape 24"/>
          <p:cNvSpPr/>
          <p:nvPr/>
        </p:nvSpPr>
        <p:spPr>
          <a:xfrm rot="5400000">
            <a:off x="3295650" y="4679950"/>
            <a:ext cx="101600" cy="127000"/>
          </a:xfrm>
          <a:prstGeom prst="triangle">
            <a:avLst/>
          </a:prstGeom>
          <a:solidFill>
            <a:srgbClr val="8C0007"/>
          </a:solidFill>
          <a:ln/>
        </p:spPr>
      </p:sp>
      <p:sp>
        <p:nvSpPr>
          <p:cNvPr id="27" name="Shape 25"/>
          <p:cNvSpPr/>
          <p:nvPr/>
        </p:nvSpPr>
        <p:spPr>
          <a:xfrm>
            <a:off x="3454400" y="4832350"/>
            <a:ext cx="114300" cy="127000"/>
          </a:xfrm>
          <a:prstGeom prst="triangle">
            <a:avLst/>
          </a:prstGeom>
          <a:solidFill>
            <a:srgbClr val="8C0007"/>
          </a:solidFill>
          <a:ln/>
        </p:spPr>
      </p:sp>
      <p:sp>
        <p:nvSpPr>
          <p:cNvPr id="28" name="Shape 26"/>
          <p:cNvSpPr/>
          <p:nvPr/>
        </p:nvSpPr>
        <p:spPr>
          <a:xfrm>
            <a:off x="723900" y="2870200"/>
            <a:ext cx="1054100" cy="2159000"/>
          </a:xfrm>
          <a:prstGeom prst="roundRect">
            <a:avLst>
              <a:gd name="adj" fmla="val 6072"/>
            </a:avLst>
          </a:prstGeom>
          <a:solidFill>
            <a:srgbClr val="E6FCE7"/>
          </a:solidFill>
          <a:ln w="15875">
            <a:solidFill>
              <a:srgbClr val="3B7A40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850900" y="30416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30" name="Shape 28"/>
          <p:cNvSpPr/>
          <p:nvPr/>
        </p:nvSpPr>
        <p:spPr>
          <a:xfrm>
            <a:off x="1016000" y="30416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31" name="Shape 29"/>
          <p:cNvSpPr/>
          <p:nvPr/>
        </p:nvSpPr>
        <p:spPr>
          <a:xfrm>
            <a:off x="1181100" y="30416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32" name="Shape 30"/>
          <p:cNvSpPr/>
          <p:nvPr/>
        </p:nvSpPr>
        <p:spPr>
          <a:xfrm>
            <a:off x="1346200" y="30416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33" name="Shape 31"/>
          <p:cNvSpPr/>
          <p:nvPr/>
        </p:nvSpPr>
        <p:spPr>
          <a:xfrm>
            <a:off x="1511300" y="30416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34" name="Text 32"/>
          <p:cNvSpPr/>
          <p:nvPr/>
        </p:nvSpPr>
        <p:spPr>
          <a:xfrm>
            <a:off x="1126236" y="30162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50900" y="35623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36" name="Shape 34"/>
          <p:cNvSpPr/>
          <p:nvPr/>
        </p:nvSpPr>
        <p:spPr>
          <a:xfrm>
            <a:off x="1016000" y="35623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37" name="Shape 35"/>
          <p:cNvSpPr/>
          <p:nvPr/>
        </p:nvSpPr>
        <p:spPr>
          <a:xfrm>
            <a:off x="1181100" y="35623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38" name="Shape 36"/>
          <p:cNvSpPr/>
          <p:nvPr/>
        </p:nvSpPr>
        <p:spPr>
          <a:xfrm>
            <a:off x="1346200" y="35623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39" name="Shape 37"/>
          <p:cNvSpPr/>
          <p:nvPr/>
        </p:nvSpPr>
        <p:spPr>
          <a:xfrm>
            <a:off x="1511300" y="35623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40" name="Text 38"/>
          <p:cNvSpPr/>
          <p:nvPr/>
        </p:nvSpPr>
        <p:spPr>
          <a:xfrm>
            <a:off x="1126236" y="35369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50900" y="40830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42" name="Shape 40"/>
          <p:cNvSpPr/>
          <p:nvPr/>
        </p:nvSpPr>
        <p:spPr>
          <a:xfrm>
            <a:off x="1016000" y="40830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43" name="Shape 41"/>
          <p:cNvSpPr/>
          <p:nvPr/>
        </p:nvSpPr>
        <p:spPr>
          <a:xfrm>
            <a:off x="1181100" y="40830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44" name="Shape 42"/>
          <p:cNvSpPr/>
          <p:nvPr/>
        </p:nvSpPr>
        <p:spPr>
          <a:xfrm>
            <a:off x="1346200" y="40830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45" name="Shape 43"/>
          <p:cNvSpPr/>
          <p:nvPr/>
        </p:nvSpPr>
        <p:spPr>
          <a:xfrm>
            <a:off x="1511300" y="40830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46" name="Text 44"/>
          <p:cNvSpPr/>
          <p:nvPr/>
        </p:nvSpPr>
        <p:spPr>
          <a:xfrm>
            <a:off x="1126236" y="40576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50900" y="46418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48" name="Shape 46"/>
          <p:cNvSpPr/>
          <p:nvPr/>
        </p:nvSpPr>
        <p:spPr>
          <a:xfrm>
            <a:off x="1016000" y="46418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49" name="Shape 47"/>
          <p:cNvSpPr/>
          <p:nvPr/>
        </p:nvSpPr>
        <p:spPr>
          <a:xfrm>
            <a:off x="1181100" y="46418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50" name="Shape 48"/>
          <p:cNvSpPr/>
          <p:nvPr/>
        </p:nvSpPr>
        <p:spPr>
          <a:xfrm>
            <a:off x="1346200" y="46418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51" name="Shape 49"/>
          <p:cNvSpPr/>
          <p:nvPr/>
        </p:nvSpPr>
        <p:spPr>
          <a:xfrm>
            <a:off x="1511300" y="46418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52" name="Text 50"/>
          <p:cNvSpPr/>
          <p:nvPr/>
        </p:nvSpPr>
        <p:spPr>
          <a:xfrm>
            <a:off x="1126236" y="46164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816600" y="2489200"/>
            <a:ext cx="393700" cy="2616200"/>
          </a:xfrm>
          <a:prstGeom prst="roundRect">
            <a:avLst>
              <a:gd name="adj" fmla="val 11613"/>
            </a:avLst>
          </a:prstGeom>
          <a:solidFill>
            <a:srgbClr val="F8DEFB"/>
          </a:solidFill>
          <a:ln/>
        </p:spPr>
      </p:sp>
      <p:sp>
        <p:nvSpPr>
          <p:cNvPr id="54" name="Text 52"/>
          <p:cNvSpPr/>
          <p:nvPr/>
        </p:nvSpPr>
        <p:spPr>
          <a:xfrm rot="16200000">
            <a:off x="4824730" y="356235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6B0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max</a:t>
            </a:r>
            <a:endParaRPr lang="en-US" sz="1650" dirty="0"/>
          </a:p>
        </p:txBody>
      </p:sp>
      <p:sp>
        <p:nvSpPr>
          <p:cNvPr id="55" name="Shape 53"/>
          <p:cNvSpPr/>
          <p:nvPr/>
        </p:nvSpPr>
        <p:spPr>
          <a:xfrm>
            <a:off x="6553200" y="2489200"/>
            <a:ext cx="1701800" cy="279400"/>
          </a:xfrm>
          <a:prstGeom prst="rect">
            <a:avLst/>
          </a:prstGeom>
          <a:solidFill>
            <a:srgbClr val="EAFEFC"/>
          </a:solidFill>
          <a:ln/>
        </p:spPr>
      </p:sp>
      <p:sp>
        <p:nvSpPr>
          <p:cNvPr id="56" name="Text 54"/>
          <p:cNvSpPr/>
          <p:nvPr/>
        </p:nvSpPr>
        <p:spPr>
          <a:xfrm>
            <a:off x="6553200" y="2489200"/>
            <a:ext cx="1701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2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2000" dirty="0"/>
          </a:p>
        </p:txBody>
      </p:sp>
      <p:sp>
        <p:nvSpPr>
          <p:cNvPr id="57" name="Shape 55"/>
          <p:cNvSpPr/>
          <p:nvPr/>
        </p:nvSpPr>
        <p:spPr>
          <a:xfrm>
            <a:off x="1765300" y="3124200"/>
            <a:ext cx="2203450" cy="0"/>
          </a:xfrm>
          <a:prstGeom prst="line">
            <a:avLst/>
          </a:prstGeom>
          <a:noFill/>
          <a:ln w="9525">
            <a:solidFill>
              <a:srgbClr val="D5AEA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298950" y="3124200"/>
            <a:ext cx="1377950" cy="0"/>
          </a:xfrm>
          <a:prstGeom prst="line">
            <a:avLst/>
          </a:prstGeom>
          <a:noFill/>
          <a:ln w="9525">
            <a:solidFill>
              <a:srgbClr val="D5AEA1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rot="5400000">
            <a:off x="5676900" y="3067050"/>
            <a:ext cx="114300" cy="114300"/>
          </a:xfrm>
          <a:prstGeom prst="triangle">
            <a:avLst/>
          </a:prstGeom>
          <a:solidFill>
            <a:srgbClr val="8C0007"/>
          </a:solidFill>
          <a:ln/>
        </p:spPr>
      </p:sp>
      <p:sp>
        <p:nvSpPr>
          <p:cNvPr id="60" name="Shape 58"/>
          <p:cNvSpPr/>
          <p:nvPr/>
        </p:nvSpPr>
        <p:spPr>
          <a:xfrm>
            <a:off x="1765300" y="3644900"/>
            <a:ext cx="2000250" cy="0"/>
          </a:xfrm>
          <a:prstGeom prst="line">
            <a:avLst/>
          </a:prstGeom>
          <a:noFill/>
          <a:ln w="9525">
            <a:solidFill>
              <a:srgbClr val="D5AEA1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095750" y="3644900"/>
            <a:ext cx="1581150" cy="0"/>
          </a:xfrm>
          <a:prstGeom prst="line">
            <a:avLst/>
          </a:prstGeom>
          <a:noFill/>
          <a:ln w="9525">
            <a:solidFill>
              <a:srgbClr val="D5AEA1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rot="5400000">
            <a:off x="5676900" y="3587750"/>
            <a:ext cx="114300" cy="114300"/>
          </a:xfrm>
          <a:prstGeom prst="triangle">
            <a:avLst/>
          </a:prstGeom>
          <a:solidFill>
            <a:srgbClr val="8C0007"/>
          </a:solidFill>
          <a:ln/>
        </p:spPr>
      </p:sp>
      <p:sp>
        <p:nvSpPr>
          <p:cNvPr id="63" name="Shape 61"/>
          <p:cNvSpPr/>
          <p:nvPr/>
        </p:nvSpPr>
        <p:spPr>
          <a:xfrm>
            <a:off x="1765300" y="4165600"/>
            <a:ext cx="1758950" cy="0"/>
          </a:xfrm>
          <a:prstGeom prst="line">
            <a:avLst/>
          </a:prstGeom>
          <a:noFill/>
          <a:ln w="9525">
            <a:solidFill>
              <a:srgbClr val="D5AEA1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854450" y="4165600"/>
            <a:ext cx="1822450" cy="0"/>
          </a:xfrm>
          <a:prstGeom prst="line">
            <a:avLst/>
          </a:prstGeom>
          <a:noFill/>
          <a:ln w="9525">
            <a:solidFill>
              <a:srgbClr val="D5AEA1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rot="5400000">
            <a:off x="5676900" y="4108450"/>
            <a:ext cx="114300" cy="114300"/>
          </a:xfrm>
          <a:prstGeom prst="triangle">
            <a:avLst/>
          </a:prstGeom>
          <a:solidFill>
            <a:srgbClr val="8C0007"/>
          </a:solidFill>
          <a:ln/>
        </p:spPr>
      </p:sp>
      <p:sp>
        <p:nvSpPr>
          <p:cNvPr id="66" name="Shape 64"/>
          <p:cNvSpPr/>
          <p:nvPr/>
        </p:nvSpPr>
        <p:spPr>
          <a:xfrm>
            <a:off x="1765300" y="4724400"/>
            <a:ext cx="1517650" cy="0"/>
          </a:xfrm>
          <a:prstGeom prst="line">
            <a:avLst/>
          </a:prstGeom>
          <a:noFill/>
          <a:ln w="9525">
            <a:solidFill>
              <a:srgbClr val="D5AEA1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613150" y="4724400"/>
            <a:ext cx="2063750" cy="0"/>
          </a:xfrm>
          <a:prstGeom prst="line">
            <a:avLst/>
          </a:prstGeom>
          <a:noFill/>
          <a:ln w="9525">
            <a:solidFill>
              <a:srgbClr val="D5AEA1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rot="5400000">
            <a:off x="5676900" y="4667250"/>
            <a:ext cx="114300" cy="114300"/>
          </a:xfrm>
          <a:prstGeom prst="triangle">
            <a:avLst/>
          </a:prstGeom>
          <a:solidFill>
            <a:srgbClr val="8C0007"/>
          </a:solidFill>
          <a:ln/>
        </p:spPr>
      </p:sp>
      <p:sp>
        <p:nvSpPr>
          <p:cNvPr id="69" name="Shape 67"/>
          <p:cNvSpPr/>
          <p:nvPr/>
        </p:nvSpPr>
        <p:spPr>
          <a:xfrm>
            <a:off x="6223000" y="3124200"/>
            <a:ext cx="3441700" cy="0"/>
          </a:xfrm>
          <a:prstGeom prst="line">
            <a:avLst/>
          </a:prstGeom>
          <a:noFill/>
          <a:ln w="9525">
            <a:solidFill>
              <a:srgbClr val="D5AEA1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223000" y="3644900"/>
            <a:ext cx="3441700" cy="0"/>
          </a:xfrm>
          <a:prstGeom prst="line">
            <a:avLst/>
          </a:prstGeom>
          <a:noFill/>
          <a:ln w="9525">
            <a:solidFill>
              <a:srgbClr val="D5AEA1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223000" y="4165600"/>
            <a:ext cx="3441700" cy="0"/>
          </a:xfrm>
          <a:prstGeom prst="line">
            <a:avLst/>
          </a:prstGeom>
          <a:noFill/>
          <a:ln w="9525">
            <a:solidFill>
              <a:srgbClr val="D5AEA1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223000" y="4724400"/>
            <a:ext cx="3441700" cy="0"/>
          </a:xfrm>
          <a:prstGeom prst="line">
            <a:avLst/>
          </a:prstGeom>
          <a:noFill/>
          <a:ln w="9525">
            <a:solidFill>
              <a:srgbClr val="D5AEA1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flipV="1">
            <a:off x="6756400" y="2895600"/>
            <a:ext cx="0" cy="203200"/>
          </a:xfrm>
          <a:prstGeom prst="line">
            <a:avLst/>
          </a:prstGeom>
          <a:noFill/>
          <a:ln w="9525">
            <a:solidFill>
              <a:srgbClr val="D5AEA1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711950" y="2781300"/>
            <a:ext cx="88900" cy="114300"/>
          </a:xfrm>
          <a:prstGeom prst="triangle">
            <a:avLst/>
          </a:prstGeom>
          <a:solidFill>
            <a:srgbClr val="8C0007"/>
          </a:solidFill>
          <a:ln/>
        </p:spPr>
      </p:sp>
      <p:sp>
        <p:nvSpPr>
          <p:cNvPr id="75" name="Shape 73"/>
          <p:cNvSpPr/>
          <p:nvPr/>
        </p:nvSpPr>
        <p:spPr>
          <a:xfrm flipV="1">
            <a:off x="7150100" y="2895600"/>
            <a:ext cx="0" cy="723900"/>
          </a:xfrm>
          <a:prstGeom prst="line">
            <a:avLst/>
          </a:prstGeom>
          <a:noFill/>
          <a:ln w="9525">
            <a:solidFill>
              <a:srgbClr val="D5AEA1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105650" y="2781300"/>
            <a:ext cx="88900" cy="114300"/>
          </a:xfrm>
          <a:prstGeom prst="triangle">
            <a:avLst/>
          </a:prstGeom>
          <a:solidFill>
            <a:srgbClr val="8C0007"/>
          </a:solidFill>
          <a:ln/>
        </p:spPr>
      </p:sp>
      <p:sp>
        <p:nvSpPr>
          <p:cNvPr id="77" name="Shape 75"/>
          <p:cNvSpPr/>
          <p:nvPr/>
        </p:nvSpPr>
        <p:spPr>
          <a:xfrm flipV="1">
            <a:off x="7505700" y="2895600"/>
            <a:ext cx="0" cy="1244600"/>
          </a:xfrm>
          <a:prstGeom prst="line">
            <a:avLst/>
          </a:prstGeom>
          <a:noFill/>
          <a:ln w="9525">
            <a:solidFill>
              <a:srgbClr val="D5AEA1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461250" y="2781300"/>
            <a:ext cx="88900" cy="114300"/>
          </a:xfrm>
          <a:prstGeom prst="triangle">
            <a:avLst/>
          </a:prstGeom>
          <a:solidFill>
            <a:srgbClr val="8C0007"/>
          </a:solidFill>
          <a:ln/>
        </p:spPr>
      </p:sp>
      <p:sp>
        <p:nvSpPr>
          <p:cNvPr id="79" name="Shape 77"/>
          <p:cNvSpPr/>
          <p:nvPr/>
        </p:nvSpPr>
        <p:spPr>
          <a:xfrm flipV="1">
            <a:off x="7899400" y="2895600"/>
            <a:ext cx="0" cy="1778000"/>
          </a:xfrm>
          <a:prstGeom prst="line">
            <a:avLst/>
          </a:prstGeom>
          <a:noFill/>
          <a:ln w="9525">
            <a:solidFill>
              <a:srgbClr val="D5AEA1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854950" y="2781300"/>
            <a:ext cx="88900" cy="114300"/>
          </a:xfrm>
          <a:prstGeom prst="triangle">
            <a:avLst/>
          </a:prstGeom>
          <a:solidFill>
            <a:srgbClr val="8C0007"/>
          </a:solidFill>
          <a:ln/>
        </p:spPr>
      </p:sp>
      <p:sp>
        <p:nvSpPr>
          <p:cNvPr id="81" name="Text 79"/>
          <p:cNvSpPr/>
          <p:nvPr/>
        </p:nvSpPr>
        <p:spPr>
          <a:xfrm>
            <a:off x="6273800" y="2870200"/>
            <a:ext cx="256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6273800" y="3390900"/>
            <a:ext cx="256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6273800" y="3911600"/>
            <a:ext cx="256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6273800" y="4470400"/>
            <a:ext cx="256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6692900" y="3060700"/>
            <a:ext cx="127000" cy="127000"/>
          </a:xfrm>
          <a:prstGeom prst="ellipse">
            <a:avLst/>
          </a:prstGeom>
          <a:ln w="12700">
            <a:solidFill>
              <a:srgbClr val="C0000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705600" y="3124200"/>
            <a:ext cx="101600" cy="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718300" y="30988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 flipV="1">
            <a:off x="6718300" y="30988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 rot="5400000">
            <a:off x="6559550" y="30543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90" name="Shape 88"/>
          <p:cNvSpPr/>
          <p:nvPr/>
        </p:nvSpPr>
        <p:spPr>
          <a:xfrm rot="16200000">
            <a:off x="6851650" y="30543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91" name="Shape 89"/>
          <p:cNvSpPr/>
          <p:nvPr/>
        </p:nvSpPr>
        <p:spPr>
          <a:xfrm>
            <a:off x="7086600" y="3581400"/>
            <a:ext cx="127000" cy="127000"/>
          </a:xfrm>
          <a:prstGeom prst="ellipse">
            <a:avLst/>
          </a:prstGeom>
          <a:ln w="12700">
            <a:solidFill>
              <a:srgbClr val="C0000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099300" y="3644900"/>
            <a:ext cx="101600" cy="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112000" y="36195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 flipV="1">
            <a:off x="7112000" y="36195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 rot="5400000">
            <a:off x="6953250" y="35750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96" name="Shape 94"/>
          <p:cNvSpPr/>
          <p:nvPr/>
        </p:nvSpPr>
        <p:spPr>
          <a:xfrm rot="16200000">
            <a:off x="7245350" y="35750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97" name="Shape 95"/>
          <p:cNvSpPr/>
          <p:nvPr/>
        </p:nvSpPr>
        <p:spPr>
          <a:xfrm>
            <a:off x="7442200" y="4102100"/>
            <a:ext cx="127000" cy="127000"/>
          </a:xfrm>
          <a:prstGeom prst="ellipse">
            <a:avLst/>
          </a:prstGeom>
          <a:ln w="12700">
            <a:solidFill>
              <a:srgbClr val="C0000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454900" y="4165600"/>
            <a:ext cx="101600" cy="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467600" y="41402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 flipV="1">
            <a:off x="7467600" y="41402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 rot="5400000">
            <a:off x="7308850" y="40957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02" name="Shape 100"/>
          <p:cNvSpPr/>
          <p:nvPr/>
        </p:nvSpPr>
        <p:spPr>
          <a:xfrm rot="16200000">
            <a:off x="7600950" y="40957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03" name="Shape 101"/>
          <p:cNvSpPr/>
          <p:nvPr/>
        </p:nvSpPr>
        <p:spPr>
          <a:xfrm>
            <a:off x="7835900" y="4660900"/>
            <a:ext cx="127000" cy="127000"/>
          </a:xfrm>
          <a:prstGeom prst="ellipse">
            <a:avLst/>
          </a:prstGeom>
          <a:ln w="12700">
            <a:solidFill>
              <a:srgbClr val="C0000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7848600" y="4724400"/>
            <a:ext cx="101600" cy="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7861300" y="46990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 flipV="1">
            <a:off x="7861300" y="46990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 rot="5400000">
            <a:off x="7702550" y="46545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08" name="Shape 106"/>
          <p:cNvSpPr/>
          <p:nvPr/>
        </p:nvSpPr>
        <p:spPr>
          <a:xfrm rot="16200000">
            <a:off x="7994650" y="46545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09" name="Shape 107"/>
          <p:cNvSpPr/>
          <p:nvPr/>
        </p:nvSpPr>
        <p:spPr>
          <a:xfrm rot="1560000">
            <a:off x="6972300" y="1854200"/>
            <a:ext cx="304800" cy="266700"/>
          </a:xfrm>
          <a:prstGeom prst="upArrow">
            <a:avLst/>
          </a:prstGeom>
          <a:solidFill>
            <a:srgbClr val="12B45A"/>
          </a:solidFill>
          <a:ln/>
        </p:spPr>
      </p:sp>
      <p:sp>
        <p:nvSpPr>
          <p:cNvPr id="110" name="Shape 108"/>
          <p:cNvSpPr/>
          <p:nvPr/>
        </p:nvSpPr>
        <p:spPr>
          <a:xfrm flipV="1">
            <a:off x="7404100" y="1917700"/>
            <a:ext cx="0" cy="533400"/>
          </a:xfrm>
          <a:prstGeom prst="line">
            <a:avLst/>
          </a:prstGeom>
          <a:noFill/>
          <a:ln w="19050">
            <a:solidFill>
              <a:srgbClr val="8C0007"/>
            </a:solidFill>
            <a:prstDash val="solid"/>
            <a:tailEnd type="triangle"/>
          </a:ln>
        </p:spPr>
      </p:sp>
      <p:sp>
        <p:nvSpPr>
          <p:cNvPr id="111" name="Shape 109"/>
          <p:cNvSpPr/>
          <p:nvPr/>
        </p:nvSpPr>
        <p:spPr>
          <a:xfrm>
            <a:off x="6946900" y="1511300"/>
            <a:ext cx="901700" cy="368300"/>
          </a:xfrm>
          <a:prstGeom prst="roundRect">
            <a:avLst>
              <a:gd name="adj" fmla="val 9931"/>
            </a:avLst>
          </a:prstGeom>
          <a:ln w="15875">
            <a:solidFill>
              <a:srgbClr val="3B7A40"/>
            </a:solidFill>
            <a:prstDash val="dash"/>
          </a:ln>
        </p:spPr>
      </p:sp>
      <p:sp>
        <p:nvSpPr>
          <p:cNvPr id="112" name="Shape 110"/>
          <p:cNvSpPr/>
          <p:nvPr/>
        </p:nvSpPr>
        <p:spPr>
          <a:xfrm>
            <a:off x="6972300" y="1536700"/>
            <a:ext cx="165100" cy="304800"/>
          </a:xfrm>
          <a:prstGeom prst="rect">
            <a:avLst/>
          </a:prstGeom>
          <a:solidFill>
            <a:srgbClr val="B2DCA5"/>
          </a:solidFill>
          <a:ln/>
        </p:spPr>
      </p:sp>
      <p:sp>
        <p:nvSpPr>
          <p:cNvPr id="113" name="Shape 111"/>
          <p:cNvSpPr/>
          <p:nvPr/>
        </p:nvSpPr>
        <p:spPr>
          <a:xfrm>
            <a:off x="7142480" y="1536700"/>
            <a:ext cx="165100" cy="304800"/>
          </a:xfrm>
          <a:prstGeom prst="rect">
            <a:avLst/>
          </a:prstGeom>
          <a:solidFill>
            <a:srgbClr val="AFDAA6"/>
          </a:solidFill>
          <a:ln/>
        </p:spPr>
      </p:sp>
      <p:sp>
        <p:nvSpPr>
          <p:cNvPr id="114" name="Shape 112"/>
          <p:cNvSpPr/>
          <p:nvPr/>
        </p:nvSpPr>
        <p:spPr>
          <a:xfrm>
            <a:off x="7312660" y="1536700"/>
            <a:ext cx="165100" cy="304800"/>
          </a:xfrm>
          <a:prstGeom prst="rect">
            <a:avLst/>
          </a:prstGeom>
          <a:solidFill>
            <a:srgbClr val="96CE91"/>
          </a:solidFill>
          <a:ln/>
        </p:spPr>
      </p:sp>
      <p:sp>
        <p:nvSpPr>
          <p:cNvPr id="115" name="Shape 113"/>
          <p:cNvSpPr/>
          <p:nvPr/>
        </p:nvSpPr>
        <p:spPr>
          <a:xfrm>
            <a:off x="7482840" y="1536700"/>
            <a:ext cx="165100" cy="304800"/>
          </a:xfrm>
          <a:prstGeom prst="rect">
            <a:avLst/>
          </a:prstGeom>
          <a:solidFill>
            <a:srgbClr val="A0CC9A"/>
          </a:solidFill>
          <a:ln/>
        </p:spPr>
      </p:sp>
      <p:sp>
        <p:nvSpPr>
          <p:cNvPr id="116" name="Shape 114"/>
          <p:cNvSpPr/>
          <p:nvPr/>
        </p:nvSpPr>
        <p:spPr>
          <a:xfrm>
            <a:off x="7653020" y="1536700"/>
            <a:ext cx="175260" cy="304800"/>
          </a:xfrm>
          <a:prstGeom prst="rect">
            <a:avLst/>
          </a:prstGeom>
          <a:solidFill>
            <a:srgbClr val="A5C8BD"/>
          </a:solidFill>
          <a:ln/>
        </p:spPr>
      </p:sp>
      <p:sp>
        <p:nvSpPr>
          <p:cNvPr id="117" name="Text 115"/>
          <p:cNvSpPr/>
          <p:nvPr/>
        </p:nvSpPr>
        <p:spPr>
          <a:xfrm>
            <a:off x="7251700" y="1511300"/>
            <a:ext cx="3175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8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600" dirty="0"/>
          </a:p>
        </p:txBody>
      </p:sp>
      <p:sp>
        <p:nvSpPr>
          <p:cNvPr id="118" name="Shape 116"/>
          <p:cNvSpPr/>
          <p:nvPr/>
        </p:nvSpPr>
        <p:spPr>
          <a:xfrm>
            <a:off x="9664700" y="2870200"/>
            <a:ext cx="1054100" cy="2159000"/>
          </a:xfrm>
          <a:prstGeom prst="roundRect">
            <a:avLst>
              <a:gd name="adj" fmla="val 6072"/>
            </a:avLst>
          </a:prstGeom>
          <a:solidFill>
            <a:srgbClr val="E6FCE7"/>
          </a:solidFill>
          <a:ln w="15875">
            <a:solidFill>
              <a:srgbClr val="3B7A40"/>
            </a:solidFill>
            <a:prstDash val="dash"/>
          </a:ln>
        </p:spPr>
      </p:sp>
      <p:sp>
        <p:nvSpPr>
          <p:cNvPr id="119" name="Shape 117"/>
          <p:cNvSpPr/>
          <p:nvPr/>
        </p:nvSpPr>
        <p:spPr>
          <a:xfrm>
            <a:off x="9791700" y="30416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20" name="Shape 118"/>
          <p:cNvSpPr/>
          <p:nvPr/>
        </p:nvSpPr>
        <p:spPr>
          <a:xfrm>
            <a:off x="9956800" y="30416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21" name="Shape 119"/>
          <p:cNvSpPr/>
          <p:nvPr/>
        </p:nvSpPr>
        <p:spPr>
          <a:xfrm>
            <a:off x="10121900" y="30416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122" name="Shape 120"/>
          <p:cNvSpPr/>
          <p:nvPr/>
        </p:nvSpPr>
        <p:spPr>
          <a:xfrm>
            <a:off x="10287000" y="30416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123" name="Shape 121"/>
          <p:cNvSpPr/>
          <p:nvPr/>
        </p:nvSpPr>
        <p:spPr>
          <a:xfrm>
            <a:off x="10452100" y="30416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124" name="Text 122"/>
          <p:cNvSpPr/>
          <p:nvPr/>
        </p:nvSpPr>
        <p:spPr>
          <a:xfrm>
            <a:off x="10067036" y="30162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50" dirty="0"/>
          </a:p>
        </p:txBody>
      </p:sp>
      <p:sp>
        <p:nvSpPr>
          <p:cNvPr id="125" name="Shape 123"/>
          <p:cNvSpPr/>
          <p:nvPr/>
        </p:nvSpPr>
        <p:spPr>
          <a:xfrm>
            <a:off x="9791700" y="35623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26" name="Shape 124"/>
          <p:cNvSpPr/>
          <p:nvPr/>
        </p:nvSpPr>
        <p:spPr>
          <a:xfrm>
            <a:off x="9956800" y="35623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27" name="Shape 125"/>
          <p:cNvSpPr/>
          <p:nvPr/>
        </p:nvSpPr>
        <p:spPr>
          <a:xfrm>
            <a:off x="10121900" y="35623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128" name="Shape 126"/>
          <p:cNvSpPr/>
          <p:nvPr/>
        </p:nvSpPr>
        <p:spPr>
          <a:xfrm>
            <a:off x="10287000" y="35623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129" name="Shape 127"/>
          <p:cNvSpPr/>
          <p:nvPr/>
        </p:nvSpPr>
        <p:spPr>
          <a:xfrm>
            <a:off x="10452100" y="35623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130" name="Text 128"/>
          <p:cNvSpPr/>
          <p:nvPr/>
        </p:nvSpPr>
        <p:spPr>
          <a:xfrm>
            <a:off x="10067036" y="35369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50" dirty="0"/>
          </a:p>
        </p:txBody>
      </p:sp>
      <p:sp>
        <p:nvSpPr>
          <p:cNvPr id="131" name="Shape 129"/>
          <p:cNvSpPr/>
          <p:nvPr/>
        </p:nvSpPr>
        <p:spPr>
          <a:xfrm>
            <a:off x="9791700" y="40830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32" name="Shape 130"/>
          <p:cNvSpPr/>
          <p:nvPr/>
        </p:nvSpPr>
        <p:spPr>
          <a:xfrm>
            <a:off x="9956800" y="40830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33" name="Shape 131"/>
          <p:cNvSpPr/>
          <p:nvPr/>
        </p:nvSpPr>
        <p:spPr>
          <a:xfrm>
            <a:off x="10121900" y="40830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134" name="Shape 132"/>
          <p:cNvSpPr/>
          <p:nvPr/>
        </p:nvSpPr>
        <p:spPr>
          <a:xfrm>
            <a:off x="10287000" y="40830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135" name="Shape 133"/>
          <p:cNvSpPr/>
          <p:nvPr/>
        </p:nvSpPr>
        <p:spPr>
          <a:xfrm>
            <a:off x="10452100" y="40830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136" name="Text 134"/>
          <p:cNvSpPr/>
          <p:nvPr/>
        </p:nvSpPr>
        <p:spPr>
          <a:xfrm>
            <a:off x="10067036" y="40576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50" dirty="0"/>
          </a:p>
        </p:txBody>
      </p:sp>
      <p:sp>
        <p:nvSpPr>
          <p:cNvPr id="137" name="Shape 135"/>
          <p:cNvSpPr/>
          <p:nvPr/>
        </p:nvSpPr>
        <p:spPr>
          <a:xfrm>
            <a:off x="9791700" y="46418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38" name="Shape 136"/>
          <p:cNvSpPr/>
          <p:nvPr/>
        </p:nvSpPr>
        <p:spPr>
          <a:xfrm>
            <a:off x="9956800" y="46418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39" name="Shape 137"/>
          <p:cNvSpPr/>
          <p:nvPr/>
        </p:nvSpPr>
        <p:spPr>
          <a:xfrm>
            <a:off x="10121900" y="46418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140" name="Shape 138"/>
          <p:cNvSpPr/>
          <p:nvPr/>
        </p:nvSpPr>
        <p:spPr>
          <a:xfrm>
            <a:off x="10287000" y="46418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141" name="Shape 139"/>
          <p:cNvSpPr/>
          <p:nvPr/>
        </p:nvSpPr>
        <p:spPr>
          <a:xfrm>
            <a:off x="10452100" y="46418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142" name="Text 140"/>
          <p:cNvSpPr/>
          <p:nvPr/>
        </p:nvSpPr>
        <p:spPr>
          <a:xfrm>
            <a:off x="10067036" y="46164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50" dirty="0"/>
          </a:p>
        </p:txBody>
      </p:sp>
      <p:sp>
        <p:nvSpPr>
          <p:cNvPr id="143" name="Shape 141"/>
          <p:cNvSpPr/>
          <p:nvPr/>
        </p:nvSpPr>
        <p:spPr>
          <a:xfrm>
            <a:off x="2260600" y="6007100"/>
            <a:ext cx="4000500" cy="571500"/>
          </a:xfrm>
          <a:prstGeom prst="roundRect">
            <a:avLst>
              <a:gd name="adj" fmla="val 11200"/>
            </a:avLst>
          </a:prstGeom>
          <a:solidFill>
            <a:srgbClr val="E6FCE7"/>
          </a:solidFill>
          <a:ln w="15875">
            <a:solidFill>
              <a:srgbClr val="3B7A40"/>
            </a:solidFill>
            <a:prstDash val="dash"/>
          </a:ln>
        </p:spPr>
      </p:sp>
      <p:sp>
        <p:nvSpPr>
          <p:cNvPr id="144" name="Shape 142"/>
          <p:cNvSpPr/>
          <p:nvPr/>
        </p:nvSpPr>
        <p:spPr>
          <a:xfrm>
            <a:off x="2425700" y="61912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45" name="Shape 143"/>
          <p:cNvSpPr/>
          <p:nvPr/>
        </p:nvSpPr>
        <p:spPr>
          <a:xfrm>
            <a:off x="2590800" y="61912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46" name="Shape 144"/>
          <p:cNvSpPr/>
          <p:nvPr/>
        </p:nvSpPr>
        <p:spPr>
          <a:xfrm>
            <a:off x="2755900" y="61912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147" name="Shape 145"/>
          <p:cNvSpPr/>
          <p:nvPr/>
        </p:nvSpPr>
        <p:spPr>
          <a:xfrm>
            <a:off x="2921000" y="61912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148" name="Shape 146"/>
          <p:cNvSpPr/>
          <p:nvPr/>
        </p:nvSpPr>
        <p:spPr>
          <a:xfrm>
            <a:off x="3086100" y="61912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149" name="Text 147"/>
          <p:cNvSpPr/>
          <p:nvPr/>
        </p:nvSpPr>
        <p:spPr>
          <a:xfrm>
            <a:off x="2701036" y="61658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9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150" name="Shape 148"/>
          <p:cNvSpPr/>
          <p:nvPr/>
        </p:nvSpPr>
        <p:spPr>
          <a:xfrm>
            <a:off x="4305300" y="61912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51" name="Shape 149"/>
          <p:cNvSpPr/>
          <p:nvPr/>
        </p:nvSpPr>
        <p:spPr>
          <a:xfrm>
            <a:off x="4470400" y="61912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52" name="Shape 150"/>
          <p:cNvSpPr/>
          <p:nvPr/>
        </p:nvSpPr>
        <p:spPr>
          <a:xfrm>
            <a:off x="4635500" y="61912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153" name="Shape 151"/>
          <p:cNvSpPr/>
          <p:nvPr/>
        </p:nvSpPr>
        <p:spPr>
          <a:xfrm>
            <a:off x="4800600" y="61912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154" name="Shape 152"/>
          <p:cNvSpPr/>
          <p:nvPr/>
        </p:nvSpPr>
        <p:spPr>
          <a:xfrm>
            <a:off x="4965700" y="61912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155" name="Text 153"/>
          <p:cNvSpPr/>
          <p:nvPr/>
        </p:nvSpPr>
        <p:spPr>
          <a:xfrm>
            <a:off x="4580636" y="61658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9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  <p:sp>
        <p:nvSpPr>
          <p:cNvPr id="156" name="Shape 154"/>
          <p:cNvSpPr/>
          <p:nvPr/>
        </p:nvSpPr>
        <p:spPr>
          <a:xfrm>
            <a:off x="5257800" y="61912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57" name="Shape 155"/>
          <p:cNvSpPr/>
          <p:nvPr/>
        </p:nvSpPr>
        <p:spPr>
          <a:xfrm>
            <a:off x="5422900" y="61912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58" name="Shape 156"/>
          <p:cNvSpPr/>
          <p:nvPr/>
        </p:nvSpPr>
        <p:spPr>
          <a:xfrm>
            <a:off x="5588000" y="61912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159" name="Shape 157"/>
          <p:cNvSpPr/>
          <p:nvPr/>
        </p:nvSpPr>
        <p:spPr>
          <a:xfrm>
            <a:off x="5753100" y="61912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160" name="Shape 158"/>
          <p:cNvSpPr/>
          <p:nvPr/>
        </p:nvSpPr>
        <p:spPr>
          <a:xfrm>
            <a:off x="5918200" y="61912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161" name="Text 159"/>
          <p:cNvSpPr/>
          <p:nvPr/>
        </p:nvSpPr>
        <p:spPr>
          <a:xfrm>
            <a:off x="5533136" y="61658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9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  <p:sp>
        <p:nvSpPr>
          <p:cNvPr id="162" name="Shape 160"/>
          <p:cNvSpPr/>
          <p:nvPr/>
        </p:nvSpPr>
        <p:spPr>
          <a:xfrm>
            <a:off x="3314700" y="5994400"/>
            <a:ext cx="965200" cy="444500"/>
          </a:xfrm>
          <a:prstGeom prst="roundRect">
            <a:avLst>
              <a:gd name="adj" fmla="val 10286"/>
            </a:avLst>
          </a:prstGeom>
          <a:ln w="19050">
            <a:solidFill>
              <a:srgbClr val="A01450"/>
            </a:solidFill>
            <a:prstDash val="sysDot"/>
          </a:ln>
        </p:spPr>
      </p:sp>
      <p:sp>
        <p:nvSpPr>
          <p:cNvPr id="163" name="Shape 161"/>
          <p:cNvSpPr/>
          <p:nvPr/>
        </p:nvSpPr>
        <p:spPr>
          <a:xfrm>
            <a:off x="3365500" y="6191250"/>
            <a:ext cx="152400" cy="177800"/>
          </a:xfrm>
          <a:prstGeom prst="rect">
            <a:avLst/>
          </a:prstGeom>
          <a:solidFill>
            <a:srgbClr val="E39FB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3530600" y="6191250"/>
            <a:ext cx="152400" cy="177800"/>
          </a:xfrm>
          <a:prstGeom prst="rect">
            <a:avLst/>
          </a:prstGeom>
          <a:solidFill>
            <a:srgbClr val="E0A5D3"/>
          </a:solidFill>
          <a:ln/>
        </p:spPr>
      </p:sp>
      <p:sp>
        <p:nvSpPr>
          <p:cNvPr id="165" name="Shape 163"/>
          <p:cNvSpPr/>
          <p:nvPr/>
        </p:nvSpPr>
        <p:spPr>
          <a:xfrm>
            <a:off x="3695700" y="6191250"/>
            <a:ext cx="152400" cy="177800"/>
          </a:xfrm>
          <a:prstGeom prst="rect">
            <a:avLst/>
          </a:prstGeom>
          <a:solidFill>
            <a:srgbClr val="C44C88"/>
          </a:solidFill>
          <a:ln/>
        </p:spPr>
      </p:sp>
      <p:sp>
        <p:nvSpPr>
          <p:cNvPr id="166" name="Shape 164"/>
          <p:cNvSpPr/>
          <p:nvPr/>
        </p:nvSpPr>
        <p:spPr>
          <a:xfrm>
            <a:off x="3860800" y="6191250"/>
            <a:ext cx="152400" cy="177800"/>
          </a:xfrm>
          <a:prstGeom prst="rect">
            <a:avLst/>
          </a:prstGeom>
          <a:solidFill>
            <a:srgbClr val="D595E2"/>
          </a:solidFill>
          <a:ln/>
        </p:spPr>
      </p:sp>
      <p:sp>
        <p:nvSpPr>
          <p:cNvPr id="167" name="Shape 165"/>
          <p:cNvSpPr/>
          <p:nvPr/>
        </p:nvSpPr>
        <p:spPr>
          <a:xfrm>
            <a:off x="4025900" y="6191250"/>
            <a:ext cx="157480" cy="177800"/>
          </a:xfrm>
          <a:prstGeom prst="rect">
            <a:avLst/>
          </a:prstGeom>
          <a:solidFill>
            <a:srgbClr val="DC92E3"/>
          </a:solidFill>
          <a:ln/>
        </p:spPr>
      </p:sp>
      <p:sp>
        <p:nvSpPr>
          <p:cNvPr id="168" name="Text 166"/>
          <p:cNvSpPr/>
          <p:nvPr/>
        </p:nvSpPr>
        <p:spPr>
          <a:xfrm>
            <a:off x="3543300" y="607060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69" name="Shape 167"/>
          <p:cNvSpPr/>
          <p:nvPr/>
        </p:nvSpPr>
        <p:spPr>
          <a:xfrm flipH="1" flipV="1">
            <a:off x="1651000" y="5943600"/>
            <a:ext cx="508000" cy="508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170" name="Shape 168"/>
          <p:cNvSpPr/>
          <p:nvPr/>
        </p:nvSpPr>
        <p:spPr>
          <a:xfrm flipH="1" flipV="1">
            <a:off x="1422400" y="5842000"/>
            <a:ext cx="228600" cy="1016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171" name="Shape 169"/>
          <p:cNvSpPr/>
          <p:nvPr/>
        </p:nvSpPr>
        <p:spPr>
          <a:xfrm flipH="1" flipV="1">
            <a:off x="1320800" y="5689600"/>
            <a:ext cx="101600" cy="1524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172" name="Shape 170"/>
          <p:cNvSpPr/>
          <p:nvPr/>
        </p:nvSpPr>
        <p:spPr>
          <a:xfrm flipH="1" flipV="1">
            <a:off x="1295400" y="5461000"/>
            <a:ext cx="25400" cy="2286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173" name="Shape 171"/>
          <p:cNvSpPr/>
          <p:nvPr/>
        </p:nvSpPr>
        <p:spPr>
          <a:xfrm flipV="1">
            <a:off x="1295400" y="5194300"/>
            <a:ext cx="0" cy="2667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174" name="Shape 172"/>
          <p:cNvSpPr/>
          <p:nvPr/>
        </p:nvSpPr>
        <p:spPr>
          <a:xfrm>
            <a:off x="1231900" y="5067300"/>
            <a:ext cx="114300" cy="1524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75" name="Shape 173"/>
          <p:cNvSpPr/>
          <p:nvPr/>
        </p:nvSpPr>
        <p:spPr>
          <a:xfrm>
            <a:off x="1409700" y="5334000"/>
            <a:ext cx="1638300" cy="508000"/>
          </a:xfrm>
          <a:prstGeom prst="roundRect">
            <a:avLst>
              <a:gd name="adj" fmla="val 10800"/>
            </a:avLst>
          </a:prstGeom>
          <a:solidFill>
            <a:srgbClr val="F2C699"/>
          </a:solidFill>
          <a:ln w="12700">
            <a:solidFill>
              <a:srgbClr val="CFB69B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1409700" y="5346700"/>
            <a:ext cx="16383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7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</a:t>
            </a:r>
            <a:endParaRPr lang="en-US" sz="17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Keys with X</a:t>
            </a:r>
            <a:pPr algn="ctr" indent="0" marL="0">
              <a:lnSpc>
                <a:spcPts val="1600"/>
              </a:lnSpc>
              <a:buNone/>
            </a:pPr>
            <a:r>
              <a:rPr lang="en-US" sz="1050" b="1" baseline="-40000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77" name="Shape 175"/>
          <p:cNvSpPr/>
          <p:nvPr/>
        </p:nvSpPr>
        <p:spPr>
          <a:xfrm>
            <a:off x="1917700" y="4191000"/>
            <a:ext cx="304800" cy="30480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78" name="Text 176"/>
          <p:cNvSpPr/>
          <p:nvPr/>
        </p:nvSpPr>
        <p:spPr>
          <a:xfrm>
            <a:off x="1917700" y="419100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1300" dirty="0"/>
          </a:p>
        </p:txBody>
      </p:sp>
      <p:sp>
        <p:nvSpPr>
          <p:cNvPr id="179" name="Shape 177"/>
          <p:cNvSpPr/>
          <p:nvPr/>
        </p:nvSpPr>
        <p:spPr>
          <a:xfrm>
            <a:off x="9340850" y="4197350"/>
            <a:ext cx="304800" cy="30480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80" name="Text 178"/>
          <p:cNvSpPr/>
          <p:nvPr/>
        </p:nvSpPr>
        <p:spPr>
          <a:xfrm>
            <a:off x="9340850" y="419735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300" dirty="0"/>
          </a:p>
        </p:txBody>
      </p:sp>
      <p:sp>
        <p:nvSpPr>
          <p:cNvPr id="181" name="Shape 179"/>
          <p:cNvSpPr/>
          <p:nvPr/>
        </p:nvSpPr>
        <p:spPr>
          <a:xfrm>
            <a:off x="3130550" y="5422900"/>
            <a:ext cx="304800" cy="30480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82" name="Text 180"/>
          <p:cNvSpPr/>
          <p:nvPr/>
        </p:nvSpPr>
        <p:spPr>
          <a:xfrm>
            <a:off x="3130550" y="542290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300" dirty="0"/>
          </a:p>
        </p:txBody>
      </p:sp>
      <p:sp>
        <p:nvSpPr>
          <p:cNvPr id="183" name="Shape 181"/>
          <p:cNvSpPr/>
          <p:nvPr/>
        </p:nvSpPr>
        <p:spPr>
          <a:xfrm>
            <a:off x="812800" y="2413000"/>
            <a:ext cx="889000" cy="304800"/>
          </a:xfrm>
          <a:prstGeom prst="roundRect">
            <a:avLst>
              <a:gd name="adj" fmla="val 18000"/>
            </a:avLst>
          </a:prstGeom>
          <a:solidFill>
            <a:srgbClr val="E8C79A"/>
          </a:solidFill>
          <a:ln/>
        </p:spPr>
      </p:sp>
      <p:sp>
        <p:nvSpPr>
          <p:cNvPr id="184" name="Text 182"/>
          <p:cNvSpPr/>
          <p:nvPr/>
        </p:nvSpPr>
        <p:spPr>
          <a:xfrm>
            <a:off x="812800" y="2413000"/>
            <a:ext cx="889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</a:t>
            </a:r>
            <a:endParaRPr lang="en-US" sz="1100" dirty="0"/>
          </a:p>
        </p:txBody>
      </p:sp>
      <p:sp>
        <p:nvSpPr>
          <p:cNvPr id="185" name="Shape 183"/>
          <p:cNvSpPr/>
          <p:nvPr/>
        </p:nvSpPr>
        <p:spPr>
          <a:xfrm>
            <a:off x="9677400" y="2451100"/>
            <a:ext cx="927100" cy="317500"/>
          </a:xfrm>
          <a:prstGeom prst="roundRect">
            <a:avLst>
              <a:gd name="adj" fmla="val 17280"/>
            </a:avLst>
          </a:prstGeom>
          <a:solidFill>
            <a:srgbClr val="E8C79A"/>
          </a:solidFill>
          <a:ln/>
        </p:spPr>
      </p:sp>
      <p:sp>
        <p:nvSpPr>
          <p:cNvPr id="186" name="Text 184"/>
          <p:cNvSpPr/>
          <p:nvPr/>
        </p:nvSpPr>
        <p:spPr>
          <a:xfrm>
            <a:off x="9677400" y="2451100"/>
            <a:ext cx="9271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</a:t>
            </a:r>
            <a:endParaRPr lang="en-US" sz="1100" dirty="0"/>
          </a:p>
        </p:txBody>
      </p:sp>
      <p:sp>
        <p:nvSpPr>
          <p:cNvPr id="187" name="Shape 185"/>
          <p:cNvSpPr/>
          <p:nvPr/>
        </p:nvSpPr>
        <p:spPr>
          <a:xfrm>
            <a:off x="4000500" y="1778000"/>
            <a:ext cx="2222500" cy="558800"/>
          </a:xfrm>
          <a:prstGeom prst="roundRect">
            <a:avLst>
              <a:gd name="adj" fmla="val 11455"/>
            </a:avLst>
          </a:prstGeom>
          <a:solidFill>
            <a:srgbClr val="EDFBFB"/>
          </a:solidFill>
          <a:ln w="12700">
            <a:solidFill>
              <a:srgbClr val="3B7A40"/>
            </a:solidFill>
            <a:prstDash val="dash"/>
          </a:ln>
        </p:spPr>
      </p:sp>
      <p:sp>
        <p:nvSpPr>
          <p:cNvPr id="188" name="Text 186"/>
          <p:cNvSpPr/>
          <p:nvPr/>
        </p:nvSpPr>
        <p:spPr>
          <a:xfrm>
            <a:off x="4140200" y="1841500"/>
            <a:ext cx="2032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i="1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Matched </a:t>
            </a:r>
            <a:pPr algn="l" indent="0" marL="0">
              <a:lnSpc>
                <a:spcPts val="1500"/>
              </a:lnSpc>
              <a:buNone/>
            </a:pPr>
            <a:r>
              <a:rPr lang="en-US" sz="12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</a:t>
            </a:r>
            <a:pPr algn="l" indent="0" marL="0">
              <a:lnSpc>
                <a:spcPts val="1500"/>
              </a:lnSpc>
              <a:buNone/>
            </a:pPr>
            <a:r>
              <a:rPr lang="en-US" sz="1200" b="1" i="1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b="1" i="1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Relevance Percentage</a:t>
            </a:r>
            <a:endParaRPr lang="en-US" sz="1200" dirty="0"/>
          </a:p>
        </p:txBody>
      </p:sp>
      <p:sp>
        <p:nvSpPr>
          <p:cNvPr id="189" name="Shape 187"/>
          <p:cNvSpPr/>
          <p:nvPr/>
        </p:nvSpPr>
        <p:spPr>
          <a:xfrm>
            <a:off x="8051800" y="1841500"/>
            <a:ext cx="2692400" cy="546100"/>
          </a:xfrm>
          <a:prstGeom prst="roundRect">
            <a:avLst>
              <a:gd name="adj" fmla="val 11721"/>
            </a:avLst>
          </a:prstGeom>
          <a:solidFill>
            <a:srgbClr val="EDFBFB"/>
          </a:solidFill>
          <a:ln w="12700">
            <a:solidFill>
              <a:srgbClr val="3B7A40"/>
            </a:solidFill>
            <a:prstDash val="dash"/>
          </a:ln>
        </p:spPr>
      </p:sp>
      <p:sp>
        <p:nvSpPr>
          <p:cNvPr id="190" name="Text 188"/>
          <p:cNvSpPr/>
          <p:nvPr/>
        </p:nvSpPr>
        <p:spPr>
          <a:xfrm>
            <a:off x="8051800" y="1905000"/>
            <a:ext cx="2692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b="1" i="1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 </a:t>
            </a:r>
            <a:pPr algn="ctr" indent="0" marL="0">
              <a:lnSpc>
                <a:spcPts val="1600"/>
              </a:lnSpc>
              <a:buNone/>
            </a:pPr>
            <a:r>
              <a:rPr lang="en-US" sz="12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b="1" i="1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by their Relevance</a:t>
            </a:r>
            <a:endParaRPr lang="en-US" sz="1200" dirty="0"/>
          </a:p>
        </p:txBody>
      </p:sp>
      <p:sp>
        <p:nvSpPr>
          <p:cNvPr id="191" name="Shape 189"/>
          <p:cNvSpPr/>
          <p:nvPr/>
        </p:nvSpPr>
        <p:spPr>
          <a:xfrm flipV="1">
            <a:off x="3378200" y="6502400"/>
            <a:ext cx="228600" cy="177800"/>
          </a:xfrm>
          <a:prstGeom prst="line">
            <a:avLst/>
          </a:prstGeom>
          <a:noFill/>
          <a:ln w="50800">
            <a:solidFill>
              <a:srgbClr val="C5000F"/>
            </a:solidFill>
            <a:prstDash val="solid"/>
            <a:tailEnd type="triangle"/>
          </a:ln>
        </p:spPr>
      </p:sp>
      <p:sp>
        <p:nvSpPr>
          <p:cNvPr id="192" name="Shape 190"/>
          <p:cNvSpPr/>
          <p:nvPr/>
        </p:nvSpPr>
        <p:spPr>
          <a:xfrm>
            <a:off x="825500" y="3695700"/>
            <a:ext cx="889000" cy="889000"/>
          </a:xfrm>
          <a:prstGeom prst="ellipse">
            <a:avLst/>
          </a:prstGeom>
          <a:solidFill>
            <a:srgbClr val="FFFF00">
              <a:alpha val="50000"/>
            </a:srgbClr>
          </a:solidFill>
          <a:ln/>
        </p:spPr>
      </p:sp>
      <p:sp>
        <p:nvSpPr>
          <p:cNvPr id="193" name="Shape 191"/>
          <p:cNvSpPr/>
          <p:nvPr/>
        </p:nvSpPr>
        <p:spPr>
          <a:xfrm>
            <a:off x="9753600" y="3733800"/>
            <a:ext cx="889000" cy="889000"/>
          </a:xfrm>
          <a:prstGeom prst="ellipse">
            <a:avLst/>
          </a:prstGeom>
          <a:solidFill>
            <a:srgbClr val="FFFF00">
              <a:alpha val="50000"/>
            </a:srgbClr>
          </a:solidFill>
          <a:ln/>
        </p:spPr>
      </p:sp>
      <p:sp>
        <p:nvSpPr>
          <p:cNvPr id="194" name="Shape 192"/>
          <p:cNvSpPr/>
          <p:nvPr/>
        </p:nvSpPr>
        <p:spPr>
          <a:xfrm>
            <a:off x="3289300" y="5810250"/>
            <a:ext cx="889000" cy="889000"/>
          </a:xfrm>
          <a:prstGeom prst="ellipse">
            <a:avLst/>
          </a:prstGeom>
          <a:solidFill>
            <a:srgbClr val="FFFF00">
              <a:alpha val="50000"/>
            </a:srgbClr>
          </a:solidFill>
          <a:ln/>
        </p:spPr>
      </p:sp>
      <p:sp>
        <p:nvSpPr>
          <p:cNvPr id="195" name="Shape 193"/>
          <p:cNvSpPr/>
          <p:nvPr/>
        </p:nvSpPr>
        <p:spPr>
          <a:xfrm>
            <a:off x="2260600" y="3340100"/>
            <a:ext cx="13716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2260600" y="3340100"/>
            <a:ext cx="13716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2000"/>
              </a:lnSpc>
              <a:buNone/>
            </a:pPr>
            <a:r>
              <a:rPr lang="en-US" sz="140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used as</a:t>
            </a:r>
            <a:endParaRPr lang="en-US" sz="14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</a:t>
            </a:r>
            <a:endParaRPr lang="en-US" sz="1400" dirty="0"/>
          </a:p>
        </p:txBody>
      </p:sp>
      <p:sp>
        <p:nvSpPr>
          <p:cNvPr id="197" name="Shape 195"/>
          <p:cNvSpPr/>
          <p:nvPr/>
        </p:nvSpPr>
        <p:spPr>
          <a:xfrm>
            <a:off x="7696200" y="3429000"/>
            <a:ext cx="13716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98" name="Text 196"/>
          <p:cNvSpPr/>
          <p:nvPr/>
        </p:nvSpPr>
        <p:spPr>
          <a:xfrm>
            <a:off x="7696200" y="3429000"/>
            <a:ext cx="13716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2000"/>
              </a:lnSpc>
              <a:buNone/>
            </a:pPr>
            <a:r>
              <a:rPr lang="en-US" sz="140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used as</a:t>
            </a:r>
            <a:endParaRPr lang="en-US" sz="14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</a:t>
            </a:r>
            <a:endParaRPr lang="en-US" sz="1400" dirty="0"/>
          </a:p>
        </p:txBody>
      </p:sp>
      <p:sp>
        <p:nvSpPr>
          <p:cNvPr id="199" name="Shape 197"/>
          <p:cNvSpPr/>
          <p:nvPr/>
        </p:nvSpPr>
        <p:spPr>
          <a:xfrm>
            <a:off x="4800600" y="5270500"/>
            <a:ext cx="1384300" cy="56515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00" name="Text 198"/>
          <p:cNvSpPr/>
          <p:nvPr/>
        </p:nvSpPr>
        <p:spPr>
          <a:xfrm>
            <a:off x="4800600" y="5270500"/>
            <a:ext cx="1384300" cy="565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2000"/>
              </a:lnSpc>
              <a:buNone/>
            </a:pPr>
            <a:r>
              <a:rPr lang="en-US" sz="140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used as</a:t>
            </a:r>
            <a:endParaRPr lang="en-US" sz="14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</a:t>
            </a:r>
            <a:endParaRPr lang="en-US" sz="1400" dirty="0"/>
          </a:p>
        </p:txBody>
      </p:sp>
      <p:sp>
        <p:nvSpPr>
          <p:cNvPr id="201" name="Shape 199"/>
          <p:cNvSpPr/>
          <p:nvPr/>
        </p:nvSpPr>
        <p:spPr>
          <a:xfrm flipH="1">
            <a:off x="2032000" y="3435350"/>
            <a:ext cx="22860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 flipH="1">
            <a:off x="1790700" y="3435350"/>
            <a:ext cx="241300" cy="20320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9067800" y="3549650"/>
            <a:ext cx="21590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9283700" y="3549650"/>
            <a:ext cx="482600" cy="30480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 flipH="1">
            <a:off x="4597400" y="5378450"/>
            <a:ext cx="20320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 flipH="1">
            <a:off x="3886200" y="5378450"/>
            <a:ext cx="711200" cy="53975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7283450" y="5594350"/>
            <a:ext cx="3378200" cy="838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208" name="Text 206"/>
          <p:cNvSpPr/>
          <p:nvPr/>
        </p:nvSpPr>
        <p:spPr>
          <a:xfrm>
            <a:off x="7283450" y="5626100"/>
            <a:ext cx="3378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 we use </a:t>
            </a:r>
            <a:pPr algn="ctr" indent="0" marL="0">
              <a:lnSpc>
                <a:spcPts val="2200"/>
              </a:lnSpc>
              <a:buNone/>
            </a:pPr>
            <a:r>
              <a:rPr lang="en-US" sz="1700" b="1" i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X</a:t>
            </a:r>
            <a:pPr algn="ctr" indent="0" marL="0">
              <a:lnSpc>
                <a:spcPts val="2200"/>
              </a:lnSpc>
              <a:buNone/>
            </a:pPr>
            <a:r>
              <a:rPr lang="en-US" sz="1700" b="1" i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lnSpc>
                <a:spcPts val="2200"/>
              </a:lnSpc>
              <a:buNone/>
            </a:pPr>
            <a:r>
              <a:rPr lang="en-US" sz="17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Vector</a:t>
            </a:r>
            <a:endParaRPr lang="en-US" sz="17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7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three Roles ?</a:t>
            </a:r>
            <a:endParaRPr lang="en-US" sz="1700" dirty="0"/>
          </a:p>
        </p:txBody>
      </p:sp>
      <p:sp>
        <p:nvSpPr>
          <p:cNvPr id="209" name="Text 207"/>
          <p:cNvSpPr/>
          <p:nvPr/>
        </p:nvSpPr>
        <p:spPr>
          <a:xfrm>
            <a:off x="378717" y="66294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Attention Mechanism </a:t>
            </a:r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(Input Word plays Different Roles)</a:t>
            </a:r>
            <a:endParaRPr lang="en-US" sz="2000" dirty="0"/>
          </a:p>
        </p:txBody>
      </p:sp>
      <p:sp>
        <p:nvSpPr>
          <p:cNvPr id="210" name="Text 208"/>
          <p:cNvSpPr/>
          <p:nvPr/>
        </p:nvSpPr>
        <p:spPr>
          <a:xfrm>
            <a:off x="385063" y="961949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algn="ctr" indent="0" marL="0">
              <a:buNone/>
            </a:pPr>
            <a:r>
              <a:rPr lang="en-US" sz="20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</a:t>
            </a:r>
            <a:pPr algn="ctr" indent="0" marL="0">
              <a:buNone/>
            </a:pPr>
            <a:r>
              <a:rPr lang="en-US" sz="2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using </a:t>
            </a:r>
            <a:pPr algn="ctr" indent="0" marL="0">
              <a:buNone/>
            </a:pPr>
            <a:r>
              <a:rPr lang="en-US" sz="20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20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2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All </a:t>
            </a:r>
            <a:pPr algn="ctr" indent="0" marL="0">
              <a:buNone/>
            </a:pPr>
            <a:r>
              <a:rPr lang="en-US" sz="20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</a:t>
            </a:r>
            <a:pPr algn="ctr" indent="0" marL="0">
              <a:buNone/>
            </a:pPr>
            <a:r>
              <a:rPr lang="en-US" sz="2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Dictionary and retrieve Corresponding </a:t>
            </a:r>
            <a:pPr algn="ctr" indent="0" marL="0">
              <a:buNone/>
            </a:pPr>
            <a:r>
              <a:rPr lang="en-US" sz="20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</a:t>
            </a:r>
            <a:endParaRPr lang="en-US" sz="2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84200" y="1168400"/>
            <a:ext cx="10858500" cy="5638800"/>
          </a:xfrm>
          <a:prstGeom prst="roundRect">
            <a:avLst>
              <a:gd name="adj" fmla="val 2270"/>
            </a:avLst>
          </a:prstGeom>
          <a:solidFill>
            <a:srgbClr val="F7E2CD"/>
          </a:solidFill>
          <a:ln/>
        </p:spPr>
      </p:sp>
      <p:sp>
        <p:nvSpPr>
          <p:cNvPr id="6" name="Text 4"/>
          <p:cNvSpPr/>
          <p:nvPr/>
        </p:nvSpPr>
        <p:spPr>
          <a:xfrm>
            <a:off x="838200" y="558800"/>
            <a:ext cx="1016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Attention Mechanism </a:t>
            </a:r>
            <a:pPr algn="ctr" indent="0" marL="0">
              <a:buNone/>
            </a:pPr>
            <a:r>
              <a:rPr lang="en-US" sz="2000" b="1" dirty="0">
                <a:solidFill>
                  <a:srgbClr val="1B1878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(Linear Transformation of Inputs)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70000" y="889000"/>
            <a:ext cx="9779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0" b="1" spc="8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algn="ctr" indent="0" marL="0">
              <a:buNone/>
            </a:pPr>
            <a:r>
              <a:rPr lang="en-US" sz="1900" b="1" spc="80" kern="0" dirty="0">
                <a:solidFill>
                  <a:srgbClr val="9E1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</a:t>
            </a:r>
            <a:pPr algn="ctr" indent="0" marL="0">
              <a:buNone/>
            </a:pPr>
            <a:r>
              <a:rPr lang="en-US" sz="1900" b="1" spc="8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using </a:t>
            </a:r>
            <a:pPr algn="ctr" indent="0" marL="0">
              <a:buNone/>
            </a:pPr>
            <a:r>
              <a:rPr lang="en-US" sz="1900" b="1" spc="80" kern="0" dirty="0">
                <a:solidFill>
                  <a:srgbClr val="9E1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900" b="1" baseline="-40000" spc="80" kern="0" dirty="0">
                <a:solidFill>
                  <a:srgbClr val="9E1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1900" b="1" spc="8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All </a:t>
            </a:r>
            <a:pPr algn="ctr" indent="0" marL="0">
              <a:buNone/>
            </a:pPr>
            <a:r>
              <a:rPr lang="en-US" sz="1900" b="1" spc="80" kern="0" dirty="0">
                <a:solidFill>
                  <a:srgbClr val="9E1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</a:t>
            </a:r>
            <a:pPr algn="ctr" indent="0" marL="0">
              <a:buNone/>
            </a:pPr>
            <a:r>
              <a:rPr lang="en-US" sz="1900" b="1" spc="8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Dictionary and retrieve Corresponding </a:t>
            </a:r>
            <a:pPr algn="ctr" indent="0" marL="0">
              <a:buNone/>
            </a:pPr>
            <a:r>
              <a:rPr lang="en-US" sz="1900" b="1" spc="80" kern="0" dirty="0">
                <a:solidFill>
                  <a:srgbClr val="9E1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11200" y="1231900"/>
            <a:ext cx="5219700" cy="2578100"/>
          </a:xfrm>
          <a:prstGeom prst="roundRect">
            <a:avLst>
              <a:gd name="adj" fmla="val 3547"/>
            </a:avLst>
          </a:prstGeom>
          <a:solidFill>
            <a:srgbClr val="FFFFFF"/>
          </a:solidFill>
          <a:ln w="25400">
            <a:solidFill>
              <a:srgbClr val="A030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39800" y="1727200"/>
            <a:ext cx="1752600" cy="457200"/>
          </a:xfrm>
          <a:prstGeom prst="roundRect">
            <a:avLst>
              <a:gd name="adj" fmla="val 50000"/>
            </a:avLst>
          </a:prstGeom>
          <a:solidFill>
            <a:srgbClr val="FFD0F6"/>
          </a:solidFill>
          <a:ln w="12700">
            <a:solidFill>
              <a:srgbClr val="B060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5200" y="1790700"/>
            <a:ext cx="12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E1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540000" y="1790700"/>
            <a:ext cx="12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E1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]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079500" y="1790700"/>
            <a:ext cx="330200" cy="330200"/>
          </a:xfrm>
          <a:prstGeom prst="ellipse">
            <a:avLst/>
          </a:prstGeom>
          <a:solidFill>
            <a:srgbClr val="D8D4EC"/>
          </a:solidFill>
          <a:ln w="15875">
            <a:solidFill>
              <a:srgbClr val="A030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6800" y="1828800"/>
            <a:ext cx="3556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473200" y="1790700"/>
            <a:ext cx="330200" cy="330200"/>
          </a:xfrm>
          <a:prstGeom prst="ellipse">
            <a:avLst/>
          </a:prstGeom>
          <a:solidFill>
            <a:srgbClr val="D8D4EC"/>
          </a:solidFill>
          <a:ln w="15875">
            <a:solidFill>
              <a:srgbClr val="A030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60500" y="1828800"/>
            <a:ext cx="3556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66900" y="1790700"/>
            <a:ext cx="330200" cy="330200"/>
          </a:xfrm>
          <a:prstGeom prst="ellipse">
            <a:avLst/>
          </a:prstGeom>
          <a:solidFill>
            <a:srgbClr val="D8D4EC"/>
          </a:solidFill>
          <a:ln w="15875">
            <a:solidFill>
              <a:srgbClr val="A030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54200" y="1828800"/>
            <a:ext cx="3556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60600" y="1790700"/>
            <a:ext cx="330200" cy="330200"/>
          </a:xfrm>
          <a:prstGeom prst="ellipse">
            <a:avLst/>
          </a:prstGeom>
          <a:solidFill>
            <a:srgbClr val="D8D4EC"/>
          </a:solidFill>
          <a:ln w="15875">
            <a:solidFill>
              <a:srgbClr val="A030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47900" y="1828800"/>
            <a:ext cx="3556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333500" y="2260600"/>
            <a:ext cx="5842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9E1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2400" b="1" i="1" baseline="-40000" dirty="0">
                <a:solidFill>
                  <a:srgbClr val="9E1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2159000" y="2120900"/>
            <a:ext cx="4572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E1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1xd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768600" y="1422400"/>
            <a:ext cx="1993900" cy="2273300"/>
          </a:xfrm>
          <a:prstGeom prst="roundRect">
            <a:avLst>
              <a:gd name="adj" fmla="val 4586"/>
            </a:avLst>
          </a:prstGeom>
          <a:solidFill>
            <a:srgbClr val="F2C7CA"/>
          </a:solidFill>
          <a:ln/>
        </p:spPr>
      </p:sp>
      <p:sp>
        <p:nvSpPr>
          <p:cNvPr id="23" name="Shape 21"/>
          <p:cNvSpPr/>
          <p:nvPr/>
        </p:nvSpPr>
        <p:spPr>
          <a:xfrm>
            <a:off x="3235325" y="1473200"/>
            <a:ext cx="0" cy="2171700"/>
          </a:xfrm>
          <a:prstGeom prst="line">
            <a:avLst/>
          </a:prstGeom>
          <a:noFill/>
          <a:ln w="12700">
            <a:solidFill>
              <a:srgbClr val="D3AFB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19400" y="1974850"/>
            <a:ext cx="1892300" cy="0"/>
          </a:xfrm>
          <a:prstGeom prst="line">
            <a:avLst/>
          </a:prstGeom>
          <a:noFill/>
          <a:ln w="12700">
            <a:solidFill>
              <a:srgbClr val="D3AFB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24275" y="1473200"/>
            <a:ext cx="0" cy="2171700"/>
          </a:xfrm>
          <a:prstGeom prst="line">
            <a:avLst/>
          </a:prstGeom>
          <a:noFill/>
          <a:ln w="12700">
            <a:solidFill>
              <a:srgbClr val="D3AFB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19400" y="2514600"/>
            <a:ext cx="1892300" cy="0"/>
          </a:xfrm>
          <a:prstGeom prst="line">
            <a:avLst/>
          </a:prstGeom>
          <a:noFill/>
          <a:ln w="12700">
            <a:solidFill>
              <a:srgbClr val="D3AFB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13225" y="1473200"/>
            <a:ext cx="0" cy="2171700"/>
          </a:xfrm>
          <a:prstGeom prst="line">
            <a:avLst/>
          </a:prstGeom>
          <a:noFill/>
          <a:ln w="12700">
            <a:solidFill>
              <a:srgbClr val="D3AFB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19400" y="3051175"/>
            <a:ext cx="1892300" cy="0"/>
          </a:xfrm>
          <a:prstGeom prst="line">
            <a:avLst/>
          </a:prstGeom>
          <a:noFill/>
          <a:ln w="12700">
            <a:solidFill>
              <a:srgbClr val="D3AFB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25750" y="159385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00350" y="159385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1A2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314700" y="159385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89300" y="159385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1A2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803650" y="159385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78250" y="159385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1A2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292600" y="159385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67200" y="159385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1A2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825750" y="210185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800350" y="210185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1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8B1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314700" y="210185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89300" y="210185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1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8B1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803650" y="210185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778250" y="210185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1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8B1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292600" y="210185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267200" y="210185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1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8B1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825750" y="267335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800350" y="267335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5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A05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314700" y="267335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89300" y="267335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5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A05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803650" y="267335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778250" y="267335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5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A05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292600" y="267335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267200" y="267335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5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A05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2825750" y="317500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800350" y="317500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1E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314700" y="317500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89300" y="317500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1E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803650" y="317500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778250" y="317500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1E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292600" y="317500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267200" y="317500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1E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2159000" y="2921000"/>
            <a:ext cx="7112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9E1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2000" b="1" i="1" baseline="-40000" dirty="0">
                <a:solidFill>
                  <a:srgbClr val="9E1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2000" dirty="0"/>
          </a:p>
        </p:txBody>
      </p:sp>
      <p:sp>
        <p:nvSpPr>
          <p:cNvPr id="62" name="Text 60"/>
          <p:cNvSpPr/>
          <p:nvPr/>
        </p:nvSpPr>
        <p:spPr>
          <a:xfrm>
            <a:off x="4241800" y="3505200"/>
            <a:ext cx="50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3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dxd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4851400" y="2438400"/>
            <a:ext cx="3302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0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5219700" y="1485900"/>
            <a:ext cx="533400" cy="2184400"/>
          </a:xfrm>
          <a:prstGeom prst="roundRect">
            <a:avLst>
              <a:gd name="adj" fmla="val 37714"/>
            </a:avLst>
          </a:prstGeom>
          <a:solidFill>
            <a:srgbClr val="F0C4C4"/>
          </a:solidFill>
          <a:ln w="22225">
            <a:solidFill>
              <a:srgbClr val="9E2B3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257800" y="1574800"/>
            <a:ext cx="419100" cy="342900"/>
          </a:xfrm>
          <a:prstGeom prst="rect">
            <a:avLst/>
          </a:prstGeom>
          <a:solidFill>
            <a:srgbClr val="F5F0BE"/>
          </a:solidFill>
          <a:ln w="9525">
            <a:solidFill>
              <a:srgbClr val="8A7A5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257800" y="1574800"/>
            <a:ext cx="4191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50" b="1" baseline="-40000" dirty="0">
                <a:solidFill>
                  <a:srgbClr val="B0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650" b="1" baseline="-4000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5257800" y="2129367"/>
            <a:ext cx="419100" cy="342900"/>
          </a:xfrm>
          <a:prstGeom prst="rect">
            <a:avLst/>
          </a:prstGeom>
          <a:solidFill>
            <a:srgbClr val="F5F0BE"/>
          </a:solidFill>
          <a:ln w="9525">
            <a:solidFill>
              <a:srgbClr val="8A7A5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257800" y="2129367"/>
            <a:ext cx="4191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50" b="1" baseline="-40000" dirty="0">
                <a:solidFill>
                  <a:srgbClr val="B0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650" b="1" baseline="-4000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5257800" y="2683933"/>
            <a:ext cx="419100" cy="342900"/>
          </a:xfrm>
          <a:prstGeom prst="rect">
            <a:avLst/>
          </a:prstGeom>
          <a:solidFill>
            <a:srgbClr val="F5F0BE"/>
          </a:solidFill>
          <a:ln w="9525">
            <a:solidFill>
              <a:srgbClr val="8A7A5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257800" y="2683933"/>
            <a:ext cx="4191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50" b="1" baseline="-40000" dirty="0">
                <a:solidFill>
                  <a:srgbClr val="B0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650" b="1" baseline="-4000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5257800" y="3238500"/>
            <a:ext cx="419100" cy="342900"/>
          </a:xfrm>
          <a:prstGeom prst="rect">
            <a:avLst/>
          </a:prstGeom>
          <a:solidFill>
            <a:srgbClr val="F5F0BE"/>
          </a:solidFill>
          <a:ln w="9525">
            <a:solidFill>
              <a:srgbClr val="8A7A5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257800" y="3238500"/>
            <a:ext cx="4191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50" b="1" baseline="-40000" dirty="0">
                <a:solidFill>
                  <a:srgbClr val="B0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650" b="1" baseline="-4000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6083300" y="1244600"/>
            <a:ext cx="5194300" cy="255270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25400">
            <a:solidFill>
              <a:srgbClr val="2E239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248400" y="1727200"/>
            <a:ext cx="1752600" cy="457200"/>
          </a:xfrm>
          <a:prstGeom prst="roundRect">
            <a:avLst>
              <a:gd name="adj" fmla="val 50000"/>
            </a:avLst>
          </a:prstGeom>
          <a:solidFill>
            <a:srgbClr val="FFD0F6"/>
          </a:solidFill>
          <a:ln w="12700">
            <a:solidFill>
              <a:srgbClr val="B060A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273800" y="1790700"/>
            <a:ext cx="12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E1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</a:t>
            </a:r>
            <a:endParaRPr lang="en-US" sz="1500" dirty="0"/>
          </a:p>
        </p:txBody>
      </p:sp>
      <p:sp>
        <p:nvSpPr>
          <p:cNvPr id="76" name="Text 74"/>
          <p:cNvSpPr/>
          <p:nvPr/>
        </p:nvSpPr>
        <p:spPr>
          <a:xfrm>
            <a:off x="7848600" y="1790700"/>
            <a:ext cx="12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E1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]</a:t>
            </a:r>
            <a:endParaRPr lang="en-US" sz="1500" dirty="0"/>
          </a:p>
        </p:txBody>
      </p:sp>
      <p:sp>
        <p:nvSpPr>
          <p:cNvPr id="77" name="Shape 75"/>
          <p:cNvSpPr/>
          <p:nvPr/>
        </p:nvSpPr>
        <p:spPr>
          <a:xfrm>
            <a:off x="6388100" y="1790700"/>
            <a:ext cx="330200" cy="330200"/>
          </a:xfrm>
          <a:prstGeom prst="ellipse">
            <a:avLst/>
          </a:prstGeom>
          <a:solidFill>
            <a:srgbClr val="D8D4EC"/>
          </a:solidFill>
          <a:ln w="15875">
            <a:solidFill>
              <a:srgbClr val="A0303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375400" y="1828800"/>
            <a:ext cx="3556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6781800" y="1790700"/>
            <a:ext cx="330200" cy="330200"/>
          </a:xfrm>
          <a:prstGeom prst="ellipse">
            <a:avLst/>
          </a:prstGeom>
          <a:solidFill>
            <a:srgbClr val="D8D4EC"/>
          </a:solidFill>
          <a:ln w="15875">
            <a:solidFill>
              <a:srgbClr val="A03038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769100" y="1828800"/>
            <a:ext cx="3556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7175500" y="1790700"/>
            <a:ext cx="330200" cy="330200"/>
          </a:xfrm>
          <a:prstGeom prst="ellipse">
            <a:avLst/>
          </a:prstGeom>
          <a:solidFill>
            <a:srgbClr val="D8D4EC"/>
          </a:solidFill>
          <a:ln w="15875">
            <a:solidFill>
              <a:srgbClr val="A03038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162800" y="1828800"/>
            <a:ext cx="3556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7569200" y="1790700"/>
            <a:ext cx="330200" cy="330200"/>
          </a:xfrm>
          <a:prstGeom prst="ellipse">
            <a:avLst/>
          </a:prstGeom>
          <a:solidFill>
            <a:srgbClr val="D8D4EC"/>
          </a:solidFill>
          <a:ln w="15875">
            <a:solidFill>
              <a:srgbClr val="A03038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556500" y="1828800"/>
            <a:ext cx="3556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6642100" y="2260600"/>
            <a:ext cx="5842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9E1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2400" b="1" i="1" baseline="-40000" dirty="0">
                <a:solidFill>
                  <a:srgbClr val="9E1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86" name="Text 84"/>
          <p:cNvSpPr/>
          <p:nvPr/>
        </p:nvSpPr>
        <p:spPr>
          <a:xfrm>
            <a:off x="7467600" y="2120900"/>
            <a:ext cx="4572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E1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1xd</a:t>
            </a:r>
            <a:endParaRPr lang="en-US" sz="1300" dirty="0"/>
          </a:p>
        </p:txBody>
      </p:sp>
      <p:sp>
        <p:nvSpPr>
          <p:cNvPr id="87" name="Shape 85"/>
          <p:cNvSpPr/>
          <p:nvPr/>
        </p:nvSpPr>
        <p:spPr>
          <a:xfrm>
            <a:off x="8064500" y="1422400"/>
            <a:ext cx="1993900" cy="2273300"/>
          </a:xfrm>
          <a:prstGeom prst="roundRect">
            <a:avLst>
              <a:gd name="adj" fmla="val 4586"/>
            </a:avLst>
          </a:prstGeom>
          <a:solidFill>
            <a:srgbClr val="BCBCF2"/>
          </a:solidFill>
          <a:ln/>
        </p:spPr>
      </p:sp>
      <p:sp>
        <p:nvSpPr>
          <p:cNvPr id="88" name="Shape 86"/>
          <p:cNvSpPr/>
          <p:nvPr/>
        </p:nvSpPr>
        <p:spPr>
          <a:xfrm>
            <a:off x="8531225" y="1473200"/>
            <a:ext cx="0" cy="2171700"/>
          </a:xfrm>
          <a:prstGeom prst="line">
            <a:avLst/>
          </a:prstGeom>
          <a:noFill/>
          <a:ln w="12700">
            <a:solidFill>
              <a:srgbClr val="8A94C9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8115300" y="1974850"/>
            <a:ext cx="1892300" cy="0"/>
          </a:xfrm>
          <a:prstGeom prst="line">
            <a:avLst/>
          </a:prstGeom>
          <a:noFill/>
          <a:ln w="12700">
            <a:solidFill>
              <a:srgbClr val="8A94C9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020175" y="1473200"/>
            <a:ext cx="0" cy="2171700"/>
          </a:xfrm>
          <a:prstGeom prst="line">
            <a:avLst/>
          </a:prstGeom>
          <a:noFill/>
          <a:ln w="12700">
            <a:solidFill>
              <a:srgbClr val="8A94C9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115300" y="2514600"/>
            <a:ext cx="1892300" cy="0"/>
          </a:xfrm>
          <a:prstGeom prst="line">
            <a:avLst/>
          </a:prstGeom>
          <a:noFill/>
          <a:ln w="12700">
            <a:solidFill>
              <a:srgbClr val="8A94C9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9509125" y="1473200"/>
            <a:ext cx="0" cy="2171700"/>
          </a:xfrm>
          <a:prstGeom prst="line">
            <a:avLst/>
          </a:prstGeom>
          <a:noFill/>
          <a:ln w="12700">
            <a:solidFill>
              <a:srgbClr val="8A94C9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115300" y="3051175"/>
            <a:ext cx="1892300" cy="0"/>
          </a:xfrm>
          <a:prstGeom prst="line">
            <a:avLst/>
          </a:prstGeom>
          <a:noFill/>
          <a:ln w="12700">
            <a:solidFill>
              <a:srgbClr val="8A94C9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121650" y="159385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8096250" y="159385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1A2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8610600" y="159385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8585200" y="159385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1A2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9099550" y="159385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9074150" y="159385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1A2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9588500" y="159385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9563100" y="159385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1A2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8121650" y="210185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8096250" y="210185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1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8B1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8610600" y="210185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8585200" y="210185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1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8B1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9099550" y="210185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9074150" y="210185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1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8B1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9588500" y="210185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9563100" y="210185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1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8B1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8121650" y="267335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8096250" y="267335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5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A05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8610600" y="267335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8585200" y="267335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5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A05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114" name="Shape 112"/>
          <p:cNvSpPr/>
          <p:nvPr/>
        </p:nvSpPr>
        <p:spPr>
          <a:xfrm>
            <a:off x="9099550" y="267335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9074150" y="267335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5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A05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9588500" y="267335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9563100" y="267335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5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A05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900" dirty="0"/>
          </a:p>
        </p:txBody>
      </p:sp>
      <p:sp>
        <p:nvSpPr>
          <p:cNvPr id="118" name="Shape 116"/>
          <p:cNvSpPr/>
          <p:nvPr/>
        </p:nvSpPr>
        <p:spPr>
          <a:xfrm>
            <a:off x="8121650" y="317500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8096250" y="317500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1E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120" name="Shape 118"/>
          <p:cNvSpPr/>
          <p:nvPr/>
        </p:nvSpPr>
        <p:spPr>
          <a:xfrm>
            <a:off x="8610600" y="317500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8585200" y="317500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1E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9099550" y="317500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9074150" y="317500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1E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00" dirty="0"/>
          </a:p>
        </p:txBody>
      </p:sp>
      <p:sp>
        <p:nvSpPr>
          <p:cNvPr id="124" name="Shape 122"/>
          <p:cNvSpPr/>
          <p:nvPr/>
        </p:nvSpPr>
        <p:spPr>
          <a:xfrm>
            <a:off x="9588500" y="317500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9563100" y="317500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1E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900" dirty="0"/>
          </a:p>
        </p:txBody>
      </p:sp>
      <p:sp>
        <p:nvSpPr>
          <p:cNvPr id="126" name="Text 124"/>
          <p:cNvSpPr/>
          <p:nvPr/>
        </p:nvSpPr>
        <p:spPr>
          <a:xfrm>
            <a:off x="7454900" y="2921000"/>
            <a:ext cx="7112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9E1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2000" b="1" i="1" baseline="-40000" dirty="0">
                <a:solidFill>
                  <a:srgbClr val="9E1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2000" dirty="0"/>
          </a:p>
        </p:txBody>
      </p:sp>
      <p:sp>
        <p:nvSpPr>
          <p:cNvPr id="127" name="Text 125"/>
          <p:cNvSpPr/>
          <p:nvPr/>
        </p:nvSpPr>
        <p:spPr>
          <a:xfrm>
            <a:off x="9550400" y="3505200"/>
            <a:ext cx="50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3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dxd</a:t>
            </a:r>
            <a:endParaRPr lang="en-US" sz="1100" dirty="0"/>
          </a:p>
        </p:txBody>
      </p:sp>
      <p:sp>
        <p:nvSpPr>
          <p:cNvPr id="128" name="Text 126"/>
          <p:cNvSpPr/>
          <p:nvPr/>
        </p:nvSpPr>
        <p:spPr>
          <a:xfrm>
            <a:off x="10160000" y="2438400"/>
            <a:ext cx="3302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0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600" dirty="0"/>
          </a:p>
        </p:txBody>
      </p:sp>
      <p:sp>
        <p:nvSpPr>
          <p:cNvPr id="129" name="Shape 127"/>
          <p:cNvSpPr/>
          <p:nvPr/>
        </p:nvSpPr>
        <p:spPr>
          <a:xfrm>
            <a:off x="10490200" y="1473200"/>
            <a:ext cx="584200" cy="2197100"/>
          </a:xfrm>
          <a:prstGeom prst="roundRect">
            <a:avLst>
              <a:gd name="adj" fmla="val 34435"/>
            </a:avLst>
          </a:prstGeom>
          <a:solidFill>
            <a:srgbClr val="BCBCF2"/>
          </a:solidFill>
          <a:ln w="22225">
            <a:solidFill>
              <a:srgbClr val="9E2B3E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10528300" y="1562100"/>
            <a:ext cx="469900" cy="342900"/>
          </a:xfrm>
          <a:prstGeom prst="rect">
            <a:avLst/>
          </a:prstGeom>
          <a:solidFill>
            <a:srgbClr val="F5F0BE"/>
          </a:solidFill>
          <a:ln w="9525">
            <a:solidFill>
              <a:srgbClr val="8A7A50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10528300" y="1562100"/>
            <a:ext cx="469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50" b="1" baseline="-40000" dirty="0">
                <a:solidFill>
                  <a:srgbClr val="B0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650" b="1" baseline="-4000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100" dirty="0"/>
          </a:p>
        </p:txBody>
      </p:sp>
      <p:sp>
        <p:nvSpPr>
          <p:cNvPr id="132" name="Shape 130"/>
          <p:cNvSpPr/>
          <p:nvPr/>
        </p:nvSpPr>
        <p:spPr>
          <a:xfrm>
            <a:off x="10528300" y="2120900"/>
            <a:ext cx="469900" cy="342900"/>
          </a:xfrm>
          <a:prstGeom prst="rect">
            <a:avLst/>
          </a:prstGeom>
          <a:solidFill>
            <a:srgbClr val="F5F0BE"/>
          </a:solidFill>
          <a:ln w="9525">
            <a:solidFill>
              <a:srgbClr val="8A7A50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10528300" y="2120900"/>
            <a:ext cx="469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50" b="1" baseline="-40000" dirty="0">
                <a:solidFill>
                  <a:srgbClr val="B0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650" b="1" baseline="-4000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100" dirty="0"/>
          </a:p>
        </p:txBody>
      </p:sp>
      <p:sp>
        <p:nvSpPr>
          <p:cNvPr id="134" name="Shape 132"/>
          <p:cNvSpPr/>
          <p:nvPr/>
        </p:nvSpPr>
        <p:spPr>
          <a:xfrm>
            <a:off x="10528300" y="2679700"/>
            <a:ext cx="469900" cy="342900"/>
          </a:xfrm>
          <a:prstGeom prst="rect">
            <a:avLst/>
          </a:prstGeom>
          <a:solidFill>
            <a:srgbClr val="F5F0BE"/>
          </a:solidFill>
          <a:ln w="9525">
            <a:solidFill>
              <a:srgbClr val="8A7A50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10528300" y="2679700"/>
            <a:ext cx="469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50" b="1" baseline="-40000" dirty="0">
                <a:solidFill>
                  <a:srgbClr val="B0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650" b="1" baseline="-4000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100" dirty="0"/>
          </a:p>
        </p:txBody>
      </p:sp>
      <p:sp>
        <p:nvSpPr>
          <p:cNvPr id="136" name="Shape 134"/>
          <p:cNvSpPr/>
          <p:nvPr/>
        </p:nvSpPr>
        <p:spPr>
          <a:xfrm>
            <a:off x="10528300" y="3238500"/>
            <a:ext cx="469900" cy="342900"/>
          </a:xfrm>
          <a:prstGeom prst="rect">
            <a:avLst/>
          </a:prstGeom>
          <a:solidFill>
            <a:srgbClr val="F5F0BE"/>
          </a:solidFill>
          <a:ln w="9525">
            <a:solidFill>
              <a:srgbClr val="8A7A50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10528300" y="3238500"/>
            <a:ext cx="469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50" b="1" baseline="-40000" dirty="0">
                <a:solidFill>
                  <a:srgbClr val="B0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650" b="1" baseline="-4000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100" dirty="0"/>
          </a:p>
        </p:txBody>
      </p:sp>
      <p:sp>
        <p:nvSpPr>
          <p:cNvPr id="138" name="Shape 136"/>
          <p:cNvSpPr/>
          <p:nvPr/>
        </p:nvSpPr>
        <p:spPr>
          <a:xfrm>
            <a:off x="736600" y="3949700"/>
            <a:ext cx="5207000" cy="2768600"/>
          </a:xfrm>
          <a:prstGeom prst="roundRect">
            <a:avLst>
              <a:gd name="adj" fmla="val 3303"/>
            </a:avLst>
          </a:prstGeom>
          <a:solidFill>
            <a:srgbClr val="FFFFFF"/>
          </a:solidFill>
          <a:ln w="25400">
            <a:solidFill>
              <a:srgbClr val="4E8B58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965200" y="4470400"/>
            <a:ext cx="1752600" cy="457200"/>
          </a:xfrm>
          <a:prstGeom prst="roundRect">
            <a:avLst>
              <a:gd name="adj" fmla="val 50000"/>
            </a:avLst>
          </a:prstGeom>
          <a:solidFill>
            <a:srgbClr val="FFD0F6"/>
          </a:solidFill>
          <a:ln w="12700">
            <a:solidFill>
              <a:srgbClr val="B060A8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990600" y="4533900"/>
            <a:ext cx="12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E1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</a:t>
            </a:r>
            <a:endParaRPr lang="en-US" sz="1500" dirty="0"/>
          </a:p>
        </p:txBody>
      </p:sp>
      <p:sp>
        <p:nvSpPr>
          <p:cNvPr id="141" name="Text 139"/>
          <p:cNvSpPr/>
          <p:nvPr/>
        </p:nvSpPr>
        <p:spPr>
          <a:xfrm>
            <a:off x="2565400" y="4533900"/>
            <a:ext cx="12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E1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]</a:t>
            </a:r>
            <a:endParaRPr lang="en-US" sz="1500" dirty="0"/>
          </a:p>
        </p:txBody>
      </p:sp>
      <p:sp>
        <p:nvSpPr>
          <p:cNvPr id="142" name="Shape 140"/>
          <p:cNvSpPr/>
          <p:nvPr/>
        </p:nvSpPr>
        <p:spPr>
          <a:xfrm>
            <a:off x="1104900" y="4533900"/>
            <a:ext cx="330200" cy="330200"/>
          </a:xfrm>
          <a:prstGeom prst="ellipse">
            <a:avLst/>
          </a:prstGeom>
          <a:solidFill>
            <a:srgbClr val="D8D4EC"/>
          </a:solidFill>
          <a:ln w="15875">
            <a:solidFill>
              <a:srgbClr val="A03038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1092200" y="4572000"/>
            <a:ext cx="3556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144" name="Shape 142"/>
          <p:cNvSpPr/>
          <p:nvPr/>
        </p:nvSpPr>
        <p:spPr>
          <a:xfrm>
            <a:off x="1498600" y="4533900"/>
            <a:ext cx="330200" cy="330200"/>
          </a:xfrm>
          <a:prstGeom prst="ellipse">
            <a:avLst/>
          </a:prstGeom>
          <a:solidFill>
            <a:srgbClr val="D8D4EC"/>
          </a:solidFill>
          <a:ln w="15875">
            <a:solidFill>
              <a:srgbClr val="A03038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1485900" y="4572000"/>
            <a:ext cx="3556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  <p:sp>
        <p:nvSpPr>
          <p:cNvPr id="146" name="Shape 144"/>
          <p:cNvSpPr/>
          <p:nvPr/>
        </p:nvSpPr>
        <p:spPr>
          <a:xfrm>
            <a:off x="1892300" y="4533900"/>
            <a:ext cx="330200" cy="330200"/>
          </a:xfrm>
          <a:prstGeom prst="ellipse">
            <a:avLst/>
          </a:prstGeom>
          <a:solidFill>
            <a:srgbClr val="D8D4EC"/>
          </a:solidFill>
          <a:ln w="15875">
            <a:solidFill>
              <a:srgbClr val="A03038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1879600" y="4572000"/>
            <a:ext cx="3556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  <p:sp>
        <p:nvSpPr>
          <p:cNvPr id="148" name="Shape 146"/>
          <p:cNvSpPr/>
          <p:nvPr/>
        </p:nvSpPr>
        <p:spPr>
          <a:xfrm>
            <a:off x="2286000" y="4533900"/>
            <a:ext cx="330200" cy="330200"/>
          </a:xfrm>
          <a:prstGeom prst="ellipse">
            <a:avLst/>
          </a:prstGeom>
          <a:solidFill>
            <a:srgbClr val="D8D4EC"/>
          </a:solidFill>
          <a:ln w="15875">
            <a:solidFill>
              <a:srgbClr val="A03038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2273300" y="4572000"/>
            <a:ext cx="3556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  <p:sp>
        <p:nvSpPr>
          <p:cNvPr id="150" name="Text 148"/>
          <p:cNvSpPr/>
          <p:nvPr/>
        </p:nvSpPr>
        <p:spPr>
          <a:xfrm>
            <a:off x="1358900" y="5003800"/>
            <a:ext cx="5842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9E1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2400" b="1" i="1" baseline="-40000" dirty="0">
                <a:solidFill>
                  <a:srgbClr val="9E1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51" name="Text 149"/>
          <p:cNvSpPr/>
          <p:nvPr/>
        </p:nvSpPr>
        <p:spPr>
          <a:xfrm>
            <a:off x="2184400" y="4864100"/>
            <a:ext cx="4572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E1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1xd</a:t>
            </a:r>
            <a:endParaRPr lang="en-US" sz="1300" dirty="0"/>
          </a:p>
        </p:txBody>
      </p:sp>
      <p:sp>
        <p:nvSpPr>
          <p:cNvPr id="152" name="Shape 150"/>
          <p:cNvSpPr/>
          <p:nvPr/>
        </p:nvSpPr>
        <p:spPr>
          <a:xfrm>
            <a:off x="2806700" y="4191000"/>
            <a:ext cx="1993900" cy="2235200"/>
          </a:xfrm>
          <a:prstGeom prst="roundRect">
            <a:avLst>
              <a:gd name="adj" fmla="val 4586"/>
            </a:avLst>
          </a:prstGeom>
          <a:solidFill>
            <a:srgbClr val="C9F0D8"/>
          </a:solidFill>
          <a:ln/>
        </p:spPr>
      </p:sp>
      <p:sp>
        <p:nvSpPr>
          <p:cNvPr id="153" name="Shape 151"/>
          <p:cNvSpPr/>
          <p:nvPr/>
        </p:nvSpPr>
        <p:spPr>
          <a:xfrm>
            <a:off x="3273425" y="4241800"/>
            <a:ext cx="0" cy="2133600"/>
          </a:xfrm>
          <a:prstGeom prst="line">
            <a:avLst/>
          </a:prstGeom>
          <a:noFill/>
          <a:ln w="12700">
            <a:solidFill>
              <a:srgbClr val="9CCBAF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2857500" y="4743450"/>
            <a:ext cx="1892300" cy="0"/>
          </a:xfrm>
          <a:prstGeom prst="line">
            <a:avLst/>
          </a:prstGeom>
          <a:noFill/>
          <a:ln w="12700">
            <a:solidFill>
              <a:srgbClr val="9CCBAF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3762375" y="4241800"/>
            <a:ext cx="0" cy="2133600"/>
          </a:xfrm>
          <a:prstGeom prst="line">
            <a:avLst/>
          </a:prstGeom>
          <a:noFill/>
          <a:ln w="12700">
            <a:solidFill>
              <a:srgbClr val="9CCBAF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2857500" y="5283200"/>
            <a:ext cx="1892300" cy="0"/>
          </a:xfrm>
          <a:prstGeom prst="line">
            <a:avLst/>
          </a:prstGeom>
          <a:noFill/>
          <a:ln w="12700">
            <a:solidFill>
              <a:srgbClr val="9CCBAF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4251325" y="4241800"/>
            <a:ext cx="0" cy="2133600"/>
          </a:xfrm>
          <a:prstGeom prst="line">
            <a:avLst/>
          </a:prstGeom>
          <a:noFill/>
          <a:ln w="12700">
            <a:solidFill>
              <a:srgbClr val="9CCBAF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2857500" y="5819775"/>
            <a:ext cx="1892300" cy="0"/>
          </a:xfrm>
          <a:prstGeom prst="line">
            <a:avLst/>
          </a:prstGeom>
          <a:noFill/>
          <a:ln w="12700">
            <a:solidFill>
              <a:srgbClr val="9CCBAF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2863850" y="436245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2838450" y="436245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1A2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161" name="Shape 159"/>
          <p:cNvSpPr/>
          <p:nvPr/>
        </p:nvSpPr>
        <p:spPr>
          <a:xfrm>
            <a:off x="3352800" y="436245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3327400" y="436245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1A2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163" name="Shape 161"/>
          <p:cNvSpPr/>
          <p:nvPr/>
        </p:nvSpPr>
        <p:spPr>
          <a:xfrm>
            <a:off x="3841750" y="436245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3816350" y="436245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1A2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  <p:sp>
        <p:nvSpPr>
          <p:cNvPr id="165" name="Shape 163"/>
          <p:cNvSpPr/>
          <p:nvPr/>
        </p:nvSpPr>
        <p:spPr>
          <a:xfrm>
            <a:off x="4330700" y="436245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4305300" y="436245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1A2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900" dirty="0"/>
          </a:p>
        </p:txBody>
      </p:sp>
      <p:sp>
        <p:nvSpPr>
          <p:cNvPr id="167" name="Shape 165"/>
          <p:cNvSpPr/>
          <p:nvPr/>
        </p:nvSpPr>
        <p:spPr>
          <a:xfrm>
            <a:off x="2863850" y="487045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2838450" y="487045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1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8B1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169" name="Shape 167"/>
          <p:cNvSpPr/>
          <p:nvPr/>
        </p:nvSpPr>
        <p:spPr>
          <a:xfrm>
            <a:off x="3352800" y="487045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3327400" y="487045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1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8B1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171" name="Shape 169"/>
          <p:cNvSpPr/>
          <p:nvPr/>
        </p:nvSpPr>
        <p:spPr>
          <a:xfrm>
            <a:off x="3841750" y="487045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3816350" y="487045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1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8B1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  <p:sp>
        <p:nvSpPr>
          <p:cNvPr id="173" name="Shape 171"/>
          <p:cNvSpPr/>
          <p:nvPr/>
        </p:nvSpPr>
        <p:spPr>
          <a:xfrm>
            <a:off x="4330700" y="487045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4305300" y="487045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1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8B1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900" dirty="0"/>
          </a:p>
        </p:txBody>
      </p:sp>
      <p:sp>
        <p:nvSpPr>
          <p:cNvPr id="175" name="Shape 173"/>
          <p:cNvSpPr/>
          <p:nvPr/>
        </p:nvSpPr>
        <p:spPr>
          <a:xfrm>
            <a:off x="2863850" y="544195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2838450" y="544195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5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A05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177" name="Shape 175"/>
          <p:cNvSpPr/>
          <p:nvPr/>
        </p:nvSpPr>
        <p:spPr>
          <a:xfrm>
            <a:off x="3352800" y="544195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3327400" y="544195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5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A05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179" name="Shape 177"/>
          <p:cNvSpPr/>
          <p:nvPr/>
        </p:nvSpPr>
        <p:spPr>
          <a:xfrm>
            <a:off x="3841750" y="544195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3816350" y="544195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5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A05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  <p:sp>
        <p:nvSpPr>
          <p:cNvPr id="181" name="Shape 179"/>
          <p:cNvSpPr/>
          <p:nvPr/>
        </p:nvSpPr>
        <p:spPr>
          <a:xfrm>
            <a:off x="4330700" y="544195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4305300" y="544195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5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A05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900" dirty="0"/>
          </a:p>
        </p:txBody>
      </p:sp>
      <p:sp>
        <p:nvSpPr>
          <p:cNvPr id="183" name="Shape 181"/>
          <p:cNvSpPr/>
          <p:nvPr/>
        </p:nvSpPr>
        <p:spPr>
          <a:xfrm>
            <a:off x="2863850" y="594360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2838450" y="594360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1E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185" name="Shape 183"/>
          <p:cNvSpPr/>
          <p:nvPr/>
        </p:nvSpPr>
        <p:spPr>
          <a:xfrm>
            <a:off x="3352800" y="594360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3327400" y="594360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1E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187" name="Shape 185"/>
          <p:cNvSpPr/>
          <p:nvPr/>
        </p:nvSpPr>
        <p:spPr>
          <a:xfrm>
            <a:off x="3841750" y="594360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3816350" y="594360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1E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00" dirty="0"/>
          </a:p>
        </p:txBody>
      </p:sp>
      <p:sp>
        <p:nvSpPr>
          <p:cNvPr id="189" name="Shape 187"/>
          <p:cNvSpPr/>
          <p:nvPr/>
        </p:nvSpPr>
        <p:spPr>
          <a:xfrm>
            <a:off x="4330700" y="594360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4305300" y="594360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1E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900" dirty="0"/>
          </a:p>
        </p:txBody>
      </p:sp>
      <p:sp>
        <p:nvSpPr>
          <p:cNvPr id="191" name="Text 189"/>
          <p:cNvSpPr/>
          <p:nvPr/>
        </p:nvSpPr>
        <p:spPr>
          <a:xfrm>
            <a:off x="2197100" y="5638800"/>
            <a:ext cx="7112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9E1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2000" b="1" i="1" baseline="-40000" dirty="0">
                <a:solidFill>
                  <a:srgbClr val="9E1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2000" dirty="0"/>
          </a:p>
        </p:txBody>
      </p:sp>
      <p:sp>
        <p:nvSpPr>
          <p:cNvPr id="192" name="Text 190"/>
          <p:cNvSpPr/>
          <p:nvPr/>
        </p:nvSpPr>
        <p:spPr>
          <a:xfrm>
            <a:off x="4216400" y="6172200"/>
            <a:ext cx="50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3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dxd</a:t>
            </a:r>
            <a:endParaRPr lang="en-US" sz="1100" dirty="0"/>
          </a:p>
        </p:txBody>
      </p:sp>
      <p:sp>
        <p:nvSpPr>
          <p:cNvPr id="193" name="Text 191"/>
          <p:cNvSpPr/>
          <p:nvPr/>
        </p:nvSpPr>
        <p:spPr>
          <a:xfrm>
            <a:off x="4889500" y="5207000"/>
            <a:ext cx="3302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0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600" dirty="0"/>
          </a:p>
        </p:txBody>
      </p:sp>
      <p:sp>
        <p:nvSpPr>
          <p:cNvPr id="194" name="Shape 192"/>
          <p:cNvSpPr/>
          <p:nvPr/>
        </p:nvSpPr>
        <p:spPr>
          <a:xfrm>
            <a:off x="5245100" y="4216400"/>
            <a:ext cx="558800" cy="2197100"/>
          </a:xfrm>
          <a:prstGeom prst="roundRect">
            <a:avLst>
              <a:gd name="adj" fmla="val 36000"/>
            </a:avLst>
          </a:prstGeom>
          <a:solidFill>
            <a:srgbClr val="C9F0D8"/>
          </a:solidFill>
          <a:ln w="22225">
            <a:solidFill>
              <a:srgbClr val="9E2B3E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5283200" y="4305300"/>
            <a:ext cx="444500" cy="342900"/>
          </a:xfrm>
          <a:prstGeom prst="rect">
            <a:avLst/>
          </a:prstGeom>
          <a:solidFill>
            <a:srgbClr val="F5F0BE"/>
          </a:solidFill>
          <a:ln w="9525">
            <a:solidFill>
              <a:srgbClr val="8A7A50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5283200" y="4305300"/>
            <a:ext cx="4445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50" b="1" baseline="-40000" dirty="0">
                <a:solidFill>
                  <a:srgbClr val="B0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650" b="1" baseline="-4000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100" dirty="0"/>
          </a:p>
        </p:txBody>
      </p:sp>
      <p:sp>
        <p:nvSpPr>
          <p:cNvPr id="197" name="Shape 195"/>
          <p:cNvSpPr/>
          <p:nvPr/>
        </p:nvSpPr>
        <p:spPr>
          <a:xfrm>
            <a:off x="5283200" y="4864100"/>
            <a:ext cx="444500" cy="342900"/>
          </a:xfrm>
          <a:prstGeom prst="rect">
            <a:avLst/>
          </a:prstGeom>
          <a:solidFill>
            <a:srgbClr val="F5F0BE"/>
          </a:solidFill>
          <a:ln w="9525">
            <a:solidFill>
              <a:srgbClr val="8A7A50"/>
            </a:solidFill>
            <a:prstDash val="solid"/>
          </a:ln>
        </p:spPr>
      </p:sp>
      <p:sp>
        <p:nvSpPr>
          <p:cNvPr id="198" name="Text 196"/>
          <p:cNvSpPr/>
          <p:nvPr/>
        </p:nvSpPr>
        <p:spPr>
          <a:xfrm>
            <a:off x="5283200" y="4864100"/>
            <a:ext cx="4445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50" b="1" baseline="-40000" dirty="0">
                <a:solidFill>
                  <a:srgbClr val="B0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650" b="1" baseline="-4000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100" dirty="0"/>
          </a:p>
        </p:txBody>
      </p:sp>
      <p:sp>
        <p:nvSpPr>
          <p:cNvPr id="199" name="Shape 197"/>
          <p:cNvSpPr/>
          <p:nvPr/>
        </p:nvSpPr>
        <p:spPr>
          <a:xfrm>
            <a:off x="5283200" y="5422900"/>
            <a:ext cx="444500" cy="342900"/>
          </a:xfrm>
          <a:prstGeom prst="rect">
            <a:avLst/>
          </a:prstGeom>
          <a:solidFill>
            <a:srgbClr val="F5F0BE"/>
          </a:solidFill>
          <a:ln w="9525">
            <a:solidFill>
              <a:srgbClr val="8A7A50"/>
            </a:solidFill>
            <a:prstDash val="solid"/>
          </a:ln>
        </p:spPr>
      </p:sp>
      <p:sp>
        <p:nvSpPr>
          <p:cNvPr id="200" name="Text 198"/>
          <p:cNvSpPr/>
          <p:nvPr/>
        </p:nvSpPr>
        <p:spPr>
          <a:xfrm>
            <a:off x="5283200" y="5422900"/>
            <a:ext cx="4445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50" b="1" baseline="-40000" dirty="0">
                <a:solidFill>
                  <a:srgbClr val="B0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650" b="1" baseline="-4000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100" dirty="0"/>
          </a:p>
        </p:txBody>
      </p:sp>
      <p:sp>
        <p:nvSpPr>
          <p:cNvPr id="201" name="Shape 199"/>
          <p:cNvSpPr/>
          <p:nvPr/>
        </p:nvSpPr>
        <p:spPr>
          <a:xfrm>
            <a:off x="5283200" y="5981700"/>
            <a:ext cx="444500" cy="342900"/>
          </a:xfrm>
          <a:prstGeom prst="rect">
            <a:avLst/>
          </a:prstGeom>
          <a:solidFill>
            <a:srgbClr val="F5F0BE"/>
          </a:solidFill>
          <a:ln w="9525">
            <a:solidFill>
              <a:srgbClr val="8A7A50"/>
            </a:solidFill>
            <a:prstDash val="solid"/>
          </a:ln>
        </p:spPr>
      </p:sp>
      <p:sp>
        <p:nvSpPr>
          <p:cNvPr id="202" name="Text 200"/>
          <p:cNvSpPr/>
          <p:nvPr/>
        </p:nvSpPr>
        <p:spPr>
          <a:xfrm>
            <a:off x="5283200" y="5981700"/>
            <a:ext cx="4445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50" b="1" baseline="-40000" dirty="0">
                <a:solidFill>
                  <a:srgbClr val="B0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650" b="1" baseline="-4000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100" dirty="0"/>
          </a:p>
        </p:txBody>
      </p:sp>
      <p:sp>
        <p:nvSpPr>
          <p:cNvPr id="203" name="Shape 201"/>
          <p:cNvSpPr/>
          <p:nvPr/>
        </p:nvSpPr>
        <p:spPr>
          <a:xfrm>
            <a:off x="5867400" y="3479800"/>
            <a:ext cx="2159000" cy="546100"/>
          </a:xfrm>
          <a:prstGeom prst="roundRect">
            <a:avLst>
              <a:gd name="adj" fmla="val 30140"/>
            </a:avLst>
          </a:prstGeom>
          <a:solidFill>
            <a:srgbClr val="F2C8D4"/>
          </a:solidFill>
          <a:ln w="19050">
            <a:solidFill>
              <a:srgbClr val="3E8B50"/>
            </a:solidFill>
            <a:prstDash val="dash"/>
          </a:ln>
        </p:spPr>
      </p:sp>
      <p:sp>
        <p:nvSpPr>
          <p:cNvPr id="204" name="Text 202"/>
          <p:cNvSpPr/>
          <p:nvPr/>
        </p:nvSpPr>
        <p:spPr>
          <a:xfrm>
            <a:off x="5918200" y="3479800"/>
            <a:ext cx="2057400" cy="546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1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300" baseline="-40000" dirty="0">
                <a:solidFill>
                  <a:srgbClr val="9E1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1300" i="1" dirty="0">
                <a:solidFill>
                  <a:srgbClr val="9E1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variant </a:t>
            </a:r>
            <a:pPr algn="ctr" indent="0" marL="0">
              <a:buNone/>
            </a:pPr>
            <a:r>
              <a:rPr lang="en-US" sz="1300" b="1" i="1" u="sng" dirty="0">
                <a:solidFill>
                  <a:srgbClr val="1C13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QUERY with</a:t>
            </a:r>
            <a:endParaRPr lang="en-US" sz="1300" dirty="0"/>
          </a:p>
        </p:txBody>
      </p:sp>
      <p:sp>
        <p:nvSpPr>
          <p:cNvPr id="205" name="Shape 203"/>
          <p:cNvSpPr/>
          <p:nvPr/>
        </p:nvSpPr>
        <p:spPr>
          <a:xfrm>
            <a:off x="8763000" y="3810000"/>
            <a:ext cx="2489200" cy="520700"/>
          </a:xfrm>
          <a:prstGeom prst="roundRect">
            <a:avLst>
              <a:gd name="adj" fmla="val 31610"/>
            </a:avLst>
          </a:prstGeom>
          <a:solidFill>
            <a:srgbClr val="BCBCF2"/>
          </a:solidFill>
          <a:ln w="19050">
            <a:solidFill>
              <a:srgbClr val="2E2390"/>
            </a:solidFill>
            <a:prstDash val="dash"/>
          </a:ln>
        </p:spPr>
      </p:sp>
      <p:sp>
        <p:nvSpPr>
          <p:cNvPr id="206" name="Text 204"/>
          <p:cNvSpPr/>
          <p:nvPr/>
        </p:nvSpPr>
        <p:spPr>
          <a:xfrm>
            <a:off x="8813800" y="3810000"/>
            <a:ext cx="2387600" cy="520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1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300" baseline="-40000" dirty="0">
                <a:solidFill>
                  <a:srgbClr val="9E1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1300" i="1" dirty="0">
                <a:solidFill>
                  <a:srgbClr val="9E1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variant </a:t>
            </a:r>
            <a:pPr algn="ctr" indent="0" marL="0">
              <a:buNone/>
            </a:pPr>
            <a:r>
              <a:rPr lang="en-US" sz="1300" b="1" i="1" u="sng" dirty="0">
                <a:solidFill>
                  <a:srgbClr val="1C13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as Value</a:t>
            </a:r>
            <a:endParaRPr lang="en-US" sz="1300" dirty="0"/>
          </a:p>
        </p:txBody>
      </p:sp>
      <p:sp>
        <p:nvSpPr>
          <p:cNvPr id="207" name="Shape 205"/>
          <p:cNvSpPr/>
          <p:nvPr/>
        </p:nvSpPr>
        <p:spPr>
          <a:xfrm>
            <a:off x="5956300" y="4267200"/>
            <a:ext cx="2095500" cy="508000"/>
          </a:xfrm>
          <a:prstGeom prst="roundRect">
            <a:avLst>
              <a:gd name="adj" fmla="val 32400"/>
            </a:avLst>
          </a:prstGeom>
          <a:solidFill>
            <a:srgbClr val="DFF2E4"/>
          </a:solidFill>
          <a:ln w="19050">
            <a:solidFill>
              <a:srgbClr val="3E8B50"/>
            </a:solidFill>
            <a:prstDash val="dash"/>
          </a:ln>
        </p:spPr>
      </p:sp>
      <p:sp>
        <p:nvSpPr>
          <p:cNvPr id="208" name="Text 206"/>
          <p:cNvSpPr/>
          <p:nvPr/>
        </p:nvSpPr>
        <p:spPr>
          <a:xfrm>
            <a:off x="6007100" y="4267200"/>
            <a:ext cx="19939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1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300" baseline="-40000" dirty="0">
                <a:solidFill>
                  <a:srgbClr val="9E1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1300" i="1" dirty="0">
                <a:solidFill>
                  <a:srgbClr val="9E1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variant </a:t>
            </a:r>
            <a:pPr algn="ctr" indent="0" marL="0">
              <a:buNone/>
            </a:pPr>
            <a:r>
              <a:rPr lang="en-US" sz="1300" b="1" i="1" u="sng" dirty="0">
                <a:solidFill>
                  <a:srgbClr val="1C13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as KEY</a:t>
            </a:r>
            <a:endParaRPr lang="en-US" sz="1300" dirty="0"/>
          </a:p>
        </p:txBody>
      </p:sp>
      <p:sp>
        <p:nvSpPr>
          <p:cNvPr id="209" name="Shape 207"/>
          <p:cNvSpPr/>
          <p:nvPr/>
        </p:nvSpPr>
        <p:spPr>
          <a:xfrm>
            <a:off x="8026400" y="4864100"/>
            <a:ext cx="3327400" cy="698500"/>
          </a:xfrm>
          <a:prstGeom prst="roundRect">
            <a:avLst>
              <a:gd name="adj" fmla="val 10473"/>
            </a:avLst>
          </a:prstGeom>
          <a:solidFill>
            <a:srgbClr val="FFFFFF"/>
          </a:solidFill>
          <a:ln/>
        </p:spPr>
      </p:sp>
      <p:sp>
        <p:nvSpPr>
          <p:cNvPr id="210" name="Text 208"/>
          <p:cNvSpPr/>
          <p:nvPr/>
        </p:nvSpPr>
        <p:spPr>
          <a:xfrm>
            <a:off x="8026400" y="4864100"/>
            <a:ext cx="33274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000" b="1" i="1" dirty="0">
                <a:solidFill>
                  <a:srgbClr val="A01515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Generate Three Variants</a:t>
            </a:r>
            <a:endParaRPr lang="en-US" sz="20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2000" b="1" i="1" dirty="0">
                <a:solidFill>
                  <a:srgbClr val="A01515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of </a:t>
            </a:r>
            <a:pPr algn="ctr" indent="0" marL="0">
              <a:lnSpc>
                <a:spcPts val="2100"/>
              </a:lnSpc>
              <a:buNone/>
            </a:pPr>
            <a:r>
              <a:rPr lang="en-US" sz="2000" b="1" i="1" dirty="0">
                <a:solidFill>
                  <a:srgbClr val="A01515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2100"/>
              </a:lnSpc>
              <a:buNone/>
            </a:pPr>
            <a:r>
              <a:rPr lang="en-US" sz="2000" b="1" i="1" baseline="-40000" dirty="0">
                <a:solidFill>
                  <a:srgbClr val="A01515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lnSpc>
                <a:spcPts val="2100"/>
              </a:lnSpc>
              <a:buNone/>
            </a:pPr>
            <a:r>
              <a:rPr lang="en-US" sz="2000" b="1" i="1" dirty="0">
                <a:solidFill>
                  <a:srgbClr val="A0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(Based on its Role)</a:t>
            </a:r>
            <a:endParaRPr lang="en-US" sz="2000" dirty="0"/>
          </a:p>
        </p:txBody>
      </p:sp>
      <p:sp>
        <p:nvSpPr>
          <p:cNvPr id="211" name="Shape 209"/>
          <p:cNvSpPr/>
          <p:nvPr/>
        </p:nvSpPr>
        <p:spPr>
          <a:xfrm>
            <a:off x="6235700" y="5689600"/>
            <a:ext cx="5232400" cy="9017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0CC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6311900" y="5727700"/>
            <a:ext cx="508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B0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2100"/>
              </a:lnSpc>
              <a:buNone/>
            </a:pPr>
            <a:r>
              <a:rPr lang="en-US" sz="1600" b="1" baseline="-40000" dirty="0">
                <a:solidFill>
                  <a:srgbClr val="B0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l"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B0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W</a:t>
            </a:r>
            <a:pPr algn="l" indent="0" marL="0">
              <a:lnSpc>
                <a:spcPts val="2100"/>
              </a:lnSpc>
              <a:buNone/>
            </a:pPr>
            <a:r>
              <a:rPr lang="en-US" sz="1600" b="1" baseline="-40000" dirty="0">
                <a:solidFill>
                  <a:srgbClr val="B0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B0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W</a:t>
            </a:r>
            <a:pPr algn="l" indent="0" marL="0">
              <a:lnSpc>
                <a:spcPts val="2100"/>
              </a:lnSpc>
              <a:buNone/>
            </a:pPr>
            <a:r>
              <a:rPr lang="en-US" sz="1600" b="1" baseline="-40000" dirty="0">
                <a:solidFill>
                  <a:srgbClr val="B0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1C13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are    controllable    parameters</a:t>
            </a:r>
            <a:endParaRPr lang="en-US" sz="16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B0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(Trainable),</a:t>
            </a:r>
            <a:pPr algn="l"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1C13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allows   to   modify   the   incoming</a:t>
            </a:r>
            <a:endParaRPr lang="en-US" sz="16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1C13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vectors to suit the three roles they must play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0250" y="831850"/>
            <a:ext cx="5200650" cy="2609850"/>
          </a:xfrm>
          <a:prstGeom prst="roundRect">
            <a:avLst>
              <a:gd name="adj" fmla="val 6307"/>
            </a:avLst>
          </a:prstGeom>
          <a:solidFill>
            <a:srgbClr val="FEFFFD"/>
          </a:solidFill>
          <a:ln w="31750">
            <a:solidFill>
              <a:srgbClr val="8A21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01700" y="1371600"/>
            <a:ext cx="1727200" cy="457200"/>
          </a:xfrm>
          <a:prstGeom prst="roundRect">
            <a:avLst>
              <a:gd name="adj" fmla="val 34000"/>
            </a:avLst>
          </a:prstGeom>
          <a:solidFill>
            <a:srgbClr val="F2C9EF"/>
          </a:solidFill>
          <a:ln/>
        </p:spPr>
      </p:sp>
      <p:sp>
        <p:nvSpPr>
          <p:cNvPr id="7" name="Text 5"/>
          <p:cNvSpPr/>
          <p:nvPr/>
        </p:nvSpPr>
        <p:spPr>
          <a:xfrm>
            <a:off x="889000" y="1416050"/>
            <a:ext cx="1778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5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451100" y="1416050"/>
            <a:ext cx="1778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5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]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092200" y="1466850"/>
            <a:ext cx="279400" cy="279400"/>
          </a:xfrm>
          <a:prstGeom prst="ellipse">
            <a:avLst/>
          </a:prstGeom>
          <a:solidFill>
            <a:srgbClr val="D2C2EA"/>
          </a:solidFill>
          <a:ln w="15875">
            <a:solidFill>
              <a:srgbClr val="8F1B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04900" y="1530350"/>
            <a:ext cx="2540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409700" y="1466850"/>
            <a:ext cx="279400" cy="279400"/>
          </a:xfrm>
          <a:prstGeom prst="ellipse">
            <a:avLst/>
          </a:prstGeom>
          <a:solidFill>
            <a:srgbClr val="D2C2EA"/>
          </a:solidFill>
          <a:ln w="15875">
            <a:solidFill>
              <a:srgbClr val="8F1B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22400" y="1530350"/>
            <a:ext cx="2540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1739900" y="1466850"/>
            <a:ext cx="279400" cy="279400"/>
          </a:xfrm>
          <a:prstGeom prst="ellipse">
            <a:avLst/>
          </a:prstGeom>
          <a:solidFill>
            <a:srgbClr val="D2C2EA"/>
          </a:solidFill>
          <a:ln w="15875">
            <a:solidFill>
              <a:srgbClr val="8F1B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52600" y="1530350"/>
            <a:ext cx="2540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2057400" y="1466850"/>
            <a:ext cx="279400" cy="279400"/>
          </a:xfrm>
          <a:prstGeom prst="ellipse">
            <a:avLst/>
          </a:prstGeom>
          <a:solidFill>
            <a:srgbClr val="D2C2EA"/>
          </a:solidFill>
          <a:ln w="15875">
            <a:solidFill>
              <a:srgbClr val="8F1B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70100" y="1530350"/>
            <a:ext cx="2540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422400" y="1968500"/>
            <a:ext cx="4318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5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2000" b="1" baseline="-40000" dirty="0">
                <a:solidFill>
                  <a:srgbClr val="95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305050" y="1784350"/>
            <a:ext cx="3302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62B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1xd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216150" y="2622550"/>
            <a:ext cx="50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5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2000" b="1" baseline="-40000" dirty="0">
                <a:solidFill>
                  <a:srgbClr val="95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806700" y="1092200"/>
            <a:ext cx="1917700" cy="2197100"/>
          </a:xfrm>
          <a:prstGeom prst="roundRect">
            <a:avLst>
              <a:gd name="adj" fmla="val 4768"/>
            </a:avLst>
          </a:prstGeom>
          <a:solidFill>
            <a:srgbClr val="F7C7CB"/>
          </a:solidFill>
          <a:ln w="12700">
            <a:solidFill>
              <a:srgbClr val="D5AAB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89300" y="1104900"/>
            <a:ext cx="0" cy="2171700"/>
          </a:xfrm>
          <a:prstGeom prst="line">
            <a:avLst/>
          </a:prstGeom>
          <a:noFill/>
          <a:ln w="12700">
            <a:solidFill>
              <a:srgbClr val="D5AAB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71900" y="1104900"/>
            <a:ext cx="0" cy="2171700"/>
          </a:xfrm>
          <a:prstGeom prst="line">
            <a:avLst/>
          </a:prstGeom>
          <a:noFill/>
          <a:ln w="12700">
            <a:solidFill>
              <a:srgbClr val="D5AAB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54500" y="1104900"/>
            <a:ext cx="0" cy="2171700"/>
          </a:xfrm>
          <a:prstGeom prst="line">
            <a:avLst/>
          </a:prstGeom>
          <a:noFill/>
          <a:ln w="12700">
            <a:solidFill>
              <a:srgbClr val="D5AAB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19400" y="1638300"/>
            <a:ext cx="1892300" cy="0"/>
          </a:xfrm>
          <a:prstGeom prst="line">
            <a:avLst/>
          </a:prstGeom>
          <a:noFill/>
          <a:ln w="12700">
            <a:solidFill>
              <a:srgbClr val="D5AAB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19400" y="2159000"/>
            <a:ext cx="1892300" cy="0"/>
          </a:xfrm>
          <a:prstGeom prst="line">
            <a:avLst/>
          </a:prstGeom>
          <a:noFill/>
          <a:ln w="12700">
            <a:solidFill>
              <a:srgbClr val="D5AAB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19400" y="2679700"/>
            <a:ext cx="1892300" cy="0"/>
          </a:xfrm>
          <a:prstGeom prst="line">
            <a:avLst/>
          </a:prstGeom>
          <a:noFill/>
          <a:ln w="12700">
            <a:solidFill>
              <a:srgbClr val="D5AAB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14650" y="1308100"/>
            <a:ext cx="266700" cy="177800"/>
          </a:xfrm>
          <a:prstGeom prst="rect">
            <a:avLst/>
          </a:prstGeom>
          <a:solidFill>
            <a:srgbClr val="F6F7C1"/>
          </a:solidFill>
          <a:ln w="9525">
            <a:solidFill>
              <a:srgbClr val="9C78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14650" y="1308100"/>
            <a:ext cx="2667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1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850" b="1" baseline="-40000" dirty="0">
                <a:solidFill>
                  <a:srgbClr val="1C1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397250" y="1308100"/>
            <a:ext cx="266700" cy="177800"/>
          </a:xfrm>
          <a:prstGeom prst="rect">
            <a:avLst/>
          </a:prstGeom>
          <a:solidFill>
            <a:srgbClr val="F6F7C1"/>
          </a:solidFill>
          <a:ln w="9525">
            <a:solidFill>
              <a:srgbClr val="9C785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97250" y="1308100"/>
            <a:ext cx="2667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1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850" b="1" baseline="-40000" dirty="0">
                <a:solidFill>
                  <a:srgbClr val="1C1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879850" y="1308100"/>
            <a:ext cx="266700" cy="177800"/>
          </a:xfrm>
          <a:prstGeom prst="rect">
            <a:avLst/>
          </a:prstGeom>
          <a:solidFill>
            <a:srgbClr val="F6F7C1"/>
          </a:solidFill>
          <a:ln w="9525">
            <a:solidFill>
              <a:srgbClr val="9C78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79850" y="1308100"/>
            <a:ext cx="2667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1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850" b="1" baseline="-40000" dirty="0">
                <a:solidFill>
                  <a:srgbClr val="1C1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349750" y="1308100"/>
            <a:ext cx="266700" cy="177800"/>
          </a:xfrm>
          <a:prstGeom prst="rect">
            <a:avLst/>
          </a:prstGeom>
          <a:solidFill>
            <a:srgbClr val="F6F7C1"/>
          </a:solidFill>
          <a:ln w="9525">
            <a:solidFill>
              <a:srgbClr val="9C785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49750" y="1308100"/>
            <a:ext cx="2667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1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850" b="1" baseline="-40000" dirty="0">
                <a:solidFill>
                  <a:srgbClr val="1C1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914650" y="1797050"/>
            <a:ext cx="266700" cy="177800"/>
          </a:xfrm>
          <a:prstGeom prst="rect">
            <a:avLst/>
          </a:prstGeom>
          <a:solidFill>
            <a:srgbClr val="F6F7C1"/>
          </a:solidFill>
          <a:ln w="9525">
            <a:solidFill>
              <a:srgbClr val="9C785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14650" y="1797050"/>
            <a:ext cx="2667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850" b="1" baseline="-40000" dirty="0">
                <a:solidFill>
                  <a:srgbClr val="8A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397250" y="1797050"/>
            <a:ext cx="266700" cy="177800"/>
          </a:xfrm>
          <a:prstGeom prst="rect">
            <a:avLst/>
          </a:prstGeom>
          <a:solidFill>
            <a:srgbClr val="F6F7C1"/>
          </a:solidFill>
          <a:ln w="9525">
            <a:solidFill>
              <a:srgbClr val="9C785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97250" y="1797050"/>
            <a:ext cx="2667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850" b="1" baseline="-40000" dirty="0">
                <a:solidFill>
                  <a:srgbClr val="8A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879850" y="1797050"/>
            <a:ext cx="266700" cy="177800"/>
          </a:xfrm>
          <a:prstGeom prst="rect">
            <a:avLst/>
          </a:prstGeom>
          <a:solidFill>
            <a:srgbClr val="F6F7C1"/>
          </a:solidFill>
          <a:ln w="9525">
            <a:solidFill>
              <a:srgbClr val="9C785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79850" y="1797050"/>
            <a:ext cx="2667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850" b="1" baseline="-40000" dirty="0">
                <a:solidFill>
                  <a:srgbClr val="8A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349750" y="1797050"/>
            <a:ext cx="266700" cy="177800"/>
          </a:xfrm>
          <a:prstGeom prst="rect">
            <a:avLst/>
          </a:prstGeom>
          <a:solidFill>
            <a:srgbClr val="F6F7C1"/>
          </a:solidFill>
          <a:ln w="9525">
            <a:solidFill>
              <a:srgbClr val="9C785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49750" y="1797050"/>
            <a:ext cx="2667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850" b="1" baseline="-40000" dirty="0">
                <a:solidFill>
                  <a:srgbClr val="8A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914650" y="2355850"/>
            <a:ext cx="266700" cy="177800"/>
          </a:xfrm>
          <a:prstGeom prst="rect">
            <a:avLst/>
          </a:prstGeom>
          <a:solidFill>
            <a:srgbClr val="F6F7C1"/>
          </a:solidFill>
          <a:ln w="9525">
            <a:solidFill>
              <a:srgbClr val="9C785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914650" y="2355850"/>
            <a:ext cx="2667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081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850" b="1" baseline="-40000" dirty="0">
                <a:solidFill>
                  <a:srgbClr val="B081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397250" y="2355850"/>
            <a:ext cx="266700" cy="177800"/>
          </a:xfrm>
          <a:prstGeom prst="rect">
            <a:avLst/>
          </a:prstGeom>
          <a:solidFill>
            <a:srgbClr val="F6F7C1"/>
          </a:solidFill>
          <a:ln w="9525">
            <a:solidFill>
              <a:srgbClr val="9C785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97250" y="2355850"/>
            <a:ext cx="2667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081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850" b="1" baseline="-40000" dirty="0">
                <a:solidFill>
                  <a:srgbClr val="B081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879850" y="2355850"/>
            <a:ext cx="266700" cy="177800"/>
          </a:xfrm>
          <a:prstGeom prst="rect">
            <a:avLst/>
          </a:prstGeom>
          <a:solidFill>
            <a:srgbClr val="F6F7C1"/>
          </a:solidFill>
          <a:ln w="9525">
            <a:solidFill>
              <a:srgbClr val="9C785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879850" y="2355850"/>
            <a:ext cx="2667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081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850" b="1" baseline="-40000" dirty="0">
                <a:solidFill>
                  <a:srgbClr val="B081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349750" y="2355850"/>
            <a:ext cx="266700" cy="177800"/>
          </a:xfrm>
          <a:prstGeom prst="rect">
            <a:avLst/>
          </a:prstGeom>
          <a:solidFill>
            <a:srgbClr val="F6F7C1"/>
          </a:solidFill>
          <a:ln w="9525">
            <a:solidFill>
              <a:srgbClr val="9C785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349750" y="2355850"/>
            <a:ext cx="2667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081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850" b="1" baseline="-40000" dirty="0">
                <a:solidFill>
                  <a:srgbClr val="B081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914650" y="2844800"/>
            <a:ext cx="266700" cy="177800"/>
          </a:xfrm>
          <a:prstGeom prst="rect">
            <a:avLst/>
          </a:prstGeom>
          <a:solidFill>
            <a:srgbClr val="F6F7C1"/>
          </a:solidFill>
          <a:ln w="9525">
            <a:solidFill>
              <a:srgbClr val="9C785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914650" y="2844800"/>
            <a:ext cx="2667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59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850" b="1" baseline="-40000" dirty="0">
                <a:solidFill>
                  <a:srgbClr val="559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397250" y="2844800"/>
            <a:ext cx="266700" cy="177800"/>
          </a:xfrm>
          <a:prstGeom prst="rect">
            <a:avLst/>
          </a:prstGeom>
          <a:solidFill>
            <a:srgbClr val="F6F7C1"/>
          </a:solidFill>
          <a:ln w="9525">
            <a:solidFill>
              <a:srgbClr val="9C785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397250" y="2844800"/>
            <a:ext cx="2667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59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850" b="1" baseline="-40000" dirty="0">
                <a:solidFill>
                  <a:srgbClr val="559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3879850" y="2844800"/>
            <a:ext cx="266700" cy="177800"/>
          </a:xfrm>
          <a:prstGeom prst="rect">
            <a:avLst/>
          </a:prstGeom>
          <a:solidFill>
            <a:srgbClr val="F6F7C1"/>
          </a:solidFill>
          <a:ln w="9525">
            <a:solidFill>
              <a:srgbClr val="9C785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879850" y="2844800"/>
            <a:ext cx="2667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59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850" b="1" baseline="-40000" dirty="0">
                <a:solidFill>
                  <a:srgbClr val="559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349750" y="2844800"/>
            <a:ext cx="266700" cy="177800"/>
          </a:xfrm>
          <a:prstGeom prst="rect">
            <a:avLst/>
          </a:prstGeom>
          <a:solidFill>
            <a:srgbClr val="F6F7C1"/>
          </a:solidFill>
          <a:ln w="9525">
            <a:solidFill>
              <a:srgbClr val="9C785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349750" y="2844800"/>
            <a:ext cx="2667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59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850" b="1" baseline="-40000" dirty="0">
                <a:solidFill>
                  <a:srgbClr val="559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4279900" y="3035300"/>
            <a:ext cx="3810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62B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dxd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864100" y="2044700"/>
            <a:ext cx="25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C12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2000" dirty="0"/>
          </a:p>
        </p:txBody>
      </p:sp>
      <p:sp>
        <p:nvSpPr>
          <p:cNvPr id="61" name="Shape 59"/>
          <p:cNvSpPr/>
          <p:nvPr/>
        </p:nvSpPr>
        <p:spPr>
          <a:xfrm>
            <a:off x="5213350" y="1092200"/>
            <a:ext cx="520700" cy="2178050"/>
          </a:xfrm>
          <a:prstGeom prst="roundRect">
            <a:avLst>
              <a:gd name="adj" fmla="val 21073"/>
            </a:avLst>
          </a:prstGeom>
          <a:solidFill>
            <a:srgbClr val="F7C7C9"/>
          </a:solidFill>
          <a:ln w="15875">
            <a:solidFill>
              <a:srgbClr val="7A1E2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270500" y="1320800"/>
            <a:ext cx="393700" cy="177800"/>
          </a:xfrm>
          <a:prstGeom prst="rect">
            <a:avLst/>
          </a:prstGeom>
          <a:solidFill>
            <a:srgbClr val="F6F7C1"/>
          </a:solidFill>
          <a:ln w="9525">
            <a:solidFill>
              <a:srgbClr val="A8A88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276850" y="1320800"/>
            <a:ext cx="381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3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7A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5E3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5270500" y="1803400"/>
            <a:ext cx="393700" cy="177800"/>
          </a:xfrm>
          <a:prstGeom prst="rect">
            <a:avLst/>
          </a:prstGeom>
          <a:solidFill>
            <a:srgbClr val="F6F7C1"/>
          </a:solidFill>
          <a:ln w="9525">
            <a:solidFill>
              <a:srgbClr val="A8A88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276850" y="1803400"/>
            <a:ext cx="381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3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7A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5E3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5270500" y="2349500"/>
            <a:ext cx="393700" cy="177800"/>
          </a:xfrm>
          <a:prstGeom prst="rect">
            <a:avLst/>
          </a:prstGeom>
          <a:solidFill>
            <a:srgbClr val="F6F7C1"/>
          </a:solidFill>
          <a:ln w="9525">
            <a:solidFill>
              <a:srgbClr val="A8A88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276850" y="2349500"/>
            <a:ext cx="381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3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7A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5E3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270500" y="2882900"/>
            <a:ext cx="393700" cy="177800"/>
          </a:xfrm>
          <a:prstGeom prst="rect">
            <a:avLst/>
          </a:prstGeom>
          <a:solidFill>
            <a:srgbClr val="F6F7C1"/>
          </a:solidFill>
          <a:ln w="9525">
            <a:solidFill>
              <a:srgbClr val="A8A88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276850" y="2882900"/>
            <a:ext cx="381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3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7A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5E3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7016750" y="150495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spc="125" kern="0" dirty="0">
                <a:solidFill>
                  <a:srgbClr val="8B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Transformation</a:t>
            </a:r>
            <a:endParaRPr lang="en-US" sz="2200" dirty="0"/>
          </a:p>
        </p:txBody>
      </p:sp>
      <p:sp>
        <p:nvSpPr>
          <p:cNvPr id="71" name="Text 69"/>
          <p:cNvSpPr/>
          <p:nvPr/>
        </p:nvSpPr>
        <p:spPr>
          <a:xfrm>
            <a:off x="6889750" y="18034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i="1" spc="210" kern="0" dirty="0">
                <a:solidFill>
                  <a:srgbClr val="0800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(= Fully connected Layer)</a:t>
            </a:r>
            <a:endParaRPr lang="en-US" sz="2000" dirty="0"/>
          </a:p>
        </p:txBody>
      </p:sp>
      <p:sp>
        <p:nvSpPr>
          <p:cNvPr id="72" name="Shape 70"/>
          <p:cNvSpPr/>
          <p:nvPr/>
        </p:nvSpPr>
        <p:spPr>
          <a:xfrm>
            <a:off x="6159500" y="1860550"/>
            <a:ext cx="838200" cy="3873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3" name="Shape 71"/>
          <p:cNvSpPr/>
          <p:nvPr/>
        </p:nvSpPr>
        <p:spPr>
          <a:xfrm>
            <a:off x="6654800" y="2247900"/>
            <a:ext cx="342900" cy="349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4" name="Shape 72"/>
          <p:cNvSpPr/>
          <p:nvPr/>
        </p:nvSpPr>
        <p:spPr>
          <a:xfrm rot="10800000">
            <a:off x="6654800" y="2590800"/>
            <a:ext cx="342900" cy="42545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75" name="Shape 73"/>
          <p:cNvSpPr/>
          <p:nvPr/>
        </p:nvSpPr>
        <p:spPr>
          <a:xfrm>
            <a:off x="6159500" y="1860550"/>
            <a:ext cx="838200" cy="0"/>
          </a:xfrm>
          <a:prstGeom prst="line">
            <a:avLst/>
          </a:prstGeom>
          <a:noFill/>
          <a:ln w="28575">
            <a:solidFill>
              <a:srgbClr val="CA596B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997700" y="1860550"/>
            <a:ext cx="0" cy="736600"/>
          </a:xfrm>
          <a:prstGeom prst="line">
            <a:avLst/>
          </a:prstGeom>
          <a:noFill/>
          <a:ln w="28575">
            <a:solidFill>
              <a:srgbClr val="CA596B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 flipH="1">
            <a:off x="6832600" y="2597150"/>
            <a:ext cx="165100" cy="419100"/>
          </a:xfrm>
          <a:prstGeom prst="line">
            <a:avLst/>
          </a:prstGeom>
          <a:noFill/>
          <a:ln w="28575">
            <a:solidFill>
              <a:srgbClr val="CA596B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 flipH="1" flipV="1">
            <a:off x="6654800" y="2597150"/>
            <a:ext cx="177800" cy="419100"/>
          </a:xfrm>
          <a:prstGeom prst="line">
            <a:avLst/>
          </a:prstGeom>
          <a:noFill/>
          <a:ln w="28575">
            <a:solidFill>
              <a:srgbClr val="CA596B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 flipV="1">
            <a:off x="6654800" y="2247900"/>
            <a:ext cx="0" cy="349250"/>
          </a:xfrm>
          <a:prstGeom prst="line">
            <a:avLst/>
          </a:prstGeom>
          <a:noFill/>
          <a:ln w="28575">
            <a:solidFill>
              <a:srgbClr val="CA596B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 flipH="1">
            <a:off x="6159500" y="2247900"/>
            <a:ext cx="495300" cy="0"/>
          </a:xfrm>
          <a:prstGeom prst="line">
            <a:avLst/>
          </a:prstGeom>
          <a:noFill/>
          <a:ln w="28575">
            <a:solidFill>
              <a:srgbClr val="CA596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 flipV="1">
            <a:off x="6159500" y="1860550"/>
            <a:ext cx="0" cy="387350"/>
          </a:xfrm>
          <a:prstGeom prst="line">
            <a:avLst/>
          </a:prstGeom>
          <a:noFill/>
          <a:ln w="28575">
            <a:solidFill>
              <a:srgbClr val="CA596B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013450" y="3136900"/>
            <a:ext cx="5537200" cy="3314700"/>
          </a:xfrm>
          <a:prstGeom prst="roundRect">
            <a:avLst>
              <a:gd name="adj" fmla="val 7724"/>
            </a:avLst>
          </a:prstGeom>
          <a:solidFill>
            <a:srgbClr val="FFFFFF"/>
          </a:solidFill>
          <a:ln w="31750">
            <a:solidFill>
              <a:srgbClr val="1C1383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223000" y="3898900"/>
            <a:ext cx="5080000" cy="1536700"/>
          </a:xfrm>
          <a:prstGeom prst="roundRect">
            <a:avLst>
              <a:gd name="adj" fmla="val 7140"/>
            </a:avLst>
          </a:prstGeom>
          <a:solidFill>
            <a:srgbClr val="E7E9E6"/>
          </a:solidFill>
          <a:ln w="12700">
            <a:solidFill>
              <a:srgbClr val="C9CDD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 flipV="1">
            <a:off x="6858000" y="3771900"/>
            <a:ext cx="0" cy="1866900"/>
          </a:xfrm>
          <a:prstGeom prst="line">
            <a:avLst/>
          </a:prstGeom>
          <a:noFill/>
          <a:ln w="9525">
            <a:solidFill>
              <a:srgbClr val="C34A58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 flipV="1">
            <a:off x="6858000" y="3771900"/>
            <a:ext cx="1371600" cy="1866900"/>
          </a:xfrm>
          <a:prstGeom prst="line">
            <a:avLst/>
          </a:prstGeom>
          <a:noFill/>
          <a:ln w="9525">
            <a:solidFill>
              <a:srgbClr val="C34A58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 flipV="1">
            <a:off x="6858000" y="3771900"/>
            <a:ext cx="2755900" cy="1866900"/>
          </a:xfrm>
          <a:prstGeom prst="line">
            <a:avLst/>
          </a:prstGeom>
          <a:noFill/>
          <a:ln w="9525">
            <a:solidFill>
              <a:srgbClr val="C34A58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 flipV="1">
            <a:off x="6858000" y="3771900"/>
            <a:ext cx="4076700" cy="1866900"/>
          </a:xfrm>
          <a:prstGeom prst="line">
            <a:avLst/>
          </a:prstGeom>
          <a:noFill/>
          <a:ln w="9525">
            <a:solidFill>
              <a:srgbClr val="C34A5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 flipH="1" flipV="1">
            <a:off x="6858000" y="3771900"/>
            <a:ext cx="1371600" cy="1866900"/>
          </a:xfrm>
          <a:prstGeom prst="line">
            <a:avLst/>
          </a:prstGeom>
          <a:noFill/>
          <a:ln w="9525">
            <a:solidFill>
              <a:srgbClr val="3A2DA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 flipV="1">
            <a:off x="8229600" y="3771900"/>
            <a:ext cx="0" cy="1866900"/>
          </a:xfrm>
          <a:prstGeom prst="line">
            <a:avLst/>
          </a:prstGeom>
          <a:noFill/>
          <a:ln w="9525">
            <a:solidFill>
              <a:srgbClr val="3A2DA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 flipV="1">
            <a:off x="8229600" y="3771900"/>
            <a:ext cx="1384300" cy="1866900"/>
          </a:xfrm>
          <a:prstGeom prst="line">
            <a:avLst/>
          </a:prstGeom>
          <a:noFill/>
          <a:ln w="9525">
            <a:solidFill>
              <a:srgbClr val="3A2DA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 flipV="1">
            <a:off x="8229600" y="3771900"/>
            <a:ext cx="2705100" cy="1866900"/>
          </a:xfrm>
          <a:prstGeom prst="line">
            <a:avLst/>
          </a:prstGeom>
          <a:noFill/>
          <a:ln w="9525">
            <a:solidFill>
              <a:srgbClr val="3A2DA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 flipH="1" flipV="1">
            <a:off x="6858000" y="3771900"/>
            <a:ext cx="2755900" cy="1866900"/>
          </a:xfrm>
          <a:prstGeom prst="line">
            <a:avLst/>
          </a:prstGeom>
          <a:noFill/>
          <a:ln w="9525">
            <a:solidFill>
              <a:srgbClr val="D9C0C6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 flipH="1" flipV="1">
            <a:off x="8229600" y="3771900"/>
            <a:ext cx="1384300" cy="1866900"/>
          </a:xfrm>
          <a:prstGeom prst="line">
            <a:avLst/>
          </a:prstGeom>
          <a:noFill/>
          <a:ln w="9525">
            <a:solidFill>
              <a:srgbClr val="D9C0C6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 flipV="1">
            <a:off x="9613900" y="3771900"/>
            <a:ext cx="0" cy="1866900"/>
          </a:xfrm>
          <a:prstGeom prst="line">
            <a:avLst/>
          </a:prstGeom>
          <a:noFill/>
          <a:ln w="9525">
            <a:solidFill>
              <a:srgbClr val="D9C0C6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 flipV="1">
            <a:off x="9613900" y="3771900"/>
            <a:ext cx="1320800" cy="1866900"/>
          </a:xfrm>
          <a:prstGeom prst="line">
            <a:avLst/>
          </a:prstGeom>
          <a:noFill/>
          <a:ln w="9525">
            <a:solidFill>
              <a:srgbClr val="D9C0C6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 flipH="1" flipV="1">
            <a:off x="6858000" y="3771900"/>
            <a:ext cx="4076700" cy="1866900"/>
          </a:xfrm>
          <a:prstGeom prst="line">
            <a:avLst/>
          </a:prstGeom>
          <a:noFill/>
          <a:ln w="9525">
            <a:solidFill>
              <a:srgbClr val="4E8E4D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 flipH="1" flipV="1">
            <a:off x="8229600" y="3771900"/>
            <a:ext cx="2705100" cy="1866900"/>
          </a:xfrm>
          <a:prstGeom prst="line">
            <a:avLst/>
          </a:prstGeom>
          <a:noFill/>
          <a:ln w="9525">
            <a:solidFill>
              <a:srgbClr val="4E8E4D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 flipH="1" flipV="1">
            <a:off x="9613900" y="3771900"/>
            <a:ext cx="1320800" cy="1866900"/>
          </a:xfrm>
          <a:prstGeom prst="line">
            <a:avLst/>
          </a:prstGeom>
          <a:noFill/>
          <a:ln w="9525">
            <a:solidFill>
              <a:srgbClr val="4E8E4D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 flipV="1">
            <a:off x="10934700" y="3771900"/>
            <a:ext cx="0" cy="1866900"/>
          </a:xfrm>
          <a:prstGeom prst="line">
            <a:avLst/>
          </a:prstGeom>
          <a:noFill/>
          <a:ln w="9525">
            <a:solidFill>
              <a:srgbClr val="4E8E4D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223000" y="4622800"/>
            <a:ext cx="5588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i="1" dirty="0">
                <a:solidFill>
                  <a:srgbClr val="9623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2100" b="1" i="1" baseline="-40000" dirty="0">
                <a:solidFill>
                  <a:srgbClr val="9623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2100" dirty="0"/>
          </a:p>
        </p:txBody>
      </p:sp>
      <p:sp>
        <p:nvSpPr>
          <p:cNvPr id="101" name="Text 99"/>
          <p:cNvSpPr/>
          <p:nvPr/>
        </p:nvSpPr>
        <p:spPr>
          <a:xfrm rot="-600000">
            <a:off x="6477000" y="3968750"/>
            <a:ext cx="3810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A84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00" b="1" i="1" baseline="-40000" dirty="0">
                <a:solidFill>
                  <a:srgbClr val="A84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102" name="Text 100"/>
          <p:cNvSpPr/>
          <p:nvPr/>
        </p:nvSpPr>
        <p:spPr>
          <a:xfrm rot="-600000">
            <a:off x="7213600" y="4121150"/>
            <a:ext cx="3810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A84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00" b="1" i="1" baseline="-40000" dirty="0">
                <a:solidFill>
                  <a:srgbClr val="A84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103" name="Text 101"/>
          <p:cNvSpPr/>
          <p:nvPr/>
        </p:nvSpPr>
        <p:spPr>
          <a:xfrm rot="-600000">
            <a:off x="7759700" y="4337050"/>
            <a:ext cx="3810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A84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00" b="1" i="1" baseline="-40000" dirty="0">
                <a:solidFill>
                  <a:srgbClr val="A84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104" name="Text 102"/>
          <p:cNvSpPr/>
          <p:nvPr/>
        </p:nvSpPr>
        <p:spPr>
          <a:xfrm rot="-600000">
            <a:off x="8699500" y="4730750"/>
            <a:ext cx="3810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A84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00" b="1" i="1" baseline="-40000" dirty="0">
                <a:solidFill>
                  <a:srgbClr val="A84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105" name="Text 103"/>
          <p:cNvSpPr/>
          <p:nvPr/>
        </p:nvSpPr>
        <p:spPr>
          <a:xfrm rot="-600000">
            <a:off x="7924800" y="3981450"/>
            <a:ext cx="3810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3225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00" b="1" i="1" baseline="-40000" dirty="0">
                <a:solidFill>
                  <a:srgbClr val="3225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106" name="Text 104"/>
          <p:cNvSpPr/>
          <p:nvPr/>
        </p:nvSpPr>
        <p:spPr>
          <a:xfrm rot="-600000">
            <a:off x="8445500" y="4210050"/>
            <a:ext cx="3810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3225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00" b="1" i="1" baseline="-40000" dirty="0">
                <a:solidFill>
                  <a:srgbClr val="3225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107" name="Text 105"/>
          <p:cNvSpPr/>
          <p:nvPr/>
        </p:nvSpPr>
        <p:spPr>
          <a:xfrm rot="-600000">
            <a:off x="8915400" y="4451350"/>
            <a:ext cx="3810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3225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00" b="1" i="1" baseline="-40000" dirty="0">
                <a:solidFill>
                  <a:srgbClr val="3225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108" name="Text 106"/>
          <p:cNvSpPr/>
          <p:nvPr/>
        </p:nvSpPr>
        <p:spPr>
          <a:xfrm rot="-600000">
            <a:off x="9525000" y="4806950"/>
            <a:ext cx="3810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3225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00" b="1" i="1" baseline="-40000" dirty="0">
                <a:solidFill>
                  <a:srgbClr val="3225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109" name="Text 107"/>
          <p:cNvSpPr/>
          <p:nvPr/>
        </p:nvSpPr>
        <p:spPr>
          <a:xfrm rot="-600000">
            <a:off x="9601200" y="4095750"/>
            <a:ext cx="3810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4E8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00" b="1" i="1" baseline="-40000" dirty="0">
                <a:solidFill>
                  <a:srgbClr val="4E8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000" dirty="0"/>
          </a:p>
        </p:txBody>
      </p:sp>
      <p:sp>
        <p:nvSpPr>
          <p:cNvPr id="110" name="Text 108"/>
          <p:cNvSpPr/>
          <p:nvPr/>
        </p:nvSpPr>
        <p:spPr>
          <a:xfrm rot="-600000">
            <a:off x="9931400" y="4298950"/>
            <a:ext cx="3810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4E8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00" b="1" i="1" baseline="-40000" dirty="0">
                <a:solidFill>
                  <a:srgbClr val="4E8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000" dirty="0"/>
          </a:p>
        </p:txBody>
      </p:sp>
      <p:sp>
        <p:nvSpPr>
          <p:cNvPr id="111" name="Text 109"/>
          <p:cNvSpPr/>
          <p:nvPr/>
        </p:nvSpPr>
        <p:spPr>
          <a:xfrm rot="-600000">
            <a:off x="10287000" y="4540250"/>
            <a:ext cx="3810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4E8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00" b="1" i="1" baseline="-40000" dirty="0">
                <a:solidFill>
                  <a:srgbClr val="4E8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1000" dirty="0"/>
          </a:p>
        </p:txBody>
      </p:sp>
      <p:sp>
        <p:nvSpPr>
          <p:cNvPr id="112" name="Text 110"/>
          <p:cNvSpPr/>
          <p:nvPr/>
        </p:nvSpPr>
        <p:spPr>
          <a:xfrm rot="-600000">
            <a:off x="10706100" y="4857750"/>
            <a:ext cx="3810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4E8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00" b="1" i="1" baseline="-40000" dirty="0">
                <a:solidFill>
                  <a:srgbClr val="4E8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000" dirty="0"/>
          </a:p>
        </p:txBody>
      </p:sp>
      <p:sp>
        <p:nvSpPr>
          <p:cNvPr id="113" name="Shape 111"/>
          <p:cNvSpPr/>
          <p:nvPr/>
        </p:nvSpPr>
        <p:spPr>
          <a:xfrm>
            <a:off x="6731000" y="3695700"/>
            <a:ext cx="254000" cy="139700"/>
          </a:xfrm>
          <a:prstGeom prst="ellipse">
            <a:avLst/>
          </a:prstGeom>
          <a:solidFill>
            <a:srgbClr val="C34A58"/>
          </a:solidFill>
          <a:ln/>
        </p:spPr>
      </p:sp>
      <p:sp>
        <p:nvSpPr>
          <p:cNvPr id="114" name="Shape 112"/>
          <p:cNvSpPr/>
          <p:nvPr/>
        </p:nvSpPr>
        <p:spPr>
          <a:xfrm>
            <a:off x="8102600" y="3695700"/>
            <a:ext cx="254000" cy="139700"/>
          </a:xfrm>
          <a:prstGeom prst="ellipse">
            <a:avLst/>
          </a:prstGeom>
          <a:solidFill>
            <a:srgbClr val="3A2DA0"/>
          </a:solidFill>
          <a:ln/>
        </p:spPr>
      </p:sp>
      <p:sp>
        <p:nvSpPr>
          <p:cNvPr id="115" name="Shape 113"/>
          <p:cNvSpPr/>
          <p:nvPr/>
        </p:nvSpPr>
        <p:spPr>
          <a:xfrm>
            <a:off x="10807700" y="3695700"/>
            <a:ext cx="254000" cy="139700"/>
          </a:xfrm>
          <a:prstGeom prst="ellipse">
            <a:avLst/>
          </a:prstGeom>
          <a:solidFill>
            <a:srgbClr val="4E8E4D"/>
          </a:solidFill>
          <a:ln/>
        </p:spPr>
      </p:sp>
      <p:sp>
        <p:nvSpPr>
          <p:cNvPr id="116" name="Shape 114"/>
          <p:cNvSpPr/>
          <p:nvPr/>
        </p:nvSpPr>
        <p:spPr>
          <a:xfrm rot="-1800000">
            <a:off x="8699500" y="4451350"/>
            <a:ext cx="190500" cy="57150"/>
          </a:xfrm>
          <a:prstGeom prst="rect">
            <a:avLst/>
          </a:prstGeom>
          <a:solidFill>
            <a:srgbClr val="FDFDF8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 rot="-1800000">
            <a:off x="8655050" y="4425950"/>
            <a:ext cx="63500" cy="63500"/>
          </a:xfrm>
          <a:prstGeom prst="triangle">
            <a:avLst/>
          </a:prstGeom>
          <a:solidFill>
            <a:srgbClr val="2A2A2A"/>
          </a:solidFill>
          <a:ln/>
        </p:spPr>
      </p:sp>
      <p:sp>
        <p:nvSpPr>
          <p:cNvPr id="118" name="Shape 116"/>
          <p:cNvSpPr/>
          <p:nvPr/>
        </p:nvSpPr>
        <p:spPr>
          <a:xfrm>
            <a:off x="6610350" y="3270250"/>
            <a:ext cx="495300" cy="495300"/>
          </a:xfrm>
          <a:prstGeom prst="ellipse">
            <a:avLst/>
          </a:prstGeom>
          <a:solidFill>
            <a:srgbClr val="F8FAE6"/>
          </a:solidFill>
          <a:ln w="25400">
            <a:solidFill>
              <a:srgbClr val="22147E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6642100" y="3454400"/>
            <a:ext cx="4318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7A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120" name="Shape 118"/>
          <p:cNvSpPr/>
          <p:nvPr/>
        </p:nvSpPr>
        <p:spPr>
          <a:xfrm>
            <a:off x="7981950" y="3270250"/>
            <a:ext cx="495300" cy="495300"/>
          </a:xfrm>
          <a:prstGeom prst="ellipse">
            <a:avLst/>
          </a:prstGeom>
          <a:solidFill>
            <a:srgbClr val="F8FAE6"/>
          </a:solidFill>
          <a:ln w="25400">
            <a:solidFill>
              <a:srgbClr val="22147E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8013700" y="3454400"/>
            <a:ext cx="4318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7A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  <p:sp>
        <p:nvSpPr>
          <p:cNvPr id="122" name="Shape 120"/>
          <p:cNvSpPr/>
          <p:nvPr/>
        </p:nvSpPr>
        <p:spPr>
          <a:xfrm>
            <a:off x="9366250" y="3270250"/>
            <a:ext cx="495300" cy="495300"/>
          </a:xfrm>
          <a:prstGeom prst="ellipse">
            <a:avLst/>
          </a:prstGeom>
          <a:solidFill>
            <a:srgbClr val="F8FAE6"/>
          </a:solidFill>
          <a:ln w="25400">
            <a:solidFill>
              <a:srgbClr val="22147E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9398000" y="3454400"/>
            <a:ext cx="4318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7A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  <p:sp>
        <p:nvSpPr>
          <p:cNvPr id="124" name="Shape 122"/>
          <p:cNvSpPr/>
          <p:nvPr/>
        </p:nvSpPr>
        <p:spPr>
          <a:xfrm>
            <a:off x="10687050" y="3270250"/>
            <a:ext cx="495300" cy="495300"/>
          </a:xfrm>
          <a:prstGeom prst="ellipse">
            <a:avLst/>
          </a:prstGeom>
          <a:solidFill>
            <a:srgbClr val="F8FAE6"/>
          </a:solidFill>
          <a:ln w="25400">
            <a:solidFill>
              <a:srgbClr val="22147E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10718800" y="3454400"/>
            <a:ext cx="4318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7A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  <p:sp>
        <p:nvSpPr>
          <p:cNvPr id="126" name="Shape 124"/>
          <p:cNvSpPr/>
          <p:nvPr/>
        </p:nvSpPr>
        <p:spPr>
          <a:xfrm>
            <a:off x="6591300" y="5638800"/>
            <a:ext cx="533400" cy="533400"/>
          </a:xfrm>
          <a:prstGeom prst="ellipse">
            <a:avLst/>
          </a:prstGeom>
          <a:solidFill>
            <a:srgbClr val="D2E2EC"/>
          </a:solidFill>
          <a:ln w="25400">
            <a:solidFill>
              <a:srgbClr val="802334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6667500" y="5829300"/>
            <a:ext cx="381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128" name="Shape 126"/>
          <p:cNvSpPr/>
          <p:nvPr/>
        </p:nvSpPr>
        <p:spPr>
          <a:xfrm>
            <a:off x="7962900" y="5638800"/>
            <a:ext cx="533400" cy="533400"/>
          </a:xfrm>
          <a:prstGeom prst="ellipse">
            <a:avLst/>
          </a:prstGeom>
          <a:solidFill>
            <a:srgbClr val="D2E2EC"/>
          </a:solidFill>
          <a:ln w="25400">
            <a:solidFill>
              <a:srgbClr val="802334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8039100" y="5829300"/>
            <a:ext cx="381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  <p:sp>
        <p:nvSpPr>
          <p:cNvPr id="130" name="Shape 128"/>
          <p:cNvSpPr/>
          <p:nvPr/>
        </p:nvSpPr>
        <p:spPr>
          <a:xfrm>
            <a:off x="9347200" y="5638800"/>
            <a:ext cx="533400" cy="533400"/>
          </a:xfrm>
          <a:prstGeom prst="ellipse">
            <a:avLst/>
          </a:prstGeom>
          <a:solidFill>
            <a:srgbClr val="D2E2EC"/>
          </a:solidFill>
          <a:ln w="25400">
            <a:solidFill>
              <a:srgbClr val="802334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9423400" y="5829300"/>
            <a:ext cx="381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  <p:sp>
        <p:nvSpPr>
          <p:cNvPr id="132" name="Shape 130"/>
          <p:cNvSpPr/>
          <p:nvPr/>
        </p:nvSpPr>
        <p:spPr>
          <a:xfrm>
            <a:off x="10668000" y="5638800"/>
            <a:ext cx="533400" cy="533400"/>
          </a:xfrm>
          <a:prstGeom prst="ellipse">
            <a:avLst/>
          </a:prstGeom>
          <a:solidFill>
            <a:srgbClr val="D2E2EC"/>
          </a:solidFill>
          <a:ln w="25400">
            <a:solidFill>
              <a:srgbClr val="802334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10744200" y="5829300"/>
            <a:ext cx="381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7700" y="1358900"/>
            <a:ext cx="10375900" cy="5270500"/>
          </a:xfrm>
          <a:prstGeom prst="rect">
            <a:avLst/>
          </a:prstGeom>
          <a:solidFill>
            <a:srgbClr val="F7E2CD"/>
          </a:solidFill>
          <a:ln w="12700">
            <a:solidFill>
              <a:srgbClr val="C9C5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47900" y="6007100"/>
            <a:ext cx="4000500" cy="558800"/>
          </a:xfrm>
          <a:prstGeom prst="roundRect">
            <a:avLst>
              <a:gd name="adj" fmla="val 9818"/>
            </a:avLst>
          </a:prstGeom>
          <a:solidFill>
            <a:srgbClr val="E7FFE9"/>
          </a:solidFill>
          <a:ln w="15875">
            <a:solidFill>
              <a:srgbClr val="4E7D52"/>
            </a:solidFill>
            <a:prstDash val="sysDot"/>
          </a:ln>
        </p:spPr>
      </p:sp>
      <p:sp>
        <p:nvSpPr>
          <p:cNvPr id="7" name="Shape 5"/>
          <p:cNvSpPr/>
          <p:nvPr/>
        </p:nvSpPr>
        <p:spPr>
          <a:xfrm>
            <a:off x="2400300" y="6108700"/>
            <a:ext cx="167640" cy="3048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7940" y="6108700"/>
            <a:ext cx="167640" cy="3048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35580" y="6108700"/>
            <a:ext cx="167640" cy="3048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03220" y="6108700"/>
            <a:ext cx="167640" cy="3048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70860" y="6108700"/>
            <a:ext cx="167640" cy="3048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6083300"/>
            <a:ext cx="33528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63900" y="6108700"/>
            <a:ext cx="190500" cy="304800"/>
          </a:xfrm>
          <a:prstGeom prst="rect">
            <a:avLst/>
          </a:prstGeom>
          <a:solidFill>
            <a:srgbClr val="F4AECB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54400" y="6108700"/>
            <a:ext cx="190500" cy="304800"/>
          </a:xfrm>
          <a:prstGeom prst="rect">
            <a:avLst/>
          </a:prstGeom>
          <a:solidFill>
            <a:srgbClr val="F2BEDA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44900" y="6108700"/>
            <a:ext cx="190500" cy="304800"/>
          </a:xfrm>
          <a:prstGeom prst="rect">
            <a:avLst/>
          </a:prstGeom>
          <a:solidFill>
            <a:srgbClr val="F293C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35400" y="6108700"/>
            <a:ext cx="190500" cy="304800"/>
          </a:xfrm>
          <a:prstGeom prst="rect">
            <a:avLst/>
          </a:prstGeom>
          <a:solidFill>
            <a:srgbClr val="E295D6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25900" y="6108700"/>
            <a:ext cx="190500" cy="304800"/>
          </a:xfrm>
          <a:prstGeom prst="rect">
            <a:avLst/>
          </a:prstGeom>
          <a:solidFill>
            <a:srgbClr val="DC88CE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49650" y="6083300"/>
            <a:ext cx="38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38500" y="6083300"/>
            <a:ext cx="1003300" cy="355600"/>
          </a:xfrm>
          <a:prstGeom prst="roundRect">
            <a:avLst>
              <a:gd name="adj" fmla="val 10286"/>
            </a:avLst>
          </a:prstGeom>
          <a:ln w="19050">
            <a:solidFill>
              <a:srgbClr val="BE4148"/>
            </a:solidFill>
            <a:prstDash val="sysDot"/>
          </a:ln>
        </p:spPr>
      </p:sp>
      <p:sp>
        <p:nvSpPr>
          <p:cNvPr id="20" name="Shape 18"/>
          <p:cNvSpPr/>
          <p:nvPr/>
        </p:nvSpPr>
        <p:spPr>
          <a:xfrm>
            <a:off x="4254500" y="6108700"/>
            <a:ext cx="167640" cy="3048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22140" y="6108700"/>
            <a:ext cx="167640" cy="3048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89780" y="6108700"/>
            <a:ext cx="167640" cy="3048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7420" y="6108700"/>
            <a:ext cx="167640" cy="3048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25060" y="6108700"/>
            <a:ext cx="167640" cy="3048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05960" y="6083300"/>
            <a:ext cx="33528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118100" y="6108700"/>
            <a:ext cx="167640" cy="3048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85740" y="6108700"/>
            <a:ext cx="167640" cy="3048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53380" y="6108700"/>
            <a:ext cx="167640" cy="3048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21020" y="6108700"/>
            <a:ext cx="167640" cy="3048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88660" y="6108700"/>
            <a:ext cx="167640" cy="3048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69560" y="6083300"/>
            <a:ext cx="33528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0185400" y="5105400"/>
            <a:ext cx="0" cy="889000"/>
          </a:xfrm>
          <a:prstGeom prst="line">
            <a:avLst/>
          </a:prstGeom>
          <a:noFill/>
          <a:ln w="15875">
            <a:solidFill>
              <a:srgbClr val="4E7D52"/>
            </a:solidFill>
            <a:prstDash val="sysDot"/>
          </a:ln>
        </p:spPr>
      </p:sp>
      <p:sp>
        <p:nvSpPr>
          <p:cNvPr id="33" name="Shape 31"/>
          <p:cNvSpPr/>
          <p:nvPr/>
        </p:nvSpPr>
        <p:spPr>
          <a:xfrm>
            <a:off x="10096500" y="4978400"/>
            <a:ext cx="177800" cy="177800"/>
          </a:xfrm>
          <a:prstGeom prst="triangle">
            <a:avLst/>
          </a:prstGeom>
          <a:solidFill>
            <a:srgbClr val="4E7D52"/>
          </a:solidFill>
          <a:ln/>
        </p:spPr>
      </p:sp>
      <p:sp>
        <p:nvSpPr>
          <p:cNvPr id="34" name="Shape 32"/>
          <p:cNvSpPr/>
          <p:nvPr/>
        </p:nvSpPr>
        <p:spPr>
          <a:xfrm>
            <a:off x="1168400" y="4978400"/>
            <a:ext cx="177800" cy="177800"/>
          </a:xfrm>
          <a:prstGeom prst="triangle">
            <a:avLst/>
          </a:prstGeom>
          <a:solidFill>
            <a:srgbClr val="4E7D52"/>
          </a:solidFill>
          <a:ln/>
        </p:spPr>
      </p:sp>
      <p:sp>
        <p:nvSpPr>
          <p:cNvPr id="35" name="Shape 33"/>
          <p:cNvSpPr/>
          <p:nvPr/>
        </p:nvSpPr>
        <p:spPr>
          <a:xfrm>
            <a:off x="736600" y="2870200"/>
            <a:ext cx="1041400" cy="2159000"/>
          </a:xfrm>
          <a:prstGeom prst="roundRect">
            <a:avLst>
              <a:gd name="adj" fmla="val 7024"/>
            </a:avLst>
          </a:prstGeom>
          <a:solidFill>
            <a:srgbClr val="E7FFE9"/>
          </a:solidFill>
          <a:ln w="15875">
            <a:solidFill>
              <a:srgbClr val="4E7D52"/>
            </a:solidFill>
            <a:prstDash val="sysDot"/>
          </a:ln>
        </p:spPr>
      </p:sp>
      <p:sp>
        <p:nvSpPr>
          <p:cNvPr id="36" name="Shape 34"/>
          <p:cNvSpPr/>
          <p:nvPr/>
        </p:nvSpPr>
        <p:spPr>
          <a:xfrm>
            <a:off x="9690100" y="2870200"/>
            <a:ext cx="1054100" cy="2159000"/>
          </a:xfrm>
          <a:prstGeom prst="roundRect">
            <a:avLst>
              <a:gd name="adj" fmla="val 6940"/>
            </a:avLst>
          </a:prstGeom>
          <a:solidFill>
            <a:srgbClr val="E7FFE9"/>
          </a:solidFill>
          <a:ln w="15875">
            <a:solidFill>
              <a:srgbClr val="4E7D52"/>
            </a:solidFill>
            <a:prstDash val="sysDot"/>
          </a:ln>
        </p:spPr>
      </p:sp>
      <p:sp>
        <p:nvSpPr>
          <p:cNvPr id="37" name="Shape 35"/>
          <p:cNvSpPr/>
          <p:nvPr/>
        </p:nvSpPr>
        <p:spPr>
          <a:xfrm>
            <a:off x="838200" y="3009900"/>
            <a:ext cx="165100" cy="2159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03300" y="3009900"/>
            <a:ext cx="165100" cy="2159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68400" y="3009900"/>
            <a:ext cx="165100" cy="2159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33500" y="3009900"/>
            <a:ext cx="165100" cy="2159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498600" y="3009900"/>
            <a:ext cx="165100" cy="2159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85850" y="2984500"/>
            <a:ext cx="33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9791700" y="3009900"/>
            <a:ext cx="170180" cy="2159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961880" y="3009900"/>
            <a:ext cx="170180" cy="2159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132060" y="3009900"/>
            <a:ext cx="170180" cy="2159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302240" y="3009900"/>
            <a:ext cx="170180" cy="2159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472420" y="3009900"/>
            <a:ext cx="170180" cy="2159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046970" y="2984500"/>
            <a:ext cx="3403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38200" y="3530600"/>
            <a:ext cx="165100" cy="2159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03300" y="3530600"/>
            <a:ext cx="165100" cy="2159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168400" y="3530600"/>
            <a:ext cx="165100" cy="2159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333500" y="3530600"/>
            <a:ext cx="165100" cy="2159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498600" y="3530600"/>
            <a:ext cx="165100" cy="2159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85850" y="3505200"/>
            <a:ext cx="33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9791700" y="3530600"/>
            <a:ext cx="170180" cy="2159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961880" y="3530600"/>
            <a:ext cx="170180" cy="2159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132060" y="3530600"/>
            <a:ext cx="170180" cy="2159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302240" y="3530600"/>
            <a:ext cx="170180" cy="2159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472420" y="3530600"/>
            <a:ext cx="170180" cy="2159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046970" y="3505200"/>
            <a:ext cx="3403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838200" y="4051300"/>
            <a:ext cx="165100" cy="2159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03300" y="4051300"/>
            <a:ext cx="165100" cy="2159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68400" y="4051300"/>
            <a:ext cx="165100" cy="2159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333500" y="4051300"/>
            <a:ext cx="165100" cy="2159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498600" y="4051300"/>
            <a:ext cx="165100" cy="2159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85850" y="4025900"/>
            <a:ext cx="33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9791700" y="4051300"/>
            <a:ext cx="170180" cy="2159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961880" y="4051300"/>
            <a:ext cx="170180" cy="2159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132060" y="4051300"/>
            <a:ext cx="170180" cy="2159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302240" y="4051300"/>
            <a:ext cx="170180" cy="2159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472420" y="4051300"/>
            <a:ext cx="170180" cy="2159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0046970" y="4025900"/>
            <a:ext cx="3403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838200" y="4610100"/>
            <a:ext cx="165100" cy="2159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003300" y="4610100"/>
            <a:ext cx="165100" cy="2159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168400" y="4610100"/>
            <a:ext cx="165100" cy="2159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333500" y="4610100"/>
            <a:ext cx="165100" cy="2159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498600" y="4610100"/>
            <a:ext cx="165100" cy="2159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085850" y="4584700"/>
            <a:ext cx="33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9791700" y="4610100"/>
            <a:ext cx="170180" cy="2159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961880" y="4610100"/>
            <a:ext cx="170180" cy="2159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0132060" y="4610100"/>
            <a:ext cx="170180" cy="2159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0302240" y="4610100"/>
            <a:ext cx="170180" cy="2159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0472420" y="4610100"/>
            <a:ext cx="170180" cy="2159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0046970" y="4584700"/>
            <a:ext cx="3403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3238500" y="2463800"/>
            <a:ext cx="1104900" cy="2641600"/>
          </a:xfrm>
          <a:prstGeom prst="rect">
            <a:avLst/>
          </a:prstGeom>
          <a:solidFill>
            <a:srgbClr val="DCCBBB"/>
          </a:solidFill>
          <a:ln w="12700">
            <a:solidFill>
              <a:srgbClr val="A69B9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327400" y="2489200"/>
            <a:ext cx="914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6E51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</a:t>
            </a:r>
            <a:endParaRPr lang="en-US" sz="11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6E51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4216400" y="2489200"/>
            <a:ext cx="3302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A2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900" b="1" dirty="0">
                <a:solidFill>
                  <a:srgbClr val="7A2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pPr algn="l" indent="0" marL="0">
              <a:buNone/>
            </a:pPr>
            <a:r>
              <a:rPr lang="en-US" sz="900" b="1" dirty="0">
                <a:solidFill>
                  <a:srgbClr val="7A2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098925" y="3032125"/>
            <a:ext cx="184150" cy="184150"/>
          </a:xfrm>
          <a:prstGeom prst="ellipse">
            <a:avLst/>
          </a:prstGeom>
          <a:solidFill>
            <a:srgbClr val="D6E2FF"/>
          </a:solidFill>
          <a:ln w="6350">
            <a:solidFill>
              <a:srgbClr val="C4CFF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127500" y="3060700"/>
            <a:ext cx="127000" cy="127000"/>
          </a:xfrm>
          <a:prstGeom prst="ellipse">
            <a:avLst/>
          </a:prstGeom>
          <a:solidFill>
            <a:srgbClr val="0D1B8F"/>
          </a:solidFill>
          <a:ln/>
        </p:spPr>
      </p:sp>
      <p:sp>
        <p:nvSpPr>
          <p:cNvPr id="90" name="Shape 88"/>
          <p:cNvSpPr/>
          <p:nvPr/>
        </p:nvSpPr>
        <p:spPr>
          <a:xfrm>
            <a:off x="3895725" y="3552825"/>
            <a:ext cx="184150" cy="184150"/>
          </a:xfrm>
          <a:prstGeom prst="ellipse">
            <a:avLst/>
          </a:prstGeom>
          <a:solidFill>
            <a:srgbClr val="D6E2FF"/>
          </a:solidFill>
          <a:ln w="6350">
            <a:solidFill>
              <a:srgbClr val="C4CFF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924300" y="3581400"/>
            <a:ext cx="127000" cy="127000"/>
          </a:xfrm>
          <a:prstGeom prst="ellipse">
            <a:avLst/>
          </a:prstGeom>
          <a:solidFill>
            <a:srgbClr val="0D1B8F"/>
          </a:solidFill>
          <a:ln/>
        </p:spPr>
      </p:sp>
      <p:sp>
        <p:nvSpPr>
          <p:cNvPr id="92" name="Shape 90"/>
          <p:cNvSpPr/>
          <p:nvPr/>
        </p:nvSpPr>
        <p:spPr>
          <a:xfrm>
            <a:off x="3667125" y="4073525"/>
            <a:ext cx="184150" cy="184150"/>
          </a:xfrm>
          <a:prstGeom prst="ellipse">
            <a:avLst/>
          </a:prstGeom>
          <a:solidFill>
            <a:srgbClr val="D6E2FF"/>
          </a:solidFill>
          <a:ln w="6350">
            <a:solidFill>
              <a:srgbClr val="C4CFF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695700" y="4102100"/>
            <a:ext cx="127000" cy="127000"/>
          </a:xfrm>
          <a:prstGeom prst="ellipse">
            <a:avLst/>
          </a:prstGeom>
          <a:solidFill>
            <a:srgbClr val="0D1B8F"/>
          </a:solidFill>
          <a:ln/>
        </p:spPr>
      </p:sp>
      <p:sp>
        <p:nvSpPr>
          <p:cNvPr id="94" name="Shape 92"/>
          <p:cNvSpPr/>
          <p:nvPr/>
        </p:nvSpPr>
        <p:spPr>
          <a:xfrm>
            <a:off x="3425825" y="4632325"/>
            <a:ext cx="184150" cy="184150"/>
          </a:xfrm>
          <a:prstGeom prst="ellipse">
            <a:avLst/>
          </a:prstGeom>
          <a:solidFill>
            <a:srgbClr val="D6E2FF"/>
          </a:solidFill>
          <a:ln w="6350">
            <a:solidFill>
              <a:srgbClr val="C4CFF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454400" y="4660900"/>
            <a:ext cx="127000" cy="127000"/>
          </a:xfrm>
          <a:prstGeom prst="ellipse">
            <a:avLst/>
          </a:prstGeom>
          <a:solidFill>
            <a:srgbClr val="0D1B8F"/>
          </a:solidFill>
          <a:ln/>
        </p:spPr>
      </p:sp>
      <p:sp>
        <p:nvSpPr>
          <p:cNvPr id="96" name="Shape 94"/>
          <p:cNvSpPr/>
          <p:nvPr/>
        </p:nvSpPr>
        <p:spPr>
          <a:xfrm>
            <a:off x="1765300" y="3143250"/>
            <a:ext cx="127000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765300" y="3657600"/>
            <a:ext cx="127000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765300" y="4178300"/>
            <a:ext cx="127000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765300" y="4730750"/>
            <a:ext cx="127000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2540000" y="3143250"/>
            <a:ext cx="1549400" cy="0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01" name="Shape 99"/>
          <p:cNvSpPr/>
          <p:nvPr/>
        </p:nvSpPr>
        <p:spPr>
          <a:xfrm>
            <a:off x="2540000" y="3657600"/>
            <a:ext cx="1346200" cy="0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02" name="Shape 100"/>
          <p:cNvSpPr/>
          <p:nvPr/>
        </p:nvSpPr>
        <p:spPr>
          <a:xfrm>
            <a:off x="2540000" y="4178300"/>
            <a:ext cx="1117600" cy="0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03" name="Shape 101"/>
          <p:cNvSpPr/>
          <p:nvPr/>
        </p:nvSpPr>
        <p:spPr>
          <a:xfrm>
            <a:off x="2540000" y="4730750"/>
            <a:ext cx="876300" cy="0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04" name="Shape 102"/>
          <p:cNvSpPr/>
          <p:nvPr/>
        </p:nvSpPr>
        <p:spPr>
          <a:xfrm flipH="1">
            <a:off x="9563100" y="3143250"/>
            <a:ext cx="127000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 flipH="1">
            <a:off x="9563100" y="3657600"/>
            <a:ext cx="127000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 flipH="1">
            <a:off x="9563100" y="4178300"/>
            <a:ext cx="127000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 flipH="1">
            <a:off x="9563100" y="4730750"/>
            <a:ext cx="127000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 flipV="1">
            <a:off x="3810000" y="3302000"/>
            <a:ext cx="374650" cy="1765300"/>
          </a:xfrm>
          <a:prstGeom prst="line">
            <a:avLst/>
          </a:prstGeom>
          <a:noFill/>
          <a:ln w="12700">
            <a:solidFill>
              <a:srgbClr val="EDCDBA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 flipV="1">
            <a:off x="3810000" y="3829050"/>
            <a:ext cx="177800" cy="1238250"/>
          </a:xfrm>
          <a:prstGeom prst="line">
            <a:avLst/>
          </a:prstGeom>
          <a:noFill/>
          <a:ln w="12700">
            <a:solidFill>
              <a:srgbClr val="EDCDBA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3771900" y="4349750"/>
            <a:ext cx="38100" cy="717550"/>
          </a:xfrm>
          <a:prstGeom prst="line">
            <a:avLst/>
          </a:prstGeom>
          <a:noFill/>
          <a:ln w="12700">
            <a:solidFill>
              <a:srgbClr val="EDCDBA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3587750" y="4889500"/>
            <a:ext cx="222250" cy="177800"/>
          </a:xfrm>
          <a:prstGeom prst="line">
            <a:avLst/>
          </a:prstGeom>
          <a:noFill/>
          <a:ln w="12700">
            <a:solidFill>
              <a:srgbClr val="EDCDBA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 rot="660000">
            <a:off x="4133850" y="3244850"/>
            <a:ext cx="107950" cy="120650"/>
          </a:xfrm>
          <a:prstGeom prst="triangle">
            <a:avLst/>
          </a:prstGeom>
          <a:solidFill>
            <a:srgbClr val="C03030"/>
          </a:solidFill>
          <a:ln/>
        </p:spPr>
      </p:sp>
      <p:sp>
        <p:nvSpPr>
          <p:cNvPr id="113" name="Shape 111"/>
          <p:cNvSpPr/>
          <p:nvPr/>
        </p:nvSpPr>
        <p:spPr>
          <a:xfrm rot="660000">
            <a:off x="4149725" y="3263900"/>
            <a:ext cx="76200" cy="95250"/>
          </a:xfrm>
          <a:prstGeom prst="triangle">
            <a:avLst/>
          </a:prstGeom>
          <a:solidFill>
            <a:srgbClr val="C03030"/>
          </a:solidFill>
          <a:ln/>
        </p:spPr>
      </p:sp>
      <p:sp>
        <p:nvSpPr>
          <p:cNvPr id="114" name="Shape 112"/>
          <p:cNvSpPr/>
          <p:nvPr/>
        </p:nvSpPr>
        <p:spPr>
          <a:xfrm rot="420000">
            <a:off x="3937000" y="3765550"/>
            <a:ext cx="101600" cy="127000"/>
          </a:xfrm>
          <a:prstGeom prst="triangle">
            <a:avLst/>
          </a:prstGeom>
          <a:solidFill>
            <a:srgbClr val="C03030"/>
          </a:solidFill>
          <a:ln/>
        </p:spPr>
      </p:sp>
      <p:sp>
        <p:nvSpPr>
          <p:cNvPr id="115" name="Shape 113"/>
          <p:cNvSpPr/>
          <p:nvPr/>
        </p:nvSpPr>
        <p:spPr>
          <a:xfrm rot="420000">
            <a:off x="3952875" y="3790950"/>
            <a:ext cx="69850" cy="101600"/>
          </a:xfrm>
          <a:prstGeom prst="triangle">
            <a:avLst/>
          </a:prstGeom>
          <a:solidFill>
            <a:srgbClr val="C03030"/>
          </a:solidFill>
          <a:ln/>
        </p:spPr>
      </p:sp>
      <p:sp>
        <p:nvSpPr>
          <p:cNvPr id="116" name="Shape 114"/>
          <p:cNvSpPr/>
          <p:nvPr/>
        </p:nvSpPr>
        <p:spPr>
          <a:xfrm rot="-180000">
            <a:off x="3721100" y="4292600"/>
            <a:ext cx="101600" cy="114300"/>
          </a:xfrm>
          <a:prstGeom prst="triangle">
            <a:avLst/>
          </a:prstGeom>
          <a:solidFill>
            <a:srgbClr val="C03030"/>
          </a:solidFill>
          <a:ln/>
        </p:spPr>
      </p:sp>
      <p:sp>
        <p:nvSpPr>
          <p:cNvPr id="117" name="Shape 115"/>
          <p:cNvSpPr/>
          <p:nvPr/>
        </p:nvSpPr>
        <p:spPr>
          <a:xfrm rot="-180000">
            <a:off x="3736975" y="4311650"/>
            <a:ext cx="69850" cy="95250"/>
          </a:xfrm>
          <a:prstGeom prst="triangle">
            <a:avLst/>
          </a:prstGeom>
          <a:solidFill>
            <a:srgbClr val="C03030"/>
          </a:solidFill>
          <a:ln/>
        </p:spPr>
      </p:sp>
      <p:sp>
        <p:nvSpPr>
          <p:cNvPr id="118" name="Shape 116"/>
          <p:cNvSpPr/>
          <p:nvPr/>
        </p:nvSpPr>
        <p:spPr>
          <a:xfrm rot="-2400000">
            <a:off x="3530600" y="4832350"/>
            <a:ext cx="114300" cy="120650"/>
          </a:xfrm>
          <a:prstGeom prst="triangle">
            <a:avLst/>
          </a:prstGeom>
          <a:solidFill>
            <a:srgbClr val="C03030"/>
          </a:solidFill>
          <a:ln/>
        </p:spPr>
      </p:sp>
      <p:sp>
        <p:nvSpPr>
          <p:cNvPr id="119" name="Shape 117"/>
          <p:cNvSpPr/>
          <p:nvPr/>
        </p:nvSpPr>
        <p:spPr>
          <a:xfrm rot="-2400000">
            <a:off x="3549650" y="4851400"/>
            <a:ext cx="82550" cy="101600"/>
          </a:xfrm>
          <a:prstGeom prst="triangle">
            <a:avLst/>
          </a:prstGeom>
          <a:solidFill>
            <a:srgbClr val="C03030"/>
          </a:solidFill>
          <a:ln/>
        </p:spPr>
      </p:sp>
      <p:sp>
        <p:nvSpPr>
          <p:cNvPr id="120" name="Shape 118"/>
          <p:cNvSpPr/>
          <p:nvPr/>
        </p:nvSpPr>
        <p:spPr>
          <a:xfrm>
            <a:off x="1905000" y="2870200"/>
            <a:ext cx="635000" cy="2108200"/>
          </a:xfrm>
          <a:prstGeom prst="rect">
            <a:avLst/>
          </a:prstGeom>
          <a:solidFill>
            <a:srgbClr val="F7F96B"/>
          </a:solidFill>
          <a:ln/>
        </p:spPr>
      </p:sp>
      <p:sp>
        <p:nvSpPr>
          <p:cNvPr id="121" name="Shape 119"/>
          <p:cNvSpPr/>
          <p:nvPr/>
        </p:nvSpPr>
        <p:spPr>
          <a:xfrm>
            <a:off x="8864600" y="2908300"/>
            <a:ext cx="635000" cy="2108200"/>
          </a:xfrm>
          <a:prstGeom prst="rect">
            <a:avLst/>
          </a:prstGeom>
          <a:solidFill>
            <a:srgbClr val="F7F96B"/>
          </a:solidFill>
          <a:ln/>
        </p:spPr>
      </p:sp>
      <p:sp>
        <p:nvSpPr>
          <p:cNvPr id="122" name="Shape 120"/>
          <p:cNvSpPr/>
          <p:nvPr/>
        </p:nvSpPr>
        <p:spPr>
          <a:xfrm>
            <a:off x="1905000" y="2971800"/>
            <a:ext cx="635000" cy="304800"/>
          </a:xfrm>
          <a:prstGeom prst="rect">
            <a:avLst/>
          </a:prstGeom>
          <a:solidFill>
            <a:srgbClr val="F7F96B"/>
          </a:solidFill>
          <a:ln w="12700">
            <a:solidFill>
              <a:srgbClr val="5E8A50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1905000" y="2971800"/>
            <a:ext cx="63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100" dirty="0"/>
          </a:p>
        </p:txBody>
      </p:sp>
      <p:sp>
        <p:nvSpPr>
          <p:cNvPr id="124" name="Shape 122"/>
          <p:cNvSpPr/>
          <p:nvPr/>
        </p:nvSpPr>
        <p:spPr>
          <a:xfrm>
            <a:off x="1905000" y="3505200"/>
            <a:ext cx="635000" cy="304800"/>
          </a:xfrm>
          <a:prstGeom prst="rect">
            <a:avLst/>
          </a:prstGeom>
          <a:solidFill>
            <a:srgbClr val="F7F96B"/>
          </a:solidFill>
          <a:ln w="12700">
            <a:solidFill>
              <a:srgbClr val="5E8A5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1905000" y="3505200"/>
            <a:ext cx="63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100" dirty="0"/>
          </a:p>
        </p:txBody>
      </p:sp>
      <p:sp>
        <p:nvSpPr>
          <p:cNvPr id="126" name="Shape 124"/>
          <p:cNvSpPr/>
          <p:nvPr/>
        </p:nvSpPr>
        <p:spPr>
          <a:xfrm>
            <a:off x="1905000" y="4013200"/>
            <a:ext cx="635000" cy="304800"/>
          </a:xfrm>
          <a:prstGeom prst="rect">
            <a:avLst/>
          </a:prstGeom>
          <a:solidFill>
            <a:srgbClr val="F7F96B"/>
          </a:solidFill>
          <a:ln w="12700">
            <a:solidFill>
              <a:srgbClr val="5E8A50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1905000" y="4013200"/>
            <a:ext cx="63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100" dirty="0"/>
          </a:p>
        </p:txBody>
      </p:sp>
      <p:sp>
        <p:nvSpPr>
          <p:cNvPr id="128" name="Shape 126"/>
          <p:cNvSpPr/>
          <p:nvPr/>
        </p:nvSpPr>
        <p:spPr>
          <a:xfrm>
            <a:off x="1905000" y="4572000"/>
            <a:ext cx="635000" cy="304800"/>
          </a:xfrm>
          <a:prstGeom prst="rect">
            <a:avLst/>
          </a:prstGeom>
          <a:solidFill>
            <a:srgbClr val="F7F96B"/>
          </a:solidFill>
          <a:ln w="12700">
            <a:solidFill>
              <a:srgbClr val="5E8A50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1905000" y="4572000"/>
            <a:ext cx="63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100" dirty="0"/>
          </a:p>
        </p:txBody>
      </p:sp>
      <p:sp>
        <p:nvSpPr>
          <p:cNvPr id="130" name="Shape 128"/>
          <p:cNvSpPr/>
          <p:nvPr/>
        </p:nvSpPr>
        <p:spPr>
          <a:xfrm>
            <a:off x="8864600" y="2971800"/>
            <a:ext cx="635000" cy="304800"/>
          </a:xfrm>
          <a:prstGeom prst="rect">
            <a:avLst/>
          </a:prstGeom>
          <a:solidFill>
            <a:srgbClr val="F7F96B"/>
          </a:solidFill>
          <a:ln w="12700">
            <a:solidFill>
              <a:srgbClr val="5E8A50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8864600" y="2971800"/>
            <a:ext cx="63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100" dirty="0"/>
          </a:p>
        </p:txBody>
      </p:sp>
      <p:sp>
        <p:nvSpPr>
          <p:cNvPr id="132" name="Shape 130"/>
          <p:cNvSpPr/>
          <p:nvPr/>
        </p:nvSpPr>
        <p:spPr>
          <a:xfrm>
            <a:off x="8864600" y="3505200"/>
            <a:ext cx="635000" cy="304800"/>
          </a:xfrm>
          <a:prstGeom prst="rect">
            <a:avLst/>
          </a:prstGeom>
          <a:solidFill>
            <a:srgbClr val="F7F96B"/>
          </a:solidFill>
          <a:ln w="12700">
            <a:solidFill>
              <a:srgbClr val="5E8A50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8864600" y="3505200"/>
            <a:ext cx="63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100" dirty="0"/>
          </a:p>
        </p:txBody>
      </p:sp>
      <p:sp>
        <p:nvSpPr>
          <p:cNvPr id="134" name="Shape 132"/>
          <p:cNvSpPr/>
          <p:nvPr/>
        </p:nvSpPr>
        <p:spPr>
          <a:xfrm>
            <a:off x="8864600" y="4013200"/>
            <a:ext cx="635000" cy="304800"/>
          </a:xfrm>
          <a:prstGeom prst="rect">
            <a:avLst/>
          </a:prstGeom>
          <a:solidFill>
            <a:srgbClr val="F7F96B"/>
          </a:solidFill>
          <a:ln w="12700">
            <a:solidFill>
              <a:srgbClr val="5E8A50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8864600" y="4013200"/>
            <a:ext cx="63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100" dirty="0"/>
          </a:p>
        </p:txBody>
      </p:sp>
      <p:sp>
        <p:nvSpPr>
          <p:cNvPr id="136" name="Shape 134"/>
          <p:cNvSpPr/>
          <p:nvPr/>
        </p:nvSpPr>
        <p:spPr>
          <a:xfrm>
            <a:off x="8864600" y="4572000"/>
            <a:ext cx="635000" cy="304800"/>
          </a:xfrm>
          <a:prstGeom prst="rect">
            <a:avLst/>
          </a:prstGeom>
          <a:solidFill>
            <a:srgbClr val="F7F96B"/>
          </a:solidFill>
          <a:ln w="12700">
            <a:solidFill>
              <a:srgbClr val="5E8A50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8864600" y="4572000"/>
            <a:ext cx="63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100" dirty="0"/>
          </a:p>
        </p:txBody>
      </p:sp>
      <p:sp>
        <p:nvSpPr>
          <p:cNvPr id="138" name="Shape 136"/>
          <p:cNvSpPr/>
          <p:nvPr/>
        </p:nvSpPr>
        <p:spPr>
          <a:xfrm>
            <a:off x="2590800" y="2933700"/>
            <a:ext cx="8382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2674620" y="2933700"/>
            <a:ext cx="8382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2758440" y="2933700"/>
            <a:ext cx="8382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2842260" y="2933700"/>
            <a:ext cx="8382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2926080" y="2933700"/>
            <a:ext cx="8382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2590800" y="3454400"/>
            <a:ext cx="8382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2674620" y="3454400"/>
            <a:ext cx="8382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2758440" y="3454400"/>
            <a:ext cx="8382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2842260" y="3454400"/>
            <a:ext cx="8382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2926080" y="3454400"/>
            <a:ext cx="8382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2590800" y="3975100"/>
            <a:ext cx="8382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2674620" y="3975100"/>
            <a:ext cx="8382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2758440" y="3975100"/>
            <a:ext cx="8382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2842260" y="3975100"/>
            <a:ext cx="8382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2926080" y="3975100"/>
            <a:ext cx="8382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2590800" y="4533900"/>
            <a:ext cx="8382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2674620" y="4533900"/>
            <a:ext cx="8382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2758440" y="4533900"/>
            <a:ext cx="8382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2842260" y="4533900"/>
            <a:ext cx="8382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2926080" y="4533900"/>
            <a:ext cx="8382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8470900" y="2933700"/>
            <a:ext cx="7874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8549640" y="2933700"/>
            <a:ext cx="7874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8628380" y="2933700"/>
            <a:ext cx="7874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8707120" y="2933700"/>
            <a:ext cx="7874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8785860" y="2933700"/>
            <a:ext cx="7874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8470900" y="3454400"/>
            <a:ext cx="7874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8549640" y="3454400"/>
            <a:ext cx="7874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8628380" y="3454400"/>
            <a:ext cx="7874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8707120" y="3454400"/>
            <a:ext cx="7874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8785860" y="3454400"/>
            <a:ext cx="7874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8470900" y="3975100"/>
            <a:ext cx="7874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8549640" y="3975100"/>
            <a:ext cx="7874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8628380" y="3975100"/>
            <a:ext cx="7874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8707120" y="3975100"/>
            <a:ext cx="7874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8785860" y="3975100"/>
            <a:ext cx="7874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8470900" y="4533900"/>
            <a:ext cx="7874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8549640" y="4533900"/>
            <a:ext cx="7874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8628380" y="4533900"/>
            <a:ext cx="7874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8707120" y="4533900"/>
            <a:ext cx="7874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8785860" y="4533900"/>
            <a:ext cx="7874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2997200" y="2908300"/>
            <a:ext cx="254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79" name="Text 177"/>
          <p:cNvSpPr/>
          <p:nvPr/>
        </p:nvSpPr>
        <p:spPr>
          <a:xfrm>
            <a:off x="8102600" y="28829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80" name="Text 178"/>
          <p:cNvSpPr/>
          <p:nvPr/>
        </p:nvSpPr>
        <p:spPr>
          <a:xfrm>
            <a:off x="2997200" y="3429000"/>
            <a:ext cx="254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81" name="Text 179"/>
          <p:cNvSpPr/>
          <p:nvPr/>
        </p:nvSpPr>
        <p:spPr>
          <a:xfrm>
            <a:off x="8102600" y="34163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82" name="Text 180"/>
          <p:cNvSpPr/>
          <p:nvPr/>
        </p:nvSpPr>
        <p:spPr>
          <a:xfrm>
            <a:off x="2997200" y="3949700"/>
            <a:ext cx="254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83" name="Text 181"/>
          <p:cNvSpPr/>
          <p:nvPr/>
        </p:nvSpPr>
        <p:spPr>
          <a:xfrm>
            <a:off x="8102600" y="40132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84" name="Text 182"/>
          <p:cNvSpPr/>
          <p:nvPr/>
        </p:nvSpPr>
        <p:spPr>
          <a:xfrm>
            <a:off x="2997200" y="4508500"/>
            <a:ext cx="254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85" name="Text 183"/>
          <p:cNvSpPr/>
          <p:nvPr/>
        </p:nvSpPr>
        <p:spPr>
          <a:xfrm>
            <a:off x="8102600" y="45720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86" name="Shape 184"/>
          <p:cNvSpPr/>
          <p:nvPr/>
        </p:nvSpPr>
        <p:spPr>
          <a:xfrm>
            <a:off x="5816600" y="2463800"/>
            <a:ext cx="419100" cy="2654300"/>
          </a:xfrm>
          <a:prstGeom prst="roundRect">
            <a:avLst>
              <a:gd name="adj" fmla="val 17455"/>
            </a:avLst>
          </a:prstGeom>
          <a:solidFill>
            <a:srgbClr val="F8DDFC"/>
          </a:solidFill>
          <a:ln w="12700">
            <a:solidFill>
              <a:srgbClr val="C0AEC0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 rot="5400000">
            <a:off x="5676900" y="3594100"/>
            <a:ext cx="698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21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max</a:t>
            </a:r>
            <a:endParaRPr lang="en-US" sz="1100" dirty="0"/>
          </a:p>
        </p:txBody>
      </p:sp>
      <p:sp>
        <p:nvSpPr>
          <p:cNvPr id="188" name="Shape 186"/>
          <p:cNvSpPr/>
          <p:nvPr/>
        </p:nvSpPr>
        <p:spPr>
          <a:xfrm>
            <a:off x="4279900" y="3143250"/>
            <a:ext cx="1498600" cy="0"/>
          </a:xfrm>
          <a:prstGeom prst="line">
            <a:avLst/>
          </a:prstGeom>
          <a:noFill/>
          <a:ln w="952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89" name="Shape 187"/>
          <p:cNvSpPr/>
          <p:nvPr/>
        </p:nvSpPr>
        <p:spPr>
          <a:xfrm>
            <a:off x="4076700" y="3657600"/>
            <a:ext cx="1701800" cy="0"/>
          </a:xfrm>
          <a:prstGeom prst="line">
            <a:avLst/>
          </a:prstGeom>
          <a:noFill/>
          <a:ln w="952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90" name="Shape 188"/>
          <p:cNvSpPr/>
          <p:nvPr/>
        </p:nvSpPr>
        <p:spPr>
          <a:xfrm>
            <a:off x="3848100" y="4178300"/>
            <a:ext cx="1930400" cy="0"/>
          </a:xfrm>
          <a:prstGeom prst="line">
            <a:avLst/>
          </a:prstGeom>
          <a:noFill/>
          <a:ln w="952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91" name="Shape 189"/>
          <p:cNvSpPr/>
          <p:nvPr/>
        </p:nvSpPr>
        <p:spPr>
          <a:xfrm>
            <a:off x="3606800" y="4730750"/>
            <a:ext cx="2171700" cy="0"/>
          </a:xfrm>
          <a:prstGeom prst="line">
            <a:avLst/>
          </a:prstGeom>
          <a:noFill/>
          <a:ln w="952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92" name="Shape 190"/>
          <p:cNvSpPr/>
          <p:nvPr/>
        </p:nvSpPr>
        <p:spPr>
          <a:xfrm>
            <a:off x="6553200" y="2463800"/>
            <a:ext cx="1714500" cy="317500"/>
          </a:xfrm>
          <a:prstGeom prst="rect">
            <a:avLst/>
          </a:prstGeom>
          <a:solidFill>
            <a:srgbClr val="EAFEFC"/>
          </a:solidFill>
          <a:ln w="12700">
            <a:solidFill>
              <a:srgbClr val="C3C7C6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6553200" y="2463800"/>
            <a:ext cx="1714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600" dirty="0"/>
          </a:p>
        </p:txBody>
      </p:sp>
      <p:sp>
        <p:nvSpPr>
          <p:cNvPr id="194" name="Shape 192"/>
          <p:cNvSpPr/>
          <p:nvPr/>
        </p:nvSpPr>
        <p:spPr>
          <a:xfrm>
            <a:off x="6235700" y="3124200"/>
            <a:ext cx="400050" cy="0"/>
          </a:xfrm>
          <a:prstGeom prst="line">
            <a:avLst/>
          </a:prstGeom>
          <a:noFill/>
          <a:ln w="9525">
            <a:solidFill>
              <a:srgbClr val="DCC8B6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6235700" y="3657600"/>
            <a:ext cx="793750" cy="0"/>
          </a:xfrm>
          <a:prstGeom prst="line">
            <a:avLst/>
          </a:prstGeom>
          <a:noFill/>
          <a:ln w="9525">
            <a:solidFill>
              <a:srgbClr val="DCC8B6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6235700" y="4165600"/>
            <a:ext cx="1162050" cy="0"/>
          </a:xfrm>
          <a:prstGeom prst="line">
            <a:avLst/>
          </a:prstGeom>
          <a:noFill/>
          <a:ln w="9525">
            <a:solidFill>
              <a:srgbClr val="DCC8B6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6235700" y="4724400"/>
            <a:ext cx="1543050" cy="0"/>
          </a:xfrm>
          <a:prstGeom prst="line">
            <a:avLst/>
          </a:prstGeom>
          <a:noFill/>
          <a:ln w="9525">
            <a:solidFill>
              <a:srgbClr val="DCC8B6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6635750" y="3003550"/>
            <a:ext cx="241300" cy="241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3030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6702425" y="3070225"/>
            <a:ext cx="107950" cy="107950"/>
          </a:xfrm>
          <a:prstGeom prst="ellipse">
            <a:avLst/>
          </a:prstGeom>
          <a:solidFill>
            <a:srgbClr val="A50D1E"/>
          </a:solidFill>
          <a:ln/>
        </p:spPr>
      </p:sp>
      <p:sp>
        <p:nvSpPr>
          <p:cNvPr id="200" name="Shape 198"/>
          <p:cNvSpPr/>
          <p:nvPr/>
        </p:nvSpPr>
        <p:spPr>
          <a:xfrm>
            <a:off x="7029450" y="3536950"/>
            <a:ext cx="241300" cy="241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3030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096125" y="3603625"/>
            <a:ext cx="107950" cy="107950"/>
          </a:xfrm>
          <a:prstGeom prst="ellipse">
            <a:avLst/>
          </a:prstGeom>
          <a:solidFill>
            <a:srgbClr val="A50D1E"/>
          </a:solidFill>
          <a:ln/>
        </p:spPr>
      </p:sp>
      <p:sp>
        <p:nvSpPr>
          <p:cNvPr id="202" name="Shape 200"/>
          <p:cNvSpPr/>
          <p:nvPr/>
        </p:nvSpPr>
        <p:spPr>
          <a:xfrm>
            <a:off x="7397750" y="4044950"/>
            <a:ext cx="241300" cy="241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3030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7464425" y="4111625"/>
            <a:ext cx="107950" cy="107950"/>
          </a:xfrm>
          <a:prstGeom prst="ellipse">
            <a:avLst/>
          </a:prstGeom>
          <a:solidFill>
            <a:srgbClr val="A50D1E"/>
          </a:solidFill>
          <a:ln/>
        </p:spPr>
      </p:sp>
      <p:sp>
        <p:nvSpPr>
          <p:cNvPr id="204" name="Shape 202"/>
          <p:cNvSpPr/>
          <p:nvPr/>
        </p:nvSpPr>
        <p:spPr>
          <a:xfrm>
            <a:off x="7778750" y="4603750"/>
            <a:ext cx="241300" cy="241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3030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7845425" y="4670425"/>
            <a:ext cx="107950" cy="107950"/>
          </a:xfrm>
          <a:prstGeom prst="ellipse">
            <a:avLst/>
          </a:prstGeom>
          <a:solidFill>
            <a:srgbClr val="A50D1E"/>
          </a:solidFill>
          <a:ln/>
        </p:spPr>
      </p:sp>
      <p:sp>
        <p:nvSpPr>
          <p:cNvPr id="206" name="Shape 204"/>
          <p:cNvSpPr/>
          <p:nvPr/>
        </p:nvSpPr>
        <p:spPr>
          <a:xfrm flipV="1">
            <a:off x="6743700" y="2781300"/>
            <a:ext cx="0" cy="27940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207" name="Shape 205"/>
          <p:cNvSpPr/>
          <p:nvPr/>
        </p:nvSpPr>
        <p:spPr>
          <a:xfrm flipV="1">
            <a:off x="7150100" y="2781300"/>
            <a:ext cx="0" cy="81280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208" name="Shape 206"/>
          <p:cNvSpPr/>
          <p:nvPr/>
        </p:nvSpPr>
        <p:spPr>
          <a:xfrm flipV="1">
            <a:off x="7518400" y="2781300"/>
            <a:ext cx="0" cy="132080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209" name="Shape 207"/>
          <p:cNvSpPr/>
          <p:nvPr/>
        </p:nvSpPr>
        <p:spPr>
          <a:xfrm flipV="1">
            <a:off x="7912100" y="2781300"/>
            <a:ext cx="0" cy="187960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210" name="Shape 208"/>
          <p:cNvSpPr/>
          <p:nvPr/>
        </p:nvSpPr>
        <p:spPr>
          <a:xfrm rot="5400000">
            <a:off x="6559550" y="3054350"/>
            <a:ext cx="88900" cy="152400"/>
          </a:xfrm>
          <a:prstGeom prst="triangle">
            <a:avLst/>
          </a:prstGeom>
          <a:solidFill>
            <a:srgbClr val="C03030"/>
          </a:solidFill>
          <a:ln/>
        </p:spPr>
      </p:sp>
      <p:sp>
        <p:nvSpPr>
          <p:cNvPr id="211" name="Shape 209"/>
          <p:cNvSpPr/>
          <p:nvPr/>
        </p:nvSpPr>
        <p:spPr>
          <a:xfrm rot="5400000">
            <a:off x="6946900" y="3568700"/>
            <a:ext cx="88900" cy="165100"/>
          </a:xfrm>
          <a:prstGeom prst="triangle">
            <a:avLst/>
          </a:prstGeom>
          <a:solidFill>
            <a:srgbClr val="C03030"/>
          </a:solidFill>
          <a:ln/>
        </p:spPr>
      </p:sp>
      <p:sp>
        <p:nvSpPr>
          <p:cNvPr id="212" name="Shape 210"/>
          <p:cNvSpPr/>
          <p:nvPr/>
        </p:nvSpPr>
        <p:spPr>
          <a:xfrm rot="5400000">
            <a:off x="7315200" y="4102100"/>
            <a:ext cx="88900" cy="139700"/>
          </a:xfrm>
          <a:prstGeom prst="triangle">
            <a:avLst/>
          </a:prstGeom>
          <a:solidFill>
            <a:srgbClr val="C03030"/>
          </a:solidFill>
          <a:ln/>
        </p:spPr>
      </p:sp>
      <p:sp>
        <p:nvSpPr>
          <p:cNvPr id="213" name="Shape 211"/>
          <p:cNvSpPr/>
          <p:nvPr/>
        </p:nvSpPr>
        <p:spPr>
          <a:xfrm rot="5400000">
            <a:off x="7702550" y="4654550"/>
            <a:ext cx="88900" cy="152400"/>
          </a:xfrm>
          <a:prstGeom prst="triangle">
            <a:avLst/>
          </a:prstGeom>
          <a:solidFill>
            <a:srgbClr val="C03030"/>
          </a:solidFill>
          <a:ln/>
        </p:spPr>
      </p:sp>
      <p:sp>
        <p:nvSpPr>
          <p:cNvPr id="214" name="Shape 212"/>
          <p:cNvSpPr/>
          <p:nvPr/>
        </p:nvSpPr>
        <p:spPr>
          <a:xfrm rot="16200000">
            <a:off x="6896100" y="3048000"/>
            <a:ext cx="101600" cy="177800"/>
          </a:xfrm>
          <a:prstGeom prst="triangle">
            <a:avLst/>
          </a:prstGeom>
          <a:solidFill>
            <a:srgbClr val="C03030"/>
          </a:solidFill>
          <a:ln/>
        </p:spPr>
      </p:sp>
      <p:sp>
        <p:nvSpPr>
          <p:cNvPr id="215" name="Shape 213"/>
          <p:cNvSpPr/>
          <p:nvPr/>
        </p:nvSpPr>
        <p:spPr>
          <a:xfrm rot="16200000">
            <a:off x="7283450" y="3575050"/>
            <a:ext cx="88900" cy="152400"/>
          </a:xfrm>
          <a:prstGeom prst="triangle">
            <a:avLst/>
          </a:prstGeom>
          <a:solidFill>
            <a:srgbClr val="C03030"/>
          </a:solidFill>
          <a:ln/>
        </p:spPr>
      </p:sp>
      <p:sp>
        <p:nvSpPr>
          <p:cNvPr id="216" name="Shape 214"/>
          <p:cNvSpPr/>
          <p:nvPr/>
        </p:nvSpPr>
        <p:spPr>
          <a:xfrm rot="16200000">
            <a:off x="7645400" y="4102100"/>
            <a:ext cx="101600" cy="152400"/>
          </a:xfrm>
          <a:prstGeom prst="triangle">
            <a:avLst/>
          </a:prstGeom>
          <a:solidFill>
            <a:srgbClr val="C03030"/>
          </a:solidFill>
          <a:ln/>
        </p:spPr>
      </p:sp>
      <p:sp>
        <p:nvSpPr>
          <p:cNvPr id="217" name="Shape 215"/>
          <p:cNvSpPr/>
          <p:nvPr/>
        </p:nvSpPr>
        <p:spPr>
          <a:xfrm rot="16200000">
            <a:off x="8039100" y="4648200"/>
            <a:ext cx="88900" cy="165100"/>
          </a:xfrm>
          <a:prstGeom prst="triangle">
            <a:avLst/>
          </a:prstGeom>
          <a:solidFill>
            <a:srgbClr val="C03030"/>
          </a:solidFill>
          <a:ln/>
        </p:spPr>
      </p:sp>
      <p:sp>
        <p:nvSpPr>
          <p:cNvPr id="218" name="Shape 216"/>
          <p:cNvSpPr/>
          <p:nvPr/>
        </p:nvSpPr>
        <p:spPr>
          <a:xfrm>
            <a:off x="3441700" y="5435600"/>
            <a:ext cx="647700" cy="508000"/>
          </a:xfrm>
          <a:prstGeom prst="rect">
            <a:avLst/>
          </a:prstGeom>
          <a:solidFill>
            <a:srgbClr val="F7F96B"/>
          </a:solidFill>
          <a:ln w="12700">
            <a:solidFill>
              <a:srgbClr val="5E8A50"/>
            </a:solidFill>
            <a:prstDash val="solid"/>
          </a:ln>
        </p:spPr>
      </p:sp>
      <p:sp>
        <p:nvSpPr>
          <p:cNvPr id="219" name="Text 217"/>
          <p:cNvSpPr/>
          <p:nvPr/>
        </p:nvSpPr>
        <p:spPr>
          <a:xfrm>
            <a:off x="3441700" y="5435600"/>
            <a:ext cx="647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200" b="1" baseline="-40000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200" dirty="0"/>
          </a:p>
        </p:txBody>
      </p:sp>
      <p:sp>
        <p:nvSpPr>
          <p:cNvPr id="220" name="Text 218"/>
          <p:cNvSpPr/>
          <p:nvPr/>
        </p:nvSpPr>
        <p:spPr>
          <a:xfrm>
            <a:off x="3517900" y="5168900"/>
            <a:ext cx="3302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000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l" indent="0" marL="0">
              <a:buNone/>
            </a:pPr>
            <a:r>
              <a:rPr lang="en-US" sz="1200" b="1" baseline="-40000" dirty="0">
                <a:solidFill>
                  <a:srgbClr val="8000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21" name="Shape 219"/>
          <p:cNvSpPr/>
          <p:nvPr/>
        </p:nvSpPr>
        <p:spPr>
          <a:xfrm>
            <a:off x="3860800" y="5257800"/>
            <a:ext cx="8636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3947160" y="5257800"/>
            <a:ext cx="8636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4033520" y="5257800"/>
            <a:ext cx="8636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4119880" y="5257800"/>
            <a:ext cx="8636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4206240" y="5257800"/>
            <a:ext cx="8636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 flipV="1">
            <a:off x="3797300" y="5168900"/>
            <a:ext cx="0" cy="33020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227" name="Shape 225"/>
          <p:cNvSpPr/>
          <p:nvPr/>
        </p:nvSpPr>
        <p:spPr>
          <a:xfrm flipV="1">
            <a:off x="3797300" y="5892800"/>
            <a:ext cx="0" cy="139700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228" name="Shape 226"/>
          <p:cNvSpPr/>
          <p:nvPr/>
        </p:nvSpPr>
        <p:spPr>
          <a:xfrm>
            <a:off x="6972300" y="1536700"/>
            <a:ext cx="177800" cy="317500"/>
          </a:xfrm>
          <a:prstGeom prst="rect">
            <a:avLst/>
          </a:prstGeom>
          <a:solidFill>
            <a:srgbClr val="9CCB96"/>
          </a:solidFill>
          <a:ln w="6350">
            <a:solidFill>
              <a:srgbClr val="7FA37C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7150100" y="1536700"/>
            <a:ext cx="177800" cy="317500"/>
          </a:xfrm>
          <a:prstGeom prst="rect">
            <a:avLst/>
          </a:prstGeom>
          <a:solidFill>
            <a:srgbClr val="9CCB96"/>
          </a:solidFill>
          <a:ln w="6350">
            <a:solidFill>
              <a:srgbClr val="7FA37C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7327900" y="1536700"/>
            <a:ext cx="177800" cy="317500"/>
          </a:xfrm>
          <a:prstGeom prst="rect">
            <a:avLst/>
          </a:prstGeom>
          <a:solidFill>
            <a:srgbClr val="9CCB96"/>
          </a:solidFill>
          <a:ln w="6350">
            <a:solidFill>
              <a:srgbClr val="7FA37C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7505700" y="1536700"/>
            <a:ext cx="177800" cy="317500"/>
          </a:xfrm>
          <a:prstGeom prst="rect">
            <a:avLst/>
          </a:prstGeom>
          <a:solidFill>
            <a:srgbClr val="C9D6DA"/>
          </a:solidFill>
          <a:ln w="6350">
            <a:solidFill>
              <a:srgbClr val="7FA37C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7683500" y="1536700"/>
            <a:ext cx="177800" cy="317500"/>
          </a:xfrm>
          <a:prstGeom prst="rect">
            <a:avLst/>
          </a:prstGeom>
          <a:solidFill>
            <a:srgbClr val="C9D6DA"/>
          </a:solidFill>
          <a:ln w="6350">
            <a:solidFill>
              <a:srgbClr val="7FA37C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6972300" y="1536700"/>
            <a:ext cx="889000" cy="317500"/>
          </a:xfrm>
          <a:prstGeom prst="rect">
            <a:avLst/>
          </a:prstGeom>
          <a:ln w="12700">
            <a:solidFill>
              <a:srgbClr val="7FA37C"/>
            </a:solidFill>
            <a:prstDash val="sysDot"/>
          </a:ln>
        </p:spPr>
      </p:sp>
      <p:sp>
        <p:nvSpPr>
          <p:cNvPr id="234" name="Text 232"/>
          <p:cNvSpPr/>
          <p:nvPr/>
        </p:nvSpPr>
        <p:spPr>
          <a:xfrm>
            <a:off x="7302500" y="1562100"/>
            <a:ext cx="2159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9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300" dirty="0"/>
          </a:p>
        </p:txBody>
      </p:sp>
      <p:sp>
        <p:nvSpPr>
          <p:cNvPr id="235" name="Text 233"/>
          <p:cNvSpPr/>
          <p:nvPr/>
        </p:nvSpPr>
        <p:spPr>
          <a:xfrm>
            <a:off x="7416800" y="1701800"/>
            <a:ext cx="1016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E9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50" dirty="0"/>
          </a:p>
        </p:txBody>
      </p:sp>
      <p:sp>
        <p:nvSpPr>
          <p:cNvPr id="236" name="Shape 234"/>
          <p:cNvSpPr/>
          <p:nvPr/>
        </p:nvSpPr>
        <p:spPr>
          <a:xfrm rot="18900000">
            <a:off x="6959600" y="1892300"/>
            <a:ext cx="381000" cy="203200"/>
          </a:xfrm>
          <a:prstGeom prst="rightArrow">
            <a:avLst/>
          </a:prstGeom>
          <a:solidFill>
            <a:srgbClr val="4E9A4E"/>
          </a:solidFill>
          <a:ln w="9525">
            <a:solidFill>
              <a:srgbClr val="2F6B2F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7340600" y="1835150"/>
            <a:ext cx="127000" cy="120650"/>
          </a:xfrm>
          <a:prstGeom prst="triangle">
            <a:avLst/>
          </a:prstGeom>
          <a:solidFill>
            <a:srgbClr val="8F2020"/>
          </a:solidFill>
          <a:ln/>
        </p:spPr>
      </p:sp>
      <p:sp>
        <p:nvSpPr>
          <p:cNvPr id="238" name="Shape 236"/>
          <p:cNvSpPr/>
          <p:nvPr/>
        </p:nvSpPr>
        <p:spPr>
          <a:xfrm>
            <a:off x="7404100" y="1981200"/>
            <a:ext cx="0" cy="482600"/>
          </a:xfrm>
          <a:prstGeom prst="line">
            <a:avLst/>
          </a:prstGeom>
          <a:noFill/>
          <a:ln w="9525">
            <a:solidFill>
              <a:srgbClr val="A9A5A0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3441700" y="2070100"/>
            <a:ext cx="850900" cy="279400"/>
          </a:xfrm>
          <a:prstGeom prst="roundRect">
            <a:avLst>
              <a:gd name="adj" fmla="val 39273"/>
            </a:avLst>
          </a:prstGeom>
          <a:solidFill>
            <a:srgbClr val="FFFFE3"/>
          </a:solidFill>
          <a:ln w="12700">
            <a:solidFill>
              <a:srgbClr val="8AA88A"/>
            </a:solidFill>
            <a:prstDash val="sysDot"/>
          </a:ln>
        </p:spPr>
      </p:sp>
      <p:sp>
        <p:nvSpPr>
          <p:cNvPr id="240" name="Text 238"/>
          <p:cNvSpPr/>
          <p:nvPr/>
        </p:nvSpPr>
        <p:spPr>
          <a:xfrm>
            <a:off x="3441700" y="2070100"/>
            <a:ext cx="8509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3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1100" dirty="0"/>
          </a:p>
        </p:txBody>
      </p:sp>
      <p:sp>
        <p:nvSpPr>
          <p:cNvPr id="241" name="Shape 239"/>
          <p:cNvSpPr/>
          <p:nvPr/>
        </p:nvSpPr>
        <p:spPr>
          <a:xfrm>
            <a:off x="5448300" y="2044700"/>
            <a:ext cx="1092200" cy="279400"/>
          </a:xfrm>
          <a:prstGeom prst="roundRect">
            <a:avLst>
              <a:gd name="adj" fmla="val 39273"/>
            </a:avLst>
          </a:prstGeom>
          <a:solidFill>
            <a:srgbClr val="FFFFE3"/>
          </a:solidFill>
          <a:ln w="12700">
            <a:solidFill>
              <a:srgbClr val="8AA88A"/>
            </a:solidFill>
            <a:prstDash val="sysDot"/>
          </a:ln>
        </p:spPr>
      </p:sp>
      <p:sp>
        <p:nvSpPr>
          <p:cNvPr id="242" name="Text 240"/>
          <p:cNvSpPr/>
          <p:nvPr/>
        </p:nvSpPr>
        <p:spPr>
          <a:xfrm>
            <a:off x="5448300" y="2044700"/>
            <a:ext cx="10922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3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1100" dirty="0"/>
          </a:p>
        </p:txBody>
      </p:sp>
      <p:sp>
        <p:nvSpPr>
          <p:cNvPr id="243" name="Shape 241"/>
          <p:cNvSpPr/>
          <p:nvPr/>
        </p:nvSpPr>
        <p:spPr>
          <a:xfrm>
            <a:off x="7569200" y="2044700"/>
            <a:ext cx="1206500" cy="292100"/>
          </a:xfrm>
          <a:prstGeom prst="roundRect">
            <a:avLst>
              <a:gd name="adj" fmla="val 37565"/>
            </a:avLst>
          </a:prstGeom>
          <a:solidFill>
            <a:srgbClr val="FFFFE3"/>
          </a:solidFill>
          <a:ln w="12700">
            <a:solidFill>
              <a:srgbClr val="8AA88A"/>
            </a:solidFill>
            <a:prstDash val="sysDot"/>
          </a:ln>
        </p:spPr>
      </p:sp>
      <p:sp>
        <p:nvSpPr>
          <p:cNvPr id="244" name="Text 242"/>
          <p:cNvSpPr/>
          <p:nvPr/>
        </p:nvSpPr>
        <p:spPr>
          <a:xfrm>
            <a:off x="7569200" y="2044700"/>
            <a:ext cx="120650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3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1100" dirty="0"/>
          </a:p>
        </p:txBody>
      </p:sp>
      <p:sp>
        <p:nvSpPr>
          <p:cNvPr id="245" name="Shape 243"/>
          <p:cNvSpPr/>
          <p:nvPr/>
        </p:nvSpPr>
        <p:spPr>
          <a:xfrm>
            <a:off x="9347200" y="5930900"/>
            <a:ext cx="2095500" cy="800100"/>
          </a:xfrm>
          <a:prstGeom prst="roundRect">
            <a:avLst>
              <a:gd name="adj" fmla="val 9143"/>
            </a:avLst>
          </a:prstGeom>
          <a:solidFill>
            <a:srgbClr val="E7FFE9"/>
          </a:solidFill>
          <a:ln w="15875">
            <a:solidFill>
              <a:srgbClr val="4E7D52"/>
            </a:solidFill>
            <a:prstDash val="sysDot"/>
          </a:ln>
        </p:spPr>
      </p:sp>
      <p:sp>
        <p:nvSpPr>
          <p:cNvPr id="246" name="Shape 244"/>
          <p:cNvSpPr/>
          <p:nvPr/>
        </p:nvSpPr>
        <p:spPr>
          <a:xfrm>
            <a:off x="9563100" y="5969000"/>
            <a:ext cx="81280" cy="190500"/>
          </a:xfrm>
          <a:prstGeom prst="rect">
            <a:avLst/>
          </a:prstGeom>
          <a:solidFill>
            <a:srgbClr val="F2F4C6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9644380" y="5969000"/>
            <a:ext cx="81280" cy="190500"/>
          </a:xfrm>
          <a:prstGeom prst="rect">
            <a:avLst/>
          </a:prstGeom>
          <a:solidFill>
            <a:srgbClr val="F6F8D6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9725660" y="5969000"/>
            <a:ext cx="81280" cy="190500"/>
          </a:xfrm>
          <a:prstGeom prst="rect">
            <a:avLst/>
          </a:prstGeom>
          <a:solidFill>
            <a:srgbClr val="FAED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9806940" y="5969000"/>
            <a:ext cx="81280" cy="190500"/>
          </a:xfrm>
          <a:prstGeom prst="rect">
            <a:avLst/>
          </a:prstGeom>
          <a:solidFill>
            <a:srgbClr val="EFE2EC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9888220" y="5969000"/>
            <a:ext cx="81280" cy="190500"/>
          </a:xfrm>
          <a:prstGeom prst="rect">
            <a:avLst/>
          </a:prstGeom>
          <a:solidFill>
            <a:srgbClr val="F5E1EE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10693400" y="6070600"/>
            <a:ext cx="101600" cy="190500"/>
          </a:xfrm>
          <a:prstGeom prst="rect">
            <a:avLst/>
          </a:prstGeom>
          <a:solidFill>
            <a:srgbClr val="F2F4C6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10795000" y="6070600"/>
            <a:ext cx="101600" cy="190500"/>
          </a:xfrm>
          <a:prstGeom prst="rect">
            <a:avLst/>
          </a:prstGeom>
          <a:solidFill>
            <a:srgbClr val="F6F8D6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10896600" y="6070600"/>
            <a:ext cx="101600" cy="190500"/>
          </a:xfrm>
          <a:prstGeom prst="rect">
            <a:avLst/>
          </a:prstGeom>
          <a:solidFill>
            <a:srgbClr val="FAED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10998200" y="6070600"/>
            <a:ext cx="101600" cy="190500"/>
          </a:xfrm>
          <a:prstGeom prst="rect">
            <a:avLst/>
          </a:prstGeom>
          <a:solidFill>
            <a:srgbClr val="EFE2EC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11099800" y="6070600"/>
            <a:ext cx="101600" cy="190500"/>
          </a:xfrm>
          <a:prstGeom prst="rect">
            <a:avLst/>
          </a:prstGeom>
          <a:solidFill>
            <a:srgbClr val="F5E1EE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56" name="Text 254"/>
          <p:cNvSpPr/>
          <p:nvPr/>
        </p:nvSpPr>
        <p:spPr>
          <a:xfrm>
            <a:off x="9817100" y="6146800"/>
            <a:ext cx="2667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ctr" indent="0" marL="0">
              <a:buNone/>
            </a:pPr>
            <a:r>
              <a:rPr lang="en-US" sz="85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pPr algn="ctr" indent="0" marL="0">
              <a:buNone/>
            </a:pPr>
            <a:r>
              <a:rPr lang="en-US" sz="85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850" dirty="0"/>
          </a:p>
        </p:txBody>
      </p:sp>
      <p:sp>
        <p:nvSpPr>
          <p:cNvPr id="257" name="Shape 255"/>
          <p:cNvSpPr/>
          <p:nvPr/>
        </p:nvSpPr>
        <p:spPr>
          <a:xfrm>
            <a:off x="10134600" y="5994400"/>
            <a:ext cx="368300" cy="368300"/>
          </a:xfrm>
          <a:prstGeom prst="rect">
            <a:avLst/>
          </a:prstGeom>
          <a:solidFill>
            <a:srgbClr val="FFFBD1"/>
          </a:solidFill>
          <a:ln w="19050">
            <a:solidFill>
              <a:srgbClr val="C87A2A"/>
            </a:solidFill>
            <a:prstDash val="solid"/>
          </a:ln>
        </p:spPr>
      </p:sp>
      <p:sp>
        <p:nvSpPr>
          <p:cNvPr id="258" name="Text 256"/>
          <p:cNvSpPr/>
          <p:nvPr/>
        </p:nvSpPr>
        <p:spPr>
          <a:xfrm>
            <a:off x="10134600" y="5994400"/>
            <a:ext cx="3683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400" dirty="0"/>
          </a:p>
        </p:txBody>
      </p:sp>
      <p:sp>
        <p:nvSpPr>
          <p:cNvPr id="259" name="Text 257"/>
          <p:cNvSpPr/>
          <p:nvPr/>
        </p:nvSpPr>
        <p:spPr>
          <a:xfrm>
            <a:off x="10083800" y="6350000"/>
            <a:ext cx="4572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pPr algn="ctr" indent="0" marL="0">
              <a:buNone/>
            </a:pPr>
            <a:r>
              <a:rPr lang="en-US" sz="90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pPr algn="ctr" indent="0" marL="0">
              <a:buNone/>
            </a:pPr>
            <a:r>
              <a:rPr lang="en-US" sz="90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900" dirty="0"/>
          </a:p>
        </p:txBody>
      </p:sp>
      <p:sp>
        <p:nvSpPr>
          <p:cNvPr id="260" name="Text 258"/>
          <p:cNvSpPr/>
          <p:nvPr/>
        </p:nvSpPr>
        <p:spPr>
          <a:xfrm>
            <a:off x="10502900" y="6057900"/>
            <a:ext cx="1651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F4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100" dirty="0"/>
          </a:p>
        </p:txBody>
      </p:sp>
      <p:sp>
        <p:nvSpPr>
          <p:cNvPr id="261" name="Text 259"/>
          <p:cNvSpPr/>
          <p:nvPr/>
        </p:nvSpPr>
        <p:spPr>
          <a:xfrm>
            <a:off x="11036300" y="6299200"/>
            <a:ext cx="2667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ctr" indent="0" marL="0">
              <a:buNone/>
            </a:pPr>
            <a:r>
              <a:rPr lang="en-US" sz="85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pPr algn="ctr" indent="0" marL="0">
              <a:buNone/>
            </a:pPr>
            <a:r>
              <a:rPr lang="en-US" sz="85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850" dirty="0"/>
          </a:p>
        </p:txBody>
      </p:sp>
      <p:sp>
        <p:nvSpPr>
          <p:cNvPr id="262" name="Text 260"/>
          <p:cNvSpPr/>
          <p:nvPr/>
        </p:nvSpPr>
        <p:spPr>
          <a:xfrm>
            <a:off x="9474200" y="6464300"/>
            <a:ext cx="1879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d: Embedding Length</a:t>
            </a:r>
            <a:endParaRPr lang="en-US" sz="1000" dirty="0"/>
          </a:p>
        </p:txBody>
      </p:sp>
      <p:sp>
        <p:nvSpPr>
          <p:cNvPr id="263" name="Shape 261"/>
          <p:cNvSpPr/>
          <p:nvPr/>
        </p:nvSpPr>
        <p:spPr>
          <a:xfrm rot="5400000">
            <a:off x="1803400" y="3086100"/>
            <a:ext cx="101600" cy="114300"/>
          </a:xfrm>
          <a:prstGeom prst="triangle">
            <a:avLst/>
          </a:prstGeom>
          <a:solidFill>
            <a:srgbClr val="C5700A"/>
          </a:solidFill>
          <a:ln/>
        </p:spPr>
      </p:sp>
      <p:sp>
        <p:nvSpPr>
          <p:cNvPr id="264" name="Shape 262"/>
          <p:cNvSpPr/>
          <p:nvPr/>
        </p:nvSpPr>
        <p:spPr>
          <a:xfrm rot="5400000">
            <a:off x="1803400" y="3600450"/>
            <a:ext cx="101600" cy="114300"/>
          </a:xfrm>
          <a:prstGeom prst="triangle">
            <a:avLst/>
          </a:prstGeom>
          <a:solidFill>
            <a:srgbClr val="C5700A"/>
          </a:solidFill>
          <a:ln/>
        </p:spPr>
      </p:sp>
      <p:sp>
        <p:nvSpPr>
          <p:cNvPr id="265" name="Shape 263"/>
          <p:cNvSpPr/>
          <p:nvPr/>
        </p:nvSpPr>
        <p:spPr>
          <a:xfrm rot="5400000">
            <a:off x="1803400" y="4121150"/>
            <a:ext cx="101600" cy="114300"/>
          </a:xfrm>
          <a:prstGeom prst="triangle">
            <a:avLst/>
          </a:prstGeom>
          <a:solidFill>
            <a:srgbClr val="C5700A"/>
          </a:solidFill>
          <a:ln/>
        </p:spPr>
      </p:sp>
      <p:sp>
        <p:nvSpPr>
          <p:cNvPr id="266" name="Shape 264"/>
          <p:cNvSpPr/>
          <p:nvPr/>
        </p:nvSpPr>
        <p:spPr>
          <a:xfrm rot="5400000">
            <a:off x="1803400" y="4673600"/>
            <a:ext cx="101600" cy="114300"/>
          </a:xfrm>
          <a:prstGeom prst="triangle">
            <a:avLst/>
          </a:prstGeom>
          <a:solidFill>
            <a:srgbClr val="C5700A"/>
          </a:solidFill>
          <a:ln/>
        </p:spPr>
      </p:sp>
      <p:sp>
        <p:nvSpPr>
          <p:cNvPr id="267" name="Shape 265"/>
          <p:cNvSpPr/>
          <p:nvPr/>
        </p:nvSpPr>
        <p:spPr>
          <a:xfrm rot="16200000">
            <a:off x="9410700" y="3086100"/>
            <a:ext cx="101600" cy="114300"/>
          </a:xfrm>
          <a:prstGeom prst="triangle">
            <a:avLst/>
          </a:prstGeom>
          <a:solidFill>
            <a:srgbClr val="C5700A"/>
          </a:solidFill>
          <a:ln/>
        </p:spPr>
      </p:sp>
      <p:sp>
        <p:nvSpPr>
          <p:cNvPr id="268" name="Shape 266"/>
          <p:cNvSpPr/>
          <p:nvPr/>
        </p:nvSpPr>
        <p:spPr>
          <a:xfrm rot="16200000">
            <a:off x="9410700" y="3600450"/>
            <a:ext cx="101600" cy="114300"/>
          </a:xfrm>
          <a:prstGeom prst="triangle">
            <a:avLst/>
          </a:prstGeom>
          <a:solidFill>
            <a:srgbClr val="C5700A"/>
          </a:solidFill>
          <a:ln/>
        </p:spPr>
      </p:sp>
      <p:sp>
        <p:nvSpPr>
          <p:cNvPr id="269" name="Shape 267"/>
          <p:cNvSpPr/>
          <p:nvPr/>
        </p:nvSpPr>
        <p:spPr>
          <a:xfrm rot="16200000">
            <a:off x="9410700" y="4121150"/>
            <a:ext cx="101600" cy="114300"/>
          </a:xfrm>
          <a:prstGeom prst="triangle">
            <a:avLst/>
          </a:prstGeom>
          <a:solidFill>
            <a:srgbClr val="C5700A"/>
          </a:solidFill>
          <a:ln/>
        </p:spPr>
      </p:sp>
      <p:sp>
        <p:nvSpPr>
          <p:cNvPr id="270" name="Shape 268"/>
          <p:cNvSpPr/>
          <p:nvPr/>
        </p:nvSpPr>
        <p:spPr>
          <a:xfrm rot="16200000">
            <a:off x="9410700" y="4673600"/>
            <a:ext cx="101600" cy="114300"/>
          </a:xfrm>
          <a:prstGeom prst="triangle">
            <a:avLst/>
          </a:prstGeom>
          <a:solidFill>
            <a:srgbClr val="C5700A"/>
          </a:solidFill>
          <a:ln/>
        </p:spPr>
      </p:sp>
      <p:sp>
        <p:nvSpPr>
          <p:cNvPr id="271" name="Shape 269"/>
          <p:cNvSpPr/>
          <p:nvPr/>
        </p:nvSpPr>
        <p:spPr>
          <a:xfrm>
            <a:off x="2730500" y="3822700"/>
            <a:ext cx="457200" cy="457200"/>
          </a:xfrm>
          <a:prstGeom prst="ellipse">
            <a:avLst/>
          </a:prstGeom>
          <a:solidFill>
            <a:srgbClr val="A00000">
              <a:alpha val="65000"/>
            </a:srgbClr>
          </a:solidFill>
          <a:ln/>
        </p:spPr>
      </p:sp>
      <p:sp>
        <p:nvSpPr>
          <p:cNvPr id="272" name="Shape 270"/>
          <p:cNvSpPr/>
          <p:nvPr/>
        </p:nvSpPr>
        <p:spPr>
          <a:xfrm rot="19920000">
            <a:off x="3340100" y="6489700"/>
            <a:ext cx="330200" cy="177800"/>
          </a:xfrm>
          <a:prstGeom prst="rightArrow">
            <a:avLst/>
          </a:prstGeom>
          <a:solidFill>
            <a:srgbClr val="A50D1E"/>
          </a:solidFill>
          <a:ln/>
        </p:spPr>
      </p:sp>
      <p:sp>
        <p:nvSpPr>
          <p:cNvPr id="273" name="Text 271"/>
          <p:cNvSpPr/>
          <p:nvPr/>
        </p:nvSpPr>
        <p:spPr>
          <a:xfrm>
            <a:off x="2324100" y="673100"/>
            <a:ext cx="825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Attention Mechanism </a:t>
            </a:r>
            <a:pPr algn="ctr" indent="0" marL="0">
              <a:buNone/>
            </a:pPr>
            <a:r>
              <a:rPr lang="en-US" sz="2000" b="1" dirty="0">
                <a:solidFill>
                  <a:srgbClr val="000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(Linear Transformation of Inputs)</a:t>
            </a:r>
            <a:endParaRPr lang="en-US" sz="2000" dirty="0"/>
          </a:p>
        </p:txBody>
      </p:sp>
      <p:sp>
        <p:nvSpPr>
          <p:cNvPr id="274" name="Text 272"/>
          <p:cNvSpPr/>
          <p:nvPr/>
        </p:nvSpPr>
        <p:spPr>
          <a:xfrm>
            <a:off x="2324100" y="1028700"/>
            <a:ext cx="825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(Self Attention of word </a:t>
            </a:r>
            <a:pPr algn="ctr" indent="0" marL="0">
              <a:buNone/>
            </a:pPr>
            <a:r>
              <a:rPr lang="en-US" sz="2000" b="1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2000" b="1" baseline="-40000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w.r.t All words in Sentence ( </a:t>
            </a:r>
            <a:pPr algn="ctr" indent="0" marL="0">
              <a:buNone/>
            </a:pPr>
            <a:r>
              <a:rPr lang="en-US" sz="2000" b="1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2000" b="1" baseline="-40000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ctr" indent="0" marL="0">
              <a:buNone/>
            </a:pPr>
            <a:r>
              <a:rPr lang="en-US" sz="2000" b="1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2000" b="1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2000" b="1" baseline="-40000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2000" b="1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2000" b="1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2000" b="1" baseline="-40000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algn="ctr" indent="0" marL="0">
              <a:buNone/>
            </a:pPr>
            <a:r>
              <a:rPr lang="en-US" sz="2000" b="1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2000" b="1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2000" b="1" baseline="-40000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)</a:t>
            </a:r>
            <a:endParaRPr lang="en-US" sz="2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073400" y="647700"/>
            <a:ext cx="635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Attention Mechanism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841500" y="914400"/>
            <a:ext cx="889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5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(Embedding </a:t>
            </a:r>
            <a:pPr algn="ctr" indent="0" marL="0">
              <a:buNone/>
            </a:pPr>
            <a:r>
              <a:rPr lang="en-US" sz="2050" b="1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Vector Dimension</a:t>
            </a:r>
            <a:pPr algn="ctr" indent="0" marL="0">
              <a:buNone/>
            </a:pPr>
            <a:r>
              <a:rPr lang="en-US" sz="205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algn="ctr" indent="0" marL="0">
              <a:buNone/>
            </a:pPr>
            <a:r>
              <a:rPr lang="en-US" sz="2050" b="1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Softmax Sensitivity</a:t>
            </a:r>
            <a:pPr algn="ctr" indent="0" marL="0">
              <a:buNone/>
            </a:pPr>
            <a:r>
              <a:rPr lang="en-US" sz="205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050" dirty="0"/>
          </a:p>
        </p:txBody>
      </p:sp>
      <p:sp>
        <p:nvSpPr>
          <p:cNvPr id="7" name="Shape 5"/>
          <p:cNvSpPr/>
          <p:nvPr/>
        </p:nvSpPr>
        <p:spPr>
          <a:xfrm>
            <a:off x="596900" y="1308100"/>
            <a:ext cx="4394200" cy="2108200"/>
          </a:xfrm>
          <a:prstGeom prst="roundRect">
            <a:avLst>
              <a:gd name="adj" fmla="val 3470"/>
            </a:avLst>
          </a:prstGeom>
          <a:solidFill>
            <a:srgbClr val="FFFFFF"/>
          </a:solidFill>
          <a:ln w="15875">
            <a:solidFill>
              <a:srgbClr val="00A65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6300" y="1460500"/>
            <a:ext cx="15748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808080"/>
            </a:solidFill>
            <a:prstDash val="solid"/>
          </a:ln>
        </p:spPr>
      </p:sp>
      <p:pic>
        <p:nvPicPr>
          <p:cNvPr id="9" name="Image 0" descr="/home/ahmed/Projects/ai_llm_slides/videos/deep-learning/001_transformers_part1/recreated_pptx/build/assets/eq34_lar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3300" y="1511300"/>
            <a:ext cx="1316736" cy="408435"/>
          </a:xfrm>
          <a:prstGeom prst="rect">
            <a:avLst/>
          </a:prstGeom>
        </p:spPr>
      </p:pic>
      <p:pic>
        <p:nvPicPr>
          <p:cNvPr id="10" name="Image 1" descr="/home/ahmed/Projects/ai_llm_slides/videos/deep-learning/001_transformers_part1/recreated_pptx/build/assets/eq34_bracket_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300" y="1473200"/>
            <a:ext cx="167637" cy="579117"/>
          </a:xfrm>
          <a:prstGeom prst="rect">
            <a:avLst/>
          </a:prstGeom>
        </p:spPr>
      </p:pic>
      <p:pic>
        <p:nvPicPr>
          <p:cNvPr id="11" name="Image 2" descr="/home/ahmed/Projects/ai_llm_slides/videos/deep-learning/001_transformers_part1/recreated_pptx/build/assets/eq34_xonl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3200" y="1600704"/>
            <a:ext cx="262131" cy="252987"/>
          </a:xfrm>
          <a:prstGeom prst="rect">
            <a:avLst/>
          </a:prstGeom>
        </p:spPr>
      </p:pic>
      <p:pic>
        <p:nvPicPr>
          <p:cNvPr id="12" name="Image 3" descr="/home/ahmed/Projects/ai_llm_slides/videos/deep-learning/001_transformers_part1/recreated_pptx/build/assets/eq34_isu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8300" y="1839470"/>
            <a:ext cx="54864" cy="117345"/>
          </a:xfrm>
          <a:prstGeom prst="rect">
            <a:avLst/>
          </a:prstGeom>
        </p:spPr>
      </p:pic>
      <p:pic>
        <p:nvPicPr>
          <p:cNvPr id="13" name="Image 4" descr="/home/ahmed/Projects/ai_llm_slides/videos/deep-learning/001_transformers_part1/recreated_pptx/build/assets/eq34_bracket_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2600" y="1473200"/>
            <a:ext cx="167637" cy="579117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368800" y="1905000"/>
            <a:ext cx="431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1×d</a:t>
            </a:r>
            <a:endParaRPr lang="en-US" sz="1400" dirty="0"/>
          </a:p>
        </p:txBody>
      </p:sp>
      <p:sp>
        <p:nvSpPr>
          <p:cNvPr id="15" name="Text 8"/>
          <p:cNvSpPr/>
          <p:nvPr/>
        </p:nvSpPr>
        <p:spPr>
          <a:xfrm>
            <a:off x="736600" y="2286000"/>
            <a:ext cx="25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500" dirty="0"/>
          </a:p>
        </p:txBody>
      </p:sp>
      <p:sp>
        <p:nvSpPr>
          <p:cNvPr id="16" name="Shape 9"/>
          <p:cNvSpPr/>
          <p:nvPr/>
        </p:nvSpPr>
        <p:spPr>
          <a:xfrm>
            <a:off x="1073150" y="2260600"/>
            <a:ext cx="0" cy="330200"/>
          </a:xfrm>
          <a:prstGeom prst="line">
            <a:avLst/>
          </a:prstGeom>
          <a:noFill/>
          <a:ln w="57150">
            <a:solidFill>
              <a:srgbClr val="00A500"/>
            </a:solidFill>
            <a:prstDash val="solid"/>
            <a:headEnd type="triangle"/>
          </a:ln>
        </p:spPr>
      </p:sp>
      <p:sp>
        <p:nvSpPr>
          <p:cNvPr id="17" name="Shape 10"/>
          <p:cNvSpPr/>
          <p:nvPr/>
        </p:nvSpPr>
        <p:spPr>
          <a:xfrm>
            <a:off x="2616200" y="2235200"/>
            <a:ext cx="203200" cy="381000"/>
          </a:xfrm>
          <a:prstGeom prst="upArrow">
            <a:avLst/>
          </a:prstGeom>
          <a:solidFill>
            <a:srgbClr val="00A500"/>
          </a:solidFill>
          <a:ln/>
        </p:spPr>
      </p:sp>
      <p:sp>
        <p:nvSpPr>
          <p:cNvPr id="18" name="Shape 11"/>
          <p:cNvSpPr/>
          <p:nvPr/>
        </p:nvSpPr>
        <p:spPr>
          <a:xfrm>
            <a:off x="2895600" y="2235200"/>
            <a:ext cx="1612900" cy="38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808080"/>
            </a:solidFill>
            <a:prstDash val="solid"/>
          </a:ln>
        </p:spPr>
      </p:sp>
      <p:pic>
        <p:nvPicPr>
          <p:cNvPr id="19" name="Image 5" descr="/home/ahmed/Projects/ai_llm_slides/videos/deep-learning/001_transformers_part1/recreated_pptx/build/assets/eq34_smal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60700" y="2311400"/>
            <a:ext cx="778767" cy="248415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635000" y="2717800"/>
            <a:ext cx="4140200" cy="609600"/>
          </a:xfrm>
          <a:prstGeom prst="rect">
            <a:avLst/>
          </a:prstGeom>
          <a:ln w="12700">
            <a:solidFill>
              <a:srgbClr val="9999CC"/>
            </a:solidFill>
            <a:prstDash val="solid"/>
          </a:ln>
        </p:spPr>
      </p:sp>
      <p:sp>
        <p:nvSpPr>
          <p:cNvPr id="21" name="Text 13"/>
          <p:cNvSpPr/>
          <p:nvPr/>
        </p:nvSpPr>
        <p:spPr>
          <a:xfrm>
            <a:off x="863600" y="2794000"/>
            <a:ext cx="3937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Dimension of Embedding </a:t>
            </a:r>
            <a:pPr algn="l" indent="0" marL="0">
              <a:buNone/>
            </a:pPr>
            <a:r>
              <a:rPr lang="en-US" sz="1400" b="1" i="1" dirty="0">
                <a:solidFill>
                  <a:srgbClr val="99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"d"</a:t>
            </a:r>
            <a:pPr algn="l" indent="0" marL="0">
              <a:buNone/>
            </a:pPr>
            <a:r>
              <a:rPr lang="en-US" sz="1400" b="1" i="1" dirty="0">
                <a:solidFill>
                  <a:srgbClr val="0000CC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Increases</a:t>
            </a:r>
            <a:endParaRPr lang="en-US" sz="1400" dirty="0"/>
          </a:p>
        </p:txBody>
      </p:sp>
      <p:sp>
        <p:nvSpPr>
          <p:cNvPr id="22" name="Text 14"/>
          <p:cNvSpPr/>
          <p:nvPr/>
        </p:nvSpPr>
        <p:spPr>
          <a:xfrm>
            <a:off x="965200" y="3028950"/>
            <a:ext cx="393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Calculated weight value </a:t>
            </a:r>
            <a:pPr algn="l" indent="0" marL="0">
              <a:buNone/>
            </a:pPr>
            <a:r>
              <a:rPr lang="en-US" sz="1400" b="1" i="1" dirty="0">
                <a:solidFill>
                  <a:srgbClr val="990000"/>
                </a:solidFill>
                <a:highlight>
                  <a:srgbClr val="FFA5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"w" increases</a:t>
            </a:r>
            <a:endParaRPr lang="en-US" sz="1400" dirty="0"/>
          </a:p>
        </p:txBody>
      </p:sp>
      <p:sp>
        <p:nvSpPr>
          <p:cNvPr id="23" name="Shape 15"/>
          <p:cNvSpPr/>
          <p:nvPr/>
        </p:nvSpPr>
        <p:spPr>
          <a:xfrm>
            <a:off x="609600" y="3505200"/>
            <a:ext cx="10414000" cy="3225800"/>
          </a:xfrm>
          <a:prstGeom prst="roundRect">
            <a:avLst>
              <a:gd name="adj" fmla="val 3402"/>
            </a:avLst>
          </a:prstGeom>
          <a:solidFill>
            <a:srgbClr val="FCE4D4"/>
          </a:solidFill>
          <a:ln/>
        </p:spPr>
      </p:sp>
      <p:sp>
        <p:nvSpPr>
          <p:cNvPr id="24" name="Shape 16"/>
          <p:cNvSpPr/>
          <p:nvPr/>
        </p:nvSpPr>
        <p:spPr>
          <a:xfrm>
            <a:off x="660400" y="3581400"/>
            <a:ext cx="952500" cy="825500"/>
          </a:xfrm>
          <a:prstGeom prst="rect">
            <a:avLst/>
          </a:prstGeom>
          <a:solidFill>
            <a:srgbClr val="FFFFFF"/>
          </a:solidFill>
          <a:ln w="19050">
            <a:solidFill>
              <a:srgbClr val="990000"/>
            </a:solidFill>
            <a:prstDash val="solid"/>
          </a:ln>
        </p:spPr>
      </p:sp>
      <p:pic>
        <p:nvPicPr>
          <p:cNvPr id="25" name="Image 6" descr="/home/ahmed/Projects/ai_llm_slides/videos/deep-learning/001_transformers_part1/recreated_pptx/build/assets/eq34_bracket_l_sm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3632200"/>
            <a:ext cx="126489" cy="425196"/>
          </a:xfrm>
          <a:prstGeom prst="rect">
            <a:avLst/>
          </a:prstGeom>
        </p:spPr>
      </p:pic>
      <p:pic>
        <p:nvPicPr>
          <p:cNvPr id="26" name="Image 7" descr="/home/ahmed/Projects/ai_llm_slides/videos/deep-learning/001_transformers_part1/recreated_pptx/build/assets/eq34_xonly_sm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7400" y="3707895"/>
            <a:ext cx="198123" cy="190497"/>
          </a:xfrm>
          <a:prstGeom prst="rect">
            <a:avLst/>
          </a:prstGeom>
        </p:spPr>
      </p:pic>
      <p:pic>
        <p:nvPicPr>
          <p:cNvPr id="27" name="Image 8" descr="/home/ahmed/Projects/ai_llm_slides/videos/deep-learning/001_transformers_part1/recreated_pptx/build/assets/eq34_isub_sm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5200" y="3803904"/>
            <a:ext cx="47247" cy="96012"/>
          </a:xfrm>
          <a:prstGeom prst="rect">
            <a:avLst/>
          </a:prstGeom>
        </p:spPr>
      </p:pic>
      <p:pic>
        <p:nvPicPr>
          <p:cNvPr id="28" name="Image 9" descr="/home/ahmed/Projects/ai_llm_slides/videos/deep-learning/001_transformers_part1/recreated_pptx/build/assets/eq34_bracket_r_sm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6800" y="3632200"/>
            <a:ext cx="128016" cy="425196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1155700" y="4025900"/>
            <a:ext cx="482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1×d</a:t>
            </a:r>
            <a:endParaRPr lang="en-US" sz="1400" dirty="0"/>
          </a:p>
        </p:txBody>
      </p:sp>
      <p:sp>
        <p:nvSpPr>
          <p:cNvPr id="30" name="Text 18"/>
          <p:cNvSpPr/>
          <p:nvPr/>
        </p:nvSpPr>
        <p:spPr>
          <a:xfrm>
            <a:off x="2120900" y="3771900"/>
            <a:ext cx="101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1650" dirty="0"/>
          </a:p>
        </p:txBody>
      </p:sp>
      <p:sp>
        <p:nvSpPr>
          <p:cNvPr id="31" name="Shape 19"/>
          <p:cNvSpPr/>
          <p:nvPr/>
        </p:nvSpPr>
        <p:spPr>
          <a:xfrm>
            <a:off x="3136900" y="3568700"/>
            <a:ext cx="18034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808080"/>
            </a:solidFill>
            <a:prstDash val="solid"/>
          </a:ln>
        </p:spPr>
      </p:sp>
      <p:pic>
        <p:nvPicPr>
          <p:cNvPr id="32" name="Image 10" descr="/home/ahmed/Projects/ai_llm_slides/videos/deep-learning/001_transformers_part1/recreated_pptx/build/assets/eq34_wij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63900" y="3875530"/>
            <a:ext cx="512064" cy="211839"/>
          </a:xfrm>
          <a:prstGeom prst="rect">
            <a:avLst/>
          </a:prstGeom>
        </p:spPr>
      </p:pic>
      <p:pic>
        <p:nvPicPr>
          <p:cNvPr id="33" name="Image 11" descr="/home/ahmed/Projects/ai_llm_slides/videos/deep-learning/001_transformers_part1/recreated_pptx/build/assets/eq34_exp1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38600" y="3619500"/>
            <a:ext cx="585216" cy="248415"/>
          </a:xfrm>
          <a:prstGeom prst="rect">
            <a:avLst/>
          </a:prstGeom>
        </p:spPr>
      </p:pic>
      <p:sp>
        <p:nvSpPr>
          <p:cNvPr id="34" name="Shape 20"/>
          <p:cNvSpPr/>
          <p:nvPr/>
        </p:nvSpPr>
        <p:spPr>
          <a:xfrm>
            <a:off x="3860800" y="3949700"/>
            <a:ext cx="1016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pic>
        <p:nvPicPr>
          <p:cNvPr id="35" name="Image 12" descr="/home/ahmed/Projects/ai_llm_slides/videos/deep-learning/001_transformers_part1/recreated_pptx/build/assets/eq34_exp2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73500" y="3987800"/>
            <a:ext cx="886968" cy="289563"/>
          </a:xfrm>
          <a:prstGeom prst="rect">
            <a:avLst/>
          </a:prstGeom>
        </p:spPr>
      </p:pic>
      <p:sp>
        <p:nvSpPr>
          <p:cNvPr id="36" name="Shape 21"/>
          <p:cNvSpPr/>
          <p:nvPr/>
        </p:nvSpPr>
        <p:spPr>
          <a:xfrm>
            <a:off x="4978400" y="3606800"/>
            <a:ext cx="5994400" cy="3937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37" name="Text 22"/>
          <p:cNvSpPr/>
          <p:nvPr/>
        </p:nvSpPr>
        <p:spPr>
          <a:xfrm>
            <a:off x="5181600" y="3581400"/>
            <a:ext cx="55880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</a:t>
            </a:r>
            <a:pPr algn="ctr" indent="0" marL="0">
              <a:buNone/>
            </a:pPr>
            <a:r>
              <a:rPr lang="en-US" sz="15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Values </a:t>
            </a:r>
            <a:pPr algn="ctr" indent="0" marL="0">
              <a:buNone/>
            </a:pPr>
            <a:r>
              <a:rPr lang="en-US" sz="1500" b="1" i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 </a:t>
            </a:r>
            <a:pPr algn="ctr" indent="0" marL="0">
              <a:buNone/>
            </a:pPr>
            <a:r>
              <a:rPr lang="en-US" sz="15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gradient, and </a:t>
            </a:r>
            <a:pPr algn="ctr" indent="0" marL="0">
              <a:buNone/>
            </a:pPr>
            <a:r>
              <a:rPr lang="en-US" sz="1500" b="1" i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down </a:t>
            </a:r>
            <a:pPr algn="ctr" indent="0" marL="0">
              <a:buNone/>
            </a:pPr>
            <a:r>
              <a:rPr lang="en-US" sz="15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</a:t>
            </a:r>
            <a:endParaRPr lang="en-US" sz="1500" dirty="0"/>
          </a:p>
        </p:txBody>
      </p:sp>
      <p:sp>
        <p:nvSpPr>
          <p:cNvPr id="38" name="Text 23"/>
          <p:cNvSpPr/>
          <p:nvPr/>
        </p:nvSpPr>
        <p:spPr>
          <a:xfrm>
            <a:off x="1676400" y="4191000"/>
            <a:ext cx="254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500" dirty="0"/>
          </a:p>
        </p:txBody>
      </p:sp>
      <p:sp>
        <p:nvSpPr>
          <p:cNvPr id="39" name="Shape 24"/>
          <p:cNvSpPr/>
          <p:nvPr/>
        </p:nvSpPr>
        <p:spPr>
          <a:xfrm>
            <a:off x="2012950" y="4102100"/>
            <a:ext cx="0" cy="355600"/>
          </a:xfrm>
          <a:prstGeom prst="line">
            <a:avLst/>
          </a:prstGeom>
          <a:noFill/>
          <a:ln w="50800">
            <a:solidFill>
              <a:srgbClr val="00A500"/>
            </a:solidFill>
            <a:prstDash val="solid"/>
            <a:tailEnd type="triangle"/>
          </a:ln>
        </p:spPr>
      </p:sp>
      <p:sp>
        <p:nvSpPr>
          <p:cNvPr id="40" name="Text 25"/>
          <p:cNvSpPr/>
          <p:nvPr/>
        </p:nvSpPr>
        <p:spPr>
          <a:xfrm>
            <a:off x="5029200" y="4191000"/>
            <a:ext cx="254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500" dirty="0"/>
          </a:p>
        </p:txBody>
      </p:sp>
      <p:sp>
        <p:nvSpPr>
          <p:cNvPr id="41" name="Shape 26"/>
          <p:cNvSpPr/>
          <p:nvPr/>
        </p:nvSpPr>
        <p:spPr>
          <a:xfrm>
            <a:off x="5365750" y="4064000"/>
            <a:ext cx="0" cy="355600"/>
          </a:xfrm>
          <a:prstGeom prst="line">
            <a:avLst/>
          </a:prstGeom>
          <a:noFill/>
          <a:ln w="50800">
            <a:solidFill>
              <a:srgbClr val="00A500"/>
            </a:solidFill>
            <a:prstDash val="solid"/>
            <a:headEnd type="triangle"/>
          </a:ln>
        </p:spPr>
      </p:sp>
      <p:sp>
        <p:nvSpPr>
          <p:cNvPr id="42" name="Text 27"/>
          <p:cNvSpPr/>
          <p:nvPr/>
        </p:nvSpPr>
        <p:spPr>
          <a:xfrm>
            <a:off x="8483600" y="4191000"/>
            <a:ext cx="254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500" dirty="0"/>
          </a:p>
        </p:txBody>
      </p:sp>
      <p:sp>
        <p:nvSpPr>
          <p:cNvPr id="43" name="Shape 28"/>
          <p:cNvSpPr/>
          <p:nvPr/>
        </p:nvSpPr>
        <p:spPr>
          <a:xfrm>
            <a:off x="8826500" y="4076700"/>
            <a:ext cx="0" cy="342900"/>
          </a:xfrm>
          <a:prstGeom prst="line">
            <a:avLst/>
          </a:prstGeom>
          <a:noFill/>
          <a:ln w="50800">
            <a:solidFill>
              <a:srgbClr val="00A500"/>
            </a:solidFill>
            <a:prstDash val="solid"/>
            <a:headEnd type="triangle"/>
          </a:ln>
        </p:spPr>
      </p:sp>
      <p:sp>
        <p:nvSpPr>
          <p:cNvPr id="44" name="Shape 29"/>
          <p:cNvSpPr/>
          <p:nvPr/>
        </p:nvSpPr>
        <p:spPr>
          <a:xfrm>
            <a:off x="9029700" y="4076700"/>
            <a:ext cx="0" cy="342900"/>
          </a:xfrm>
          <a:prstGeom prst="line">
            <a:avLst/>
          </a:prstGeom>
          <a:noFill/>
          <a:ln w="50800">
            <a:solidFill>
              <a:srgbClr val="00A500"/>
            </a:solidFill>
            <a:prstDash val="solid"/>
            <a:headEnd type="triangle"/>
          </a:ln>
        </p:spPr>
      </p:sp>
      <p:pic>
        <p:nvPicPr>
          <p:cNvPr id="45" name="Image 13" descr="/home/ahmed/Projects/ai_llm_slides/videos/deep-learning/001_transformers_part1/recreated_pptx/build/assets/paren_red_l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38300" y="4584700"/>
            <a:ext cx="18288" cy="1638303"/>
          </a:xfrm>
          <a:prstGeom prst="rect">
            <a:avLst/>
          </a:prstGeom>
        </p:spPr>
      </p:pic>
      <p:pic>
        <p:nvPicPr>
          <p:cNvPr id="46" name="Image 14" descr="/home/ahmed/Projects/ai_llm_slides/videos/deep-learning/001_transformers_part1/recreated_pptx/build/assets/paren_red_r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133600" y="4584700"/>
            <a:ext cx="18288" cy="1638303"/>
          </a:xfrm>
          <a:prstGeom prst="rect">
            <a:avLst/>
          </a:prstGeom>
        </p:spPr>
      </p:pic>
      <p:sp>
        <p:nvSpPr>
          <p:cNvPr id="47" name="Shape 30"/>
          <p:cNvSpPr/>
          <p:nvPr/>
        </p:nvSpPr>
        <p:spPr>
          <a:xfrm>
            <a:off x="1701800" y="4686300"/>
            <a:ext cx="406400" cy="215900"/>
          </a:xfrm>
          <a:prstGeom prst="roundRect">
            <a:avLst>
              <a:gd name="adj" fmla="val 14824"/>
            </a:avLst>
          </a:prstGeom>
          <a:solidFill>
            <a:srgbClr val="FFFFCC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48" name="Text 31"/>
          <p:cNvSpPr/>
          <p:nvPr/>
        </p:nvSpPr>
        <p:spPr>
          <a:xfrm>
            <a:off x="1701800" y="4686300"/>
            <a:ext cx="40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49" name="Shape 32"/>
          <p:cNvSpPr/>
          <p:nvPr/>
        </p:nvSpPr>
        <p:spPr>
          <a:xfrm>
            <a:off x="1701800" y="5016500"/>
            <a:ext cx="406400" cy="215900"/>
          </a:xfrm>
          <a:prstGeom prst="roundRect">
            <a:avLst>
              <a:gd name="adj" fmla="val 14824"/>
            </a:avLst>
          </a:prstGeom>
          <a:solidFill>
            <a:srgbClr val="FFFFCC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50" name="Text 33"/>
          <p:cNvSpPr/>
          <p:nvPr/>
        </p:nvSpPr>
        <p:spPr>
          <a:xfrm>
            <a:off x="1701800" y="5016500"/>
            <a:ext cx="40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51" name="Shape 34"/>
          <p:cNvSpPr/>
          <p:nvPr/>
        </p:nvSpPr>
        <p:spPr>
          <a:xfrm>
            <a:off x="1701800" y="5448300"/>
            <a:ext cx="406400" cy="215900"/>
          </a:xfrm>
          <a:prstGeom prst="roundRect">
            <a:avLst>
              <a:gd name="adj" fmla="val 14824"/>
            </a:avLst>
          </a:prstGeom>
          <a:solidFill>
            <a:srgbClr val="FFFFCC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52" name="Text 35"/>
          <p:cNvSpPr/>
          <p:nvPr/>
        </p:nvSpPr>
        <p:spPr>
          <a:xfrm>
            <a:off x="1701800" y="5448300"/>
            <a:ext cx="40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53" name="Shape 36"/>
          <p:cNvSpPr/>
          <p:nvPr/>
        </p:nvSpPr>
        <p:spPr>
          <a:xfrm>
            <a:off x="1701800" y="5842000"/>
            <a:ext cx="406400" cy="215900"/>
          </a:xfrm>
          <a:prstGeom prst="roundRect">
            <a:avLst>
              <a:gd name="adj" fmla="val 14824"/>
            </a:avLst>
          </a:prstGeom>
          <a:solidFill>
            <a:srgbClr val="FFFFCC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54" name="Text 37"/>
          <p:cNvSpPr/>
          <p:nvPr/>
        </p:nvSpPr>
        <p:spPr>
          <a:xfrm>
            <a:off x="1701800" y="5842000"/>
            <a:ext cx="40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pic>
        <p:nvPicPr>
          <p:cNvPr id="55" name="Image 15" descr="/home/ahmed/Projects/ai_llm_slides/videos/deep-learning/001_transformers_part1/recreated_pptx/build/assets/paren_red_l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054600" y="4584700"/>
            <a:ext cx="18288" cy="1638303"/>
          </a:xfrm>
          <a:prstGeom prst="rect">
            <a:avLst/>
          </a:prstGeom>
        </p:spPr>
      </p:pic>
      <p:pic>
        <p:nvPicPr>
          <p:cNvPr id="56" name="Image 16" descr="/home/ahmed/Projects/ai_llm_slides/videos/deep-learning/001_transformers_part1/recreated_pptx/build/assets/paren_red_r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562600" y="4584700"/>
            <a:ext cx="18288" cy="1638303"/>
          </a:xfrm>
          <a:prstGeom prst="rect">
            <a:avLst/>
          </a:prstGeom>
        </p:spPr>
      </p:pic>
      <p:sp>
        <p:nvSpPr>
          <p:cNvPr id="57" name="Shape 38"/>
          <p:cNvSpPr/>
          <p:nvPr/>
        </p:nvSpPr>
        <p:spPr>
          <a:xfrm>
            <a:off x="5118100" y="4686300"/>
            <a:ext cx="406400" cy="215900"/>
          </a:xfrm>
          <a:prstGeom prst="roundRect">
            <a:avLst>
              <a:gd name="adj" fmla="val 14824"/>
            </a:avLst>
          </a:prstGeom>
          <a:solidFill>
            <a:srgbClr val="FFFFCC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58" name="Text 39"/>
          <p:cNvSpPr/>
          <p:nvPr/>
        </p:nvSpPr>
        <p:spPr>
          <a:xfrm>
            <a:off x="5118100" y="4686300"/>
            <a:ext cx="40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59" name="Shape 40"/>
          <p:cNvSpPr/>
          <p:nvPr/>
        </p:nvSpPr>
        <p:spPr>
          <a:xfrm>
            <a:off x="5118100" y="5016500"/>
            <a:ext cx="406400" cy="215900"/>
          </a:xfrm>
          <a:prstGeom prst="roundRect">
            <a:avLst>
              <a:gd name="adj" fmla="val 14824"/>
            </a:avLst>
          </a:prstGeom>
          <a:solidFill>
            <a:srgbClr val="FFFFCC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60" name="Text 41"/>
          <p:cNvSpPr/>
          <p:nvPr/>
        </p:nvSpPr>
        <p:spPr>
          <a:xfrm>
            <a:off x="5118100" y="5016500"/>
            <a:ext cx="40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61" name="Shape 42"/>
          <p:cNvSpPr/>
          <p:nvPr/>
        </p:nvSpPr>
        <p:spPr>
          <a:xfrm>
            <a:off x="5118100" y="5448300"/>
            <a:ext cx="406400" cy="215900"/>
          </a:xfrm>
          <a:prstGeom prst="roundRect">
            <a:avLst>
              <a:gd name="adj" fmla="val 14824"/>
            </a:avLst>
          </a:prstGeom>
          <a:solidFill>
            <a:srgbClr val="FFFFCC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62" name="Text 43"/>
          <p:cNvSpPr/>
          <p:nvPr/>
        </p:nvSpPr>
        <p:spPr>
          <a:xfrm>
            <a:off x="5118100" y="5448300"/>
            <a:ext cx="40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  <p:sp>
        <p:nvSpPr>
          <p:cNvPr id="63" name="Shape 44"/>
          <p:cNvSpPr/>
          <p:nvPr/>
        </p:nvSpPr>
        <p:spPr>
          <a:xfrm>
            <a:off x="5118100" y="5842000"/>
            <a:ext cx="406400" cy="215900"/>
          </a:xfrm>
          <a:prstGeom prst="roundRect">
            <a:avLst>
              <a:gd name="adj" fmla="val 14824"/>
            </a:avLst>
          </a:prstGeom>
          <a:solidFill>
            <a:srgbClr val="FFFFCC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64" name="Text 45"/>
          <p:cNvSpPr/>
          <p:nvPr/>
        </p:nvSpPr>
        <p:spPr>
          <a:xfrm>
            <a:off x="5118100" y="5842000"/>
            <a:ext cx="40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00" dirty="0"/>
          </a:p>
        </p:txBody>
      </p:sp>
      <p:pic>
        <p:nvPicPr>
          <p:cNvPr id="65" name="Image 17" descr="/home/ahmed/Projects/ai_llm_slides/videos/deep-learning/001_transformers_part1/recreated_pptx/build/assets/paren_red_l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58200" y="4584700"/>
            <a:ext cx="18288" cy="1638303"/>
          </a:xfrm>
          <a:prstGeom prst="rect">
            <a:avLst/>
          </a:prstGeom>
        </p:spPr>
      </p:pic>
      <p:pic>
        <p:nvPicPr>
          <p:cNvPr id="66" name="Image 18" descr="/home/ahmed/Projects/ai_llm_slides/videos/deep-learning/001_transformers_part1/recreated_pptx/build/assets/paren_red_r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966200" y="4584700"/>
            <a:ext cx="18288" cy="1638303"/>
          </a:xfrm>
          <a:prstGeom prst="rect">
            <a:avLst/>
          </a:prstGeom>
        </p:spPr>
      </p:pic>
      <p:sp>
        <p:nvSpPr>
          <p:cNvPr id="67" name="Shape 46"/>
          <p:cNvSpPr/>
          <p:nvPr/>
        </p:nvSpPr>
        <p:spPr>
          <a:xfrm>
            <a:off x="8521700" y="4686300"/>
            <a:ext cx="406400" cy="215900"/>
          </a:xfrm>
          <a:prstGeom prst="roundRect">
            <a:avLst>
              <a:gd name="adj" fmla="val 14824"/>
            </a:avLst>
          </a:prstGeom>
          <a:solidFill>
            <a:srgbClr val="FFFFCC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68" name="Text 47"/>
          <p:cNvSpPr/>
          <p:nvPr/>
        </p:nvSpPr>
        <p:spPr>
          <a:xfrm>
            <a:off x="8521700" y="4686300"/>
            <a:ext cx="40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69" name="Shape 48"/>
          <p:cNvSpPr/>
          <p:nvPr/>
        </p:nvSpPr>
        <p:spPr>
          <a:xfrm>
            <a:off x="8521700" y="5016500"/>
            <a:ext cx="406400" cy="215900"/>
          </a:xfrm>
          <a:prstGeom prst="roundRect">
            <a:avLst>
              <a:gd name="adj" fmla="val 14824"/>
            </a:avLst>
          </a:prstGeom>
          <a:solidFill>
            <a:srgbClr val="FFFFCC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70" name="Text 49"/>
          <p:cNvSpPr/>
          <p:nvPr/>
        </p:nvSpPr>
        <p:spPr>
          <a:xfrm>
            <a:off x="8521700" y="5016500"/>
            <a:ext cx="40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00" dirty="0"/>
          </a:p>
        </p:txBody>
      </p:sp>
      <p:sp>
        <p:nvSpPr>
          <p:cNvPr id="71" name="Shape 50"/>
          <p:cNvSpPr/>
          <p:nvPr/>
        </p:nvSpPr>
        <p:spPr>
          <a:xfrm>
            <a:off x="8521700" y="5448300"/>
            <a:ext cx="406400" cy="215900"/>
          </a:xfrm>
          <a:prstGeom prst="roundRect">
            <a:avLst>
              <a:gd name="adj" fmla="val 14824"/>
            </a:avLst>
          </a:prstGeom>
          <a:solidFill>
            <a:srgbClr val="FFFFCC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72" name="Text 51"/>
          <p:cNvSpPr/>
          <p:nvPr/>
        </p:nvSpPr>
        <p:spPr>
          <a:xfrm>
            <a:off x="8521700" y="5448300"/>
            <a:ext cx="40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200" dirty="0"/>
          </a:p>
        </p:txBody>
      </p:sp>
      <p:sp>
        <p:nvSpPr>
          <p:cNvPr id="73" name="Shape 52"/>
          <p:cNvSpPr/>
          <p:nvPr/>
        </p:nvSpPr>
        <p:spPr>
          <a:xfrm>
            <a:off x="8521700" y="5842000"/>
            <a:ext cx="406400" cy="215900"/>
          </a:xfrm>
          <a:prstGeom prst="roundRect">
            <a:avLst>
              <a:gd name="adj" fmla="val 14824"/>
            </a:avLst>
          </a:prstGeom>
          <a:solidFill>
            <a:srgbClr val="FFFFCC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74" name="Text 53"/>
          <p:cNvSpPr/>
          <p:nvPr/>
        </p:nvSpPr>
        <p:spPr>
          <a:xfrm>
            <a:off x="8521700" y="5842000"/>
            <a:ext cx="40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200" dirty="0"/>
          </a:p>
        </p:txBody>
      </p:sp>
      <p:sp>
        <p:nvSpPr>
          <p:cNvPr id="75" name="Shape 54"/>
          <p:cNvSpPr/>
          <p:nvPr/>
        </p:nvSpPr>
        <p:spPr>
          <a:xfrm>
            <a:off x="2273300" y="5359400"/>
            <a:ext cx="800100" cy="190500"/>
          </a:xfrm>
          <a:prstGeom prst="rightArrow">
            <a:avLst/>
          </a:prstGeom>
          <a:solidFill>
            <a:srgbClr val="990000"/>
          </a:solidFill>
          <a:ln/>
        </p:spPr>
      </p:sp>
      <p:sp>
        <p:nvSpPr>
          <p:cNvPr id="76" name="Text 55"/>
          <p:cNvSpPr/>
          <p:nvPr/>
        </p:nvSpPr>
        <p:spPr>
          <a:xfrm>
            <a:off x="2108200" y="5080000"/>
            <a:ext cx="1016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1400" dirty="0"/>
          </a:p>
        </p:txBody>
      </p:sp>
      <p:sp>
        <p:nvSpPr>
          <p:cNvPr id="77" name="Shape 56"/>
          <p:cNvSpPr/>
          <p:nvPr/>
        </p:nvSpPr>
        <p:spPr>
          <a:xfrm>
            <a:off x="5689600" y="5359400"/>
            <a:ext cx="800100" cy="190500"/>
          </a:xfrm>
          <a:prstGeom prst="rightArrow">
            <a:avLst/>
          </a:prstGeom>
          <a:solidFill>
            <a:srgbClr val="990000"/>
          </a:solidFill>
          <a:ln/>
        </p:spPr>
      </p:sp>
      <p:sp>
        <p:nvSpPr>
          <p:cNvPr id="78" name="Text 57"/>
          <p:cNvSpPr/>
          <p:nvPr/>
        </p:nvSpPr>
        <p:spPr>
          <a:xfrm>
            <a:off x="5511800" y="5080000"/>
            <a:ext cx="1016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1400" dirty="0"/>
          </a:p>
        </p:txBody>
      </p:sp>
      <p:sp>
        <p:nvSpPr>
          <p:cNvPr id="79" name="Shape 58"/>
          <p:cNvSpPr/>
          <p:nvPr/>
        </p:nvSpPr>
        <p:spPr>
          <a:xfrm>
            <a:off x="9093200" y="5359400"/>
            <a:ext cx="800100" cy="190500"/>
          </a:xfrm>
          <a:prstGeom prst="rightArrow">
            <a:avLst/>
          </a:prstGeom>
          <a:solidFill>
            <a:srgbClr val="990000"/>
          </a:solidFill>
          <a:ln/>
        </p:spPr>
      </p:sp>
      <p:sp>
        <p:nvSpPr>
          <p:cNvPr id="80" name="Text 59"/>
          <p:cNvSpPr/>
          <p:nvPr/>
        </p:nvSpPr>
        <p:spPr>
          <a:xfrm>
            <a:off x="8915400" y="5080000"/>
            <a:ext cx="1016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1400" dirty="0"/>
          </a:p>
        </p:txBody>
      </p:sp>
      <p:pic>
        <p:nvPicPr>
          <p:cNvPr id="81" name="Image 19" descr="/home/ahmed/Projects/ai_llm_slides/videos/deep-learning/001_transformers_part1/recreated_pptx/build/assets/paren_blue_l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175000" y="4635500"/>
            <a:ext cx="15243" cy="1574295"/>
          </a:xfrm>
          <a:prstGeom prst="rect">
            <a:avLst/>
          </a:prstGeom>
        </p:spPr>
      </p:pic>
      <p:pic>
        <p:nvPicPr>
          <p:cNvPr id="82" name="Image 20" descr="/home/ahmed/Projects/ai_llm_slides/videos/deep-learning/001_transformers_part1/recreated_pptx/build/assets/paren_blue_r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911600" y="4635500"/>
            <a:ext cx="15243" cy="1574295"/>
          </a:xfrm>
          <a:prstGeom prst="rect">
            <a:avLst/>
          </a:prstGeom>
        </p:spPr>
      </p:pic>
      <p:sp>
        <p:nvSpPr>
          <p:cNvPr id="83" name="Shape 60"/>
          <p:cNvSpPr/>
          <p:nvPr/>
        </p:nvSpPr>
        <p:spPr>
          <a:xfrm>
            <a:off x="3251200" y="4686300"/>
            <a:ext cx="596900" cy="215900"/>
          </a:xfrm>
          <a:prstGeom prst="roundRect">
            <a:avLst>
              <a:gd name="adj" fmla="val 14824"/>
            </a:avLst>
          </a:prstGeom>
          <a:solidFill>
            <a:srgbClr val="FFFFFF"/>
          </a:solidFill>
          <a:ln w="12700">
            <a:solidFill>
              <a:srgbClr val="0033CC"/>
            </a:solidFill>
            <a:prstDash val="solid"/>
          </a:ln>
        </p:spPr>
      </p:sp>
      <p:sp>
        <p:nvSpPr>
          <p:cNvPr id="84" name="Text 61"/>
          <p:cNvSpPr/>
          <p:nvPr/>
        </p:nvSpPr>
        <p:spPr>
          <a:xfrm>
            <a:off x="3251200" y="4686300"/>
            <a:ext cx="5969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0.0321</a:t>
            </a:r>
            <a:endParaRPr lang="en-US" sz="1100" dirty="0"/>
          </a:p>
        </p:txBody>
      </p:sp>
      <p:sp>
        <p:nvSpPr>
          <p:cNvPr id="85" name="Shape 62"/>
          <p:cNvSpPr/>
          <p:nvPr/>
        </p:nvSpPr>
        <p:spPr>
          <a:xfrm>
            <a:off x="3251200" y="5054600"/>
            <a:ext cx="596900" cy="215900"/>
          </a:xfrm>
          <a:prstGeom prst="roundRect">
            <a:avLst>
              <a:gd name="adj" fmla="val 14824"/>
            </a:avLst>
          </a:prstGeom>
          <a:solidFill>
            <a:srgbClr val="FFFFFF"/>
          </a:solidFill>
          <a:ln w="12700">
            <a:solidFill>
              <a:srgbClr val="0033CC"/>
            </a:solidFill>
            <a:prstDash val="solid"/>
          </a:ln>
        </p:spPr>
      </p:sp>
      <p:sp>
        <p:nvSpPr>
          <p:cNvPr id="86" name="Text 63"/>
          <p:cNvSpPr/>
          <p:nvPr/>
        </p:nvSpPr>
        <p:spPr>
          <a:xfrm>
            <a:off x="3251200" y="5054600"/>
            <a:ext cx="5969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0.0871</a:t>
            </a:r>
            <a:endParaRPr lang="en-US" sz="1100" dirty="0"/>
          </a:p>
        </p:txBody>
      </p:sp>
      <p:sp>
        <p:nvSpPr>
          <p:cNvPr id="87" name="Shape 64"/>
          <p:cNvSpPr/>
          <p:nvPr/>
        </p:nvSpPr>
        <p:spPr>
          <a:xfrm>
            <a:off x="3251200" y="5435600"/>
            <a:ext cx="596900" cy="215900"/>
          </a:xfrm>
          <a:prstGeom prst="roundRect">
            <a:avLst>
              <a:gd name="adj" fmla="val 14824"/>
            </a:avLst>
          </a:prstGeom>
          <a:solidFill>
            <a:srgbClr val="FFFFFF"/>
          </a:solidFill>
          <a:ln w="12700">
            <a:solidFill>
              <a:srgbClr val="0033CC"/>
            </a:solidFill>
            <a:prstDash val="solid"/>
          </a:ln>
        </p:spPr>
      </p:sp>
      <p:sp>
        <p:nvSpPr>
          <p:cNvPr id="88" name="Text 65"/>
          <p:cNvSpPr/>
          <p:nvPr/>
        </p:nvSpPr>
        <p:spPr>
          <a:xfrm>
            <a:off x="3251200" y="5435600"/>
            <a:ext cx="5969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0.2369</a:t>
            </a:r>
            <a:endParaRPr lang="en-US" sz="1100" dirty="0"/>
          </a:p>
        </p:txBody>
      </p:sp>
      <p:sp>
        <p:nvSpPr>
          <p:cNvPr id="89" name="Shape 66"/>
          <p:cNvSpPr/>
          <p:nvPr/>
        </p:nvSpPr>
        <p:spPr>
          <a:xfrm>
            <a:off x="3251200" y="5829300"/>
            <a:ext cx="596900" cy="215900"/>
          </a:xfrm>
          <a:prstGeom prst="roundRect">
            <a:avLst>
              <a:gd name="adj" fmla="val 14824"/>
            </a:avLst>
          </a:prstGeom>
          <a:solidFill>
            <a:srgbClr val="FFFFFF"/>
          </a:solidFill>
          <a:ln w="12700">
            <a:solidFill>
              <a:srgbClr val="0033CC"/>
            </a:solidFill>
            <a:prstDash val="solid"/>
          </a:ln>
        </p:spPr>
      </p:sp>
      <p:sp>
        <p:nvSpPr>
          <p:cNvPr id="90" name="Text 67"/>
          <p:cNvSpPr/>
          <p:nvPr/>
        </p:nvSpPr>
        <p:spPr>
          <a:xfrm>
            <a:off x="3251200" y="5829300"/>
            <a:ext cx="5969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0.6439</a:t>
            </a:r>
            <a:endParaRPr lang="en-US" sz="1100" dirty="0"/>
          </a:p>
        </p:txBody>
      </p:sp>
      <p:pic>
        <p:nvPicPr>
          <p:cNvPr id="91" name="Image 21" descr="/home/ahmed/Projects/ai_llm_slides/videos/deep-learning/001_transformers_part1/recreated_pptx/build/assets/paren_blue_l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591300" y="4635500"/>
            <a:ext cx="15243" cy="1574295"/>
          </a:xfrm>
          <a:prstGeom prst="rect">
            <a:avLst/>
          </a:prstGeom>
        </p:spPr>
      </p:pic>
      <p:pic>
        <p:nvPicPr>
          <p:cNvPr id="92" name="Image 22" descr="/home/ahmed/Projects/ai_llm_slides/videos/deep-learning/001_transformers_part1/recreated_pptx/build/assets/paren_blue_r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315200" y="4635500"/>
            <a:ext cx="15243" cy="1574295"/>
          </a:xfrm>
          <a:prstGeom prst="rect">
            <a:avLst/>
          </a:prstGeom>
        </p:spPr>
      </p:pic>
      <p:sp>
        <p:nvSpPr>
          <p:cNvPr id="93" name="Shape 68"/>
          <p:cNvSpPr/>
          <p:nvPr/>
        </p:nvSpPr>
        <p:spPr>
          <a:xfrm>
            <a:off x="6654800" y="4686300"/>
            <a:ext cx="596900" cy="215900"/>
          </a:xfrm>
          <a:prstGeom prst="roundRect">
            <a:avLst>
              <a:gd name="adj" fmla="val 14824"/>
            </a:avLst>
          </a:prstGeom>
          <a:solidFill>
            <a:srgbClr val="FFFFFF"/>
          </a:solidFill>
          <a:ln w="12700">
            <a:solidFill>
              <a:srgbClr val="0033CC"/>
            </a:solidFill>
            <a:prstDash val="solid"/>
          </a:ln>
        </p:spPr>
      </p:sp>
      <p:sp>
        <p:nvSpPr>
          <p:cNvPr id="94" name="Text 69"/>
          <p:cNvSpPr/>
          <p:nvPr/>
        </p:nvSpPr>
        <p:spPr>
          <a:xfrm>
            <a:off x="6654800" y="4686300"/>
            <a:ext cx="5969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0.0000</a:t>
            </a:r>
            <a:endParaRPr lang="en-US" sz="1100" dirty="0"/>
          </a:p>
        </p:txBody>
      </p:sp>
      <p:sp>
        <p:nvSpPr>
          <p:cNvPr id="95" name="Shape 70"/>
          <p:cNvSpPr/>
          <p:nvPr/>
        </p:nvSpPr>
        <p:spPr>
          <a:xfrm>
            <a:off x="6654800" y="5054600"/>
            <a:ext cx="596900" cy="215900"/>
          </a:xfrm>
          <a:prstGeom prst="roundRect">
            <a:avLst>
              <a:gd name="adj" fmla="val 14824"/>
            </a:avLst>
          </a:prstGeom>
          <a:solidFill>
            <a:srgbClr val="FFFFFF"/>
          </a:solidFill>
          <a:ln w="12700">
            <a:solidFill>
              <a:srgbClr val="0033CC"/>
            </a:solidFill>
            <a:prstDash val="solid"/>
          </a:ln>
        </p:spPr>
      </p:sp>
      <p:sp>
        <p:nvSpPr>
          <p:cNvPr id="96" name="Text 71"/>
          <p:cNvSpPr/>
          <p:nvPr/>
        </p:nvSpPr>
        <p:spPr>
          <a:xfrm>
            <a:off x="6654800" y="5054600"/>
            <a:ext cx="5969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0.0000</a:t>
            </a:r>
            <a:endParaRPr lang="en-US" sz="1100" dirty="0"/>
          </a:p>
        </p:txBody>
      </p:sp>
      <p:sp>
        <p:nvSpPr>
          <p:cNvPr id="97" name="Shape 72"/>
          <p:cNvSpPr/>
          <p:nvPr/>
        </p:nvSpPr>
        <p:spPr>
          <a:xfrm>
            <a:off x="6654800" y="5435600"/>
            <a:ext cx="596900" cy="215900"/>
          </a:xfrm>
          <a:prstGeom prst="roundRect">
            <a:avLst>
              <a:gd name="adj" fmla="val 14824"/>
            </a:avLst>
          </a:prstGeom>
          <a:solidFill>
            <a:srgbClr val="FFFFFF"/>
          </a:solidFill>
          <a:ln w="12700">
            <a:solidFill>
              <a:srgbClr val="0033CC"/>
            </a:solidFill>
            <a:prstDash val="solid"/>
          </a:ln>
        </p:spPr>
      </p:sp>
      <p:sp>
        <p:nvSpPr>
          <p:cNvPr id="98" name="Text 73"/>
          <p:cNvSpPr/>
          <p:nvPr/>
        </p:nvSpPr>
        <p:spPr>
          <a:xfrm>
            <a:off x="6654800" y="5435600"/>
            <a:ext cx="5969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0.0067</a:t>
            </a:r>
            <a:endParaRPr lang="en-US" sz="1100" dirty="0"/>
          </a:p>
        </p:txBody>
      </p:sp>
      <p:sp>
        <p:nvSpPr>
          <p:cNvPr id="99" name="Shape 74"/>
          <p:cNvSpPr/>
          <p:nvPr/>
        </p:nvSpPr>
        <p:spPr>
          <a:xfrm>
            <a:off x="6654800" y="5829300"/>
            <a:ext cx="596900" cy="215900"/>
          </a:xfrm>
          <a:prstGeom prst="roundRect">
            <a:avLst>
              <a:gd name="adj" fmla="val 14824"/>
            </a:avLst>
          </a:prstGeom>
          <a:solidFill>
            <a:srgbClr val="FFFFFF"/>
          </a:solidFill>
          <a:ln w="12700">
            <a:solidFill>
              <a:srgbClr val="0033CC"/>
            </a:solidFill>
            <a:prstDash val="solid"/>
          </a:ln>
        </p:spPr>
      </p:sp>
      <p:sp>
        <p:nvSpPr>
          <p:cNvPr id="100" name="Text 75"/>
          <p:cNvSpPr/>
          <p:nvPr/>
        </p:nvSpPr>
        <p:spPr>
          <a:xfrm>
            <a:off x="6654800" y="5829300"/>
            <a:ext cx="5969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0.9933</a:t>
            </a:r>
            <a:endParaRPr lang="en-US" sz="1100" dirty="0"/>
          </a:p>
        </p:txBody>
      </p:sp>
      <p:pic>
        <p:nvPicPr>
          <p:cNvPr id="101" name="Image 23" descr="/home/ahmed/Projects/ai_llm_slides/videos/deep-learning/001_transformers_part1/recreated_pptx/build/assets/paren_blue_l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994900" y="4635500"/>
            <a:ext cx="15243" cy="1574295"/>
          </a:xfrm>
          <a:prstGeom prst="rect">
            <a:avLst/>
          </a:prstGeom>
        </p:spPr>
      </p:pic>
      <p:pic>
        <p:nvPicPr>
          <p:cNvPr id="102" name="Image 24" descr="/home/ahmed/Projects/ai_llm_slides/videos/deep-learning/001_transformers_part1/recreated_pptx/build/assets/paren_blue_r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718800" y="4635500"/>
            <a:ext cx="15243" cy="1574295"/>
          </a:xfrm>
          <a:prstGeom prst="rect">
            <a:avLst/>
          </a:prstGeom>
        </p:spPr>
      </p:pic>
      <p:sp>
        <p:nvSpPr>
          <p:cNvPr id="103" name="Shape 76"/>
          <p:cNvSpPr/>
          <p:nvPr/>
        </p:nvSpPr>
        <p:spPr>
          <a:xfrm>
            <a:off x="10058400" y="4686300"/>
            <a:ext cx="596900" cy="215900"/>
          </a:xfrm>
          <a:prstGeom prst="roundRect">
            <a:avLst>
              <a:gd name="adj" fmla="val 14824"/>
            </a:avLst>
          </a:prstGeom>
          <a:solidFill>
            <a:srgbClr val="FFFFFF"/>
          </a:solidFill>
          <a:ln w="12700">
            <a:solidFill>
              <a:srgbClr val="0033CC"/>
            </a:solidFill>
            <a:prstDash val="solid"/>
          </a:ln>
        </p:spPr>
      </p:sp>
      <p:sp>
        <p:nvSpPr>
          <p:cNvPr id="104" name="Text 77"/>
          <p:cNvSpPr/>
          <p:nvPr/>
        </p:nvSpPr>
        <p:spPr>
          <a:xfrm>
            <a:off x="10058400" y="4686300"/>
            <a:ext cx="5969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0.0000</a:t>
            </a:r>
            <a:endParaRPr lang="en-US" sz="1100" dirty="0"/>
          </a:p>
        </p:txBody>
      </p:sp>
      <p:sp>
        <p:nvSpPr>
          <p:cNvPr id="105" name="Shape 78"/>
          <p:cNvSpPr/>
          <p:nvPr/>
        </p:nvSpPr>
        <p:spPr>
          <a:xfrm>
            <a:off x="10058400" y="5054600"/>
            <a:ext cx="596900" cy="215900"/>
          </a:xfrm>
          <a:prstGeom prst="roundRect">
            <a:avLst>
              <a:gd name="adj" fmla="val 14824"/>
            </a:avLst>
          </a:prstGeom>
          <a:solidFill>
            <a:srgbClr val="FFFFFF"/>
          </a:solidFill>
          <a:ln w="12700">
            <a:solidFill>
              <a:srgbClr val="0033CC"/>
            </a:solidFill>
            <a:prstDash val="solid"/>
          </a:ln>
        </p:spPr>
      </p:sp>
      <p:sp>
        <p:nvSpPr>
          <p:cNvPr id="106" name="Text 79"/>
          <p:cNvSpPr/>
          <p:nvPr/>
        </p:nvSpPr>
        <p:spPr>
          <a:xfrm>
            <a:off x="10058400" y="5054600"/>
            <a:ext cx="5969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0.0000</a:t>
            </a:r>
            <a:endParaRPr lang="en-US" sz="1100" dirty="0"/>
          </a:p>
        </p:txBody>
      </p:sp>
      <p:sp>
        <p:nvSpPr>
          <p:cNvPr id="107" name="Shape 80"/>
          <p:cNvSpPr/>
          <p:nvPr/>
        </p:nvSpPr>
        <p:spPr>
          <a:xfrm>
            <a:off x="10058400" y="5435600"/>
            <a:ext cx="596900" cy="215900"/>
          </a:xfrm>
          <a:prstGeom prst="roundRect">
            <a:avLst>
              <a:gd name="adj" fmla="val 14824"/>
            </a:avLst>
          </a:prstGeom>
          <a:solidFill>
            <a:srgbClr val="FFFFFF"/>
          </a:solidFill>
          <a:ln w="12700">
            <a:solidFill>
              <a:srgbClr val="0033CC"/>
            </a:solidFill>
            <a:prstDash val="solid"/>
          </a:ln>
        </p:spPr>
      </p:sp>
      <p:sp>
        <p:nvSpPr>
          <p:cNvPr id="108" name="Text 81"/>
          <p:cNvSpPr/>
          <p:nvPr/>
        </p:nvSpPr>
        <p:spPr>
          <a:xfrm>
            <a:off x="10058400" y="5435600"/>
            <a:ext cx="5969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0.0000</a:t>
            </a:r>
            <a:endParaRPr lang="en-US" sz="1100" dirty="0"/>
          </a:p>
        </p:txBody>
      </p:sp>
      <p:sp>
        <p:nvSpPr>
          <p:cNvPr id="109" name="Shape 82"/>
          <p:cNvSpPr/>
          <p:nvPr/>
        </p:nvSpPr>
        <p:spPr>
          <a:xfrm>
            <a:off x="10058400" y="5829300"/>
            <a:ext cx="596900" cy="215900"/>
          </a:xfrm>
          <a:prstGeom prst="roundRect">
            <a:avLst>
              <a:gd name="adj" fmla="val 14824"/>
            </a:avLst>
          </a:prstGeom>
          <a:solidFill>
            <a:srgbClr val="FFFFFF"/>
          </a:solidFill>
          <a:ln w="12700">
            <a:solidFill>
              <a:srgbClr val="0033CC"/>
            </a:solidFill>
            <a:prstDash val="solid"/>
          </a:ln>
        </p:spPr>
      </p:sp>
      <p:sp>
        <p:nvSpPr>
          <p:cNvPr id="110" name="Text 83"/>
          <p:cNvSpPr/>
          <p:nvPr/>
        </p:nvSpPr>
        <p:spPr>
          <a:xfrm>
            <a:off x="10058400" y="5829300"/>
            <a:ext cx="5969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1.0000</a:t>
            </a:r>
            <a:endParaRPr lang="en-US" sz="1100" dirty="0"/>
          </a:p>
        </p:txBody>
      </p:sp>
      <p:pic>
        <p:nvPicPr>
          <p:cNvPr id="111" name="Image 25" descr="/home/ahmed/Projects/ai_llm_slides/videos/deep-learning/001_transformers_part1/recreated_pptx/build/assets/eq34_wprime2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714500" y="6251956"/>
            <a:ext cx="409953" cy="301752"/>
          </a:xfrm>
          <a:prstGeom prst="rect">
            <a:avLst/>
          </a:prstGeom>
        </p:spPr>
      </p:pic>
      <p:sp>
        <p:nvSpPr>
          <p:cNvPr id="112" name="Text 84"/>
          <p:cNvSpPr/>
          <p:nvPr/>
        </p:nvSpPr>
        <p:spPr>
          <a:xfrm>
            <a:off x="2324100" y="6273800"/>
            <a:ext cx="1778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small "d"</a:t>
            </a:r>
            <a:endParaRPr lang="en-US" sz="1300" dirty="0"/>
          </a:p>
        </p:txBody>
      </p:sp>
      <p:pic>
        <p:nvPicPr>
          <p:cNvPr id="113" name="Image 26" descr="/home/ahmed/Projects/ai_llm_slides/videos/deep-learning/001_transformers_part1/recreated_pptx/build/assets/eq34_wprime2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130800" y="6277356"/>
            <a:ext cx="409953" cy="301752"/>
          </a:xfrm>
          <a:prstGeom prst="rect">
            <a:avLst/>
          </a:prstGeom>
        </p:spPr>
      </p:pic>
      <p:sp>
        <p:nvSpPr>
          <p:cNvPr id="114" name="Text 85"/>
          <p:cNvSpPr/>
          <p:nvPr/>
        </p:nvSpPr>
        <p:spPr>
          <a:xfrm>
            <a:off x="5664200" y="6299200"/>
            <a:ext cx="1778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medium "d"</a:t>
            </a:r>
            <a:endParaRPr lang="en-US" sz="1300" dirty="0"/>
          </a:p>
        </p:txBody>
      </p:sp>
      <p:pic>
        <p:nvPicPr>
          <p:cNvPr id="115" name="Image 27" descr="/home/ahmed/Projects/ai_llm_slides/videos/deep-learning/001_transformers_part1/recreated_pptx/build/assets/eq34_wprime2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572500" y="6290056"/>
            <a:ext cx="409953" cy="301752"/>
          </a:xfrm>
          <a:prstGeom prst="rect">
            <a:avLst/>
          </a:prstGeom>
        </p:spPr>
      </p:pic>
      <p:sp>
        <p:nvSpPr>
          <p:cNvPr id="116" name="Text 86"/>
          <p:cNvSpPr/>
          <p:nvPr/>
        </p:nvSpPr>
        <p:spPr>
          <a:xfrm>
            <a:off x="9131300" y="6311900"/>
            <a:ext cx="1778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large "d"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073400" y="647700"/>
            <a:ext cx="635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Attention Mechanism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841500" y="914400"/>
            <a:ext cx="889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5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(Embedding </a:t>
            </a:r>
            <a:pPr algn="ctr" indent="0" marL="0">
              <a:buNone/>
            </a:pPr>
            <a:r>
              <a:rPr lang="en-US" sz="2050" b="1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Vector Dimension</a:t>
            </a:r>
            <a:pPr algn="ctr" indent="0" marL="0">
              <a:buNone/>
            </a:pPr>
            <a:r>
              <a:rPr lang="en-US" sz="205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algn="ctr" indent="0" marL="0">
              <a:buNone/>
            </a:pPr>
            <a:r>
              <a:rPr lang="en-US" sz="2050" b="1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Softmax Sensitivity</a:t>
            </a:r>
            <a:pPr algn="ctr" indent="0" marL="0">
              <a:buNone/>
            </a:pPr>
            <a:r>
              <a:rPr lang="en-US" sz="205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050" dirty="0"/>
          </a:p>
        </p:txBody>
      </p:sp>
      <p:sp>
        <p:nvSpPr>
          <p:cNvPr id="7" name="Shape 5"/>
          <p:cNvSpPr/>
          <p:nvPr/>
        </p:nvSpPr>
        <p:spPr>
          <a:xfrm>
            <a:off x="596900" y="1308100"/>
            <a:ext cx="4394200" cy="2108200"/>
          </a:xfrm>
          <a:prstGeom prst="roundRect">
            <a:avLst>
              <a:gd name="adj" fmla="val 3470"/>
            </a:avLst>
          </a:prstGeom>
          <a:solidFill>
            <a:srgbClr val="FFFFFF"/>
          </a:solidFill>
          <a:ln w="15875">
            <a:solidFill>
              <a:srgbClr val="00A65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6300" y="1460500"/>
            <a:ext cx="15748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808080"/>
            </a:solidFill>
            <a:prstDash val="solid"/>
          </a:ln>
        </p:spPr>
      </p:sp>
      <p:pic>
        <p:nvPicPr>
          <p:cNvPr id="9" name="Image 0" descr="/home/ahmed/Projects/ai_llm_slides/videos/deep-learning/001_transformers_part1/recreated_pptx/build/assets/eq34_lar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3300" y="1511300"/>
            <a:ext cx="1316736" cy="408435"/>
          </a:xfrm>
          <a:prstGeom prst="rect">
            <a:avLst/>
          </a:prstGeom>
        </p:spPr>
      </p:pic>
      <p:pic>
        <p:nvPicPr>
          <p:cNvPr id="10" name="Image 1" descr="/home/ahmed/Projects/ai_llm_slides/videos/deep-learning/001_transformers_part1/recreated_pptx/build/assets/eq34_bracket_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300" y="1473200"/>
            <a:ext cx="167637" cy="579117"/>
          </a:xfrm>
          <a:prstGeom prst="rect">
            <a:avLst/>
          </a:prstGeom>
        </p:spPr>
      </p:pic>
      <p:pic>
        <p:nvPicPr>
          <p:cNvPr id="11" name="Image 2" descr="/home/ahmed/Projects/ai_llm_slides/videos/deep-learning/001_transformers_part1/recreated_pptx/build/assets/eq34_xonl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3200" y="1600704"/>
            <a:ext cx="262131" cy="252987"/>
          </a:xfrm>
          <a:prstGeom prst="rect">
            <a:avLst/>
          </a:prstGeom>
        </p:spPr>
      </p:pic>
      <p:pic>
        <p:nvPicPr>
          <p:cNvPr id="12" name="Image 3" descr="/home/ahmed/Projects/ai_llm_slides/videos/deep-learning/001_transformers_part1/recreated_pptx/build/assets/eq34_isu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8300" y="1839470"/>
            <a:ext cx="54864" cy="117345"/>
          </a:xfrm>
          <a:prstGeom prst="rect">
            <a:avLst/>
          </a:prstGeom>
        </p:spPr>
      </p:pic>
      <p:pic>
        <p:nvPicPr>
          <p:cNvPr id="13" name="Image 4" descr="/home/ahmed/Projects/ai_llm_slides/videos/deep-learning/001_transformers_part1/recreated_pptx/build/assets/eq34_bracket_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2600" y="1473200"/>
            <a:ext cx="167637" cy="579117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368800" y="1905000"/>
            <a:ext cx="431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1×d</a:t>
            </a:r>
            <a:endParaRPr lang="en-US" sz="1400" dirty="0"/>
          </a:p>
        </p:txBody>
      </p:sp>
      <p:sp>
        <p:nvSpPr>
          <p:cNvPr id="15" name="Text 8"/>
          <p:cNvSpPr/>
          <p:nvPr/>
        </p:nvSpPr>
        <p:spPr>
          <a:xfrm>
            <a:off x="736600" y="2286000"/>
            <a:ext cx="25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500" dirty="0"/>
          </a:p>
        </p:txBody>
      </p:sp>
      <p:sp>
        <p:nvSpPr>
          <p:cNvPr id="16" name="Shape 9"/>
          <p:cNvSpPr/>
          <p:nvPr/>
        </p:nvSpPr>
        <p:spPr>
          <a:xfrm>
            <a:off x="1073150" y="2260600"/>
            <a:ext cx="0" cy="330200"/>
          </a:xfrm>
          <a:prstGeom prst="line">
            <a:avLst/>
          </a:prstGeom>
          <a:noFill/>
          <a:ln w="57150">
            <a:solidFill>
              <a:srgbClr val="00A500"/>
            </a:solidFill>
            <a:prstDash val="solid"/>
            <a:headEnd type="triangle"/>
          </a:ln>
        </p:spPr>
      </p:sp>
      <p:sp>
        <p:nvSpPr>
          <p:cNvPr id="17" name="Shape 10"/>
          <p:cNvSpPr/>
          <p:nvPr/>
        </p:nvSpPr>
        <p:spPr>
          <a:xfrm>
            <a:off x="2616200" y="2235200"/>
            <a:ext cx="203200" cy="381000"/>
          </a:xfrm>
          <a:prstGeom prst="upArrow">
            <a:avLst/>
          </a:prstGeom>
          <a:solidFill>
            <a:srgbClr val="00A500"/>
          </a:solidFill>
          <a:ln/>
        </p:spPr>
      </p:sp>
      <p:sp>
        <p:nvSpPr>
          <p:cNvPr id="18" name="Shape 11"/>
          <p:cNvSpPr/>
          <p:nvPr/>
        </p:nvSpPr>
        <p:spPr>
          <a:xfrm>
            <a:off x="2895600" y="2235200"/>
            <a:ext cx="1612900" cy="38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808080"/>
            </a:solidFill>
            <a:prstDash val="solid"/>
          </a:ln>
        </p:spPr>
      </p:sp>
      <p:pic>
        <p:nvPicPr>
          <p:cNvPr id="19" name="Image 5" descr="/home/ahmed/Projects/ai_llm_slides/videos/deep-learning/001_transformers_part1/recreated_pptx/build/assets/eq34_smal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60700" y="2311400"/>
            <a:ext cx="778767" cy="248415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635000" y="2717800"/>
            <a:ext cx="4140200" cy="609600"/>
          </a:xfrm>
          <a:prstGeom prst="rect">
            <a:avLst/>
          </a:prstGeom>
          <a:ln w="12700">
            <a:solidFill>
              <a:srgbClr val="9999CC"/>
            </a:solidFill>
            <a:prstDash val="solid"/>
          </a:ln>
        </p:spPr>
      </p:sp>
      <p:sp>
        <p:nvSpPr>
          <p:cNvPr id="21" name="Text 13"/>
          <p:cNvSpPr/>
          <p:nvPr/>
        </p:nvSpPr>
        <p:spPr>
          <a:xfrm>
            <a:off x="863600" y="2794000"/>
            <a:ext cx="3937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Dimension of Embedding </a:t>
            </a:r>
            <a:pPr algn="l" indent="0" marL="0">
              <a:buNone/>
            </a:pPr>
            <a:r>
              <a:rPr lang="en-US" sz="1400" b="1" i="1" dirty="0">
                <a:solidFill>
                  <a:srgbClr val="99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"d"</a:t>
            </a:r>
            <a:pPr algn="l" indent="0" marL="0">
              <a:buNone/>
            </a:pPr>
            <a:r>
              <a:rPr lang="en-US" sz="1400" b="1" i="1" dirty="0">
                <a:solidFill>
                  <a:srgbClr val="0000CC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Increases</a:t>
            </a:r>
            <a:endParaRPr lang="en-US" sz="1400" dirty="0"/>
          </a:p>
        </p:txBody>
      </p:sp>
      <p:sp>
        <p:nvSpPr>
          <p:cNvPr id="22" name="Text 14"/>
          <p:cNvSpPr/>
          <p:nvPr/>
        </p:nvSpPr>
        <p:spPr>
          <a:xfrm>
            <a:off x="965200" y="3028950"/>
            <a:ext cx="393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Calculated weight value </a:t>
            </a:r>
            <a:pPr algn="l" indent="0" marL="0">
              <a:buNone/>
            </a:pPr>
            <a:r>
              <a:rPr lang="en-US" sz="1400" b="1" i="1" dirty="0">
                <a:solidFill>
                  <a:srgbClr val="990000"/>
                </a:solidFill>
                <a:highlight>
                  <a:srgbClr val="FFA5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"w" increases</a:t>
            </a:r>
            <a:endParaRPr lang="en-US" sz="1400" dirty="0"/>
          </a:p>
        </p:txBody>
      </p:sp>
      <p:sp>
        <p:nvSpPr>
          <p:cNvPr id="23" name="Shape 15"/>
          <p:cNvSpPr/>
          <p:nvPr/>
        </p:nvSpPr>
        <p:spPr>
          <a:xfrm>
            <a:off x="609600" y="3505200"/>
            <a:ext cx="10414000" cy="3225800"/>
          </a:xfrm>
          <a:prstGeom prst="roundRect">
            <a:avLst>
              <a:gd name="adj" fmla="val 3402"/>
            </a:avLst>
          </a:prstGeom>
          <a:solidFill>
            <a:srgbClr val="FCE4D4"/>
          </a:solidFill>
          <a:ln/>
        </p:spPr>
      </p:sp>
      <p:sp>
        <p:nvSpPr>
          <p:cNvPr id="24" name="Shape 16"/>
          <p:cNvSpPr/>
          <p:nvPr/>
        </p:nvSpPr>
        <p:spPr>
          <a:xfrm>
            <a:off x="660400" y="3581400"/>
            <a:ext cx="952500" cy="825500"/>
          </a:xfrm>
          <a:prstGeom prst="rect">
            <a:avLst/>
          </a:prstGeom>
          <a:solidFill>
            <a:srgbClr val="FFFFFF"/>
          </a:solidFill>
          <a:ln w="19050">
            <a:solidFill>
              <a:srgbClr val="990000"/>
            </a:solidFill>
            <a:prstDash val="solid"/>
          </a:ln>
        </p:spPr>
      </p:sp>
      <p:pic>
        <p:nvPicPr>
          <p:cNvPr id="25" name="Image 6" descr="/home/ahmed/Projects/ai_llm_slides/videos/deep-learning/001_transformers_part1/recreated_pptx/build/assets/eq34_bracket_l_sm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3632200"/>
            <a:ext cx="126489" cy="425196"/>
          </a:xfrm>
          <a:prstGeom prst="rect">
            <a:avLst/>
          </a:prstGeom>
        </p:spPr>
      </p:pic>
      <p:pic>
        <p:nvPicPr>
          <p:cNvPr id="26" name="Image 7" descr="/home/ahmed/Projects/ai_llm_slides/videos/deep-learning/001_transformers_part1/recreated_pptx/build/assets/eq34_xonly_sm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7400" y="3707895"/>
            <a:ext cx="198123" cy="190497"/>
          </a:xfrm>
          <a:prstGeom prst="rect">
            <a:avLst/>
          </a:prstGeom>
        </p:spPr>
      </p:pic>
      <p:pic>
        <p:nvPicPr>
          <p:cNvPr id="27" name="Image 8" descr="/home/ahmed/Projects/ai_llm_slides/videos/deep-learning/001_transformers_part1/recreated_pptx/build/assets/eq34_isub_sm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5200" y="3803904"/>
            <a:ext cx="47247" cy="96012"/>
          </a:xfrm>
          <a:prstGeom prst="rect">
            <a:avLst/>
          </a:prstGeom>
        </p:spPr>
      </p:pic>
      <p:pic>
        <p:nvPicPr>
          <p:cNvPr id="28" name="Image 9" descr="/home/ahmed/Projects/ai_llm_slides/videos/deep-learning/001_transformers_part1/recreated_pptx/build/assets/eq34_bracket_r_sm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6800" y="3632200"/>
            <a:ext cx="128016" cy="425196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1155700" y="4025900"/>
            <a:ext cx="482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1×d</a:t>
            </a:r>
            <a:endParaRPr lang="en-US" sz="1400" dirty="0"/>
          </a:p>
        </p:txBody>
      </p:sp>
      <p:sp>
        <p:nvSpPr>
          <p:cNvPr id="30" name="Text 18"/>
          <p:cNvSpPr/>
          <p:nvPr/>
        </p:nvSpPr>
        <p:spPr>
          <a:xfrm>
            <a:off x="2120900" y="3771900"/>
            <a:ext cx="101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1650" dirty="0"/>
          </a:p>
        </p:txBody>
      </p:sp>
      <p:sp>
        <p:nvSpPr>
          <p:cNvPr id="31" name="Shape 19"/>
          <p:cNvSpPr/>
          <p:nvPr/>
        </p:nvSpPr>
        <p:spPr>
          <a:xfrm>
            <a:off x="3136900" y="3568700"/>
            <a:ext cx="18034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808080"/>
            </a:solidFill>
            <a:prstDash val="solid"/>
          </a:ln>
        </p:spPr>
      </p:sp>
      <p:pic>
        <p:nvPicPr>
          <p:cNvPr id="32" name="Image 10" descr="/home/ahmed/Projects/ai_llm_slides/videos/deep-learning/001_transformers_part1/recreated_pptx/build/assets/eq34_wij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63900" y="3875530"/>
            <a:ext cx="512064" cy="211839"/>
          </a:xfrm>
          <a:prstGeom prst="rect">
            <a:avLst/>
          </a:prstGeom>
        </p:spPr>
      </p:pic>
      <p:pic>
        <p:nvPicPr>
          <p:cNvPr id="33" name="Image 11" descr="/home/ahmed/Projects/ai_llm_slides/videos/deep-learning/001_transformers_part1/recreated_pptx/build/assets/eq34_exp1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38600" y="3619500"/>
            <a:ext cx="585216" cy="248415"/>
          </a:xfrm>
          <a:prstGeom prst="rect">
            <a:avLst/>
          </a:prstGeom>
        </p:spPr>
      </p:pic>
      <p:sp>
        <p:nvSpPr>
          <p:cNvPr id="34" name="Shape 20"/>
          <p:cNvSpPr/>
          <p:nvPr/>
        </p:nvSpPr>
        <p:spPr>
          <a:xfrm>
            <a:off x="3860800" y="3949700"/>
            <a:ext cx="1016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pic>
        <p:nvPicPr>
          <p:cNvPr id="35" name="Image 12" descr="/home/ahmed/Projects/ai_llm_slides/videos/deep-learning/001_transformers_part1/recreated_pptx/build/assets/eq34_exp2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73500" y="3987800"/>
            <a:ext cx="886968" cy="289563"/>
          </a:xfrm>
          <a:prstGeom prst="rect">
            <a:avLst/>
          </a:prstGeom>
        </p:spPr>
      </p:pic>
      <p:sp>
        <p:nvSpPr>
          <p:cNvPr id="36" name="Shape 21"/>
          <p:cNvSpPr/>
          <p:nvPr/>
        </p:nvSpPr>
        <p:spPr>
          <a:xfrm>
            <a:off x="4978400" y="3606800"/>
            <a:ext cx="5994400" cy="3937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37" name="Text 22"/>
          <p:cNvSpPr/>
          <p:nvPr/>
        </p:nvSpPr>
        <p:spPr>
          <a:xfrm>
            <a:off x="5181600" y="3581400"/>
            <a:ext cx="55880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</a:t>
            </a:r>
            <a:pPr algn="ctr" indent="0" marL="0">
              <a:buNone/>
            </a:pPr>
            <a:r>
              <a:rPr lang="en-US" sz="15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Values </a:t>
            </a:r>
            <a:pPr algn="ctr" indent="0" marL="0">
              <a:buNone/>
            </a:pPr>
            <a:r>
              <a:rPr lang="en-US" sz="1500" b="1" i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 </a:t>
            </a:r>
            <a:pPr algn="ctr" indent="0" marL="0">
              <a:buNone/>
            </a:pPr>
            <a:r>
              <a:rPr lang="en-US" sz="15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gradient, and </a:t>
            </a:r>
            <a:pPr algn="ctr" indent="0" marL="0">
              <a:buNone/>
            </a:pPr>
            <a:r>
              <a:rPr lang="en-US" sz="1500" b="1" i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down </a:t>
            </a:r>
            <a:pPr algn="ctr" indent="0" marL="0">
              <a:buNone/>
            </a:pPr>
            <a:r>
              <a:rPr lang="en-US" sz="15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</a:t>
            </a:r>
            <a:endParaRPr lang="en-US" sz="1500" dirty="0"/>
          </a:p>
        </p:txBody>
      </p:sp>
      <p:sp>
        <p:nvSpPr>
          <p:cNvPr id="38" name="Text 23"/>
          <p:cNvSpPr/>
          <p:nvPr/>
        </p:nvSpPr>
        <p:spPr>
          <a:xfrm>
            <a:off x="1676400" y="4191000"/>
            <a:ext cx="254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500" dirty="0"/>
          </a:p>
        </p:txBody>
      </p:sp>
      <p:sp>
        <p:nvSpPr>
          <p:cNvPr id="39" name="Shape 24"/>
          <p:cNvSpPr/>
          <p:nvPr/>
        </p:nvSpPr>
        <p:spPr>
          <a:xfrm>
            <a:off x="2012950" y="4102100"/>
            <a:ext cx="0" cy="355600"/>
          </a:xfrm>
          <a:prstGeom prst="line">
            <a:avLst/>
          </a:prstGeom>
          <a:noFill/>
          <a:ln w="50800">
            <a:solidFill>
              <a:srgbClr val="00A500"/>
            </a:solidFill>
            <a:prstDash val="solid"/>
            <a:tailEnd type="triangle"/>
          </a:ln>
        </p:spPr>
      </p:sp>
      <p:sp>
        <p:nvSpPr>
          <p:cNvPr id="40" name="Text 25"/>
          <p:cNvSpPr/>
          <p:nvPr/>
        </p:nvSpPr>
        <p:spPr>
          <a:xfrm>
            <a:off x="5029200" y="4191000"/>
            <a:ext cx="254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500" dirty="0"/>
          </a:p>
        </p:txBody>
      </p:sp>
      <p:sp>
        <p:nvSpPr>
          <p:cNvPr id="41" name="Shape 26"/>
          <p:cNvSpPr/>
          <p:nvPr/>
        </p:nvSpPr>
        <p:spPr>
          <a:xfrm>
            <a:off x="5365750" y="4064000"/>
            <a:ext cx="0" cy="355600"/>
          </a:xfrm>
          <a:prstGeom prst="line">
            <a:avLst/>
          </a:prstGeom>
          <a:noFill/>
          <a:ln w="50800">
            <a:solidFill>
              <a:srgbClr val="00A500"/>
            </a:solidFill>
            <a:prstDash val="solid"/>
            <a:headEnd type="triangle"/>
          </a:ln>
        </p:spPr>
      </p:sp>
      <p:sp>
        <p:nvSpPr>
          <p:cNvPr id="42" name="Text 27"/>
          <p:cNvSpPr/>
          <p:nvPr/>
        </p:nvSpPr>
        <p:spPr>
          <a:xfrm>
            <a:off x="8483600" y="4191000"/>
            <a:ext cx="254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500" dirty="0"/>
          </a:p>
        </p:txBody>
      </p:sp>
      <p:sp>
        <p:nvSpPr>
          <p:cNvPr id="43" name="Shape 28"/>
          <p:cNvSpPr/>
          <p:nvPr/>
        </p:nvSpPr>
        <p:spPr>
          <a:xfrm>
            <a:off x="8826500" y="4076700"/>
            <a:ext cx="0" cy="342900"/>
          </a:xfrm>
          <a:prstGeom prst="line">
            <a:avLst/>
          </a:prstGeom>
          <a:noFill/>
          <a:ln w="50800">
            <a:solidFill>
              <a:srgbClr val="00A500"/>
            </a:solidFill>
            <a:prstDash val="solid"/>
            <a:headEnd type="triangle"/>
          </a:ln>
        </p:spPr>
      </p:sp>
      <p:sp>
        <p:nvSpPr>
          <p:cNvPr id="44" name="Shape 29"/>
          <p:cNvSpPr/>
          <p:nvPr/>
        </p:nvSpPr>
        <p:spPr>
          <a:xfrm>
            <a:off x="9029700" y="4076700"/>
            <a:ext cx="0" cy="342900"/>
          </a:xfrm>
          <a:prstGeom prst="line">
            <a:avLst/>
          </a:prstGeom>
          <a:noFill/>
          <a:ln w="50800">
            <a:solidFill>
              <a:srgbClr val="00A500"/>
            </a:solidFill>
            <a:prstDash val="solid"/>
            <a:headEnd type="triangle"/>
          </a:ln>
        </p:spPr>
      </p:sp>
      <p:pic>
        <p:nvPicPr>
          <p:cNvPr id="45" name="Image 13" descr="/home/ahmed/Projects/ai_llm_slides/videos/deep-learning/001_transformers_part1/recreated_pptx/build/assets/paren_red_l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38300" y="4584700"/>
            <a:ext cx="18288" cy="1638303"/>
          </a:xfrm>
          <a:prstGeom prst="rect">
            <a:avLst/>
          </a:prstGeom>
        </p:spPr>
      </p:pic>
      <p:pic>
        <p:nvPicPr>
          <p:cNvPr id="46" name="Image 14" descr="/home/ahmed/Projects/ai_llm_slides/videos/deep-learning/001_transformers_part1/recreated_pptx/build/assets/paren_red_r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133600" y="4584700"/>
            <a:ext cx="18288" cy="1638303"/>
          </a:xfrm>
          <a:prstGeom prst="rect">
            <a:avLst/>
          </a:prstGeom>
        </p:spPr>
      </p:pic>
      <p:sp>
        <p:nvSpPr>
          <p:cNvPr id="47" name="Shape 30"/>
          <p:cNvSpPr/>
          <p:nvPr/>
        </p:nvSpPr>
        <p:spPr>
          <a:xfrm>
            <a:off x="1701800" y="4686300"/>
            <a:ext cx="406400" cy="215900"/>
          </a:xfrm>
          <a:prstGeom prst="roundRect">
            <a:avLst>
              <a:gd name="adj" fmla="val 14824"/>
            </a:avLst>
          </a:prstGeom>
          <a:solidFill>
            <a:srgbClr val="FFFFCC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48" name="Text 31"/>
          <p:cNvSpPr/>
          <p:nvPr/>
        </p:nvSpPr>
        <p:spPr>
          <a:xfrm>
            <a:off x="1701800" y="4686300"/>
            <a:ext cx="40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49" name="Shape 32"/>
          <p:cNvSpPr/>
          <p:nvPr/>
        </p:nvSpPr>
        <p:spPr>
          <a:xfrm>
            <a:off x="1701800" y="5016500"/>
            <a:ext cx="406400" cy="215900"/>
          </a:xfrm>
          <a:prstGeom prst="roundRect">
            <a:avLst>
              <a:gd name="adj" fmla="val 14824"/>
            </a:avLst>
          </a:prstGeom>
          <a:solidFill>
            <a:srgbClr val="FFFFCC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50" name="Text 33"/>
          <p:cNvSpPr/>
          <p:nvPr/>
        </p:nvSpPr>
        <p:spPr>
          <a:xfrm>
            <a:off x="1701800" y="5016500"/>
            <a:ext cx="40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51" name="Shape 34"/>
          <p:cNvSpPr/>
          <p:nvPr/>
        </p:nvSpPr>
        <p:spPr>
          <a:xfrm>
            <a:off x="1701800" y="5448300"/>
            <a:ext cx="406400" cy="215900"/>
          </a:xfrm>
          <a:prstGeom prst="roundRect">
            <a:avLst>
              <a:gd name="adj" fmla="val 14824"/>
            </a:avLst>
          </a:prstGeom>
          <a:solidFill>
            <a:srgbClr val="FFFFCC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52" name="Text 35"/>
          <p:cNvSpPr/>
          <p:nvPr/>
        </p:nvSpPr>
        <p:spPr>
          <a:xfrm>
            <a:off x="1701800" y="5448300"/>
            <a:ext cx="40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53" name="Shape 36"/>
          <p:cNvSpPr/>
          <p:nvPr/>
        </p:nvSpPr>
        <p:spPr>
          <a:xfrm>
            <a:off x="1701800" y="5842000"/>
            <a:ext cx="406400" cy="215900"/>
          </a:xfrm>
          <a:prstGeom prst="roundRect">
            <a:avLst>
              <a:gd name="adj" fmla="val 14824"/>
            </a:avLst>
          </a:prstGeom>
          <a:solidFill>
            <a:srgbClr val="FFFFCC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54" name="Text 37"/>
          <p:cNvSpPr/>
          <p:nvPr/>
        </p:nvSpPr>
        <p:spPr>
          <a:xfrm>
            <a:off x="1701800" y="5842000"/>
            <a:ext cx="40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pic>
        <p:nvPicPr>
          <p:cNvPr id="55" name="Image 15" descr="/home/ahmed/Projects/ai_llm_slides/videos/deep-learning/001_transformers_part1/recreated_pptx/build/assets/paren_red_l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054600" y="4584700"/>
            <a:ext cx="18288" cy="1638303"/>
          </a:xfrm>
          <a:prstGeom prst="rect">
            <a:avLst/>
          </a:prstGeom>
        </p:spPr>
      </p:pic>
      <p:pic>
        <p:nvPicPr>
          <p:cNvPr id="56" name="Image 16" descr="/home/ahmed/Projects/ai_llm_slides/videos/deep-learning/001_transformers_part1/recreated_pptx/build/assets/paren_red_r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562600" y="4584700"/>
            <a:ext cx="18288" cy="1638303"/>
          </a:xfrm>
          <a:prstGeom prst="rect">
            <a:avLst/>
          </a:prstGeom>
        </p:spPr>
      </p:pic>
      <p:sp>
        <p:nvSpPr>
          <p:cNvPr id="57" name="Shape 38"/>
          <p:cNvSpPr/>
          <p:nvPr/>
        </p:nvSpPr>
        <p:spPr>
          <a:xfrm>
            <a:off x="5118100" y="4686300"/>
            <a:ext cx="406400" cy="215900"/>
          </a:xfrm>
          <a:prstGeom prst="roundRect">
            <a:avLst>
              <a:gd name="adj" fmla="val 14824"/>
            </a:avLst>
          </a:prstGeom>
          <a:solidFill>
            <a:srgbClr val="FFFFCC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58" name="Text 39"/>
          <p:cNvSpPr/>
          <p:nvPr/>
        </p:nvSpPr>
        <p:spPr>
          <a:xfrm>
            <a:off x="5118100" y="4686300"/>
            <a:ext cx="40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59" name="Shape 40"/>
          <p:cNvSpPr/>
          <p:nvPr/>
        </p:nvSpPr>
        <p:spPr>
          <a:xfrm>
            <a:off x="5118100" y="5016500"/>
            <a:ext cx="406400" cy="215900"/>
          </a:xfrm>
          <a:prstGeom prst="roundRect">
            <a:avLst>
              <a:gd name="adj" fmla="val 14824"/>
            </a:avLst>
          </a:prstGeom>
          <a:solidFill>
            <a:srgbClr val="FFFFCC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60" name="Text 41"/>
          <p:cNvSpPr/>
          <p:nvPr/>
        </p:nvSpPr>
        <p:spPr>
          <a:xfrm>
            <a:off x="5118100" y="5016500"/>
            <a:ext cx="40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61" name="Shape 42"/>
          <p:cNvSpPr/>
          <p:nvPr/>
        </p:nvSpPr>
        <p:spPr>
          <a:xfrm>
            <a:off x="5118100" y="5448300"/>
            <a:ext cx="406400" cy="215900"/>
          </a:xfrm>
          <a:prstGeom prst="roundRect">
            <a:avLst>
              <a:gd name="adj" fmla="val 14824"/>
            </a:avLst>
          </a:prstGeom>
          <a:solidFill>
            <a:srgbClr val="FFFFCC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62" name="Text 43"/>
          <p:cNvSpPr/>
          <p:nvPr/>
        </p:nvSpPr>
        <p:spPr>
          <a:xfrm>
            <a:off x="5118100" y="5448300"/>
            <a:ext cx="40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  <p:sp>
        <p:nvSpPr>
          <p:cNvPr id="63" name="Shape 44"/>
          <p:cNvSpPr/>
          <p:nvPr/>
        </p:nvSpPr>
        <p:spPr>
          <a:xfrm>
            <a:off x="5118100" y="5842000"/>
            <a:ext cx="406400" cy="215900"/>
          </a:xfrm>
          <a:prstGeom prst="roundRect">
            <a:avLst>
              <a:gd name="adj" fmla="val 14824"/>
            </a:avLst>
          </a:prstGeom>
          <a:solidFill>
            <a:srgbClr val="FFFFCC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64" name="Text 45"/>
          <p:cNvSpPr/>
          <p:nvPr/>
        </p:nvSpPr>
        <p:spPr>
          <a:xfrm>
            <a:off x="5118100" y="5842000"/>
            <a:ext cx="40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00" dirty="0"/>
          </a:p>
        </p:txBody>
      </p:sp>
      <p:pic>
        <p:nvPicPr>
          <p:cNvPr id="65" name="Image 17" descr="/home/ahmed/Projects/ai_llm_slides/videos/deep-learning/001_transformers_part1/recreated_pptx/build/assets/paren_red_l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58200" y="4584700"/>
            <a:ext cx="18288" cy="1638303"/>
          </a:xfrm>
          <a:prstGeom prst="rect">
            <a:avLst/>
          </a:prstGeom>
        </p:spPr>
      </p:pic>
      <p:pic>
        <p:nvPicPr>
          <p:cNvPr id="66" name="Image 18" descr="/home/ahmed/Projects/ai_llm_slides/videos/deep-learning/001_transformers_part1/recreated_pptx/build/assets/paren_red_r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966200" y="4584700"/>
            <a:ext cx="18288" cy="1638303"/>
          </a:xfrm>
          <a:prstGeom prst="rect">
            <a:avLst/>
          </a:prstGeom>
        </p:spPr>
      </p:pic>
      <p:sp>
        <p:nvSpPr>
          <p:cNvPr id="67" name="Shape 46"/>
          <p:cNvSpPr/>
          <p:nvPr/>
        </p:nvSpPr>
        <p:spPr>
          <a:xfrm>
            <a:off x="8521700" y="4686300"/>
            <a:ext cx="406400" cy="215900"/>
          </a:xfrm>
          <a:prstGeom prst="roundRect">
            <a:avLst>
              <a:gd name="adj" fmla="val 14824"/>
            </a:avLst>
          </a:prstGeom>
          <a:solidFill>
            <a:srgbClr val="FFFFCC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68" name="Text 47"/>
          <p:cNvSpPr/>
          <p:nvPr/>
        </p:nvSpPr>
        <p:spPr>
          <a:xfrm>
            <a:off x="8521700" y="4686300"/>
            <a:ext cx="40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69" name="Shape 48"/>
          <p:cNvSpPr/>
          <p:nvPr/>
        </p:nvSpPr>
        <p:spPr>
          <a:xfrm>
            <a:off x="8521700" y="5016500"/>
            <a:ext cx="406400" cy="215900"/>
          </a:xfrm>
          <a:prstGeom prst="roundRect">
            <a:avLst>
              <a:gd name="adj" fmla="val 14824"/>
            </a:avLst>
          </a:prstGeom>
          <a:solidFill>
            <a:srgbClr val="FFFFCC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70" name="Text 49"/>
          <p:cNvSpPr/>
          <p:nvPr/>
        </p:nvSpPr>
        <p:spPr>
          <a:xfrm>
            <a:off x="8521700" y="5016500"/>
            <a:ext cx="40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00" dirty="0"/>
          </a:p>
        </p:txBody>
      </p:sp>
      <p:sp>
        <p:nvSpPr>
          <p:cNvPr id="71" name="Shape 50"/>
          <p:cNvSpPr/>
          <p:nvPr/>
        </p:nvSpPr>
        <p:spPr>
          <a:xfrm>
            <a:off x="8521700" y="5448300"/>
            <a:ext cx="406400" cy="215900"/>
          </a:xfrm>
          <a:prstGeom prst="roundRect">
            <a:avLst>
              <a:gd name="adj" fmla="val 14824"/>
            </a:avLst>
          </a:prstGeom>
          <a:solidFill>
            <a:srgbClr val="FFFFCC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72" name="Text 51"/>
          <p:cNvSpPr/>
          <p:nvPr/>
        </p:nvSpPr>
        <p:spPr>
          <a:xfrm>
            <a:off x="8521700" y="5448300"/>
            <a:ext cx="40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200" dirty="0"/>
          </a:p>
        </p:txBody>
      </p:sp>
      <p:sp>
        <p:nvSpPr>
          <p:cNvPr id="73" name="Shape 52"/>
          <p:cNvSpPr/>
          <p:nvPr/>
        </p:nvSpPr>
        <p:spPr>
          <a:xfrm>
            <a:off x="8521700" y="5842000"/>
            <a:ext cx="406400" cy="215900"/>
          </a:xfrm>
          <a:prstGeom prst="roundRect">
            <a:avLst>
              <a:gd name="adj" fmla="val 14824"/>
            </a:avLst>
          </a:prstGeom>
          <a:solidFill>
            <a:srgbClr val="FFFFCC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74" name="Text 53"/>
          <p:cNvSpPr/>
          <p:nvPr/>
        </p:nvSpPr>
        <p:spPr>
          <a:xfrm>
            <a:off x="8521700" y="5842000"/>
            <a:ext cx="40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200" dirty="0"/>
          </a:p>
        </p:txBody>
      </p:sp>
      <p:sp>
        <p:nvSpPr>
          <p:cNvPr id="75" name="Shape 54"/>
          <p:cNvSpPr/>
          <p:nvPr/>
        </p:nvSpPr>
        <p:spPr>
          <a:xfrm>
            <a:off x="2273300" y="5359400"/>
            <a:ext cx="800100" cy="190500"/>
          </a:xfrm>
          <a:prstGeom prst="rightArrow">
            <a:avLst/>
          </a:prstGeom>
          <a:solidFill>
            <a:srgbClr val="990000"/>
          </a:solidFill>
          <a:ln/>
        </p:spPr>
      </p:sp>
      <p:sp>
        <p:nvSpPr>
          <p:cNvPr id="76" name="Text 55"/>
          <p:cNvSpPr/>
          <p:nvPr/>
        </p:nvSpPr>
        <p:spPr>
          <a:xfrm>
            <a:off x="2108200" y="5080000"/>
            <a:ext cx="1016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1400" dirty="0"/>
          </a:p>
        </p:txBody>
      </p:sp>
      <p:sp>
        <p:nvSpPr>
          <p:cNvPr id="77" name="Shape 56"/>
          <p:cNvSpPr/>
          <p:nvPr/>
        </p:nvSpPr>
        <p:spPr>
          <a:xfrm>
            <a:off x="5689600" y="5359400"/>
            <a:ext cx="800100" cy="190500"/>
          </a:xfrm>
          <a:prstGeom prst="rightArrow">
            <a:avLst/>
          </a:prstGeom>
          <a:solidFill>
            <a:srgbClr val="990000"/>
          </a:solidFill>
          <a:ln/>
        </p:spPr>
      </p:sp>
      <p:sp>
        <p:nvSpPr>
          <p:cNvPr id="78" name="Text 57"/>
          <p:cNvSpPr/>
          <p:nvPr/>
        </p:nvSpPr>
        <p:spPr>
          <a:xfrm>
            <a:off x="5511800" y="5080000"/>
            <a:ext cx="1016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1400" dirty="0"/>
          </a:p>
        </p:txBody>
      </p:sp>
      <p:sp>
        <p:nvSpPr>
          <p:cNvPr id="79" name="Shape 58"/>
          <p:cNvSpPr/>
          <p:nvPr/>
        </p:nvSpPr>
        <p:spPr>
          <a:xfrm>
            <a:off x="9093200" y="5359400"/>
            <a:ext cx="800100" cy="190500"/>
          </a:xfrm>
          <a:prstGeom prst="rightArrow">
            <a:avLst/>
          </a:prstGeom>
          <a:solidFill>
            <a:srgbClr val="990000"/>
          </a:solidFill>
          <a:ln/>
        </p:spPr>
      </p:sp>
      <p:sp>
        <p:nvSpPr>
          <p:cNvPr id="80" name="Text 59"/>
          <p:cNvSpPr/>
          <p:nvPr/>
        </p:nvSpPr>
        <p:spPr>
          <a:xfrm>
            <a:off x="8915400" y="5080000"/>
            <a:ext cx="1016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1400" dirty="0"/>
          </a:p>
        </p:txBody>
      </p:sp>
      <p:pic>
        <p:nvPicPr>
          <p:cNvPr id="81" name="Image 19" descr="/home/ahmed/Projects/ai_llm_slides/videos/deep-learning/001_transformers_part1/recreated_pptx/build/assets/paren_blue_l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175000" y="4635500"/>
            <a:ext cx="15243" cy="1574295"/>
          </a:xfrm>
          <a:prstGeom prst="rect">
            <a:avLst/>
          </a:prstGeom>
        </p:spPr>
      </p:pic>
      <p:pic>
        <p:nvPicPr>
          <p:cNvPr id="82" name="Image 20" descr="/home/ahmed/Projects/ai_llm_slides/videos/deep-learning/001_transformers_part1/recreated_pptx/build/assets/paren_blue_r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911600" y="4635500"/>
            <a:ext cx="15243" cy="1574295"/>
          </a:xfrm>
          <a:prstGeom prst="rect">
            <a:avLst/>
          </a:prstGeom>
        </p:spPr>
      </p:pic>
      <p:sp>
        <p:nvSpPr>
          <p:cNvPr id="83" name="Shape 60"/>
          <p:cNvSpPr/>
          <p:nvPr/>
        </p:nvSpPr>
        <p:spPr>
          <a:xfrm>
            <a:off x="3251200" y="4686300"/>
            <a:ext cx="596900" cy="215900"/>
          </a:xfrm>
          <a:prstGeom prst="roundRect">
            <a:avLst>
              <a:gd name="adj" fmla="val 14824"/>
            </a:avLst>
          </a:prstGeom>
          <a:solidFill>
            <a:srgbClr val="FFFFFF"/>
          </a:solidFill>
          <a:ln w="12700">
            <a:solidFill>
              <a:srgbClr val="0033CC"/>
            </a:solidFill>
            <a:prstDash val="solid"/>
          </a:ln>
        </p:spPr>
      </p:sp>
      <p:sp>
        <p:nvSpPr>
          <p:cNvPr id="84" name="Text 61"/>
          <p:cNvSpPr/>
          <p:nvPr/>
        </p:nvSpPr>
        <p:spPr>
          <a:xfrm>
            <a:off x="3251200" y="4686300"/>
            <a:ext cx="5969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0.0321</a:t>
            </a:r>
            <a:endParaRPr lang="en-US" sz="1100" dirty="0"/>
          </a:p>
        </p:txBody>
      </p:sp>
      <p:sp>
        <p:nvSpPr>
          <p:cNvPr id="85" name="Shape 62"/>
          <p:cNvSpPr/>
          <p:nvPr/>
        </p:nvSpPr>
        <p:spPr>
          <a:xfrm>
            <a:off x="3251200" y="5054600"/>
            <a:ext cx="596900" cy="215900"/>
          </a:xfrm>
          <a:prstGeom prst="roundRect">
            <a:avLst>
              <a:gd name="adj" fmla="val 14824"/>
            </a:avLst>
          </a:prstGeom>
          <a:solidFill>
            <a:srgbClr val="FFFFFF"/>
          </a:solidFill>
          <a:ln w="12700">
            <a:solidFill>
              <a:srgbClr val="0033CC"/>
            </a:solidFill>
            <a:prstDash val="solid"/>
          </a:ln>
        </p:spPr>
      </p:sp>
      <p:sp>
        <p:nvSpPr>
          <p:cNvPr id="86" name="Text 63"/>
          <p:cNvSpPr/>
          <p:nvPr/>
        </p:nvSpPr>
        <p:spPr>
          <a:xfrm>
            <a:off x="3251200" y="5054600"/>
            <a:ext cx="5969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0.0871</a:t>
            </a:r>
            <a:endParaRPr lang="en-US" sz="1100" dirty="0"/>
          </a:p>
        </p:txBody>
      </p:sp>
      <p:sp>
        <p:nvSpPr>
          <p:cNvPr id="87" name="Shape 64"/>
          <p:cNvSpPr/>
          <p:nvPr/>
        </p:nvSpPr>
        <p:spPr>
          <a:xfrm>
            <a:off x="3251200" y="5435600"/>
            <a:ext cx="596900" cy="215900"/>
          </a:xfrm>
          <a:prstGeom prst="roundRect">
            <a:avLst>
              <a:gd name="adj" fmla="val 14824"/>
            </a:avLst>
          </a:prstGeom>
          <a:solidFill>
            <a:srgbClr val="FFFFFF"/>
          </a:solidFill>
          <a:ln w="12700">
            <a:solidFill>
              <a:srgbClr val="0033CC"/>
            </a:solidFill>
            <a:prstDash val="solid"/>
          </a:ln>
        </p:spPr>
      </p:sp>
      <p:sp>
        <p:nvSpPr>
          <p:cNvPr id="88" name="Text 65"/>
          <p:cNvSpPr/>
          <p:nvPr/>
        </p:nvSpPr>
        <p:spPr>
          <a:xfrm>
            <a:off x="3251200" y="5435600"/>
            <a:ext cx="5969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0.2369</a:t>
            </a:r>
            <a:endParaRPr lang="en-US" sz="1100" dirty="0"/>
          </a:p>
        </p:txBody>
      </p:sp>
      <p:sp>
        <p:nvSpPr>
          <p:cNvPr id="89" name="Shape 66"/>
          <p:cNvSpPr/>
          <p:nvPr/>
        </p:nvSpPr>
        <p:spPr>
          <a:xfrm>
            <a:off x="3251200" y="5829300"/>
            <a:ext cx="596900" cy="215900"/>
          </a:xfrm>
          <a:prstGeom prst="roundRect">
            <a:avLst>
              <a:gd name="adj" fmla="val 14824"/>
            </a:avLst>
          </a:prstGeom>
          <a:solidFill>
            <a:srgbClr val="FFFFFF"/>
          </a:solidFill>
          <a:ln w="12700">
            <a:solidFill>
              <a:srgbClr val="0033CC"/>
            </a:solidFill>
            <a:prstDash val="solid"/>
          </a:ln>
        </p:spPr>
      </p:sp>
      <p:sp>
        <p:nvSpPr>
          <p:cNvPr id="90" name="Text 67"/>
          <p:cNvSpPr/>
          <p:nvPr/>
        </p:nvSpPr>
        <p:spPr>
          <a:xfrm>
            <a:off x="3251200" y="5829300"/>
            <a:ext cx="5969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0.6439</a:t>
            </a:r>
            <a:endParaRPr lang="en-US" sz="1100" dirty="0"/>
          </a:p>
        </p:txBody>
      </p:sp>
      <p:pic>
        <p:nvPicPr>
          <p:cNvPr id="91" name="Image 21" descr="/home/ahmed/Projects/ai_llm_slides/videos/deep-learning/001_transformers_part1/recreated_pptx/build/assets/paren_blue_l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591300" y="4635500"/>
            <a:ext cx="15243" cy="1574295"/>
          </a:xfrm>
          <a:prstGeom prst="rect">
            <a:avLst/>
          </a:prstGeom>
        </p:spPr>
      </p:pic>
      <p:pic>
        <p:nvPicPr>
          <p:cNvPr id="92" name="Image 22" descr="/home/ahmed/Projects/ai_llm_slides/videos/deep-learning/001_transformers_part1/recreated_pptx/build/assets/paren_blue_r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315200" y="4635500"/>
            <a:ext cx="15243" cy="1574295"/>
          </a:xfrm>
          <a:prstGeom prst="rect">
            <a:avLst/>
          </a:prstGeom>
        </p:spPr>
      </p:pic>
      <p:sp>
        <p:nvSpPr>
          <p:cNvPr id="93" name="Shape 68"/>
          <p:cNvSpPr/>
          <p:nvPr/>
        </p:nvSpPr>
        <p:spPr>
          <a:xfrm>
            <a:off x="6654800" y="4686300"/>
            <a:ext cx="596900" cy="215900"/>
          </a:xfrm>
          <a:prstGeom prst="roundRect">
            <a:avLst>
              <a:gd name="adj" fmla="val 14824"/>
            </a:avLst>
          </a:prstGeom>
          <a:solidFill>
            <a:srgbClr val="FFFFFF"/>
          </a:solidFill>
          <a:ln w="12700">
            <a:solidFill>
              <a:srgbClr val="0033CC"/>
            </a:solidFill>
            <a:prstDash val="solid"/>
          </a:ln>
        </p:spPr>
      </p:sp>
      <p:sp>
        <p:nvSpPr>
          <p:cNvPr id="94" name="Text 69"/>
          <p:cNvSpPr/>
          <p:nvPr/>
        </p:nvSpPr>
        <p:spPr>
          <a:xfrm>
            <a:off x="6654800" y="4686300"/>
            <a:ext cx="5969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0.0000</a:t>
            </a:r>
            <a:endParaRPr lang="en-US" sz="1100" dirty="0"/>
          </a:p>
        </p:txBody>
      </p:sp>
      <p:sp>
        <p:nvSpPr>
          <p:cNvPr id="95" name="Shape 70"/>
          <p:cNvSpPr/>
          <p:nvPr/>
        </p:nvSpPr>
        <p:spPr>
          <a:xfrm>
            <a:off x="6654800" y="5054600"/>
            <a:ext cx="596900" cy="215900"/>
          </a:xfrm>
          <a:prstGeom prst="roundRect">
            <a:avLst>
              <a:gd name="adj" fmla="val 14824"/>
            </a:avLst>
          </a:prstGeom>
          <a:solidFill>
            <a:srgbClr val="FFFFFF"/>
          </a:solidFill>
          <a:ln w="12700">
            <a:solidFill>
              <a:srgbClr val="0033CC"/>
            </a:solidFill>
            <a:prstDash val="solid"/>
          </a:ln>
        </p:spPr>
      </p:sp>
      <p:sp>
        <p:nvSpPr>
          <p:cNvPr id="96" name="Text 71"/>
          <p:cNvSpPr/>
          <p:nvPr/>
        </p:nvSpPr>
        <p:spPr>
          <a:xfrm>
            <a:off x="6654800" y="5054600"/>
            <a:ext cx="5969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0.0000</a:t>
            </a:r>
            <a:endParaRPr lang="en-US" sz="1100" dirty="0"/>
          </a:p>
        </p:txBody>
      </p:sp>
      <p:sp>
        <p:nvSpPr>
          <p:cNvPr id="97" name="Shape 72"/>
          <p:cNvSpPr/>
          <p:nvPr/>
        </p:nvSpPr>
        <p:spPr>
          <a:xfrm>
            <a:off x="6654800" y="5435600"/>
            <a:ext cx="596900" cy="215900"/>
          </a:xfrm>
          <a:prstGeom prst="roundRect">
            <a:avLst>
              <a:gd name="adj" fmla="val 14824"/>
            </a:avLst>
          </a:prstGeom>
          <a:solidFill>
            <a:srgbClr val="FFFFFF"/>
          </a:solidFill>
          <a:ln w="12700">
            <a:solidFill>
              <a:srgbClr val="0033CC"/>
            </a:solidFill>
            <a:prstDash val="solid"/>
          </a:ln>
        </p:spPr>
      </p:sp>
      <p:sp>
        <p:nvSpPr>
          <p:cNvPr id="98" name="Text 73"/>
          <p:cNvSpPr/>
          <p:nvPr/>
        </p:nvSpPr>
        <p:spPr>
          <a:xfrm>
            <a:off x="6654800" y="5435600"/>
            <a:ext cx="5969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0.0067</a:t>
            </a:r>
            <a:endParaRPr lang="en-US" sz="1100" dirty="0"/>
          </a:p>
        </p:txBody>
      </p:sp>
      <p:sp>
        <p:nvSpPr>
          <p:cNvPr id="99" name="Shape 74"/>
          <p:cNvSpPr/>
          <p:nvPr/>
        </p:nvSpPr>
        <p:spPr>
          <a:xfrm>
            <a:off x="6654800" y="5829300"/>
            <a:ext cx="596900" cy="215900"/>
          </a:xfrm>
          <a:prstGeom prst="roundRect">
            <a:avLst>
              <a:gd name="adj" fmla="val 14824"/>
            </a:avLst>
          </a:prstGeom>
          <a:solidFill>
            <a:srgbClr val="FFFFFF"/>
          </a:solidFill>
          <a:ln w="12700">
            <a:solidFill>
              <a:srgbClr val="0033CC"/>
            </a:solidFill>
            <a:prstDash val="solid"/>
          </a:ln>
        </p:spPr>
      </p:sp>
      <p:sp>
        <p:nvSpPr>
          <p:cNvPr id="100" name="Text 75"/>
          <p:cNvSpPr/>
          <p:nvPr/>
        </p:nvSpPr>
        <p:spPr>
          <a:xfrm>
            <a:off x="6654800" y="5829300"/>
            <a:ext cx="5969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0.9933</a:t>
            </a:r>
            <a:endParaRPr lang="en-US" sz="1100" dirty="0"/>
          </a:p>
        </p:txBody>
      </p:sp>
      <p:pic>
        <p:nvPicPr>
          <p:cNvPr id="101" name="Image 23" descr="/home/ahmed/Projects/ai_llm_slides/videos/deep-learning/001_transformers_part1/recreated_pptx/build/assets/paren_blue_l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994900" y="4635500"/>
            <a:ext cx="15243" cy="1574295"/>
          </a:xfrm>
          <a:prstGeom prst="rect">
            <a:avLst/>
          </a:prstGeom>
        </p:spPr>
      </p:pic>
      <p:pic>
        <p:nvPicPr>
          <p:cNvPr id="102" name="Image 24" descr="/home/ahmed/Projects/ai_llm_slides/videos/deep-learning/001_transformers_part1/recreated_pptx/build/assets/paren_blue_r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718800" y="4635500"/>
            <a:ext cx="15243" cy="1574295"/>
          </a:xfrm>
          <a:prstGeom prst="rect">
            <a:avLst/>
          </a:prstGeom>
        </p:spPr>
      </p:pic>
      <p:sp>
        <p:nvSpPr>
          <p:cNvPr id="103" name="Shape 76"/>
          <p:cNvSpPr/>
          <p:nvPr/>
        </p:nvSpPr>
        <p:spPr>
          <a:xfrm>
            <a:off x="10058400" y="4686300"/>
            <a:ext cx="596900" cy="215900"/>
          </a:xfrm>
          <a:prstGeom prst="roundRect">
            <a:avLst>
              <a:gd name="adj" fmla="val 14824"/>
            </a:avLst>
          </a:prstGeom>
          <a:solidFill>
            <a:srgbClr val="FFFFFF"/>
          </a:solidFill>
          <a:ln w="12700">
            <a:solidFill>
              <a:srgbClr val="0033CC"/>
            </a:solidFill>
            <a:prstDash val="solid"/>
          </a:ln>
        </p:spPr>
      </p:sp>
      <p:sp>
        <p:nvSpPr>
          <p:cNvPr id="104" name="Text 77"/>
          <p:cNvSpPr/>
          <p:nvPr/>
        </p:nvSpPr>
        <p:spPr>
          <a:xfrm>
            <a:off x="10058400" y="4686300"/>
            <a:ext cx="5969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0.0000</a:t>
            </a:r>
            <a:endParaRPr lang="en-US" sz="1100" dirty="0"/>
          </a:p>
        </p:txBody>
      </p:sp>
      <p:sp>
        <p:nvSpPr>
          <p:cNvPr id="105" name="Shape 78"/>
          <p:cNvSpPr/>
          <p:nvPr/>
        </p:nvSpPr>
        <p:spPr>
          <a:xfrm>
            <a:off x="10058400" y="5054600"/>
            <a:ext cx="596900" cy="215900"/>
          </a:xfrm>
          <a:prstGeom prst="roundRect">
            <a:avLst>
              <a:gd name="adj" fmla="val 14824"/>
            </a:avLst>
          </a:prstGeom>
          <a:solidFill>
            <a:srgbClr val="FFFFFF"/>
          </a:solidFill>
          <a:ln w="12700">
            <a:solidFill>
              <a:srgbClr val="0033CC"/>
            </a:solidFill>
            <a:prstDash val="solid"/>
          </a:ln>
        </p:spPr>
      </p:sp>
      <p:sp>
        <p:nvSpPr>
          <p:cNvPr id="106" name="Text 79"/>
          <p:cNvSpPr/>
          <p:nvPr/>
        </p:nvSpPr>
        <p:spPr>
          <a:xfrm>
            <a:off x="10058400" y="5054600"/>
            <a:ext cx="5969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0.0000</a:t>
            </a:r>
            <a:endParaRPr lang="en-US" sz="1100" dirty="0"/>
          </a:p>
        </p:txBody>
      </p:sp>
      <p:sp>
        <p:nvSpPr>
          <p:cNvPr id="107" name="Shape 80"/>
          <p:cNvSpPr/>
          <p:nvPr/>
        </p:nvSpPr>
        <p:spPr>
          <a:xfrm>
            <a:off x="10058400" y="5435600"/>
            <a:ext cx="596900" cy="215900"/>
          </a:xfrm>
          <a:prstGeom prst="roundRect">
            <a:avLst>
              <a:gd name="adj" fmla="val 14824"/>
            </a:avLst>
          </a:prstGeom>
          <a:solidFill>
            <a:srgbClr val="FFFFFF"/>
          </a:solidFill>
          <a:ln w="12700">
            <a:solidFill>
              <a:srgbClr val="0033CC"/>
            </a:solidFill>
            <a:prstDash val="solid"/>
          </a:ln>
        </p:spPr>
      </p:sp>
      <p:sp>
        <p:nvSpPr>
          <p:cNvPr id="108" name="Text 81"/>
          <p:cNvSpPr/>
          <p:nvPr/>
        </p:nvSpPr>
        <p:spPr>
          <a:xfrm>
            <a:off x="10058400" y="5435600"/>
            <a:ext cx="5969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0.0000</a:t>
            </a:r>
            <a:endParaRPr lang="en-US" sz="1100" dirty="0"/>
          </a:p>
        </p:txBody>
      </p:sp>
      <p:sp>
        <p:nvSpPr>
          <p:cNvPr id="109" name="Shape 82"/>
          <p:cNvSpPr/>
          <p:nvPr/>
        </p:nvSpPr>
        <p:spPr>
          <a:xfrm>
            <a:off x="10058400" y="5829300"/>
            <a:ext cx="596900" cy="215900"/>
          </a:xfrm>
          <a:prstGeom prst="roundRect">
            <a:avLst>
              <a:gd name="adj" fmla="val 14824"/>
            </a:avLst>
          </a:prstGeom>
          <a:solidFill>
            <a:srgbClr val="FFFFFF"/>
          </a:solidFill>
          <a:ln w="12700">
            <a:solidFill>
              <a:srgbClr val="0033CC"/>
            </a:solidFill>
            <a:prstDash val="solid"/>
          </a:ln>
        </p:spPr>
      </p:sp>
      <p:sp>
        <p:nvSpPr>
          <p:cNvPr id="110" name="Text 83"/>
          <p:cNvSpPr/>
          <p:nvPr/>
        </p:nvSpPr>
        <p:spPr>
          <a:xfrm>
            <a:off x="10058400" y="5829300"/>
            <a:ext cx="5969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1.0000</a:t>
            </a:r>
            <a:endParaRPr lang="en-US" sz="1100" dirty="0"/>
          </a:p>
        </p:txBody>
      </p:sp>
      <p:pic>
        <p:nvPicPr>
          <p:cNvPr id="111" name="Image 25" descr="/home/ahmed/Projects/ai_llm_slides/videos/deep-learning/001_transformers_part1/recreated_pptx/build/assets/eq34_wprime2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714500" y="6251956"/>
            <a:ext cx="409953" cy="301752"/>
          </a:xfrm>
          <a:prstGeom prst="rect">
            <a:avLst/>
          </a:prstGeom>
        </p:spPr>
      </p:pic>
      <p:sp>
        <p:nvSpPr>
          <p:cNvPr id="112" name="Text 84"/>
          <p:cNvSpPr/>
          <p:nvPr/>
        </p:nvSpPr>
        <p:spPr>
          <a:xfrm>
            <a:off x="2324100" y="6273800"/>
            <a:ext cx="1778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small "d"</a:t>
            </a:r>
            <a:endParaRPr lang="en-US" sz="1300" dirty="0"/>
          </a:p>
        </p:txBody>
      </p:sp>
      <p:pic>
        <p:nvPicPr>
          <p:cNvPr id="113" name="Image 26" descr="/home/ahmed/Projects/ai_llm_slides/videos/deep-learning/001_transformers_part1/recreated_pptx/build/assets/eq34_wprime2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130800" y="6277356"/>
            <a:ext cx="409953" cy="301752"/>
          </a:xfrm>
          <a:prstGeom prst="rect">
            <a:avLst/>
          </a:prstGeom>
        </p:spPr>
      </p:pic>
      <p:sp>
        <p:nvSpPr>
          <p:cNvPr id="114" name="Text 85"/>
          <p:cNvSpPr/>
          <p:nvPr/>
        </p:nvSpPr>
        <p:spPr>
          <a:xfrm>
            <a:off x="5664200" y="6299200"/>
            <a:ext cx="1778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medium "d"</a:t>
            </a:r>
            <a:endParaRPr lang="en-US" sz="1300" dirty="0"/>
          </a:p>
        </p:txBody>
      </p:sp>
      <p:pic>
        <p:nvPicPr>
          <p:cNvPr id="115" name="Image 27" descr="/home/ahmed/Projects/ai_llm_slides/videos/deep-learning/001_transformers_part1/recreated_pptx/build/assets/eq34_wprime2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572500" y="6290056"/>
            <a:ext cx="409953" cy="301752"/>
          </a:xfrm>
          <a:prstGeom prst="rect">
            <a:avLst/>
          </a:prstGeom>
        </p:spPr>
      </p:pic>
      <p:sp>
        <p:nvSpPr>
          <p:cNvPr id="116" name="Text 86"/>
          <p:cNvSpPr/>
          <p:nvPr/>
        </p:nvSpPr>
        <p:spPr>
          <a:xfrm>
            <a:off x="9131300" y="6311900"/>
            <a:ext cx="1778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large "d"</a:t>
            </a:r>
            <a:endParaRPr lang="en-US" sz="1300" dirty="0"/>
          </a:p>
        </p:txBody>
      </p:sp>
      <p:sp>
        <p:nvSpPr>
          <p:cNvPr id="117" name="Shape 87"/>
          <p:cNvSpPr/>
          <p:nvPr/>
        </p:nvSpPr>
        <p:spPr>
          <a:xfrm>
            <a:off x="5118100" y="1549400"/>
            <a:ext cx="6527800" cy="1549400"/>
          </a:xfrm>
          <a:prstGeom prst="roundRect">
            <a:avLst>
              <a:gd name="adj" fmla="val 10623"/>
            </a:avLst>
          </a:prstGeom>
          <a:solidFill>
            <a:srgbClr val="D4E4FB"/>
          </a:solidFill>
          <a:ln w="15875">
            <a:solidFill>
              <a:srgbClr val="000080"/>
            </a:solidFill>
            <a:prstDash val="solid"/>
          </a:ln>
        </p:spPr>
      </p:sp>
      <p:sp>
        <p:nvSpPr>
          <p:cNvPr id="118" name="Text 88"/>
          <p:cNvSpPr/>
          <p:nvPr/>
        </p:nvSpPr>
        <p:spPr>
          <a:xfrm>
            <a:off x="5118100" y="1600200"/>
            <a:ext cx="635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down "Weights" Values</a:t>
            </a:r>
            <a:endParaRPr lang="en-US" sz="2000" dirty="0"/>
          </a:p>
        </p:txBody>
      </p:sp>
      <p:sp>
        <p:nvSpPr>
          <p:cNvPr id="119" name="Text 89"/>
          <p:cNvSpPr/>
          <p:nvPr/>
        </p:nvSpPr>
        <p:spPr>
          <a:xfrm>
            <a:off x="5118100" y="1892300"/>
            <a:ext cx="635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applying SoftMax</a:t>
            </a:r>
            <a:endParaRPr lang="en-US" sz="2000" dirty="0"/>
          </a:p>
        </p:txBody>
      </p:sp>
      <p:sp>
        <p:nvSpPr>
          <p:cNvPr id="120" name="Text 90"/>
          <p:cNvSpPr/>
          <p:nvPr/>
        </p:nvSpPr>
        <p:spPr>
          <a:xfrm>
            <a:off x="5118100" y="2451100"/>
            <a:ext cx="635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Factor </a:t>
            </a:r>
            <a:pPr algn="ctr" indent="0" marL="0">
              <a:buNone/>
            </a:pPr>
            <a:r>
              <a:rPr lang="en-US" sz="2000" i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 be related to</a:t>
            </a:r>
            <a:endParaRPr lang="en-US" sz="2000" dirty="0"/>
          </a:p>
        </p:txBody>
      </p:sp>
      <p:sp>
        <p:nvSpPr>
          <p:cNvPr id="121" name="Text 91"/>
          <p:cNvSpPr/>
          <p:nvPr/>
        </p:nvSpPr>
        <p:spPr>
          <a:xfrm>
            <a:off x="5118100" y="2730500"/>
            <a:ext cx="635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Dimension "d"</a:t>
            </a:r>
            <a:endParaRPr lang="en-US" sz="2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0410" y="698500"/>
            <a:ext cx="110921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Attention Mechanism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489200" y="977900"/>
            <a:ext cx="914400" cy="2794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7" name="Text 5"/>
          <p:cNvSpPr/>
          <p:nvPr/>
        </p:nvSpPr>
        <p:spPr>
          <a:xfrm>
            <a:off x="778510" y="977900"/>
            <a:ext cx="1109218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(Scaling based on Square Root of Embedding Vector Dimension)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84200" y="1257300"/>
            <a:ext cx="2857500" cy="3479800"/>
          </a:xfrm>
          <a:prstGeom prst="roundRect">
            <a:avLst>
              <a:gd name="adj" fmla="val 1920"/>
            </a:avLst>
          </a:prstGeom>
          <a:solidFill>
            <a:srgbClr val="FCFFE4"/>
          </a:solidFill>
          <a:ln w="19050">
            <a:solidFill>
              <a:srgbClr val="3B7A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05000" y="1460500"/>
            <a:ext cx="0" cy="3175000"/>
          </a:xfrm>
          <a:prstGeom prst="line">
            <a:avLst/>
          </a:prstGeom>
          <a:noFill/>
          <a:ln w="15875">
            <a:solidFill>
              <a:srgbClr val="FFA500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460500" y="3048000"/>
            <a:ext cx="685800" cy="381000"/>
          </a:xfrm>
          <a:prstGeom prst="rightArrow">
            <a:avLst/>
          </a:prstGeom>
          <a:solidFill>
            <a:srgbClr val="FFFFFF"/>
          </a:solidFill>
          <a:ln w="19050">
            <a:solidFill>
              <a:srgbClr val="0000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8650" y="1346200"/>
            <a:ext cx="35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1400" b="1" i="1" baseline="-40000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9350" y="1346200"/>
            <a:ext cx="35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1400" b="1" i="1" baseline="-40000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146300" y="1346200"/>
            <a:ext cx="35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1400" b="1" i="1" baseline="-40000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67000" y="1346200"/>
            <a:ext cx="35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1400" b="1" i="1" baseline="-40000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11200" y="1797050"/>
            <a:ext cx="279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200" b="1" baseline="-40000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11200" y="2007870"/>
            <a:ext cx="279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200" b="1" baseline="-40000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11200" y="2218690"/>
            <a:ext cx="279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200" b="1" baseline="-40000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1200" y="2429510"/>
            <a:ext cx="279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200" b="1" baseline="-40000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1200" y="2640330"/>
            <a:ext cx="279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200" b="1" baseline="-40000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11200" y="2851150"/>
            <a:ext cx="279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200" b="1" baseline="-40000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11200" y="3061970"/>
            <a:ext cx="279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200" b="1" baseline="-40000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1200" y="3272790"/>
            <a:ext cx="279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200" b="1" baseline="-40000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1200" y="3483610"/>
            <a:ext cx="279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200" b="1" baseline="-40000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11200" y="3694430"/>
            <a:ext cx="279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200" b="1" baseline="-40000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11200" y="3905250"/>
            <a:ext cx="279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200" b="1" baseline="-40000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11200" y="4116070"/>
            <a:ext cx="279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200" b="1" baseline="-40000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82700" y="1758950"/>
            <a:ext cx="241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200" b="1" baseline="-40000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282700" y="1977390"/>
            <a:ext cx="241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200" b="1" baseline="-40000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282700" y="2195830"/>
            <a:ext cx="241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200" b="1" baseline="-40000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282700" y="2414270"/>
            <a:ext cx="241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200" b="1" baseline="-40000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222500" y="1803400"/>
            <a:ext cx="266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222500" y="2008378"/>
            <a:ext cx="266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2222500" y="2213356"/>
            <a:ext cx="266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2222500" y="2418334"/>
            <a:ext cx="266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2222500" y="2623312"/>
            <a:ext cx="266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2222500" y="2828290"/>
            <a:ext cx="266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2222500" y="3033268"/>
            <a:ext cx="266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2222500" y="3238246"/>
            <a:ext cx="266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2222500" y="3443224"/>
            <a:ext cx="266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2222500" y="3648202"/>
            <a:ext cx="266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2222500" y="3853180"/>
            <a:ext cx="266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2222500" y="4058158"/>
            <a:ext cx="266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2806700" y="1758950"/>
            <a:ext cx="266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2806700" y="1996059"/>
            <a:ext cx="266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2806700" y="2233168"/>
            <a:ext cx="266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2806700" y="2470277"/>
            <a:ext cx="266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400" dirty="0"/>
          </a:p>
        </p:txBody>
      </p:sp>
      <p:pic>
        <p:nvPicPr>
          <p:cNvPr id="47" name="Image 0" descr="/home/ahmed/Projects/ai_llm_slides/videos/deep-learning/001_transformers_part1/recreated_pptx/build/assets/slide036/d_v1L_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400" y="1701800"/>
            <a:ext cx="126489" cy="2705097"/>
          </a:xfrm>
          <a:prstGeom prst="rect">
            <a:avLst/>
          </a:prstGeom>
        </p:spPr>
      </p:pic>
      <p:pic>
        <p:nvPicPr>
          <p:cNvPr id="48" name="Image 1" descr="/home/ahmed/Projects/ai_llm_slides/videos/deep-learning/001_transformers_part1/recreated_pptx/build/assets/slide036/d_v1L_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01800"/>
            <a:ext cx="126489" cy="2705097"/>
          </a:xfrm>
          <a:prstGeom prst="rect">
            <a:avLst/>
          </a:prstGeom>
        </p:spPr>
      </p:pic>
      <p:pic>
        <p:nvPicPr>
          <p:cNvPr id="49" name="Image 2" descr="/home/ahmed/Projects/ai_llm_slides/videos/deep-learning/001_transformers_part1/recreated_pptx/build/assets/slide036/d_v2L_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1689100"/>
            <a:ext cx="126489" cy="1002795"/>
          </a:xfrm>
          <a:prstGeom prst="rect">
            <a:avLst/>
          </a:prstGeom>
        </p:spPr>
      </p:pic>
      <p:pic>
        <p:nvPicPr>
          <p:cNvPr id="50" name="Image 3" descr="/home/ahmed/Projects/ai_llm_slides/videos/deep-learning/001_transformers_part1/recreated_pptx/build/assets/slide036/d_v2L_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800" y="1689100"/>
            <a:ext cx="126489" cy="1002795"/>
          </a:xfrm>
          <a:prstGeom prst="rect">
            <a:avLst/>
          </a:prstGeom>
        </p:spPr>
      </p:pic>
      <p:pic>
        <p:nvPicPr>
          <p:cNvPr id="51" name="Image 4" descr="/home/ahmed/Projects/ai_llm_slides/videos/deep-learning/001_transformers_part1/recreated_pptx/build/assets/slide036/d_v1R_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4400" y="1701800"/>
            <a:ext cx="126489" cy="2705097"/>
          </a:xfrm>
          <a:prstGeom prst="rect">
            <a:avLst/>
          </a:prstGeom>
        </p:spPr>
      </p:pic>
      <p:pic>
        <p:nvPicPr>
          <p:cNvPr id="52" name="Image 5" descr="/home/ahmed/Projects/ai_llm_slides/videos/deep-learning/001_transformers_part1/recreated_pptx/build/assets/slide036/d_v1R_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38400" y="1701800"/>
            <a:ext cx="126489" cy="2705097"/>
          </a:xfrm>
          <a:prstGeom prst="rect">
            <a:avLst/>
          </a:prstGeom>
        </p:spPr>
      </p:pic>
      <p:pic>
        <p:nvPicPr>
          <p:cNvPr id="53" name="Image 6" descr="/home/ahmed/Projects/ai_llm_slides/videos/deep-learning/001_transformers_part1/recreated_pptx/build/assets/slide036/d_v2R_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200" y="1689100"/>
            <a:ext cx="126489" cy="1002795"/>
          </a:xfrm>
          <a:prstGeom prst="rect">
            <a:avLst/>
          </a:prstGeom>
        </p:spPr>
      </p:pic>
      <p:pic>
        <p:nvPicPr>
          <p:cNvPr id="54" name="Image 7" descr="/home/ahmed/Projects/ai_llm_slides/videos/deep-learning/001_transformers_part1/recreated_pptx/build/assets/slide036/d_v2R_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59100" y="1689100"/>
            <a:ext cx="126489" cy="1002795"/>
          </a:xfrm>
          <a:prstGeom prst="rect">
            <a:avLst/>
          </a:prstGeom>
        </p:spPr>
      </p:pic>
      <p:sp>
        <p:nvSpPr>
          <p:cNvPr id="55" name="Text 45"/>
          <p:cNvSpPr/>
          <p:nvPr/>
        </p:nvSpPr>
        <p:spPr>
          <a:xfrm>
            <a:off x="990600" y="4394200"/>
            <a:ext cx="406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1xd</a:t>
            </a:r>
            <a:pPr algn="ctr" indent="0" marL="0">
              <a:buNone/>
            </a:pPr>
            <a:r>
              <a:rPr lang="en-US" sz="1500" i="1" baseline="-40000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56" name="Text 46"/>
          <p:cNvSpPr/>
          <p:nvPr/>
        </p:nvSpPr>
        <p:spPr>
          <a:xfrm>
            <a:off x="1485900" y="2679700"/>
            <a:ext cx="406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1xd</a:t>
            </a:r>
            <a:pPr algn="ctr" indent="0" marL="0">
              <a:buNone/>
            </a:pPr>
            <a:r>
              <a:rPr lang="en-US" sz="1500" i="1" baseline="-40000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57" name="Text 47"/>
          <p:cNvSpPr/>
          <p:nvPr/>
        </p:nvSpPr>
        <p:spPr>
          <a:xfrm>
            <a:off x="2514600" y="4394200"/>
            <a:ext cx="406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1xd</a:t>
            </a:r>
            <a:pPr algn="ctr" indent="0" marL="0">
              <a:buNone/>
            </a:pPr>
            <a:r>
              <a:rPr lang="en-US" sz="1500" i="1" baseline="-40000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58" name="Text 48"/>
          <p:cNvSpPr/>
          <p:nvPr/>
        </p:nvSpPr>
        <p:spPr>
          <a:xfrm>
            <a:off x="3009900" y="2679700"/>
            <a:ext cx="406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1xd</a:t>
            </a:r>
            <a:pPr algn="ctr" indent="0" marL="0">
              <a:buNone/>
            </a:pPr>
            <a:r>
              <a:rPr lang="en-US" sz="1500" i="1" baseline="-40000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59" name="Shape 49"/>
          <p:cNvSpPr/>
          <p:nvPr/>
        </p:nvSpPr>
        <p:spPr>
          <a:xfrm>
            <a:off x="3911600" y="1346200"/>
            <a:ext cx="4470400" cy="1536700"/>
          </a:xfrm>
          <a:prstGeom prst="roundRect">
            <a:avLst>
              <a:gd name="adj" fmla="val 3570"/>
            </a:avLst>
          </a:prstGeom>
          <a:solidFill>
            <a:srgbClr val="FFFFFF"/>
          </a:solidFill>
          <a:ln w="15875">
            <a:solidFill>
              <a:srgbClr val="3B7A40"/>
            </a:solidFill>
            <a:prstDash val="solid"/>
          </a:ln>
        </p:spPr>
      </p:sp>
      <p:sp>
        <p:nvSpPr>
          <p:cNvPr id="60" name="Text 50"/>
          <p:cNvSpPr/>
          <p:nvPr/>
        </p:nvSpPr>
        <p:spPr>
          <a:xfrm>
            <a:off x="4076700" y="1498600"/>
            <a:ext cx="33274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Average Values of elements of </a:t>
            </a:r>
            <a:pPr algn="l" indent="0" marL="0">
              <a:buNone/>
            </a:pPr>
            <a:r>
              <a:rPr lang="en-US" sz="135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1350" b="1" baseline="-40000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l"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</a:t>
            </a:r>
            <a:pPr algn="l" indent="0" marL="0">
              <a:buNone/>
            </a:pPr>
            <a:r>
              <a:rPr lang="en-US" sz="1350" b="1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350" dirty="0"/>
          </a:p>
        </p:txBody>
      </p:sp>
      <p:sp>
        <p:nvSpPr>
          <p:cNvPr id="61" name="Text 51"/>
          <p:cNvSpPr/>
          <p:nvPr/>
        </p:nvSpPr>
        <p:spPr>
          <a:xfrm>
            <a:off x="4076700" y="1778000"/>
            <a:ext cx="33274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Average Values of elements of </a:t>
            </a:r>
            <a:pPr algn="l" indent="0" marL="0">
              <a:buNone/>
            </a:pPr>
            <a:r>
              <a:rPr lang="en-US" sz="135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1350" b="1" baseline="-40000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l"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</a:t>
            </a:r>
            <a:pPr algn="l" indent="0" marL="0">
              <a:buNone/>
            </a:pPr>
            <a:r>
              <a:rPr lang="en-US" sz="1350" b="1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350" dirty="0"/>
          </a:p>
        </p:txBody>
      </p:sp>
      <p:sp>
        <p:nvSpPr>
          <p:cNvPr id="62" name="Text 52"/>
          <p:cNvSpPr/>
          <p:nvPr/>
        </p:nvSpPr>
        <p:spPr>
          <a:xfrm>
            <a:off x="4102100" y="2095500"/>
            <a:ext cx="36068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Length of </a:t>
            </a:r>
            <a:pPr algn="l" indent="0" marL="0">
              <a:buNone/>
            </a:pPr>
            <a:r>
              <a:rPr lang="en-US" sz="1500" b="1" i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1500" b="1" i="1" baseline="-40000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l" indent="0" marL="0">
              <a:buNone/>
            </a:pPr>
            <a:r>
              <a:rPr lang="en-US" sz="1500" b="1" i="1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(all Ms) = </a:t>
            </a:r>
            <a:pPr algn="l" indent="0" marL="0">
              <a:buNone/>
            </a:pPr>
            <a:r>
              <a:rPr lang="en-US" sz="1500" b="1" i="1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1500" b="1" i="1" baseline="-40000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l" indent="0" marL="0">
              <a:buNone/>
            </a:pPr>
            <a:r>
              <a:rPr lang="en-US" sz="1500" b="1" i="1" baseline="30000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pPr algn="l" indent="0" marL="0">
              <a:buNone/>
            </a:pPr>
            <a:r>
              <a:rPr lang="en-US" sz="1500" b="1" i="1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</a:t>
            </a:r>
            <a:pPr algn="l" indent="0" marL="0">
              <a:buNone/>
            </a:pPr>
            <a:r>
              <a:rPr lang="en-US" sz="1500" b="1" i="1" baseline="-40000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l" indent="0" marL="0">
              <a:buNone/>
            </a:pPr>
            <a:r>
              <a:rPr lang="en-US" sz="1500" b="1" i="1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M </a:t>
            </a:r>
            <a:endParaRPr lang="en-US" sz="1500" dirty="0"/>
          </a:p>
        </p:txBody>
      </p:sp>
      <p:pic>
        <p:nvPicPr>
          <p:cNvPr id="63" name="Image 8" descr="/home/ahmed/Projects/ai_llm_slides/videos/deep-learning/001_transformers_part1/recreated_pptx/build/assets/slide036/eq_sqrt_d1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47000" y="2146302"/>
            <a:ext cx="338328" cy="227073"/>
          </a:xfrm>
          <a:prstGeom prst="rect">
            <a:avLst/>
          </a:prstGeom>
        </p:spPr>
      </p:pic>
      <p:sp>
        <p:nvSpPr>
          <p:cNvPr id="64" name="Text 53"/>
          <p:cNvSpPr/>
          <p:nvPr/>
        </p:nvSpPr>
        <p:spPr>
          <a:xfrm>
            <a:off x="4102100" y="2463800"/>
            <a:ext cx="36068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Length of </a:t>
            </a:r>
            <a:pPr algn="l" indent="0" marL="0">
              <a:buNone/>
            </a:pPr>
            <a:r>
              <a:rPr lang="en-US" sz="1500" b="1" i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1500" b="1" i="1" baseline="-40000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l" indent="0" marL="0">
              <a:buNone/>
            </a:pPr>
            <a:r>
              <a:rPr lang="en-US" sz="1500" b="1" i="1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(all Ms) = </a:t>
            </a:r>
            <a:pPr algn="l" indent="0" marL="0">
              <a:buNone/>
            </a:pPr>
            <a:r>
              <a:rPr lang="en-US" sz="1500" b="1" i="1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1500" b="1" i="1" baseline="-40000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l" indent="0" marL="0">
              <a:buNone/>
            </a:pPr>
            <a:r>
              <a:rPr lang="en-US" sz="1500" b="1" i="1" baseline="30000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pPr algn="l" indent="0" marL="0">
              <a:buNone/>
            </a:pPr>
            <a:r>
              <a:rPr lang="en-US" sz="1500" b="1" i="1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</a:t>
            </a:r>
            <a:pPr algn="l" indent="0" marL="0">
              <a:buNone/>
            </a:pPr>
            <a:r>
              <a:rPr lang="en-US" sz="1500" b="1" i="1" baseline="-40000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l" indent="0" marL="0">
              <a:buNone/>
            </a:pPr>
            <a:r>
              <a:rPr lang="en-US" sz="1500" b="1" i="1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M </a:t>
            </a:r>
            <a:endParaRPr lang="en-US" sz="1500" dirty="0"/>
          </a:p>
        </p:txBody>
      </p:sp>
      <p:pic>
        <p:nvPicPr>
          <p:cNvPr id="65" name="Image 9" descr="/home/ahmed/Projects/ai_llm_slides/videos/deep-learning/001_transformers_part1/recreated_pptx/build/assets/slide036/eq_sqrt_d2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47000" y="2514602"/>
            <a:ext cx="338328" cy="227073"/>
          </a:xfrm>
          <a:prstGeom prst="rect">
            <a:avLst/>
          </a:prstGeom>
        </p:spPr>
      </p:pic>
      <p:sp>
        <p:nvSpPr>
          <p:cNvPr id="66" name="Shape 54"/>
          <p:cNvSpPr/>
          <p:nvPr/>
        </p:nvSpPr>
        <p:spPr>
          <a:xfrm>
            <a:off x="8674100" y="1397000"/>
            <a:ext cx="2679700" cy="1397000"/>
          </a:xfrm>
          <a:prstGeom prst="rect">
            <a:avLst/>
          </a:prstGeom>
          <a:solidFill>
            <a:srgbClr val="FFFFFF"/>
          </a:solidFill>
          <a:ln w="19050">
            <a:solidFill>
              <a:srgbClr val="333399"/>
            </a:solidFill>
            <a:prstDash val="solid"/>
          </a:ln>
        </p:spPr>
      </p:sp>
      <p:pic>
        <p:nvPicPr>
          <p:cNvPr id="67" name="Image 10" descr="/home/ahmed/Projects/ai_llm_slides/videos/deep-learning/001_transformers_part1/recreated_pptx/build/assets/slide036/bell_plot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0800" y="1422400"/>
            <a:ext cx="2032000" cy="1143000"/>
          </a:xfrm>
          <a:prstGeom prst="rect">
            <a:avLst/>
          </a:prstGeom>
        </p:spPr>
      </p:pic>
      <p:sp>
        <p:nvSpPr>
          <p:cNvPr id="68" name="Text 55"/>
          <p:cNvSpPr/>
          <p:nvPr/>
        </p:nvSpPr>
        <p:spPr>
          <a:xfrm>
            <a:off x="9791700" y="2578100"/>
            <a:ext cx="2921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300" dirty="0"/>
          </a:p>
        </p:txBody>
      </p:sp>
      <p:sp>
        <p:nvSpPr>
          <p:cNvPr id="69" name="Shape 56"/>
          <p:cNvSpPr/>
          <p:nvPr/>
        </p:nvSpPr>
        <p:spPr>
          <a:xfrm>
            <a:off x="3759200" y="3022600"/>
            <a:ext cx="3886200" cy="533400"/>
          </a:xfrm>
          <a:prstGeom prst="rect">
            <a:avLst/>
          </a:prstGeom>
          <a:solidFill>
            <a:srgbClr val="E6FCEC"/>
          </a:solidFill>
          <a:ln w="25400">
            <a:solidFill>
              <a:srgbClr val="3B7A40"/>
            </a:solidFill>
            <a:prstDash val="solid"/>
          </a:ln>
        </p:spPr>
      </p:sp>
      <p:pic>
        <p:nvPicPr>
          <p:cNvPr id="70" name="Image 11" descr="/home/ahmed/Projects/ai_llm_slides/videos/deep-learning/001_transformers_part1/recreated_pptx/build/assets/slide036/eq_sqrtd_b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73500" y="3121150"/>
            <a:ext cx="352044" cy="284991"/>
          </a:xfrm>
          <a:prstGeom prst="rect">
            <a:avLst/>
          </a:prstGeom>
        </p:spPr>
      </p:pic>
      <p:sp>
        <p:nvSpPr>
          <p:cNvPr id="71" name="Text 57"/>
          <p:cNvSpPr/>
          <p:nvPr/>
        </p:nvSpPr>
        <p:spPr>
          <a:xfrm>
            <a:off x="4406900" y="3073400"/>
            <a:ext cx="317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50" b="1" i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a good choice for scaling</a:t>
            </a:r>
            <a:endParaRPr lang="en-US" sz="1850" dirty="0"/>
          </a:p>
        </p:txBody>
      </p:sp>
      <p:sp>
        <p:nvSpPr>
          <p:cNvPr id="72" name="Shape 58"/>
          <p:cNvSpPr/>
          <p:nvPr/>
        </p:nvSpPr>
        <p:spPr>
          <a:xfrm>
            <a:off x="7835900" y="3022600"/>
            <a:ext cx="3556000" cy="546100"/>
          </a:xfrm>
          <a:prstGeom prst="rect">
            <a:avLst/>
          </a:prstGeom>
          <a:solidFill>
            <a:srgbClr val="FFF8D7"/>
          </a:solidFill>
          <a:ln w="19050">
            <a:solidFill>
              <a:srgbClr val="3B7A40"/>
            </a:solidFill>
            <a:prstDash val="solid"/>
          </a:ln>
        </p:spPr>
      </p:sp>
      <p:pic>
        <p:nvPicPr>
          <p:cNvPr id="73" name="Image 12" descr="/home/ahmed/Projects/ai_llm_slides/videos/deep-learning/001_transformers_part1/recreated_pptx/build/assets/slide036/eq_4sqrtd_b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18500" y="3121150"/>
            <a:ext cx="362715" cy="284991"/>
          </a:xfrm>
          <a:prstGeom prst="rect">
            <a:avLst/>
          </a:prstGeom>
        </p:spPr>
      </p:pic>
      <p:sp>
        <p:nvSpPr>
          <p:cNvPr id="74" name="Text 59"/>
          <p:cNvSpPr/>
          <p:nvPr/>
        </p:nvSpPr>
        <p:spPr>
          <a:xfrm>
            <a:off x="8864600" y="3073400"/>
            <a:ext cx="2362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50" b="1" i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Some times is used</a:t>
            </a:r>
            <a:endParaRPr lang="en-US" sz="1850" dirty="0"/>
          </a:p>
        </p:txBody>
      </p:sp>
      <p:sp>
        <p:nvSpPr>
          <p:cNvPr id="75" name="Shape 60"/>
          <p:cNvSpPr/>
          <p:nvPr/>
        </p:nvSpPr>
        <p:spPr>
          <a:xfrm>
            <a:off x="3695700" y="3886200"/>
            <a:ext cx="1943100" cy="7366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76" name="Text 61"/>
          <p:cNvSpPr/>
          <p:nvPr/>
        </p:nvSpPr>
        <p:spPr>
          <a:xfrm>
            <a:off x="3759200" y="4127500"/>
            <a:ext cx="812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1500" dirty="0"/>
          </a:p>
        </p:txBody>
      </p:sp>
      <p:pic>
        <p:nvPicPr>
          <p:cNvPr id="77" name="Image 13" descr="/home/ahmed/Projects/ai_llm_slides/videos/deep-learning/001_transformers_part1/recreated_pptx/build/assets/slide036/d_fb1_l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00600" y="3987800"/>
            <a:ext cx="114300" cy="507492"/>
          </a:xfrm>
          <a:prstGeom prst="rect">
            <a:avLst/>
          </a:prstGeom>
        </p:spPr>
      </p:pic>
      <p:pic>
        <p:nvPicPr>
          <p:cNvPr id="78" name="Image 14" descr="/home/ahmed/Projects/ai_llm_slides/videos/deep-learning/001_transformers_part1/recreated_pptx/build/assets/slide036/d_fb1_r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257800" y="3987800"/>
            <a:ext cx="114300" cy="507492"/>
          </a:xfrm>
          <a:prstGeom prst="rect">
            <a:avLst/>
          </a:prstGeom>
        </p:spPr>
      </p:pic>
      <p:pic>
        <p:nvPicPr>
          <p:cNvPr id="79" name="Image 15" descr="/home/ahmed/Projects/ai_llm_slides/videos/deep-learning/001_transformers_part1/recreated_pptx/build/assets/slide036/eq_wij_inner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33950" y="4124957"/>
            <a:ext cx="361188" cy="289563"/>
          </a:xfrm>
          <a:prstGeom prst="rect">
            <a:avLst/>
          </a:prstGeom>
        </p:spPr>
      </p:pic>
      <p:sp>
        <p:nvSpPr>
          <p:cNvPr id="80" name="Shape 62"/>
          <p:cNvSpPr/>
          <p:nvPr/>
        </p:nvSpPr>
        <p:spPr>
          <a:xfrm>
            <a:off x="6388100" y="3759200"/>
            <a:ext cx="1943100" cy="9906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81" name="Text 63"/>
          <p:cNvSpPr/>
          <p:nvPr/>
        </p:nvSpPr>
        <p:spPr>
          <a:xfrm>
            <a:off x="6438900" y="4152900"/>
            <a:ext cx="889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1500" dirty="0"/>
          </a:p>
        </p:txBody>
      </p:sp>
      <p:pic>
        <p:nvPicPr>
          <p:cNvPr id="82" name="Image 16" descr="/home/ahmed/Projects/ai_llm_slides/videos/deep-learning/001_transformers_part1/recreated_pptx/build/assets/slide036/d_fb2_l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93000" y="3873500"/>
            <a:ext cx="30477" cy="812289"/>
          </a:xfrm>
          <a:prstGeom prst="rect">
            <a:avLst/>
          </a:prstGeom>
        </p:spPr>
      </p:pic>
      <p:pic>
        <p:nvPicPr>
          <p:cNvPr id="83" name="Image 17" descr="/home/ahmed/Projects/ai_llm_slides/videos/deep-learning/001_transformers_part1/recreated_pptx/build/assets/slide036/d_fb2_r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51800" y="3873500"/>
            <a:ext cx="30477" cy="812289"/>
          </a:xfrm>
          <a:prstGeom prst="rect">
            <a:avLst/>
          </a:prstGeom>
        </p:spPr>
      </p:pic>
      <p:pic>
        <p:nvPicPr>
          <p:cNvPr id="84" name="Image 18" descr="/home/ahmed/Projects/ai_llm_slides/videos/deep-learning/001_transformers_part1/recreated_pptx/build/assets/slide036/eq_frac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620000" y="4002022"/>
            <a:ext cx="329184" cy="568455"/>
          </a:xfrm>
          <a:prstGeom prst="rect">
            <a:avLst/>
          </a:prstGeom>
        </p:spPr>
      </p:pic>
      <p:sp>
        <p:nvSpPr>
          <p:cNvPr id="85" name="Shape 64"/>
          <p:cNvSpPr/>
          <p:nvPr/>
        </p:nvSpPr>
        <p:spPr>
          <a:xfrm>
            <a:off x="8953500" y="3911600"/>
            <a:ext cx="1943100" cy="66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86" name="Text 65"/>
          <p:cNvSpPr/>
          <p:nvPr/>
        </p:nvSpPr>
        <p:spPr>
          <a:xfrm>
            <a:off x="9131300" y="4076700"/>
            <a:ext cx="838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d=100,</a:t>
            </a:r>
            <a:endParaRPr lang="en-US" sz="1450" dirty="0"/>
          </a:p>
        </p:txBody>
      </p:sp>
      <p:pic>
        <p:nvPicPr>
          <p:cNvPr id="87" name="Image 19" descr="/home/ahmed/Projects/ai_llm_slides/videos/deep-learning/001_transformers_part1/recreated_pptx/build/assets/slide036/eq_sqrtd_m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982200" y="4081783"/>
            <a:ext cx="260604" cy="213357"/>
          </a:xfrm>
          <a:prstGeom prst="rect">
            <a:avLst/>
          </a:prstGeom>
        </p:spPr>
      </p:pic>
      <p:sp>
        <p:nvSpPr>
          <p:cNvPr id="88" name="Text 66"/>
          <p:cNvSpPr/>
          <p:nvPr/>
        </p:nvSpPr>
        <p:spPr>
          <a:xfrm>
            <a:off x="10261600" y="4076700"/>
            <a:ext cx="45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=10</a:t>
            </a:r>
            <a:endParaRPr lang="en-US" sz="1450" dirty="0"/>
          </a:p>
        </p:txBody>
      </p:sp>
      <p:sp>
        <p:nvSpPr>
          <p:cNvPr id="89" name="Shape 67"/>
          <p:cNvSpPr/>
          <p:nvPr/>
        </p:nvSpPr>
        <p:spPr>
          <a:xfrm>
            <a:off x="558800" y="4902200"/>
            <a:ext cx="2286000" cy="154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90" name="Text 68"/>
          <p:cNvSpPr/>
          <p:nvPr/>
        </p:nvSpPr>
        <p:spPr>
          <a:xfrm>
            <a:off x="622300" y="5041900"/>
            <a:ext cx="116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i="1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Remember:</a:t>
            </a:r>
            <a:endParaRPr lang="en-US" sz="1400" dirty="0"/>
          </a:p>
        </p:txBody>
      </p:sp>
      <p:sp>
        <p:nvSpPr>
          <p:cNvPr id="91" name="Text 69"/>
          <p:cNvSpPr/>
          <p:nvPr/>
        </p:nvSpPr>
        <p:spPr>
          <a:xfrm>
            <a:off x="1320800" y="5245100"/>
            <a:ext cx="78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"d" is</a:t>
            </a:r>
            <a:endParaRPr lang="en-US" sz="1400" dirty="0"/>
          </a:p>
        </p:txBody>
      </p:sp>
      <p:sp>
        <p:nvSpPr>
          <p:cNvPr id="92" name="Text 70"/>
          <p:cNvSpPr/>
          <p:nvPr/>
        </p:nvSpPr>
        <p:spPr>
          <a:xfrm>
            <a:off x="558800" y="5461000"/>
            <a:ext cx="2324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 of Embedding</a:t>
            </a:r>
            <a:endParaRPr lang="en-US" sz="1400" dirty="0"/>
          </a:p>
        </p:txBody>
      </p:sp>
      <p:sp>
        <p:nvSpPr>
          <p:cNvPr id="93" name="Text 71"/>
          <p:cNvSpPr/>
          <p:nvPr/>
        </p:nvSpPr>
        <p:spPr>
          <a:xfrm>
            <a:off x="1320800" y="5880100"/>
            <a:ext cx="78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</a:t>
            </a:r>
            <a:endParaRPr lang="en-US" sz="1400" dirty="0"/>
          </a:p>
        </p:txBody>
      </p:sp>
      <p:sp>
        <p:nvSpPr>
          <p:cNvPr id="94" name="Text 72"/>
          <p:cNvSpPr/>
          <p:nvPr/>
        </p:nvSpPr>
        <p:spPr>
          <a:xfrm>
            <a:off x="558800" y="6083300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 of input Sequence</a:t>
            </a:r>
            <a:endParaRPr lang="en-US" sz="1400" dirty="0"/>
          </a:p>
        </p:txBody>
      </p:sp>
      <p:sp>
        <p:nvSpPr>
          <p:cNvPr id="95" name="Shape 73"/>
          <p:cNvSpPr/>
          <p:nvPr/>
        </p:nvSpPr>
        <p:spPr>
          <a:xfrm>
            <a:off x="3632200" y="4813300"/>
            <a:ext cx="2755900" cy="1841500"/>
          </a:xfrm>
          <a:prstGeom prst="rect">
            <a:avLst/>
          </a:prstGeom>
          <a:ln w="22225">
            <a:solidFill>
              <a:srgbClr val="1A1A1A"/>
            </a:solidFill>
            <a:prstDash val="solid"/>
          </a:ln>
        </p:spPr>
      </p:sp>
      <p:pic>
        <p:nvPicPr>
          <p:cNvPr id="96" name="Image 20" descr="/home/ahmed/Projects/ai_llm_slides/videos/deep-learning/001_transformers_part1/recreated_pptx/build/assets/slide036/d_fc1L_l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822700" y="5181600"/>
            <a:ext cx="137160" cy="1395987"/>
          </a:xfrm>
          <a:prstGeom prst="rect">
            <a:avLst/>
          </a:prstGeom>
        </p:spPr>
      </p:pic>
      <p:pic>
        <p:nvPicPr>
          <p:cNvPr id="97" name="Image 21" descr="/home/ahmed/Projects/ai_llm_slides/videos/deep-learning/001_transformers_part1/recreated_pptx/build/assets/slide036/d_fc1L_r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254500" y="5181600"/>
            <a:ext cx="137160" cy="1395987"/>
          </a:xfrm>
          <a:prstGeom prst="rect">
            <a:avLst/>
          </a:prstGeom>
        </p:spPr>
      </p:pic>
      <p:sp>
        <p:nvSpPr>
          <p:cNvPr id="98" name="Shape 74"/>
          <p:cNvSpPr/>
          <p:nvPr/>
        </p:nvSpPr>
        <p:spPr>
          <a:xfrm>
            <a:off x="3886200" y="5022850"/>
            <a:ext cx="381000" cy="266700"/>
          </a:xfrm>
          <a:prstGeom prst="rect">
            <a:avLst/>
          </a:prstGeom>
          <a:solidFill>
            <a:srgbClr val="FFFCC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99" name="Text 75"/>
          <p:cNvSpPr/>
          <p:nvPr/>
        </p:nvSpPr>
        <p:spPr>
          <a:xfrm>
            <a:off x="3886200" y="5010150"/>
            <a:ext cx="381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100" name="Shape 76"/>
          <p:cNvSpPr/>
          <p:nvPr/>
        </p:nvSpPr>
        <p:spPr>
          <a:xfrm>
            <a:off x="3886200" y="5411470"/>
            <a:ext cx="381000" cy="266700"/>
          </a:xfrm>
          <a:prstGeom prst="rect">
            <a:avLst/>
          </a:prstGeom>
          <a:solidFill>
            <a:srgbClr val="FFFCC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01" name="Text 77"/>
          <p:cNvSpPr/>
          <p:nvPr/>
        </p:nvSpPr>
        <p:spPr>
          <a:xfrm>
            <a:off x="3886200" y="5398770"/>
            <a:ext cx="381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100" dirty="0"/>
          </a:p>
        </p:txBody>
      </p:sp>
      <p:sp>
        <p:nvSpPr>
          <p:cNvPr id="102" name="Shape 78"/>
          <p:cNvSpPr/>
          <p:nvPr/>
        </p:nvSpPr>
        <p:spPr>
          <a:xfrm>
            <a:off x="3886200" y="5800090"/>
            <a:ext cx="381000" cy="266700"/>
          </a:xfrm>
          <a:prstGeom prst="rect">
            <a:avLst/>
          </a:prstGeom>
          <a:solidFill>
            <a:srgbClr val="FFFCC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03" name="Text 79"/>
          <p:cNvSpPr/>
          <p:nvPr/>
        </p:nvSpPr>
        <p:spPr>
          <a:xfrm>
            <a:off x="3886200" y="5787390"/>
            <a:ext cx="381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100" dirty="0"/>
          </a:p>
        </p:txBody>
      </p:sp>
      <p:sp>
        <p:nvSpPr>
          <p:cNvPr id="104" name="Shape 80"/>
          <p:cNvSpPr/>
          <p:nvPr/>
        </p:nvSpPr>
        <p:spPr>
          <a:xfrm>
            <a:off x="3886200" y="6188710"/>
            <a:ext cx="381000" cy="266700"/>
          </a:xfrm>
          <a:prstGeom prst="rect">
            <a:avLst/>
          </a:prstGeom>
          <a:solidFill>
            <a:srgbClr val="FFFCC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05" name="Text 81"/>
          <p:cNvSpPr/>
          <p:nvPr/>
        </p:nvSpPr>
        <p:spPr>
          <a:xfrm>
            <a:off x="3886200" y="6176010"/>
            <a:ext cx="381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100" dirty="0"/>
          </a:p>
        </p:txBody>
      </p:sp>
      <p:sp>
        <p:nvSpPr>
          <p:cNvPr id="106" name="Text 82"/>
          <p:cNvSpPr/>
          <p:nvPr/>
        </p:nvSpPr>
        <p:spPr>
          <a:xfrm>
            <a:off x="4406900" y="5422900"/>
            <a:ext cx="825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1300" dirty="0"/>
          </a:p>
        </p:txBody>
      </p:sp>
      <p:sp>
        <p:nvSpPr>
          <p:cNvPr id="107" name="Shape 83"/>
          <p:cNvSpPr/>
          <p:nvPr/>
        </p:nvSpPr>
        <p:spPr>
          <a:xfrm>
            <a:off x="4445000" y="5803900"/>
            <a:ext cx="876300" cy="0"/>
          </a:xfrm>
          <a:prstGeom prst="line">
            <a:avLst/>
          </a:prstGeom>
          <a:noFill/>
          <a:ln w="44450">
            <a:solidFill>
              <a:srgbClr val="C00000"/>
            </a:solidFill>
            <a:prstDash val="solid"/>
            <a:tailEnd type="triangle"/>
          </a:ln>
        </p:spPr>
      </p:sp>
      <p:pic>
        <p:nvPicPr>
          <p:cNvPr id="108" name="Image 22" descr="/home/ahmed/Projects/ai_llm_slides/videos/deep-learning/001_transformers_part1/recreated_pptx/build/assets/slide036/d_fc1R_l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359400" y="4864100"/>
            <a:ext cx="137160" cy="1714500"/>
          </a:xfrm>
          <a:prstGeom prst="rect">
            <a:avLst/>
          </a:prstGeom>
        </p:spPr>
      </p:pic>
      <p:pic>
        <p:nvPicPr>
          <p:cNvPr id="109" name="Image 23" descr="/home/ahmed/Projects/ai_llm_slides/videos/deep-learning/001_transformers_part1/recreated_pptx/build/assets/slide036/d_fc1R_r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070600" y="4864100"/>
            <a:ext cx="137160" cy="1714500"/>
          </a:xfrm>
          <a:prstGeom prst="rect">
            <a:avLst/>
          </a:prstGeom>
        </p:spPr>
      </p:pic>
      <p:sp>
        <p:nvSpPr>
          <p:cNvPr id="110" name="Shape 84"/>
          <p:cNvSpPr/>
          <p:nvPr/>
        </p:nvSpPr>
        <p:spPr>
          <a:xfrm>
            <a:off x="5422900" y="5022850"/>
            <a:ext cx="647700" cy="266700"/>
          </a:xfrm>
          <a:prstGeom prst="rect">
            <a:avLst/>
          </a:prstGeom>
          <a:solidFill>
            <a:srgbClr val="FFFDCE"/>
          </a:solidFill>
          <a:ln w="12700">
            <a:solidFill>
              <a:srgbClr val="333399"/>
            </a:solidFill>
            <a:prstDash val="solid"/>
          </a:ln>
        </p:spPr>
      </p:sp>
      <p:sp>
        <p:nvSpPr>
          <p:cNvPr id="111" name="Text 85"/>
          <p:cNvSpPr/>
          <p:nvPr/>
        </p:nvSpPr>
        <p:spPr>
          <a:xfrm>
            <a:off x="5422900" y="5010150"/>
            <a:ext cx="6477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0.0000</a:t>
            </a:r>
            <a:endParaRPr lang="en-US" sz="1100" dirty="0"/>
          </a:p>
        </p:txBody>
      </p:sp>
      <p:sp>
        <p:nvSpPr>
          <p:cNvPr id="112" name="Shape 86"/>
          <p:cNvSpPr/>
          <p:nvPr/>
        </p:nvSpPr>
        <p:spPr>
          <a:xfrm>
            <a:off x="5422900" y="5411470"/>
            <a:ext cx="647700" cy="266700"/>
          </a:xfrm>
          <a:prstGeom prst="rect">
            <a:avLst/>
          </a:prstGeom>
          <a:solidFill>
            <a:srgbClr val="FFFDCE"/>
          </a:solidFill>
          <a:ln w="12700">
            <a:solidFill>
              <a:srgbClr val="333399"/>
            </a:solidFill>
            <a:prstDash val="solid"/>
          </a:ln>
        </p:spPr>
      </p:sp>
      <p:sp>
        <p:nvSpPr>
          <p:cNvPr id="113" name="Text 87"/>
          <p:cNvSpPr/>
          <p:nvPr/>
        </p:nvSpPr>
        <p:spPr>
          <a:xfrm>
            <a:off x="5422900" y="5398770"/>
            <a:ext cx="6477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0.0000</a:t>
            </a:r>
            <a:endParaRPr lang="en-US" sz="1100" dirty="0"/>
          </a:p>
        </p:txBody>
      </p:sp>
      <p:sp>
        <p:nvSpPr>
          <p:cNvPr id="114" name="Shape 88"/>
          <p:cNvSpPr/>
          <p:nvPr/>
        </p:nvSpPr>
        <p:spPr>
          <a:xfrm>
            <a:off x="5422900" y="5800090"/>
            <a:ext cx="647700" cy="266700"/>
          </a:xfrm>
          <a:prstGeom prst="rect">
            <a:avLst/>
          </a:prstGeom>
          <a:solidFill>
            <a:srgbClr val="FFFDCE"/>
          </a:solidFill>
          <a:ln w="12700">
            <a:solidFill>
              <a:srgbClr val="333399"/>
            </a:solidFill>
            <a:prstDash val="solid"/>
          </a:ln>
        </p:spPr>
      </p:sp>
      <p:sp>
        <p:nvSpPr>
          <p:cNvPr id="115" name="Text 89"/>
          <p:cNvSpPr/>
          <p:nvPr/>
        </p:nvSpPr>
        <p:spPr>
          <a:xfrm>
            <a:off x="5422900" y="5787390"/>
            <a:ext cx="6477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0.0000</a:t>
            </a:r>
            <a:endParaRPr lang="en-US" sz="1100" dirty="0"/>
          </a:p>
        </p:txBody>
      </p:sp>
      <p:sp>
        <p:nvSpPr>
          <p:cNvPr id="116" name="Shape 90"/>
          <p:cNvSpPr/>
          <p:nvPr/>
        </p:nvSpPr>
        <p:spPr>
          <a:xfrm>
            <a:off x="5422900" y="6188710"/>
            <a:ext cx="647700" cy="266700"/>
          </a:xfrm>
          <a:prstGeom prst="rect">
            <a:avLst/>
          </a:prstGeom>
          <a:solidFill>
            <a:srgbClr val="FFFDCE"/>
          </a:solidFill>
          <a:ln w="12700">
            <a:solidFill>
              <a:srgbClr val="333399"/>
            </a:solidFill>
            <a:prstDash val="solid"/>
          </a:ln>
        </p:spPr>
      </p:sp>
      <p:sp>
        <p:nvSpPr>
          <p:cNvPr id="117" name="Text 91"/>
          <p:cNvSpPr/>
          <p:nvPr/>
        </p:nvSpPr>
        <p:spPr>
          <a:xfrm>
            <a:off x="5422900" y="6176010"/>
            <a:ext cx="6477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1.0000</a:t>
            </a:r>
            <a:endParaRPr lang="en-US" sz="1100" dirty="0"/>
          </a:p>
        </p:txBody>
      </p:sp>
      <p:sp>
        <p:nvSpPr>
          <p:cNvPr id="118" name="Shape 92"/>
          <p:cNvSpPr/>
          <p:nvPr/>
        </p:nvSpPr>
        <p:spPr>
          <a:xfrm>
            <a:off x="6502400" y="4800600"/>
            <a:ext cx="4927600" cy="1854200"/>
          </a:xfrm>
          <a:prstGeom prst="rect">
            <a:avLst/>
          </a:prstGeom>
          <a:solidFill>
            <a:srgbClr val="F9E3FA"/>
          </a:solidFill>
          <a:ln w="22225">
            <a:solidFill>
              <a:srgbClr val="800080"/>
            </a:solidFill>
            <a:prstDash val="solid"/>
          </a:ln>
        </p:spPr>
      </p:sp>
      <p:pic>
        <p:nvPicPr>
          <p:cNvPr id="119" name="Image 24" descr="/home/ahmed/Projects/ai_llm_slides/videos/deep-learning/001_transformers_part1/recreated_pptx/build/assets/slide036/d_fc2a_l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604000" y="4851400"/>
            <a:ext cx="60963" cy="1738887"/>
          </a:xfrm>
          <a:prstGeom prst="rect">
            <a:avLst/>
          </a:prstGeom>
        </p:spPr>
      </p:pic>
      <p:pic>
        <p:nvPicPr>
          <p:cNvPr id="120" name="Image 25" descr="/home/ahmed/Projects/ai_llm_slides/videos/deep-learning/001_transformers_part1/recreated_pptx/build/assets/slide036/d_fc2a_r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086600" y="4851400"/>
            <a:ext cx="60963" cy="1738887"/>
          </a:xfrm>
          <a:prstGeom prst="rect">
            <a:avLst/>
          </a:prstGeom>
        </p:spPr>
      </p:pic>
      <p:sp>
        <p:nvSpPr>
          <p:cNvPr id="121" name="Shape 93"/>
          <p:cNvSpPr/>
          <p:nvPr/>
        </p:nvSpPr>
        <p:spPr>
          <a:xfrm>
            <a:off x="6680200" y="5022850"/>
            <a:ext cx="330200" cy="266700"/>
          </a:xfrm>
          <a:prstGeom prst="rect">
            <a:avLst/>
          </a:prstGeom>
          <a:solidFill>
            <a:srgbClr val="FFFCC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22" name="Text 94"/>
          <p:cNvSpPr/>
          <p:nvPr/>
        </p:nvSpPr>
        <p:spPr>
          <a:xfrm>
            <a:off x="6680200" y="5010150"/>
            <a:ext cx="3302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123" name="Shape 95"/>
          <p:cNvSpPr/>
          <p:nvPr/>
        </p:nvSpPr>
        <p:spPr>
          <a:xfrm>
            <a:off x="6680200" y="5411470"/>
            <a:ext cx="330200" cy="266700"/>
          </a:xfrm>
          <a:prstGeom prst="rect">
            <a:avLst/>
          </a:prstGeom>
          <a:solidFill>
            <a:srgbClr val="FFFCC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24" name="Text 96"/>
          <p:cNvSpPr/>
          <p:nvPr/>
        </p:nvSpPr>
        <p:spPr>
          <a:xfrm>
            <a:off x="6680200" y="5398770"/>
            <a:ext cx="3302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100" dirty="0"/>
          </a:p>
        </p:txBody>
      </p:sp>
      <p:sp>
        <p:nvSpPr>
          <p:cNvPr id="125" name="Shape 97"/>
          <p:cNvSpPr/>
          <p:nvPr/>
        </p:nvSpPr>
        <p:spPr>
          <a:xfrm>
            <a:off x="6680200" y="5800090"/>
            <a:ext cx="330200" cy="266700"/>
          </a:xfrm>
          <a:prstGeom prst="rect">
            <a:avLst/>
          </a:prstGeom>
          <a:solidFill>
            <a:srgbClr val="FFFCC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26" name="Text 98"/>
          <p:cNvSpPr/>
          <p:nvPr/>
        </p:nvSpPr>
        <p:spPr>
          <a:xfrm>
            <a:off x="6680200" y="5787390"/>
            <a:ext cx="3302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100" dirty="0"/>
          </a:p>
        </p:txBody>
      </p:sp>
      <p:sp>
        <p:nvSpPr>
          <p:cNvPr id="127" name="Shape 99"/>
          <p:cNvSpPr/>
          <p:nvPr/>
        </p:nvSpPr>
        <p:spPr>
          <a:xfrm>
            <a:off x="6680200" y="6188710"/>
            <a:ext cx="330200" cy="266700"/>
          </a:xfrm>
          <a:prstGeom prst="rect">
            <a:avLst/>
          </a:prstGeom>
          <a:solidFill>
            <a:srgbClr val="FFFCC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28" name="Text 100"/>
          <p:cNvSpPr/>
          <p:nvPr/>
        </p:nvSpPr>
        <p:spPr>
          <a:xfrm>
            <a:off x="6680200" y="6176010"/>
            <a:ext cx="3302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100" dirty="0"/>
          </a:p>
        </p:txBody>
      </p:sp>
      <p:sp>
        <p:nvSpPr>
          <p:cNvPr id="129" name="Text 101"/>
          <p:cNvSpPr/>
          <p:nvPr/>
        </p:nvSpPr>
        <p:spPr>
          <a:xfrm>
            <a:off x="7137400" y="5448300"/>
            <a:ext cx="228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2200" dirty="0"/>
          </a:p>
        </p:txBody>
      </p:sp>
      <p:pic>
        <p:nvPicPr>
          <p:cNvPr id="130" name="Image 26" descr="/home/ahmed/Projects/ai_llm_slides/videos/deep-learning/001_transformers_part1/recreated_pptx/build/assets/slide036/d_fc2b_l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442200" y="4851400"/>
            <a:ext cx="60963" cy="1738887"/>
          </a:xfrm>
          <a:prstGeom prst="rect">
            <a:avLst/>
          </a:prstGeom>
        </p:spPr>
      </p:pic>
      <p:pic>
        <p:nvPicPr>
          <p:cNvPr id="131" name="Image 27" descr="/home/ahmed/Projects/ai_llm_slides/videos/deep-learning/001_transformers_part1/recreated_pptx/build/assets/slide036/d_fc2b_r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924800" y="4851400"/>
            <a:ext cx="60963" cy="1738887"/>
          </a:xfrm>
          <a:prstGeom prst="rect">
            <a:avLst/>
          </a:prstGeom>
        </p:spPr>
      </p:pic>
      <p:pic>
        <p:nvPicPr>
          <p:cNvPr id="132" name="Image 28" descr="/home/ahmed/Projects/ai_llm_slides/videos/deep-learning/001_transformers_part1/recreated_pptx/build/assets/slide036/eq_sqrtd_fc2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531100" y="5448807"/>
            <a:ext cx="315468" cy="256032"/>
          </a:xfrm>
          <a:prstGeom prst="rect">
            <a:avLst/>
          </a:prstGeom>
        </p:spPr>
      </p:pic>
      <p:sp>
        <p:nvSpPr>
          <p:cNvPr id="133" name="Text 102"/>
          <p:cNvSpPr/>
          <p:nvPr/>
        </p:nvSpPr>
        <p:spPr>
          <a:xfrm>
            <a:off x="8026400" y="5461000"/>
            <a:ext cx="711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Scaled</a:t>
            </a:r>
            <a:endParaRPr lang="en-US" sz="1500" dirty="0"/>
          </a:p>
        </p:txBody>
      </p:sp>
      <p:sp>
        <p:nvSpPr>
          <p:cNvPr id="134" name="Shape 103"/>
          <p:cNvSpPr/>
          <p:nvPr/>
        </p:nvSpPr>
        <p:spPr>
          <a:xfrm>
            <a:off x="8128000" y="5816600"/>
            <a:ext cx="825500" cy="0"/>
          </a:xfrm>
          <a:prstGeom prst="line">
            <a:avLst/>
          </a:prstGeom>
          <a:noFill/>
          <a:ln w="44450">
            <a:solidFill>
              <a:srgbClr val="C00000"/>
            </a:solidFill>
            <a:prstDash val="solid"/>
            <a:tailEnd type="triangle"/>
          </a:ln>
        </p:spPr>
      </p:sp>
      <p:pic>
        <p:nvPicPr>
          <p:cNvPr id="135" name="Image 29" descr="/home/ahmed/Projects/ai_llm_slides/videos/deep-learning/001_transformers_part1/recreated_pptx/build/assets/slide036/d_fc2c_l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042400" y="4953000"/>
            <a:ext cx="60963" cy="1586484"/>
          </a:xfrm>
          <a:prstGeom prst="rect">
            <a:avLst/>
          </a:prstGeom>
        </p:spPr>
      </p:pic>
      <p:pic>
        <p:nvPicPr>
          <p:cNvPr id="136" name="Image 30" descr="/home/ahmed/Projects/ai_llm_slides/videos/deep-learning/001_transformers_part1/recreated_pptx/build/assets/slide036/d_fc2c_r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525000" y="4953000"/>
            <a:ext cx="60963" cy="1586484"/>
          </a:xfrm>
          <a:prstGeom prst="rect">
            <a:avLst/>
          </a:prstGeom>
        </p:spPr>
      </p:pic>
      <p:sp>
        <p:nvSpPr>
          <p:cNvPr id="137" name="Shape 104"/>
          <p:cNvSpPr/>
          <p:nvPr/>
        </p:nvSpPr>
        <p:spPr>
          <a:xfrm>
            <a:off x="9105900" y="5022850"/>
            <a:ext cx="317500" cy="266700"/>
          </a:xfrm>
          <a:prstGeom prst="rect">
            <a:avLst/>
          </a:prstGeom>
          <a:solidFill>
            <a:srgbClr val="FFFCC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38" name="Text 105"/>
          <p:cNvSpPr/>
          <p:nvPr/>
        </p:nvSpPr>
        <p:spPr>
          <a:xfrm>
            <a:off x="9105900" y="5010150"/>
            <a:ext cx="3175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39" name="Shape 106"/>
          <p:cNvSpPr/>
          <p:nvPr/>
        </p:nvSpPr>
        <p:spPr>
          <a:xfrm>
            <a:off x="9105900" y="5411470"/>
            <a:ext cx="317500" cy="266700"/>
          </a:xfrm>
          <a:prstGeom prst="rect">
            <a:avLst/>
          </a:prstGeom>
          <a:solidFill>
            <a:srgbClr val="FFFCC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40" name="Text 107"/>
          <p:cNvSpPr/>
          <p:nvPr/>
        </p:nvSpPr>
        <p:spPr>
          <a:xfrm>
            <a:off x="9105900" y="5398770"/>
            <a:ext cx="3175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41" name="Shape 108"/>
          <p:cNvSpPr/>
          <p:nvPr/>
        </p:nvSpPr>
        <p:spPr>
          <a:xfrm>
            <a:off x="9105900" y="5800090"/>
            <a:ext cx="317500" cy="266700"/>
          </a:xfrm>
          <a:prstGeom prst="rect">
            <a:avLst/>
          </a:prstGeom>
          <a:solidFill>
            <a:srgbClr val="FFFCC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42" name="Text 109"/>
          <p:cNvSpPr/>
          <p:nvPr/>
        </p:nvSpPr>
        <p:spPr>
          <a:xfrm>
            <a:off x="9105900" y="5787390"/>
            <a:ext cx="3175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43" name="Shape 110"/>
          <p:cNvSpPr/>
          <p:nvPr/>
        </p:nvSpPr>
        <p:spPr>
          <a:xfrm>
            <a:off x="9105900" y="6188710"/>
            <a:ext cx="317500" cy="266700"/>
          </a:xfrm>
          <a:prstGeom prst="rect">
            <a:avLst/>
          </a:prstGeom>
          <a:solidFill>
            <a:srgbClr val="FFFCC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44" name="Text 111"/>
          <p:cNvSpPr/>
          <p:nvPr/>
        </p:nvSpPr>
        <p:spPr>
          <a:xfrm>
            <a:off x="9105900" y="6176010"/>
            <a:ext cx="3175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45" name="Text 112"/>
          <p:cNvSpPr/>
          <p:nvPr/>
        </p:nvSpPr>
        <p:spPr>
          <a:xfrm>
            <a:off x="9575800" y="5486400"/>
            <a:ext cx="914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1500" dirty="0"/>
          </a:p>
        </p:txBody>
      </p:sp>
      <p:sp>
        <p:nvSpPr>
          <p:cNvPr id="146" name="Shape 113"/>
          <p:cNvSpPr/>
          <p:nvPr/>
        </p:nvSpPr>
        <p:spPr>
          <a:xfrm>
            <a:off x="9702800" y="5816600"/>
            <a:ext cx="787400" cy="0"/>
          </a:xfrm>
          <a:prstGeom prst="line">
            <a:avLst/>
          </a:prstGeom>
          <a:noFill/>
          <a:ln w="44450">
            <a:solidFill>
              <a:srgbClr val="C00000"/>
            </a:solidFill>
            <a:prstDash val="solid"/>
            <a:tailEnd type="triangle"/>
          </a:ln>
        </p:spPr>
      </p:sp>
      <p:pic>
        <p:nvPicPr>
          <p:cNvPr id="147" name="Image 31" descr="/home/ahmed/Projects/ai_llm_slides/videos/deep-learning/001_transformers_part1/recreated_pptx/build/assets/slide036/d_fc2d_l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566400" y="4864100"/>
            <a:ext cx="60963" cy="1700784"/>
          </a:xfrm>
          <a:prstGeom prst="rect">
            <a:avLst/>
          </a:prstGeom>
        </p:spPr>
      </p:pic>
      <p:pic>
        <p:nvPicPr>
          <p:cNvPr id="148" name="Image 32" descr="/home/ahmed/Projects/ai_llm_slides/videos/deep-learning/001_transformers_part1/recreated_pptx/build/assets/slide036/d_fc2d_r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1315700" y="4864100"/>
            <a:ext cx="60963" cy="1700784"/>
          </a:xfrm>
          <a:prstGeom prst="rect">
            <a:avLst/>
          </a:prstGeom>
        </p:spPr>
      </p:pic>
      <p:sp>
        <p:nvSpPr>
          <p:cNvPr id="149" name="Shape 114"/>
          <p:cNvSpPr/>
          <p:nvPr/>
        </p:nvSpPr>
        <p:spPr>
          <a:xfrm>
            <a:off x="10629900" y="5022850"/>
            <a:ext cx="647700" cy="266700"/>
          </a:xfrm>
          <a:prstGeom prst="rect">
            <a:avLst/>
          </a:prstGeom>
          <a:solidFill>
            <a:srgbClr val="FFFDCE"/>
          </a:solidFill>
          <a:ln w="12700">
            <a:solidFill>
              <a:srgbClr val="333399"/>
            </a:solidFill>
            <a:prstDash val="solid"/>
          </a:ln>
        </p:spPr>
      </p:sp>
      <p:sp>
        <p:nvSpPr>
          <p:cNvPr id="150" name="Text 115"/>
          <p:cNvSpPr/>
          <p:nvPr/>
        </p:nvSpPr>
        <p:spPr>
          <a:xfrm>
            <a:off x="10629900" y="5010150"/>
            <a:ext cx="6477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0.0321</a:t>
            </a:r>
            <a:endParaRPr lang="en-US" sz="1100" dirty="0"/>
          </a:p>
        </p:txBody>
      </p:sp>
      <p:sp>
        <p:nvSpPr>
          <p:cNvPr id="151" name="Shape 116"/>
          <p:cNvSpPr/>
          <p:nvPr/>
        </p:nvSpPr>
        <p:spPr>
          <a:xfrm>
            <a:off x="10629900" y="5411470"/>
            <a:ext cx="647700" cy="266700"/>
          </a:xfrm>
          <a:prstGeom prst="rect">
            <a:avLst/>
          </a:prstGeom>
          <a:solidFill>
            <a:srgbClr val="FFFDCE"/>
          </a:solidFill>
          <a:ln w="12700">
            <a:solidFill>
              <a:srgbClr val="333399"/>
            </a:solidFill>
            <a:prstDash val="solid"/>
          </a:ln>
        </p:spPr>
      </p:sp>
      <p:sp>
        <p:nvSpPr>
          <p:cNvPr id="152" name="Text 117"/>
          <p:cNvSpPr/>
          <p:nvPr/>
        </p:nvSpPr>
        <p:spPr>
          <a:xfrm>
            <a:off x="10629900" y="5398770"/>
            <a:ext cx="6477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0.0871</a:t>
            </a:r>
            <a:endParaRPr lang="en-US" sz="1100" dirty="0"/>
          </a:p>
        </p:txBody>
      </p:sp>
      <p:sp>
        <p:nvSpPr>
          <p:cNvPr id="153" name="Shape 118"/>
          <p:cNvSpPr/>
          <p:nvPr/>
        </p:nvSpPr>
        <p:spPr>
          <a:xfrm>
            <a:off x="10629900" y="5800090"/>
            <a:ext cx="647700" cy="266700"/>
          </a:xfrm>
          <a:prstGeom prst="rect">
            <a:avLst/>
          </a:prstGeom>
          <a:solidFill>
            <a:srgbClr val="FFFDCE"/>
          </a:solidFill>
          <a:ln w="12700">
            <a:solidFill>
              <a:srgbClr val="333399"/>
            </a:solidFill>
            <a:prstDash val="solid"/>
          </a:ln>
        </p:spPr>
      </p:sp>
      <p:sp>
        <p:nvSpPr>
          <p:cNvPr id="154" name="Text 119"/>
          <p:cNvSpPr/>
          <p:nvPr/>
        </p:nvSpPr>
        <p:spPr>
          <a:xfrm>
            <a:off x="10629900" y="5787390"/>
            <a:ext cx="6477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0.2369</a:t>
            </a:r>
            <a:endParaRPr lang="en-US" sz="1100" dirty="0"/>
          </a:p>
        </p:txBody>
      </p:sp>
      <p:sp>
        <p:nvSpPr>
          <p:cNvPr id="155" name="Shape 120"/>
          <p:cNvSpPr/>
          <p:nvPr/>
        </p:nvSpPr>
        <p:spPr>
          <a:xfrm>
            <a:off x="10629900" y="6188710"/>
            <a:ext cx="647700" cy="266700"/>
          </a:xfrm>
          <a:prstGeom prst="rect">
            <a:avLst/>
          </a:prstGeom>
          <a:solidFill>
            <a:srgbClr val="FFFDCE"/>
          </a:solidFill>
          <a:ln w="12700">
            <a:solidFill>
              <a:srgbClr val="333399"/>
            </a:solidFill>
            <a:prstDash val="solid"/>
          </a:ln>
        </p:spPr>
      </p:sp>
      <p:sp>
        <p:nvSpPr>
          <p:cNvPr id="156" name="Text 121"/>
          <p:cNvSpPr/>
          <p:nvPr/>
        </p:nvSpPr>
        <p:spPr>
          <a:xfrm>
            <a:off x="10629900" y="6176010"/>
            <a:ext cx="6477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0.6439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73100" y="1358900"/>
            <a:ext cx="10325100" cy="5270500"/>
          </a:xfrm>
          <a:prstGeom prst="roundRect">
            <a:avLst>
              <a:gd name="adj" fmla="val 1388"/>
            </a:avLst>
          </a:prstGeom>
          <a:solidFill>
            <a:srgbClr val="F7E2CD"/>
          </a:solidFill>
          <a:ln/>
        </p:spPr>
      </p:sp>
      <p:sp>
        <p:nvSpPr>
          <p:cNvPr id="6" name="Shape 4"/>
          <p:cNvSpPr/>
          <p:nvPr/>
        </p:nvSpPr>
        <p:spPr>
          <a:xfrm>
            <a:off x="736600" y="2870200"/>
            <a:ext cx="1066800" cy="2133600"/>
          </a:xfrm>
          <a:prstGeom prst="roundRect">
            <a:avLst>
              <a:gd name="adj" fmla="val 5143"/>
            </a:avLst>
          </a:prstGeom>
          <a:solidFill>
            <a:srgbClr val="E7FDE8"/>
          </a:solidFill>
          <a:ln w="12700">
            <a:solidFill>
              <a:srgbClr val="00B050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36600" y="3009900"/>
            <a:ext cx="9144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6B6B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6600" y="3009900"/>
            <a:ext cx="182880" cy="228600"/>
          </a:xfrm>
          <a:prstGeom prst="rect">
            <a:avLst/>
          </a:prstGeom>
          <a:solidFill>
            <a:srgbClr val="FCFED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9480" y="3009900"/>
            <a:ext cx="182880" cy="228600"/>
          </a:xfrm>
          <a:prstGeom prst="rect">
            <a:avLst/>
          </a:prstGeom>
          <a:solidFill>
            <a:srgbClr val="EDFEE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02360" y="3009900"/>
            <a:ext cx="182880" cy="228600"/>
          </a:xfrm>
          <a:prstGeom prst="rect">
            <a:avLst/>
          </a:prstGeom>
          <a:solidFill>
            <a:srgbClr val="F2F2F4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85240" y="3009900"/>
            <a:ext cx="182880" cy="228600"/>
          </a:xfrm>
          <a:prstGeom prst="rect">
            <a:avLst/>
          </a:prstGeom>
          <a:solidFill>
            <a:srgbClr val="E4E6F5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68120" y="3009900"/>
            <a:ext cx="182880" cy="228600"/>
          </a:xfrm>
          <a:prstGeom prst="rect">
            <a:avLst/>
          </a:prstGeom>
          <a:solidFill>
            <a:srgbClr val="F8DDEF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0356" y="30226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663700" y="3124200"/>
            <a:ext cx="2413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930400" y="2959100"/>
            <a:ext cx="533400" cy="330200"/>
          </a:xfrm>
          <a:prstGeom prst="rect">
            <a:avLst/>
          </a:prstGeom>
          <a:solidFill>
            <a:srgbClr val="DCFEE6"/>
          </a:solidFill>
          <a:ln w="15875">
            <a:solidFill>
              <a:srgbClr val="5FAF7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30400" y="2959100"/>
            <a:ext cx="533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6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78100" y="2933700"/>
            <a:ext cx="368300" cy="1524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78100" y="2933700"/>
            <a:ext cx="92075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70175" y="2933700"/>
            <a:ext cx="92075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62250" y="2933700"/>
            <a:ext cx="92075" cy="152400"/>
          </a:xfrm>
          <a:prstGeom prst="rect">
            <a:avLst/>
          </a:prstGeom>
          <a:solidFill>
            <a:srgbClr val="E4E6F5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54325" y="2933700"/>
            <a:ext cx="92075" cy="152400"/>
          </a:xfrm>
          <a:prstGeom prst="rect">
            <a:avLst/>
          </a:prstGeom>
          <a:solidFill>
            <a:srgbClr val="E4E6F5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97200" y="29210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6600" y="3530600"/>
            <a:ext cx="9144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6B6B6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6600" y="3530600"/>
            <a:ext cx="182880" cy="228600"/>
          </a:xfrm>
          <a:prstGeom prst="rect">
            <a:avLst/>
          </a:prstGeom>
          <a:solidFill>
            <a:srgbClr val="FCFED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9480" y="3530600"/>
            <a:ext cx="182880" cy="228600"/>
          </a:xfrm>
          <a:prstGeom prst="rect">
            <a:avLst/>
          </a:prstGeom>
          <a:solidFill>
            <a:srgbClr val="EDFEE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02360" y="3530600"/>
            <a:ext cx="182880" cy="228600"/>
          </a:xfrm>
          <a:prstGeom prst="rect">
            <a:avLst/>
          </a:prstGeom>
          <a:solidFill>
            <a:srgbClr val="F2F2F4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85240" y="3530600"/>
            <a:ext cx="182880" cy="228600"/>
          </a:xfrm>
          <a:prstGeom prst="rect">
            <a:avLst/>
          </a:prstGeom>
          <a:solidFill>
            <a:srgbClr val="E4E6F5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468120" y="3530600"/>
            <a:ext cx="182880" cy="228600"/>
          </a:xfrm>
          <a:prstGeom prst="rect">
            <a:avLst/>
          </a:prstGeom>
          <a:solidFill>
            <a:srgbClr val="F8DDEF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70356" y="35433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663700" y="3644900"/>
            <a:ext cx="2413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930400" y="3479800"/>
            <a:ext cx="533400" cy="330200"/>
          </a:xfrm>
          <a:prstGeom prst="rect">
            <a:avLst/>
          </a:prstGeom>
          <a:solidFill>
            <a:srgbClr val="DCFEE6"/>
          </a:solidFill>
          <a:ln w="15875">
            <a:solidFill>
              <a:srgbClr val="5FAF7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30400" y="3479800"/>
            <a:ext cx="533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6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578100" y="3454400"/>
            <a:ext cx="368300" cy="1524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578100" y="3454400"/>
            <a:ext cx="92075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670175" y="3454400"/>
            <a:ext cx="92075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62250" y="3454400"/>
            <a:ext cx="92075" cy="152400"/>
          </a:xfrm>
          <a:prstGeom prst="rect">
            <a:avLst/>
          </a:prstGeom>
          <a:solidFill>
            <a:srgbClr val="E4E6F5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854325" y="3454400"/>
            <a:ext cx="92075" cy="152400"/>
          </a:xfrm>
          <a:prstGeom prst="rect">
            <a:avLst/>
          </a:prstGeom>
          <a:solidFill>
            <a:srgbClr val="E4E6F5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97200" y="34417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36600" y="4051300"/>
            <a:ext cx="9144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6B6B6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36600" y="4051300"/>
            <a:ext cx="182880" cy="228600"/>
          </a:xfrm>
          <a:prstGeom prst="rect">
            <a:avLst/>
          </a:prstGeom>
          <a:solidFill>
            <a:srgbClr val="FCFED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19480" y="4051300"/>
            <a:ext cx="182880" cy="228600"/>
          </a:xfrm>
          <a:prstGeom prst="rect">
            <a:avLst/>
          </a:prstGeom>
          <a:solidFill>
            <a:srgbClr val="EDFEE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102360" y="4051300"/>
            <a:ext cx="182880" cy="228600"/>
          </a:xfrm>
          <a:prstGeom prst="rect">
            <a:avLst/>
          </a:prstGeom>
          <a:solidFill>
            <a:srgbClr val="F2F2F4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285240" y="4051300"/>
            <a:ext cx="182880" cy="228600"/>
          </a:xfrm>
          <a:prstGeom prst="rect">
            <a:avLst/>
          </a:prstGeom>
          <a:solidFill>
            <a:srgbClr val="E4E6F5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468120" y="4051300"/>
            <a:ext cx="182880" cy="228600"/>
          </a:xfrm>
          <a:prstGeom prst="rect">
            <a:avLst/>
          </a:prstGeom>
          <a:solidFill>
            <a:srgbClr val="F8DDEF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70356" y="40640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663700" y="4165600"/>
            <a:ext cx="2413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1930400" y="4000500"/>
            <a:ext cx="533400" cy="330200"/>
          </a:xfrm>
          <a:prstGeom prst="rect">
            <a:avLst/>
          </a:prstGeom>
          <a:solidFill>
            <a:srgbClr val="DCFEE6"/>
          </a:solidFill>
          <a:ln w="15875">
            <a:solidFill>
              <a:srgbClr val="5FAF7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930400" y="4000500"/>
            <a:ext cx="533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6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578100" y="3975100"/>
            <a:ext cx="368300" cy="1524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578100" y="3975100"/>
            <a:ext cx="92075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670175" y="3975100"/>
            <a:ext cx="92075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762250" y="3975100"/>
            <a:ext cx="92075" cy="152400"/>
          </a:xfrm>
          <a:prstGeom prst="rect">
            <a:avLst/>
          </a:prstGeom>
          <a:solidFill>
            <a:srgbClr val="E4E6F5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854325" y="3975100"/>
            <a:ext cx="92075" cy="152400"/>
          </a:xfrm>
          <a:prstGeom prst="rect">
            <a:avLst/>
          </a:prstGeom>
          <a:solidFill>
            <a:srgbClr val="E4E6F5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997200" y="39624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736600" y="4597400"/>
            <a:ext cx="9144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6B6B6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6600" y="4597400"/>
            <a:ext cx="182880" cy="228600"/>
          </a:xfrm>
          <a:prstGeom prst="rect">
            <a:avLst/>
          </a:prstGeom>
          <a:solidFill>
            <a:srgbClr val="FCFED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19480" y="4597400"/>
            <a:ext cx="182880" cy="228600"/>
          </a:xfrm>
          <a:prstGeom prst="rect">
            <a:avLst/>
          </a:prstGeom>
          <a:solidFill>
            <a:srgbClr val="EDFEE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02360" y="4597400"/>
            <a:ext cx="182880" cy="228600"/>
          </a:xfrm>
          <a:prstGeom prst="rect">
            <a:avLst/>
          </a:prstGeom>
          <a:solidFill>
            <a:srgbClr val="F2F2F4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285240" y="4597400"/>
            <a:ext cx="182880" cy="228600"/>
          </a:xfrm>
          <a:prstGeom prst="rect">
            <a:avLst/>
          </a:prstGeom>
          <a:solidFill>
            <a:srgbClr val="E4E6F5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468120" y="4597400"/>
            <a:ext cx="182880" cy="228600"/>
          </a:xfrm>
          <a:prstGeom prst="rect">
            <a:avLst/>
          </a:prstGeom>
          <a:solidFill>
            <a:srgbClr val="F8DDEF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70356" y="46101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1663700" y="4711700"/>
            <a:ext cx="2413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1930400" y="4546600"/>
            <a:ext cx="533400" cy="330200"/>
          </a:xfrm>
          <a:prstGeom prst="rect">
            <a:avLst/>
          </a:prstGeom>
          <a:solidFill>
            <a:srgbClr val="DCFEE6"/>
          </a:solidFill>
          <a:ln w="15875">
            <a:solidFill>
              <a:srgbClr val="5FAF7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930400" y="4546600"/>
            <a:ext cx="533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6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2578100" y="4521200"/>
            <a:ext cx="368300" cy="1524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578100" y="4521200"/>
            <a:ext cx="92075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670175" y="4521200"/>
            <a:ext cx="92075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762250" y="4521200"/>
            <a:ext cx="92075" cy="152400"/>
          </a:xfrm>
          <a:prstGeom prst="rect">
            <a:avLst/>
          </a:prstGeom>
          <a:solidFill>
            <a:srgbClr val="E4E6F5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854325" y="4521200"/>
            <a:ext cx="92075" cy="152400"/>
          </a:xfrm>
          <a:prstGeom prst="rect">
            <a:avLst/>
          </a:prstGeom>
          <a:solidFill>
            <a:srgbClr val="E4E6F5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997200" y="45085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1244600" y="5003800"/>
            <a:ext cx="0" cy="152400"/>
          </a:xfrm>
          <a:prstGeom prst="line">
            <a:avLst/>
          </a:prstGeom>
          <a:noFill/>
          <a:ln w="12700">
            <a:solidFill>
              <a:srgbClr val="00B050"/>
            </a:solidFill>
            <a:prstDash val="dash"/>
            <a:tailEnd type="triangle"/>
          </a:ln>
        </p:spPr>
      </p:sp>
      <p:sp>
        <p:nvSpPr>
          <p:cNvPr id="72" name="Shape 70"/>
          <p:cNvSpPr/>
          <p:nvPr/>
        </p:nvSpPr>
        <p:spPr>
          <a:xfrm>
            <a:off x="9588500" y="2870200"/>
            <a:ext cx="1143000" cy="2133600"/>
          </a:xfrm>
          <a:prstGeom prst="roundRect">
            <a:avLst>
              <a:gd name="adj" fmla="val 4800"/>
            </a:avLst>
          </a:prstGeom>
          <a:solidFill>
            <a:srgbClr val="E7FDE8"/>
          </a:solidFill>
          <a:ln w="12700">
            <a:solidFill>
              <a:srgbClr val="00B050"/>
            </a:solidFill>
            <a:prstDash val="dash"/>
          </a:ln>
        </p:spPr>
      </p:sp>
      <p:sp>
        <p:nvSpPr>
          <p:cNvPr id="73" name="Shape 71"/>
          <p:cNvSpPr/>
          <p:nvPr/>
        </p:nvSpPr>
        <p:spPr>
          <a:xfrm>
            <a:off x="9728200" y="3009900"/>
            <a:ext cx="9144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6B6B6B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728200" y="3009900"/>
            <a:ext cx="182880" cy="228600"/>
          </a:xfrm>
          <a:prstGeom prst="rect">
            <a:avLst/>
          </a:prstGeom>
          <a:solidFill>
            <a:srgbClr val="FCFED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911080" y="3009900"/>
            <a:ext cx="182880" cy="228600"/>
          </a:xfrm>
          <a:prstGeom prst="rect">
            <a:avLst/>
          </a:prstGeom>
          <a:solidFill>
            <a:srgbClr val="EDFEE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0093960" y="3009900"/>
            <a:ext cx="182880" cy="228600"/>
          </a:xfrm>
          <a:prstGeom prst="rect">
            <a:avLst/>
          </a:prstGeom>
          <a:solidFill>
            <a:srgbClr val="F2F2F4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0276840" y="3009900"/>
            <a:ext cx="182880" cy="228600"/>
          </a:xfrm>
          <a:prstGeom prst="rect">
            <a:avLst/>
          </a:prstGeom>
          <a:solidFill>
            <a:srgbClr val="E4E6F5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0459720" y="3009900"/>
            <a:ext cx="182880" cy="228600"/>
          </a:xfrm>
          <a:prstGeom prst="rect">
            <a:avLst/>
          </a:prstGeom>
          <a:solidFill>
            <a:srgbClr val="F8DDEF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0061956" y="30226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 flipH="1">
            <a:off x="9486900" y="3124200"/>
            <a:ext cx="2159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81" name="Shape 79"/>
          <p:cNvSpPr/>
          <p:nvPr/>
        </p:nvSpPr>
        <p:spPr>
          <a:xfrm>
            <a:off x="8890000" y="2959100"/>
            <a:ext cx="571500" cy="330200"/>
          </a:xfrm>
          <a:prstGeom prst="rect">
            <a:avLst/>
          </a:prstGeom>
          <a:solidFill>
            <a:srgbClr val="D4FBF7"/>
          </a:solidFill>
          <a:ln w="15875">
            <a:solidFill>
              <a:srgbClr val="26268F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890000" y="2959100"/>
            <a:ext cx="571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6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8483600" y="2933700"/>
            <a:ext cx="381000" cy="1524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483600" y="2933700"/>
            <a:ext cx="95250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578850" y="2933700"/>
            <a:ext cx="95250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674100" y="2933700"/>
            <a:ext cx="95250" cy="152400"/>
          </a:xfrm>
          <a:prstGeom prst="rect">
            <a:avLst/>
          </a:prstGeom>
          <a:solidFill>
            <a:srgbClr val="F2F2F4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769350" y="2933700"/>
            <a:ext cx="95250" cy="152400"/>
          </a:xfrm>
          <a:prstGeom prst="rect">
            <a:avLst/>
          </a:prstGeom>
          <a:solidFill>
            <a:srgbClr val="F8DDEF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115300" y="29210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9728200" y="3530600"/>
            <a:ext cx="9144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6B6B6B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728200" y="3530600"/>
            <a:ext cx="182880" cy="228600"/>
          </a:xfrm>
          <a:prstGeom prst="rect">
            <a:avLst/>
          </a:prstGeom>
          <a:solidFill>
            <a:srgbClr val="FCFED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911080" y="3530600"/>
            <a:ext cx="182880" cy="228600"/>
          </a:xfrm>
          <a:prstGeom prst="rect">
            <a:avLst/>
          </a:prstGeom>
          <a:solidFill>
            <a:srgbClr val="EDFEE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0093960" y="3530600"/>
            <a:ext cx="182880" cy="228600"/>
          </a:xfrm>
          <a:prstGeom prst="rect">
            <a:avLst/>
          </a:prstGeom>
          <a:solidFill>
            <a:srgbClr val="F2F2F4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0276840" y="3530600"/>
            <a:ext cx="182880" cy="228600"/>
          </a:xfrm>
          <a:prstGeom prst="rect">
            <a:avLst/>
          </a:prstGeom>
          <a:solidFill>
            <a:srgbClr val="E4E6F5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0459720" y="3530600"/>
            <a:ext cx="182880" cy="228600"/>
          </a:xfrm>
          <a:prstGeom prst="rect">
            <a:avLst/>
          </a:prstGeom>
          <a:solidFill>
            <a:srgbClr val="F8DDEF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0061956" y="35433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 flipH="1">
            <a:off x="9486900" y="3644900"/>
            <a:ext cx="2159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97" name="Shape 95"/>
          <p:cNvSpPr/>
          <p:nvPr/>
        </p:nvSpPr>
        <p:spPr>
          <a:xfrm>
            <a:off x="8890000" y="3479800"/>
            <a:ext cx="571500" cy="330200"/>
          </a:xfrm>
          <a:prstGeom prst="rect">
            <a:avLst/>
          </a:prstGeom>
          <a:solidFill>
            <a:srgbClr val="D4FBF7"/>
          </a:solidFill>
          <a:ln w="15875">
            <a:solidFill>
              <a:srgbClr val="26268F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8890000" y="3479800"/>
            <a:ext cx="571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6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8483600" y="3454400"/>
            <a:ext cx="381000" cy="1524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483600" y="3454400"/>
            <a:ext cx="95250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578850" y="3454400"/>
            <a:ext cx="95250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674100" y="3454400"/>
            <a:ext cx="95250" cy="152400"/>
          </a:xfrm>
          <a:prstGeom prst="rect">
            <a:avLst/>
          </a:prstGeom>
          <a:solidFill>
            <a:srgbClr val="F2F2F4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8769350" y="3454400"/>
            <a:ext cx="95250" cy="152400"/>
          </a:xfrm>
          <a:prstGeom prst="rect">
            <a:avLst/>
          </a:prstGeom>
          <a:solidFill>
            <a:srgbClr val="F8DDEF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8115300" y="34417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05" name="Shape 103"/>
          <p:cNvSpPr/>
          <p:nvPr/>
        </p:nvSpPr>
        <p:spPr>
          <a:xfrm>
            <a:off x="9728200" y="4051300"/>
            <a:ext cx="9144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6B6B6B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9728200" y="4051300"/>
            <a:ext cx="182880" cy="228600"/>
          </a:xfrm>
          <a:prstGeom prst="rect">
            <a:avLst/>
          </a:prstGeom>
          <a:solidFill>
            <a:srgbClr val="FCFED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9911080" y="4051300"/>
            <a:ext cx="182880" cy="228600"/>
          </a:xfrm>
          <a:prstGeom prst="rect">
            <a:avLst/>
          </a:prstGeom>
          <a:solidFill>
            <a:srgbClr val="EDFEE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0093960" y="4051300"/>
            <a:ext cx="182880" cy="228600"/>
          </a:xfrm>
          <a:prstGeom prst="rect">
            <a:avLst/>
          </a:prstGeom>
          <a:solidFill>
            <a:srgbClr val="F2F2F4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0276840" y="4051300"/>
            <a:ext cx="182880" cy="228600"/>
          </a:xfrm>
          <a:prstGeom prst="rect">
            <a:avLst/>
          </a:prstGeom>
          <a:solidFill>
            <a:srgbClr val="E4E6F5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0459720" y="4051300"/>
            <a:ext cx="182880" cy="228600"/>
          </a:xfrm>
          <a:prstGeom prst="rect">
            <a:avLst/>
          </a:prstGeom>
          <a:solidFill>
            <a:srgbClr val="F8DDEF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10061956" y="40640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12" name="Shape 110"/>
          <p:cNvSpPr/>
          <p:nvPr/>
        </p:nvSpPr>
        <p:spPr>
          <a:xfrm flipH="1">
            <a:off x="9486900" y="4165600"/>
            <a:ext cx="2159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13" name="Shape 111"/>
          <p:cNvSpPr/>
          <p:nvPr/>
        </p:nvSpPr>
        <p:spPr>
          <a:xfrm>
            <a:off x="8890000" y="4000500"/>
            <a:ext cx="571500" cy="330200"/>
          </a:xfrm>
          <a:prstGeom prst="rect">
            <a:avLst/>
          </a:prstGeom>
          <a:solidFill>
            <a:srgbClr val="D4FBF7"/>
          </a:solidFill>
          <a:ln w="15875">
            <a:solidFill>
              <a:srgbClr val="26268F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8890000" y="4000500"/>
            <a:ext cx="571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6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000" dirty="0"/>
          </a:p>
        </p:txBody>
      </p:sp>
      <p:sp>
        <p:nvSpPr>
          <p:cNvPr id="115" name="Shape 113"/>
          <p:cNvSpPr/>
          <p:nvPr/>
        </p:nvSpPr>
        <p:spPr>
          <a:xfrm>
            <a:off x="8483600" y="3975100"/>
            <a:ext cx="381000" cy="1524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8483600" y="3975100"/>
            <a:ext cx="95250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8578850" y="3975100"/>
            <a:ext cx="95250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8674100" y="3975100"/>
            <a:ext cx="95250" cy="152400"/>
          </a:xfrm>
          <a:prstGeom prst="rect">
            <a:avLst/>
          </a:prstGeom>
          <a:solidFill>
            <a:srgbClr val="F2F2F4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8769350" y="3975100"/>
            <a:ext cx="95250" cy="152400"/>
          </a:xfrm>
          <a:prstGeom prst="rect">
            <a:avLst/>
          </a:prstGeom>
          <a:solidFill>
            <a:srgbClr val="F8DDEF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8115300" y="39624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21" name="Shape 119"/>
          <p:cNvSpPr/>
          <p:nvPr/>
        </p:nvSpPr>
        <p:spPr>
          <a:xfrm>
            <a:off x="9728200" y="4597400"/>
            <a:ext cx="9144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6B6B6B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9728200" y="4597400"/>
            <a:ext cx="182880" cy="228600"/>
          </a:xfrm>
          <a:prstGeom prst="rect">
            <a:avLst/>
          </a:prstGeom>
          <a:solidFill>
            <a:srgbClr val="FCFED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9911080" y="4597400"/>
            <a:ext cx="182880" cy="228600"/>
          </a:xfrm>
          <a:prstGeom prst="rect">
            <a:avLst/>
          </a:prstGeom>
          <a:solidFill>
            <a:srgbClr val="EDFEE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0093960" y="4597400"/>
            <a:ext cx="182880" cy="228600"/>
          </a:xfrm>
          <a:prstGeom prst="rect">
            <a:avLst/>
          </a:prstGeom>
          <a:solidFill>
            <a:srgbClr val="F2F2F4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10276840" y="4597400"/>
            <a:ext cx="182880" cy="228600"/>
          </a:xfrm>
          <a:prstGeom prst="rect">
            <a:avLst/>
          </a:prstGeom>
          <a:solidFill>
            <a:srgbClr val="E4E6F5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10459720" y="4597400"/>
            <a:ext cx="182880" cy="228600"/>
          </a:xfrm>
          <a:prstGeom prst="rect">
            <a:avLst/>
          </a:prstGeom>
          <a:solidFill>
            <a:srgbClr val="F8DDEF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10061956" y="46101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28" name="Shape 126"/>
          <p:cNvSpPr/>
          <p:nvPr/>
        </p:nvSpPr>
        <p:spPr>
          <a:xfrm flipH="1">
            <a:off x="9486900" y="4711700"/>
            <a:ext cx="2159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29" name="Shape 127"/>
          <p:cNvSpPr/>
          <p:nvPr/>
        </p:nvSpPr>
        <p:spPr>
          <a:xfrm>
            <a:off x="8890000" y="4546600"/>
            <a:ext cx="571500" cy="330200"/>
          </a:xfrm>
          <a:prstGeom prst="rect">
            <a:avLst/>
          </a:prstGeom>
          <a:solidFill>
            <a:srgbClr val="D4FBF7"/>
          </a:solidFill>
          <a:ln w="15875">
            <a:solidFill>
              <a:srgbClr val="26268F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8890000" y="4546600"/>
            <a:ext cx="571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6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000" dirty="0"/>
          </a:p>
        </p:txBody>
      </p:sp>
      <p:sp>
        <p:nvSpPr>
          <p:cNvPr id="131" name="Shape 129"/>
          <p:cNvSpPr/>
          <p:nvPr/>
        </p:nvSpPr>
        <p:spPr>
          <a:xfrm>
            <a:off x="8483600" y="4521200"/>
            <a:ext cx="381000" cy="1524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8483600" y="4521200"/>
            <a:ext cx="95250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8578850" y="4521200"/>
            <a:ext cx="95250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8674100" y="4521200"/>
            <a:ext cx="95250" cy="152400"/>
          </a:xfrm>
          <a:prstGeom prst="rect">
            <a:avLst/>
          </a:prstGeom>
          <a:solidFill>
            <a:srgbClr val="F2F2F4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8769350" y="4521200"/>
            <a:ext cx="95250" cy="152400"/>
          </a:xfrm>
          <a:prstGeom prst="rect">
            <a:avLst/>
          </a:prstGeom>
          <a:solidFill>
            <a:srgbClr val="F8DDEF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8115300" y="45085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37" name="Shape 135"/>
          <p:cNvSpPr/>
          <p:nvPr/>
        </p:nvSpPr>
        <p:spPr>
          <a:xfrm>
            <a:off x="10160000" y="5029200"/>
            <a:ext cx="0" cy="152400"/>
          </a:xfrm>
          <a:prstGeom prst="line">
            <a:avLst/>
          </a:prstGeom>
          <a:noFill/>
          <a:ln w="12700">
            <a:solidFill>
              <a:srgbClr val="00B050"/>
            </a:solidFill>
            <a:prstDash val="dash"/>
            <a:tailEnd type="triangle"/>
          </a:ln>
        </p:spPr>
      </p:sp>
      <p:sp>
        <p:nvSpPr>
          <p:cNvPr id="138" name="Shape 136"/>
          <p:cNvSpPr/>
          <p:nvPr/>
        </p:nvSpPr>
        <p:spPr>
          <a:xfrm>
            <a:off x="3200400" y="2451100"/>
            <a:ext cx="1219200" cy="2654300"/>
          </a:xfrm>
          <a:prstGeom prst="rect">
            <a:avLst/>
          </a:prstGeom>
          <a:solidFill>
            <a:srgbClr val="D8CBBC"/>
          </a:solidFill>
          <a:ln w="9525">
            <a:solidFill>
              <a:srgbClr val="8B7B6C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3200400" y="2489200"/>
            <a:ext cx="12192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5C3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</a:t>
            </a:r>
            <a:endParaRPr lang="en-US" sz="12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5C3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250" dirty="0"/>
          </a:p>
        </p:txBody>
      </p:sp>
      <p:sp>
        <p:nvSpPr>
          <p:cNvPr id="140" name="Shape 138"/>
          <p:cNvSpPr/>
          <p:nvPr/>
        </p:nvSpPr>
        <p:spPr>
          <a:xfrm flipV="1">
            <a:off x="3810000" y="3200400"/>
            <a:ext cx="381000" cy="177800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41" name="Shape 139"/>
          <p:cNvSpPr/>
          <p:nvPr/>
        </p:nvSpPr>
        <p:spPr>
          <a:xfrm flipV="1">
            <a:off x="3810000" y="3721100"/>
            <a:ext cx="177800" cy="125730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42" name="Shape 140"/>
          <p:cNvSpPr/>
          <p:nvPr/>
        </p:nvSpPr>
        <p:spPr>
          <a:xfrm flipH="1" flipV="1">
            <a:off x="3733800" y="4241800"/>
            <a:ext cx="76200" cy="73660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43" name="Shape 141"/>
          <p:cNvSpPr/>
          <p:nvPr/>
        </p:nvSpPr>
        <p:spPr>
          <a:xfrm flipH="1" flipV="1">
            <a:off x="3505200" y="4800600"/>
            <a:ext cx="304800" cy="17780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44" name="Shape 142"/>
          <p:cNvSpPr/>
          <p:nvPr/>
        </p:nvSpPr>
        <p:spPr>
          <a:xfrm>
            <a:off x="4146550" y="3067050"/>
            <a:ext cx="114300" cy="114300"/>
          </a:xfrm>
          <a:prstGeom prst="ellipse">
            <a:avLst/>
          </a:prstGeom>
          <a:solidFill>
            <a:srgbClr val="3A3AA8"/>
          </a:solidFill>
          <a:ln w="19050">
            <a:solidFill>
              <a:srgbClr val="A9C0F5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3943350" y="3587750"/>
            <a:ext cx="114300" cy="114300"/>
          </a:xfrm>
          <a:prstGeom prst="ellipse">
            <a:avLst/>
          </a:prstGeom>
          <a:solidFill>
            <a:srgbClr val="3A3AA8"/>
          </a:solidFill>
          <a:ln w="19050">
            <a:solidFill>
              <a:srgbClr val="A9C0F5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3689350" y="4108450"/>
            <a:ext cx="114300" cy="114300"/>
          </a:xfrm>
          <a:prstGeom prst="ellipse">
            <a:avLst/>
          </a:prstGeom>
          <a:solidFill>
            <a:srgbClr val="3A3AA8"/>
          </a:solidFill>
          <a:ln w="19050">
            <a:solidFill>
              <a:srgbClr val="A9C0F5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3460750" y="4667250"/>
            <a:ext cx="114300" cy="114300"/>
          </a:xfrm>
          <a:prstGeom prst="ellipse">
            <a:avLst/>
          </a:prstGeom>
          <a:solidFill>
            <a:srgbClr val="3A3AA8"/>
          </a:solidFill>
          <a:ln w="19050">
            <a:solidFill>
              <a:srgbClr val="A9C0F5"/>
            </a:solidFill>
            <a:prstDash val="solid"/>
          </a:ln>
        </p:spPr>
      </p:sp>
      <p:pic>
        <p:nvPicPr>
          <p:cNvPr id="148" name="Image 0" descr="/home/ahmed/Projects/ai_llm_slides/videos/deep-learning/001_transformers_part1/recreated_pptx/build/assets/eq_Kq_0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7022" y="2508252"/>
            <a:ext cx="333756" cy="190497"/>
          </a:xfrm>
          <a:prstGeom prst="rect">
            <a:avLst/>
          </a:prstGeom>
        </p:spPr>
      </p:pic>
      <p:sp>
        <p:nvSpPr>
          <p:cNvPr id="149" name="Shape 146"/>
          <p:cNvSpPr/>
          <p:nvPr/>
        </p:nvSpPr>
        <p:spPr>
          <a:xfrm>
            <a:off x="4724400" y="2247900"/>
            <a:ext cx="609600" cy="2895600"/>
          </a:xfrm>
          <a:prstGeom prst="rect">
            <a:avLst/>
          </a:prstGeom>
          <a:solidFill>
            <a:srgbClr val="FAF36E"/>
          </a:solidFill>
          <a:ln w="9525">
            <a:solidFill>
              <a:srgbClr val="DDBA3C"/>
            </a:solidFill>
            <a:prstDash val="solid"/>
          </a:ln>
        </p:spPr>
      </p:sp>
      <p:sp>
        <p:nvSpPr>
          <p:cNvPr id="150" name="Shape 147"/>
          <p:cNvSpPr/>
          <p:nvPr/>
        </p:nvSpPr>
        <p:spPr>
          <a:xfrm>
            <a:off x="4787900" y="2324100"/>
            <a:ext cx="482600" cy="2755900"/>
          </a:xfrm>
          <a:prstGeom prst="rect">
            <a:avLst/>
          </a:prstGeom>
          <a:solidFill>
            <a:srgbClr val="FFF069"/>
          </a:solidFill>
          <a:ln w="12700">
            <a:solidFill>
              <a:srgbClr val="DDBA3C"/>
            </a:solidFill>
            <a:prstDash val="solid"/>
          </a:ln>
        </p:spPr>
      </p:sp>
      <p:sp>
        <p:nvSpPr>
          <p:cNvPr id="151" name="Text 148"/>
          <p:cNvSpPr/>
          <p:nvPr/>
        </p:nvSpPr>
        <p:spPr>
          <a:xfrm rot="5400000">
            <a:off x="4724400" y="2247900"/>
            <a:ext cx="609600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8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by √d</a:t>
            </a:r>
            <a:endParaRPr lang="en-US" sz="1100" dirty="0"/>
          </a:p>
        </p:txBody>
      </p:sp>
      <p:pic>
        <p:nvPicPr>
          <p:cNvPr id="152" name="Image 1" descr="/home/ahmed/Projects/ai_llm_slides/videos/deep-learning/001_transformers_part1/recreated_pptx/build/assets/eq_Kq_num_03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9016" y="2426210"/>
            <a:ext cx="309369" cy="176781"/>
          </a:xfrm>
          <a:prstGeom prst="rect">
            <a:avLst/>
          </a:prstGeom>
        </p:spPr>
      </p:pic>
      <p:sp>
        <p:nvSpPr>
          <p:cNvPr id="153" name="Shape 149"/>
          <p:cNvSpPr/>
          <p:nvPr/>
        </p:nvSpPr>
        <p:spPr>
          <a:xfrm>
            <a:off x="5308600" y="2616200"/>
            <a:ext cx="39370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pic>
        <p:nvPicPr>
          <p:cNvPr id="154" name="Image 2" descr="/home/ahmed/Projects/ai_llm_slides/videos/deep-learning/001_transformers_part1/recreated_pptx/build/assets/eq_Sqrtd_03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6898" y="2649222"/>
            <a:ext cx="260604" cy="213357"/>
          </a:xfrm>
          <a:prstGeom prst="rect">
            <a:avLst/>
          </a:prstGeom>
        </p:spPr>
      </p:pic>
      <p:sp>
        <p:nvSpPr>
          <p:cNvPr id="155" name="Shape 150"/>
          <p:cNvSpPr/>
          <p:nvPr/>
        </p:nvSpPr>
        <p:spPr>
          <a:xfrm>
            <a:off x="5829300" y="2463800"/>
            <a:ext cx="381000" cy="2641600"/>
          </a:xfrm>
          <a:prstGeom prst="rect">
            <a:avLst/>
          </a:prstGeom>
          <a:solidFill>
            <a:srgbClr val="F7DFF9"/>
          </a:solidFill>
          <a:ln w="9525">
            <a:solidFill>
              <a:srgbClr val="E0C7E8"/>
            </a:solidFill>
            <a:prstDash val="solid"/>
          </a:ln>
        </p:spPr>
      </p:sp>
      <p:sp>
        <p:nvSpPr>
          <p:cNvPr id="156" name="Text 151"/>
          <p:cNvSpPr/>
          <p:nvPr/>
        </p:nvSpPr>
        <p:spPr>
          <a:xfrm rot="5400000">
            <a:off x="5829300" y="2463800"/>
            <a:ext cx="381000" cy="264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646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max</a:t>
            </a:r>
            <a:endParaRPr lang="en-US" sz="1100" dirty="0"/>
          </a:p>
        </p:txBody>
      </p:sp>
      <p:sp>
        <p:nvSpPr>
          <p:cNvPr id="157" name="Shape 152"/>
          <p:cNvSpPr/>
          <p:nvPr/>
        </p:nvSpPr>
        <p:spPr>
          <a:xfrm>
            <a:off x="2463800" y="3124200"/>
            <a:ext cx="16256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58" name="Shape 153"/>
          <p:cNvSpPr/>
          <p:nvPr/>
        </p:nvSpPr>
        <p:spPr>
          <a:xfrm>
            <a:off x="4419600" y="3124200"/>
            <a:ext cx="1778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59" name="Shape 154"/>
          <p:cNvSpPr/>
          <p:nvPr/>
        </p:nvSpPr>
        <p:spPr>
          <a:xfrm>
            <a:off x="5346700" y="3124200"/>
            <a:ext cx="3302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60" name="Shape 155"/>
          <p:cNvSpPr/>
          <p:nvPr/>
        </p:nvSpPr>
        <p:spPr>
          <a:xfrm>
            <a:off x="6210300" y="3124200"/>
            <a:ext cx="3937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61" name="Shape 156"/>
          <p:cNvSpPr/>
          <p:nvPr/>
        </p:nvSpPr>
        <p:spPr>
          <a:xfrm>
            <a:off x="2463800" y="3644900"/>
            <a:ext cx="14224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62" name="Shape 157"/>
          <p:cNvSpPr/>
          <p:nvPr/>
        </p:nvSpPr>
        <p:spPr>
          <a:xfrm>
            <a:off x="4419600" y="3644900"/>
            <a:ext cx="1778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63" name="Shape 158"/>
          <p:cNvSpPr/>
          <p:nvPr/>
        </p:nvSpPr>
        <p:spPr>
          <a:xfrm>
            <a:off x="5346700" y="3644900"/>
            <a:ext cx="3302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64" name="Shape 159"/>
          <p:cNvSpPr/>
          <p:nvPr/>
        </p:nvSpPr>
        <p:spPr>
          <a:xfrm>
            <a:off x="6210300" y="3644900"/>
            <a:ext cx="7493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65" name="Shape 160"/>
          <p:cNvSpPr/>
          <p:nvPr/>
        </p:nvSpPr>
        <p:spPr>
          <a:xfrm>
            <a:off x="2463800" y="4165600"/>
            <a:ext cx="11684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66" name="Shape 161"/>
          <p:cNvSpPr/>
          <p:nvPr/>
        </p:nvSpPr>
        <p:spPr>
          <a:xfrm>
            <a:off x="4419600" y="4165600"/>
            <a:ext cx="1778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67" name="Shape 162"/>
          <p:cNvSpPr/>
          <p:nvPr/>
        </p:nvSpPr>
        <p:spPr>
          <a:xfrm>
            <a:off x="5346700" y="4165600"/>
            <a:ext cx="3302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68" name="Shape 163"/>
          <p:cNvSpPr/>
          <p:nvPr/>
        </p:nvSpPr>
        <p:spPr>
          <a:xfrm>
            <a:off x="6210300" y="4165600"/>
            <a:ext cx="11303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69" name="Shape 164"/>
          <p:cNvSpPr/>
          <p:nvPr/>
        </p:nvSpPr>
        <p:spPr>
          <a:xfrm>
            <a:off x="2463800" y="4711700"/>
            <a:ext cx="9398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70" name="Shape 165"/>
          <p:cNvSpPr/>
          <p:nvPr/>
        </p:nvSpPr>
        <p:spPr>
          <a:xfrm>
            <a:off x="4419600" y="4711700"/>
            <a:ext cx="1778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71" name="Shape 166"/>
          <p:cNvSpPr/>
          <p:nvPr/>
        </p:nvSpPr>
        <p:spPr>
          <a:xfrm>
            <a:off x="5346700" y="4711700"/>
            <a:ext cx="3302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72" name="Shape 167"/>
          <p:cNvSpPr/>
          <p:nvPr/>
        </p:nvSpPr>
        <p:spPr>
          <a:xfrm>
            <a:off x="6210300" y="4711700"/>
            <a:ext cx="15113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73" name="Shape 168"/>
          <p:cNvSpPr/>
          <p:nvPr/>
        </p:nvSpPr>
        <p:spPr>
          <a:xfrm>
            <a:off x="6527800" y="2476500"/>
            <a:ext cx="1752600" cy="317500"/>
          </a:xfrm>
          <a:prstGeom prst="rect">
            <a:avLst/>
          </a:prstGeom>
          <a:solidFill>
            <a:srgbClr val="EBFDFC"/>
          </a:solidFill>
          <a:ln w="9525">
            <a:solidFill>
              <a:srgbClr val="C9BEB2"/>
            </a:solidFill>
            <a:prstDash val="solid"/>
          </a:ln>
        </p:spPr>
      </p:sp>
      <p:sp>
        <p:nvSpPr>
          <p:cNvPr id="174" name="Text 169"/>
          <p:cNvSpPr/>
          <p:nvPr/>
        </p:nvSpPr>
        <p:spPr>
          <a:xfrm>
            <a:off x="6527800" y="2476500"/>
            <a:ext cx="17526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3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2600" dirty="0"/>
          </a:p>
        </p:txBody>
      </p:sp>
      <p:sp>
        <p:nvSpPr>
          <p:cNvPr id="175" name="Shape 170"/>
          <p:cNvSpPr/>
          <p:nvPr/>
        </p:nvSpPr>
        <p:spPr>
          <a:xfrm flipH="1">
            <a:off x="6921500" y="3124200"/>
            <a:ext cx="19812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76" name="Shape 171"/>
          <p:cNvSpPr/>
          <p:nvPr/>
        </p:nvSpPr>
        <p:spPr>
          <a:xfrm flipV="1">
            <a:off x="6769100" y="2908300"/>
            <a:ext cx="0" cy="11430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77" name="Shape 172"/>
          <p:cNvSpPr/>
          <p:nvPr/>
        </p:nvSpPr>
        <p:spPr>
          <a:xfrm>
            <a:off x="6667500" y="3022600"/>
            <a:ext cx="203200" cy="203200"/>
          </a:xfrm>
          <a:prstGeom prst="ellipse">
            <a:avLst/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178" name="Shape 173"/>
          <p:cNvSpPr/>
          <p:nvPr/>
        </p:nvSpPr>
        <p:spPr>
          <a:xfrm>
            <a:off x="6711950" y="3067050"/>
            <a:ext cx="114300" cy="11430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179" name="Shape 174"/>
          <p:cNvSpPr/>
          <p:nvPr/>
        </p:nvSpPr>
        <p:spPr>
          <a:xfrm flipV="1">
            <a:off x="6711950" y="3067050"/>
            <a:ext cx="114300" cy="11430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180" name="Shape 175"/>
          <p:cNvSpPr/>
          <p:nvPr/>
        </p:nvSpPr>
        <p:spPr>
          <a:xfrm flipH="1">
            <a:off x="7277100" y="3644900"/>
            <a:ext cx="16256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81" name="Shape 176"/>
          <p:cNvSpPr/>
          <p:nvPr/>
        </p:nvSpPr>
        <p:spPr>
          <a:xfrm flipV="1">
            <a:off x="7124700" y="2908300"/>
            <a:ext cx="0" cy="63500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82" name="Shape 177"/>
          <p:cNvSpPr/>
          <p:nvPr/>
        </p:nvSpPr>
        <p:spPr>
          <a:xfrm>
            <a:off x="7023100" y="3543300"/>
            <a:ext cx="203200" cy="203200"/>
          </a:xfrm>
          <a:prstGeom prst="ellipse">
            <a:avLst/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183" name="Shape 178"/>
          <p:cNvSpPr/>
          <p:nvPr/>
        </p:nvSpPr>
        <p:spPr>
          <a:xfrm>
            <a:off x="7067550" y="3587750"/>
            <a:ext cx="114300" cy="11430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184" name="Shape 179"/>
          <p:cNvSpPr/>
          <p:nvPr/>
        </p:nvSpPr>
        <p:spPr>
          <a:xfrm flipV="1">
            <a:off x="7067550" y="3587750"/>
            <a:ext cx="114300" cy="11430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185" name="Shape 180"/>
          <p:cNvSpPr/>
          <p:nvPr/>
        </p:nvSpPr>
        <p:spPr>
          <a:xfrm flipH="1">
            <a:off x="7658100" y="4165600"/>
            <a:ext cx="12446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86" name="Shape 181"/>
          <p:cNvSpPr/>
          <p:nvPr/>
        </p:nvSpPr>
        <p:spPr>
          <a:xfrm flipV="1">
            <a:off x="7505700" y="2908300"/>
            <a:ext cx="0" cy="115570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87" name="Shape 182"/>
          <p:cNvSpPr/>
          <p:nvPr/>
        </p:nvSpPr>
        <p:spPr>
          <a:xfrm>
            <a:off x="7404100" y="4064000"/>
            <a:ext cx="203200" cy="203200"/>
          </a:xfrm>
          <a:prstGeom prst="ellipse">
            <a:avLst/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188" name="Shape 183"/>
          <p:cNvSpPr/>
          <p:nvPr/>
        </p:nvSpPr>
        <p:spPr>
          <a:xfrm>
            <a:off x="7448550" y="4108450"/>
            <a:ext cx="114300" cy="11430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189" name="Shape 184"/>
          <p:cNvSpPr/>
          <p:nvPr/>
        </p:nvSpPr>
        <p:spPr>
          <a:xfrm flipV="1">
            <a:off x="7448550" y="4108450"/>
            <a:ext cx="114300" cy="11430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190" name="Shape 185"/>
          <p:cNvSpPr/>
          <p:nvPr/>
        </p:nvSpPr>
        <p:spPr>
          <a:xfrm flipH="1">
            <a:off x="8039100" y="4711700"/>
            <a:ext cx="8636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91" name="Shape 186"/>
          <p:cNvSpPr/>
          <p:nvPr/>
        </p:nvSpPr>
        <p:spPr>
          <a:xfrm flipV="1">
            <a:off x="7886700" y="2908300"/>
            <a:ext cx="0" cy="167640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92" name="Shape 187"/>
          <p:cNvSpPr/>
          <p:nvPr/>
        </p:nvSpPr>
        <p:spPr>
          <a:xfrm>
            <a:off x="7785100" y="4584700"/>
            <a:ext cx="203200" cy="203200"/>
          </a:xfrm>
          <a:prstGeom prst="ellipse">
            <a:avLst/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193" name="Shape 188"/>
          <p:cNvSpPr/>
          <p:nvPr/>
        </p:nvSpPr>
        <p:spPr>
          <a:xfrm>
            <a:off x="7829550" y="4629150"/>
            <a:ext cx="114300" cy="11430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194" name="Shape 189"/>
          <p:cNvSpPr/>
          <p:nvPr/>
        </p:nvSpPr>
        <p:spPr>
          <a:xfrm flipV="1">
            <a:off x="7829550" y="4629150"/>
            <a:ext cx="114300" cy="11430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195" name="Shape 190"/>
          <p:cNvSpPr/>
          <p:nvPr/>
        </p:nvSpPr>
        <p:spPr>
          <a:xfrm flipV="1">
            <a:off x="6959600" y="1905000"/>
            <a:ext cx="381000" cy="177800"/>
          </a:xfrm>
          <a:prstGeom prst="line">
            <a:avLst/>
          </a:prstGeom>
          <a:noFill/>
          <a:ln w="57150">
            <a:solidFill>
              <a:srgbClr val="00B050"/>
            </a:solidFill>
            <a:prstDash val="solid"/>
            <a:tailEnd type="triangle"/>
          </a:ln>
        </p:spPr>
      </p:sp>
      <p:sp>
        <p:nvSpPr>
          <p:cNvPr id="196" name="Shape 191"/>
          <p:cNvSpPr/>
          <p:nvPr/>
        </p:nvSpPr>
        <p:spPr>
          <a:xfrm flipV="1">
            <a:off x="7404100" y="1879600"/>
            <a:ext cx="0" cy="12700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97" name="Shape 192"/>
          <p:cNvSpPr/>
          <p:nvPr/>
        </p:nvSpPr>
        <p:spPr>
          <a:xfrm>
            <a:off x="6959600" y="1549400"/>
            <a:ext cx="9144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777777"/>
            </a:solidFill>
            <a:prstDash val="solid"/>
          </a:ln>
        </p:spPr>
      </p:sp>
      <p:sp>
        <p:nvSpPr>
          <p:cNvPr id="198" name="Shape 193"/>
          <p:cNvSpPr/>
          <p:nvPr/>
        </p:nvSpPr>
        <p:spPr>
          <a:xfrm>
            <a:off x="6959600" y="1549400"/>
            <a:ext cx="130629" cy="304800"/>
          </a:xfrm>
          <a:prstGeom prst="rect">
            <a:avLst/>
          </a:prstGeom>
          <a:solidFill>
            <a:srgbClr val="CFE8C8"/>
          </a:solidFill>
          <a:ln w="6350">
            <a:solidFill>
              <a:srgbClr val="777777"/>
            </a:solidFill>
            <a:prstDash val="solid"/>
          </a:ln>
        </p:spPr>
      </p:sp>
      <p:sp>
        <p:nvSpPr>
          <p:cNvPr id="199" name="Shape 194"/>
          <p:cNvSpPr/>
          <p:nvPr/>
        </p:nvSpPr>
        <p:spPr>
          <a:xfrm>
            <a:off x="7090229" y="1549400"/>
            <a:ext cx="130629" cy="304800"/>
          </a:xfrm>
          <a:prstGeom prst="rect">
            <a:avLst/>
          </a:prstGeom>
          <a:solidFill>
            <a:srgbClr val="C9D6C4"/>
          </a:solidFill>
          <a:ln w="6350">
            <a:solidFill>
              <a:srgbClr val="777777"/>
            </a:solidFill>
            <a:prstDash val="solid"/>
          </a:ln>
        </p:spPr>
      </p:sp>
      <p:sp>
        <p:nvSpPr>
          <p:cNvPr id="200" name="Shape 195"/>
          <p:cNvSpPr/>
          <p:nvPr/>
        </p:nvSpPr>
        <p:spPr>
          <a:xfrm>
            <a:off x="7220857" y="1549400"/>
            <a:ext cx="130629" cy="304800"/>
          </a:xfrm>
          <a:prstGeom prst="rect">
            <a:avLst/>
          </a:prstGeom>
          <a:solidFill>
            <a:srgbClr val="CFE8C8"/>
          </a:solidFill>
          <a:ln w="6350">
            <a:solidFill>
              <a:srgbClr val="777777"/>
            </a:solidFill>
            <a:prstDash val="solid"/>
          </a:ln>
        </p:spPr>
      </p:sp>
      <p:sp>
        <p:nvSpPr>
          <p:cNvPr id="201" name="Shape 196"/>
          <p:cNvSpPr/>
          <p:nvPr/>
        </p:nvSpPr>
        <p:spPr>
          <a:xfrm>
            <a:off x="7351486" y="1549400"/>
            <a:ext cx="130629" cy="304800"/>
          </a:xfrm>
          <a:prstGeom prst="rect">
            <a:avLst/>
          </a:prstGeom>
          <a:solidFill>
            <a:srgbClr val="C9D6C4"/>
          </a:solidFill>
          <a:ln w="6350">
            <a:solidFill>
              <a:srgbClr val="777777"/>
            </a:solidFill>
            <a:prstDash val="solid"/>
          </a:ln>
        </p:spPr>
      </p:sp>
      <p:sp>
        <p:nvSpPr>
          <p:cNvPr id="202" name="Shape 197"/>
          <p:cNvSpPr/>
          <p:nvPr/>
        </p:nvSpPr>
        <p:spPr>
          <a:xfrm>
            <a:off x="7482114" y="1549400"/>
            <a:ext cx="130629" cy="304800"/>
          </a:xfrm>
          <a:prstGeom prst="rect">
            <a:avLst/>
          </a:prstGeom>
          <a:solidFill>
            <a:srgbClr val="CFE8C8"/>
          </a:solidFill>
          <a:ln w="6350">
            <a:solidFill>
              <a:srgbClr val="777777"/>
            </a:solidFill>
            <a:prstDash val="solid"/>
          </a:ln>
        </p:spPr>
      </p:sp>
      <p:sp>
        <p:nvSpPr>
          <p:cNvPr id="203" name="Shape 198"/>
          <p:cNvSpPr/>
          <p:nvPr/>
        </p:nvSpPr>
        <p:spPr>
          <a:xfrm>
            <a:off x="7612743" y="1549400"/>
            <a:ext cx="130629" cy="304800"/>
          </a:xfrm>
          <a:prstGeom prst="rect">
            <a:avLst/>
          </a:prstGeom>
          <a:solidFill>
            <a:srgbClr val="C9D6C4"/>
          </a:solidFill>
          <a:ln w="6350">
            <a:solidFill>
              <a:srgbClr val="777777"/>
            </a:solidFill>
            <a:prstDash val="solid"/>
          </a:ln>
        </p:spPr>
      </p:sp>
      <p:sp>
        <p:nvSpPr>
          <p:cNvPr id="204" name="Shape 199"/>
          <p:cNvSpPr/>
          <p:nvPr/>
        </p:nvSpPr>
        <p:spPr>
          <a:xfrm>
            <a:off x="7743371" y="1549400"/>
            <a:ext cx="130629" cy="304800"/>
          </a:xfrm>
          <a:prstGeom prst="rect">
            <a:avLst/>
          </a:prstGeom>
          <a:solidFill>
            <a:srgbClr val="CFE8C8"/>
          </a:solidFill>
          <a:ln w="6350">
            <a:solidFill>
              <a:srgbClr val="777777"/>
            </a:solidFill>
            <a:prstDash val="solid"/>
          </a:ln>
        </p:spPr>
      </p:sp>
      <p:sp>
        <p:nvSpPr>
          <p:cNvPr id="205" name="Shape 200"/>
          <p:cNvSpPr/>
          <p:nvPr/>
        </p:nvSpPr>
        <p:spPr>
          <a:xfrm>
            <a:off x="6959600" y="1549400"/>
            <a:ext cx="914400" cy="304800"/>
          </a:xfrm>
          <a:prstGeom prst="rect">
            <a:avLst/>
          </a:prstGeom>
          <a:ln w="12700">
            <a:solidFill>
              <a:srgbClr val="00B050"/>
            </a:solidFill>
            <a:prstDash val="dash"/>
          </a:ln>
        </p:spPr>
      </p:sp>
      <p:sp>
        <p:nvSpPr>
          <p:cNvPr id="206" name="Text 201"/>
          <p:cNvSpPr/>
          <p:nvPr/>
        </p:nvSpPr>
        <p:spPr>
          <a:xfrm>
            <a:off x="7188200" y="1574800"/>
            <a:ext cx="45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07" name="Shape 202"/>
          <p:cNvSpPr/>
          <p:nvPr/>
        </p:nvSpPr>
        <p:spPr>
          <a:xfrm>
            <a:off x="3441700" y="2044700"/>
            <a:ext cx="825500" cy="304800"/>
          </a:xfrm>
          <a:prstGeom prst="roundRect">
            <a:avLst>
              <a:gd name="adj" fmla="val 30000"/>
            </a:avLst>
          </a:prstGeom>
          <a:solidFill>
            <a:srgbClr val="FCFEDD"/>
          </a:solidFill>
          <a:ln w="12700">
            <a:solidFill>
              <a:srgbClr val="CFC7AE"/>
            </a:solidFill>
            <a:prstDash val="solid"/>
          </a:ln>
        </p:spPr>
      </p:sp>
      <p:sp>
        <p:nvSpPr>
          <p:cNvPr id="208" name="Text 203"/>
          <p:cNvSpPr/>
          <p:nvPr/>
        </p:nvSpPr>
        <p:spPr>
          <a:xfrm>
            <a:off x="3441700" y="2044700"/>
            <a:ext cx="825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1100" dirty="0"/>
          </a:p>
        </p:txBody>
      </p:sp>
      <p:sp>
        <p:nvSpPr>
          <p:cNvPr id="209" name="Shape 204"/>
          <p:cNvSpPr/>
          <p:nvPr/>
        </p:nvSpPr>
        <p:spPr>
          <a:xfrm>
            <a:off x="5435600" y="2044700"/>
            <a:ext cx="1092200" cy="304800"/>
          </a:xfrm>
          <a:prstGeom prst="roundRect">
            <a:avLst>
              <a:gd name="adj" fmla="val 30000"/>
            </a:avLst>
          </a:prstGeom>
          <a:solidFill>
            <a:srgbClr val="FCFEDD"/>
          </a:solidFill>
          <a:ln w="12700">
            <a:solidFill>
              <a:srgbClr val="CFC7AE"/>
            </a:solidFill>
            <a:prstDash val="solid"/>
          </a:ln>
        </p:spPr>
      </p:sp>
      <p:sp>
        <p:nvSpPr>
          <p:cNvPr id="210" name="Text 205"/>
          <p:cNvSpPr/>
          <p:nvPr/>
        </p:nvSpPr>
        <p:spPr>
          <a:xfrm>
            <a:off x="5435600" y="2044700"/>
            <a:ext cx="1092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1100" dirty="0"/>
          </a:p>
        </p:txBody>
      </p:sp>
      <p:sp>
        <p:nvSpPr>
          <p:cNvPr id="211" name="Shape 206"/>
          <p:cNvSpPr/>
          <p:nvPr/>
        </p:nvSpPr>
        <p:spPr>
          <a:xfrm>
            <a:off x="7569200" y="2044700"/>
            <a:ext cx="1206500" cy="304800"/>
          </a:xfrm>
          <a:prstGeom prst="roundRect">
            <a:avLst>
              <a:gd name="adj" fmla="val 30000"/>
            </a:avLst>
          </a:prstGeom>
          <a:solidFill>
            <a:srgbClr val="FCFEDD"/>
          </a:solidFill>
          <a:ln w="12700">
            <a:solidFill>
              <a:srgbClr val="CFC7AE"/>
            </a:solidFill>
            <a:prstDash val="solid"/>
          </a:ln>
        </p:spPr>
      </p:sp>
      <p:sp>
        <p:nvSpPr>
          <p:cNvPr id="212" name="Text 207"/>
          <p:cNvSpPr/>
          <p:nvPr/>
        </p:nvSpPr>
        <p:spPr>
          <a:xfrm>
            <a:off x="7569200" y="2044700"/>
            <a:ext cx="1206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1100" dirty="0"/>
          </a:p>
        </p:txBody>
      </p:sp>
      <p:sp>
        <p:nvSpPr>
          <p:cNvPr id="213" name="Shape 208"/>
          <p:cNvSpPr/>
          <p:nvPr/>
        </p:nvSpPr>
        <p:spPr>
          <a:xfrm>
            <a:off x="2286000" y="6007100"/>
            <a:ext cx="3937000" cy="546100"/>
          </a:xfrm>
          <a:prstGeom prst="roundRect">
            <a:avLst>
              <a:gd name="adj" fmla="val 10047"/>
            </a:avLst>
          </a:prstGeom>
          <a:solidFill>
            <a:srgbClr val="E7FDE8"/>
          </a:solidFill>
          <a:ln w="12700">
            <a:solidFill>
              <a:srgbClr val="00B050"/>
            </a:solidFill>
            <a:prstDash val="dash"/>
          </a:ln>
        </p:spPr>
      </p:sp>
      <p:sp>
        <p:nvSpPr>
          <p:cNvPr id="214" name="Shape 209"/>
          <p:cNvSpPr/>
          <p:nvPr/>
        </p:nvSpPr>
        <p:spPr>
          <a:xfrm>
            <a:off x="2362200" y="6134100"/>
            <a:ext cx="635000" cy="254000"/>
          </a:xfrm>
          <a:prstGeom prst="rect">
            <a:avLst/>
          </a:prstGeom>
          <a:solidFill>
            <a:srgbClr val="FFFFFF"/>
          </a:solidFill>
          <a:ln w="9525">
            <a:solidFill>
              <a:srgbClr val="6B6B6B"/>
            </a:solidFill>
            <a:prstDash val="solid"/>
          </a:ln>
        </p:spPr>
      </p:sp>
      <p:sp>
        <p:nvSpPr>
          <p:cNvPr id="215" name="Shape 210"/>
          <p:cNvSpPr/>
          <p:nvPr/>
        </p:nvSpPr>
        <p:spPr>
          <a:xfrm>
            <a:off x="2362200" y="6134100"/>
            <a:ext cx="127000" cy="254000"/>
          </a:xfrm>
          <a:prstGeom prst="rect">
            <a:avLst/>
          </a:prstGeom>
          <a:solidFill>
            <a:srgbClr val="FCFED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16" name="Shape 211"/>
          <p:cNvSpPr/>
          <p:nvPr/>
        </p:nvSpPr>
        <p:spPr>
          <a:xfrm>
            <a:off x="2489200" y="6134100"/>
            <a:ext cx="127000" cy="254000"/>
          </a:xfrm>
          <a:prstGeom prst="rect">
            <a:avLst/>
          </a:prstGeom>
          <a:solidFill>
            <a:srgbClr val="EDFEE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17" name="Shape 212"/>
          <p:cNvSpPr/>
          <p:nvPr/>
        </p:nvSpPr>
        <p:spPr>
          <a:xfrm>
            <a:off x="2616200" y="6134100"/>
            <a:ext cx="127000" cy="254000"/>
          </a:xfrm>
          <a:prstGeom prst="rect">
            <a:avLst/>
          </a:prstGeom>
          <a:solidFill>
            <a:srgbClr val="F2F2F4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18" name="Shape 213"/>
          <p:cNvSpPr/>
          <p:nvPr/>
        </p:nvSpPr>
        <p:spPr>
          <a:xfrm>
            <a:off x="2743200" y="6134100"/>
            <a:ext cx="127000" cy="254000"/>
          </a:xfrm>
          <a:prstGeom prst="rect">
            <a:avLst/>
          </a:prstGeom>
          <a:solidFill>
            <a:srgbClr val="E4E6F5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19" name="Shape 214"/>
          <p:cNvSpPr/>
          <p:nvPr/>
        </p:nvSpPr>
        <p:spPr>
          <a:xfrm>
            <a:off x="2870200" y="6134100"/>
            <a:ext cx="127000" cy="254000"/>
          </a:xfrm>
          <a:prstGeom prst="rect">
            <a:avLst/>
          </a:prstGeom>
          <a:solidFill>
            <a:srgbClr val="F8DDEF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20" name="Text 215"/>
          <p:cNvSpPr/>
          <p:nvPr/>
        </p:nvSpPr>
        <p:spPr>
          <a:xfrm>
            <a:off x="2552700" y="61595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21" name="Shape 216"/>
          <p:cNvSpPr/>
          <p:nvPr/>
        </p:nvSpPr>
        <p:spPr>
          <a:xfrm>
            <a:off x="3327400" y="6134100"/>
            <a:ext cx="965200" cy="25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E6FD5"/>
            </a:solidFill>
            <a:prstDash val="solid"/>
          </a:ln>
        </p:spPr>
      </p:sp>
      <p:sp>
        <p:nvSpPr>
          <p:cNvPr id="222" name="Shape 217"/>
          <p:cNvSpPr/>
          <p:nvPr/>
        </p:nvSpPr>
        <p:spPr>
          <a:xfrm>
            <a:off x="3327400" y="6134100"/>
            <a:ext cx="193040" cy="254000"/>
          </a:xfrm>
          <a:prstGeom prst="rect">
            <a:avLst/>
          </a:prstGeom>
          <a:solidFill>
            <a:srgbClr val="DF92E4"/>
          </a:solidFill>
          <a:ln w="6350">
            <a:solidFill>
              <a:srgbClr val="EE6FD5"/>
            </a:solidFill>
            <a:prstDash val="solid"/>
          </a:ln>
        </p:spPr>
      </p:sp>
      <p:sp>
        <p:nvSpPr>
          <p:cNvPr id="223" name="Shape 218"/>
          <p:cNvSpPr/>
          <p:nvPr/>
        </p:nvSpPr>
        <p:spPr>
          <a:xfrm>
            <a:off x="3520440" y="6134100"/>
            <a:ext cx="193040" cy="254000"/>
          </a:xfrm>
          <a:prstGeom prst="rect">
            <a:avLst/>
          </a:prstGeom>
          <a:solidFill>
            <a:srgbClr val="DF92E4"/>
          </a:solidFill>
          <a:ln w="6350">
            <a:solidFill>
              <a:srgbClr val="EE6FD5"/>
            </a:solidFill>
            <a:prstDash val="solid"/>
          </a:ln>
        </p:spPr>
      </p:sp>
      <p:sp>
        <p:nvSpPr>
          <p:cNvPr id="224" name="Shape 219"/>
          <p:cNvSpPr/>
          <p:nvPr/>
        </p:nvSpPr>
        <p:spPr>
          <a:xfrm>
            <a:off x="3713480" y="6134100"/>
            <a:ext cx="193040" cy="254000"/>
          </a:xfrm>
          <a:prstGeom prst="rect">
            <a:avLst/>
          </a:prstGeom>
          <a:solidFill>
            <a:srgbClr val="DF92E4"/>
          </a:solidFill>
          <a:ln w="6350">
            <a:solidFill>
              <a:srgbClr val="EE6FD5"/>
            </a:solidFill>
            <a:prstDash val="solid"/>
          </a:ln>
        </p:spPr>
      </p:sp>
      <p:sp>
        <p:nvSpPr>
          <p:cNvPr id="225" name="Shape 220"/>
          <p:cNvSpPr/>
          <p:nvPr/>
        </p:nvSpPr>
        <p:spPr>
          <a:xfrm>
            <a:off x="3906520" y="6134100"/>
            <a:ext cx="193040" cy="254000"/>
          </a:xfrm>
          <a:prstGeom prst="rect">
            <a:avLst/>
          </a:prstGeom>
          <a:solidFill>
            <a:srgbClr val="DF92E4"/>
          </a:solidFill>
          <a:ln w="6350">
            <a:solidFill>
              <a:srgbClr val="EE6FD5"/>
            </a:solidFill>
            <a:prstDash val="solid"/>
          </a:ln>
        </p:spPr>
      </p:sp>
      <p:sp>
        <p:nvSpPr>
          <p:cNvPr id="226" name="Shape 221"/>
          <p:cNvSpPr/>
          <p:nvPr/>
        </p:nvSpPr>
        <p:spPr>
          <a:xfrm>
            <a:off x="4099560" y="6134100"/>
            <a:ext cx="193040" cy="254000"/>
          </a:xfrm>
          <a:prstGeom prst="rect">
            <a:avLst/>
          </a:prstGeom>
          <a:solidFill>
            <a:srgbClr val="DF92E4"/>
          </a:solidFill>
          <a:ln w="6350">
            <a:solidFill>
              <a:srgbClr val="EE6FD5"/>
            </a:solidFill>
            <a:prstDash val="solid"/>
          </a:ln>
        </p:spPr>
      </p:sp>
      <p:sp>
        <p:nvSpPr>
          <p:cNvPr id="227" name="Text 222"/>
          <p:cNvSpPr/>
          <p:nvPr/>
        </p:nvSpPr>
        <p:spPr>
          <a:xfrm>
            <a:off x="3683000" y="61595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28" name="Shape 223"/>
          <p:cNvSpPr/>
          <p:nvPr/>
        </p:nvSpPr>
        <p:spPr>
          <a:xfrm>
            <a:off x="4330700" y="6134100"/>
            <a:ext cx="635000" cy="254000"/>
          </a:xfrm>
          <a:prstGeom prst="rect">
            <a:avLst/>
          </a:prstGeom>
          <a:solidFill>
            <a:srgbClr val="FFFFFF"/>
          </a:solidFill>
          <a:ln w="9525">
            <a:solidFill>
              <a:srgbClr val="6B6B6B"/>
            </a:solidFill>
            <a:prstDash val="solid"/>
          </a:ln>
        </p:spPr>
      </p:sp>
      <p:sp>
        <p:nvSpPr>
          <p:cNvPr id="229" name="Shape 224"/>
          <p:cNvSpPr/>
          <p:nvPr/>
        </p:nvSpPr>
        <p:spPr>
          <a:xfrm>
            <a:off x="4330700" y="6134100"/>
            <a:ext cx="127000" cy="254000"/>
          </a:xfrm>
          <a:prstGeom prst="rect">
            <a:avLst/>
          </a:prstGeom>
          <a:solidFill>
            <a:srgbClr val="FCFED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30" name="Shape 225"/>
          <p:cNvSpPr/>
          <p:nvPr/>
        </p:nvSpPr>
        <p:spPr>
          <a:xfrm>
            <a:off x="4457700" y="6134100"/>
            <a:ext cx="127000" cy="254000"/>
          </a:xfrm>
          <a:prstGeom prst="rect">
            <a:avLst/>
          </a:prstGeom>
          <a:solidFill>
            <a:srgbClr val="EDFEE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31" name="Shape 226"/>
          <p:cNvSpPr/>
          <p:nvPr/>
        </p:nvSpPr>
        <p:spPr>
          <a:xfrm>
            <a:off x="4584700" y="6134100"/>
            <a:ext cx="127000" cy="254000"/>
          </a:xfrm>
          <a:prstGeom prst="rect">
            <a:avLst/>
          </a:prstGeom>
          <a:solidFill>
            <a:srgbClr val="F2F2F4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32" name="Shape 227"/>
          <p:cNvSpPr/>
          <p:nvPr/>
        </p:nvSpPr>
        <p:spPr>
          <a:xfrm>
            <a:off x="4711700" y="6134100"/>
            <a:ext cx="127000" cy="254000"/>
          </a:xfrm>
          <a:prstGeom prst="rect">
            <a:avLst/>
          </a:prstGeom>
          <a:solidFill>
            <a:srgbClr val="E4E6F5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33" name="Shape 228"/>
          <p:cNvSpPr/>
          <p:nvPr/>
        </p:nvSpPr>
        <p:spPr>
          <a:xfrm>
            <a:off x="4838700" y="6134100"/>
            <a:ext cx="127000" cy="254000"/>
          </a:xfrm>
          <a:prstGeom prst="rect">
            <a:avLst/>
          </a:prstGeom>
          <a:solidFill>
            <a:srgbClr val="F8DDEF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34" name="Text 229"/>
          <p:cNvSpPr/>
          <p:nvPr/>
        </p:nvSpPr>
        <p:spPr>
          <a:xfrm>
            <a:off x="4521200" y="61595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35" name="Shape 230"/>
          <p:cNvSpPr/>
          <p:nvPr/>
        </p:nvSpPr>
        <p:spPr>
          <a:xfrm>
            <a:off x="5003800" y="6134100"/>
            <a:ext cx="965200" cy="254000"/>
          </a:xfrm>
          <a:prstGeom prst="rect">
            <a:avLst/>
          </a:prstGeom>
          <a:solidFill>
            <a:srgbClr val="FFFFFF"/>
          </a:solidFill>
          <a:ln w="9525">
            <a:solidFill>
              <a:srgbClr val="6B6B6B"/>
            </a:solidFill>
            <a:prstDash val="solid"/>
          </a:ln>
        </p:spPr>
      </p:sp>
      <p:sp>
        <p:nvSpPr>
          <p:cNvPr id="236" name="Shape 231"/>
          <p:cNvSpPr/>
          <p:nvPr/>
        </p:nvSpPr>
        <p:spPr>
          <a:xfrm>
            <a:off x="5003800" y="6134100"/>
            <a:ext cx="193040" cy="254000"/>
          </a:xfrm>
          <a:prstGeom prst="rect">
            <a:avLst/>
          </a:prstGeom>
          <a:solidFill>
            <a:srgbClr val="FCFED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37" name="Shape 232"/>
          <p:cNvSpPr/>
          <p:nvPr/>
        </p:nvSpPr>
        <p:spPr>
          <a:xfrm>
            <a:off x="5196840" y="6134100"/>
            <a:ext cx="193040" cy="254000"/>
          </a:xfrm>
          <a:prstGeom prst="rect">
            <a:avLst/>
          </a:prstGeom>
          <a:solidFill>
            <a:srgbClr val="EDFEE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38" name="Shape 233"/>
          <p:cNvSpPr/>
          <p:nvPr/>
        </p:nvSpPr>
        <p:spPr>
          <a:xfrm>
            <a:off x="5389880" y="6134100"/>
            <a:ext cx="193040" cy="254000"/>
          </a:xfrm>
          <a:prstGeom prst="rect">
            <a:avLst/>
          </a:prstGeom>
          <a:solidFill>
            <a:srgbClr val="F2F2F4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39" name="Shape 234"/>
          <p:cNvSpPr/>
          <p:nvPr/>
        </p:nvSpPr>
        <p:spPr>
          <a:xfrm>
            <a:off x="5582920" y="6134100"/>
            <a:ext cx="193040" cy="254000"/>
          </a:xfrm>
          <a:prstGeom prst="rect">
            <a:avLst/>
          </a:prstGeom>
          <a:solidFill>
            <a:srgbClr val="E4E6F5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40" name="Shape 235"/>
          <p:cNvSpPr/>
          <p:nvPr/>
        </p:nvSpPr>
        <p:spPr>
          <a:xfrm>
            <a:off x="5775960" y="6134100"/>
            <a:ext cx="193040" cy="254000"/>
          </a:xfrm>
          <a:prstGeom prst="rect">
            <a:avLst/>
          </a:prstGeom>
          <a:solidFill>
            <a:srgbClr val="F8DDEF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41" name="Text 236"/>
          <p:cNvSpPr/>
          <p:nvPr/>
        </p:nvSpPr>
        <p:spPr>
          <a:xfrm>
            <a:off x="5359400" y="61595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42" name="Shape 237"/>
          <p:cNvSpPr/>
          <p:nvPr/>
        </p:nvSpPr>
        <p:spPr>
          <a:xfrm flipV="1">
            <a:off x="3429000" y="6464300"/>
            <a:ext cx="317500" cy="228600"/>
          </a:xfrm>
          <a:prstGeom prst="line">
            <a:avLst/>
          </a:prstGeom>
          <a:noFill/>
          <a:ln w="63500">
            <a:solidFill>
              <a:srgbClr val="E00000"/>
            </a:solidFill>
            <a:prstDash val="solid"/>
            <a:tailEnd type="triangle"/>
          </a:ln>
        </p:spPr>
      </p:sp>
      <p:sp>
        <p:nvSpPr>
          <p:cNvPr id="243" name="Shape 238"/>
          <p:cNvSpPr/>
          <p:nvPr/>
        </p:nvSpPr>
        <p:spPr>
          <a:xfrm flipV="1">
            <a:off x="3784600" y="5880100"/>
            <a:ext cx="0" cy="12700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244" name="Shape 239"/>
          <p:cNvSpPr/>
          <p:nvPr/>
        </p:nvSpPr>
        <p:spPr>
          <a:xfrm>
            <a:off x="3556000" y="5524500"/>
            <a:ext cx="431800" cy="330200"/>
          </a:xfrm>
          <a:prstGeom prst="rect">
            <a:avLst/>
          </a:prstGeom>
          <a:solidFill>
            <a:srgbClr val="FFFFFF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245" name="Text 240"/>
          <p:cNvSpPr/>
          <p:nvPr/>
        </p:nvSpPr>
        <p:spPr>
          <a:xfrm>
            <a:off x="3556000" y="5524500"/>
            <a:ext cx="4318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600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950" dirty="0"/>
          </a:p>
        </p:txBody>
      </p:sp>
      <p:sp>
        <p:nvSpPr>
          <p:cNvPr id="246" name="Shape 241"/>
          <p:cNvSpPr/>
          <p:nvPr/>
        </p:nvSpPr>
        <p:spPr>
          <a:xfrm flipV="1">
            <a:off x="3784600" y="5156200"/>
            <a:ext cx="0" cy="35560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247" name="Text 242"/>
          <p:cNvSpPr/>
          <p:nvPr/>
        </p:nvSpPr>
        <p:spPr>
          <a:xfrm>
            <a:off x="3517900" y="5232400"/>
            <a:ext cx="203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48" name="Shape 243"/>
          <p:cNvSpPr/>
          <p:nvPr/>
        </p:nvSpPr>
        <p:spPr>
          <a:xfrm>
            <a:off x="3873500" y="5245100"/>
            <a:ext cx="406400" cy="1524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49" name="Shape 244"/>
          <p:cNvSpPr/>
          <p:nvPr/>
        </p:nvSpPr>
        <p:spPr>
          <a:xfrm>
            <a:off x="3873500" y="5245100"/>
            <a:ext cx="81280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50" name="Shape 245"/>
          <p:cNvSpPr/>
          <p:nvPr/>
        </p:nvSpPr>
        <p:spPr>
          <a:xfrm>
            <a:off x="3954780" y="5245100"/>
            <a:ext cx="81280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51" name="Shape 246"/>
          <p:cNvSpPr/>
          <p:nvPr/>
        </p:nvSpPr>
        <p:spPr>
          <a:xfrm>
            <a:off x="4036060" y="5245100"/>
            <a:ext cx="81280" cy="152400"/>
          </a:xfrm>
          <a:prstGeom prst="rect">
            <a:avLst/>
          </a:prstGeom>
          <a:solidFill>
            <a:srgbClr val="EDFEE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52" name="Shape 247"/>
          <p:cNvSpPr/>
          <p:nvPr/>
        </p:nvSpPr>
        <p:spPr>
          <a:xfrm>
            <a:off x="4117340" y="5245100"/>
            <a:ext cx="81280" cy="152400"/>
          </a:xfrm>
          <a:prstGeom prst="rect">
            <a:avLst/>
          </a:prstGeom>
          <a:solidFill>
            <a:srgbClr val="E4E6F5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53" name="Shape 248"/>
          <p:cNvSpPr/>
          <p:nvPr/>
        </p:nvSpPr>
        <p:spPr>
          <a:xfrm>
            <a:off x="4198620" y="5245100"/>
            <a:ext cx="81280" cy="152400"/>
          </a:xfrm>
          <a:prstGeom prst="rect">
            <a:avLst/>
          </a:prstGeom>
          <a:solidFill>
            <a:srgbClr val="F8DDEF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54" name="Shape 249"/>
          <p:cNvSpPr/>
          <p:nvPr/>
        </p:nvSpPr>
        <p:spPr>
          <a:xfrm>
            <a:off x="9347200" y="5918200"/>
            <a:ext cx="2184400" cy="787400"/>
          </a:xfrm>
          <a:prstGeom prst="roundRect">
            <a:avLst>
              <a:gd name="adj" fmla="val 6968"/>
            </a:avLst>
          </a:prstGeom>
          <a:solidFill>
            <a:srgbClr val="E7FDE8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255" name="Shape 250"/>
          <p:cNvSpPr/>
          <p:nvPr/>
        </p:nvSpPr>
        <p:spPr>
          <a:xfrm>
            <a:off x="9525000" y="5981700"/>
            <a:ext cx="330200" cy="1524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56" name="Shape 251"/>
          <p:cNvSpPr/>
          <p:nvPr/>
        </p:nvSpPr>
        <p:spPr>
          <a:xfrm>
            <a:off x="9525000" y="5981700"/>
            <a:ext cx="82550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57" name="Shape 252"/>
          <p:cNvSpPr/>
          <p:nvPr/>
        </p:nvSpPr>
        <p:spPr>
          <a:xfrm>
            <a:off x="9607550" y="5981700"/>
            <a:ext cx="82550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58" name="Shape 253"/>
          <p:cNvSpPr/>
          <p:nvPr/>
        </p:nvSpPr>
        <p:spPr>
          <a:xfrm>
            <a:off x="9690100" y="5981700"/>
            <a:ext cx="82550" cy="152400"/>
          </a:xfrm>
          <a:prstGeom prst="rect">
            <a:avLst/>
          </a:prstGeom>
          <a:solidFill>
            <a:srgbClr val="F2F2F4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59" name="Shape 254"/>
          <p:cNvSpPr/>
          <p:nvPr/>
        </p:nvSpPr>
        <p:spPr>
          <a:xfrm>
            <a:off x="9772650" y="5981700"/>
            <a:ext cx="82550" cy="152400"/>
          </a:xfrm>
          <a:prstGeom prst="rect">
            <a:avLst/>
          </a:prstGeom>
          <a:solidFill>
            <a:srgbClr val="E4E6F5"/>
          </a:solidFill>
          <a:ln w="6350">
            <a:solidFill>
              <a:srgbClr val="555555"/>
            </a:solidFill>
            <a:prstDash val="solid"/>
          </a:ln>
        </p:spPr>
      </p:sp>
      <p:pic>
        <p:nvPicPr>
          <p:cNvPr id="260" name="Image 3" descr="/home/ahmed/Projects/ai_llm_slides/videos/deep-learning/001_transformers_part1/recreated_pptx/build/assets/eq_1xd_037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5706" y="6154672"/>
            <a:ext cx="252987" cy="111255"/>
          </a:xfrm>
          <a:prstGeom prst="rect">
            <a:avLst/>
          </a:prstGeom>
        </p:spPr>
      </p:pic>
      <p:sp>
        <p:nvSpPr>
          <p:cNvPr id="261" name="Shape 255"/>
          <p:cNvSpPr/>
          <p:nvPr/>
        </p:nvSpPr>
        <p:spPr>
          <a:xfrm>
            <a:off x="10033000" y="5981700"/>
            <a:ext cx="444500" cy="406400"/>
          </a:xfrm>
          <a:prstGeom prst="rect">
            <a:avLst/>
          </a:prstGeom>
          <a:solidFill>
            <a:srgbClr val="FAFBCE"/>
          </a:solidFill>
          <a:ln w="12700">
            <a:solidFill>
              <a:srgbClr val="8B7B6C"/>
            </a:solidFill>
            <a:prstDash val="solid"/>
          </a:ln>
        </p:spPr>
      </p:sp>
      <p:sp>
        <p:nvSpPr>
          <p:cNvPr id="262" name="Text 256"/>
          <p:cNvSpPr/>
          <p:nvPr/>
        </p:nvSpPr>
        <p:spPr>
          <a:xfrm>
            <a:off x="10033000" y="5981700"/>
            <a:ext cx="444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500" dirty="0"/>
          </a:p>
        </p:txBody>
      </p:sp>
      <p:sp>
        <p:nvSpPr>
          <p:cNvPr id="263" name="Text 257"/>
          <p:cNvSpPr/>
          <p:nvPr/>
        </p:nvSpPr>
        <p:spPr>
          <a:xfrm>
            <a:off x="10477500" y="6070600"/>
            <a:ext cx="17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200" dirty="0"/>
          </a:p>
        </p:txBody>
      </p:sp>
      <p:sp>
        <p:nvSpPr>
          <p:cNvPr id="264" name="Shape 258"/>
          <p:cNvSpPr/>
          <p:nvPr/>
        </p:nvSpPr>
        <p:spPr>
          <a:xfrm>
            <a:off x="10744200" y="6134100"/>
            <a:ext cx="457200" cy="1524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65" name="Shape 259"/>
          <p:cNvSpPr/>
          <p:nvPr/>
        </p:nvSpPr>
        <p:spPr>
          <a:xfrm>
            <a:off x="10744200" y="6134100"/>
            <a:ext cx="91440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66" name="Shape 260"/>
          <p:cNvSpPr/>
          <p:nvPr/>
        </p:nvSpPr>
        <p:spPr>
          <a:xfrm>
            <a:off x="10835640" y="6134100"/>
            <a:ext cx="91440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67" name="Shape 261"/>
          <p:cNvSpPr/>
          <p:nvPr/>
        </p:nvSpPr>
        <p:spPr>
          <a:xfrm>
            <a:off x="10927080" y="6134100"/>
            <a:ext cx="91440" cy="152400"/>
          </a:xfrm>
          <a:prstGeom prst="rect">
            <a:avLst/>
          </a:prstGeom>
          <a:solidFill>
            <a:srgbClr val="F2F2F4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68" name="Shape 262"/>
          <p:cNvSpPr/>
          <p:nvPr/>
        </p:nvSpPr>
        <p:spPr>
          <a:xfrm>
            <a:off x="11018520" y="6134100"/>
            <a:ext cx="91440" cy="152400"/>
          </a:xfrm>
          <a:prstGeom prst="rect">
            <a:avLst/>
          </a:prstGeom>
          <a:solidFill>
            <a:srgbClr val="E4E6F5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69" name="Shape 263"/>
          <p:cNvSpPr/>
          <p:nvPr/>
        </p:nvSpPr>
        <p:spPr>
          <a:xfrm>
            <a:off x="11109960" y="6134100"/>
            <a:ext cx="91440" cy="152400"/>
          </a:xfrm>
          <a:prstGeom prst="rect">
            <a:avLst/>
          </a:prstGeom>
          <a:solidFill>
            <a:srgbClr val="F8DDEF"/>
          </a:solidFill>
          <a:ln w="6350">
            <a:solidFill>
              <a:srgbClr val="555555"/>
            </a:solidFill>
            <a:prstDash val="solid"/>
          </a:ln>
        </p:spPr>
      </p:sp>
      <p:pic>
        <p:nvPicPr>
          <p:cNvPr id="270" name="Image 4" descr="/home/ahmed/Projects/ai_llm_slides/videos/deep-learning/001_transformers_part1/recreated_pptx/build/assets/eq_1xd_037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11406" y="6307072"/>
            <a:ext cx="252987" cy="111255"/>
          </a:xfrm>
          <a:prstGeom prst="rect">
            <a:avLst/>
          </a:prstGeom>
        </p:spPr>
      </p:pic>
      <p:pic>
        <p:nvPicPr>
          <p:cNvPr id="271" name="Image 5" descr="/home/ahmed/Projects/ai_llm_slides/videos/deep-learning/001_transformers_part1/recreated_pptx/build/assets/eq_dxd_037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37698" y="6434072"/>
            <a:ext cx="260604" cy="111255"/>
          </a:xfrm>
          <a:prstGeom prst="rect">
            <a:avLst/>
          </a:prstGeom>
        </p:spPr>
      </p:pic>
      <p:sp>
        <p:nvSpPr>
          <p:cNvPr id="272" name="Text 264"/>
          <p:cNvSpPr/>
          <p:nvPr/>
        </p:nvSpPr>
        <p:spPr>
          <a:xfrm>
            <a:off x="9448800" y="6540500"/>
            <a:ext cx="1981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d: Embedding Length</a:t>
            </a:r>
            <a:endParaRPr lang="en-US" sz="950" dirty="0"/>
          </a:p>
        </p:txBody>
      </p:sp>
      <p:sp>
        <p:nvSpPr>
          <p:cNvPr id="273" name="Text 265"/>
          <p:cNvSpPr/>
          <p:nvPr/>
        </p:nvSpPr>
        <p:spPr>
          <a:xfrm>
            <a:off x="2578100" y="673100"/>
            <a:ext cx="762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Attention Mechanism </a:t>
            </a:r>
            <a:pPr algn="ctr"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(Adding Scaling)</a:t>
            </a:r>
            <a:endParaRPr lang="en-US" sz="2000" dirty="0"/>
          </a:p>
        </p:txBody>
      </p:sp>
      <p:sp>
        <p:nvSpPr>
          <p:cNvPr id="274" name="Text 266"/>
          <p:cNvSpPr/>
          <p:nvPr/>
        </p:nvSpPr>
        <p:spPr>
          <a:xfrm>
            <a:off x="1816100" y="965200"/>
            <a:ext cx="914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3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(Self Attention of word </a:t>
            </a:r>
            <a:pPr algn="ctr" indent="0" marL="0">
              <a:buNone/>
            </a:pPr>
            <a:r>
              <a:rPr lang="en-US" sz="20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203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w.r.t All words in Sentence ( </a:t>
            </a:r>
            <a:pPr algn="ctr" indent="0" marL="0">
              <a:buNone/>
            </a:pPr>
            <a:r>
              <a:rPr lang="en-US" sz="20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ctr" indent="0" marL="0">
              <a:buNone/>
            </a:pPr>
            <a:r>
              <a:rPr lang="en-US" sz="20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20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20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20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algn="ctr" indent="0" marL="0">
              <a:buNone/>
            </a:pPr>
            <a:r>
              <a:rPr lang="en-US" sz="20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20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pPr algn="ctr" indent="0" marL="0">
              <a:buNone/>
            </a:pPr>
            <a:r>
              <a:rPr lang="en-US" sz="20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)</a:t>
            </a:r>
            <a:endParaRPr lang="en-US" sz="203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73100" y="1358900"/>
            <a:ext cx="10325100" cy="5270500"/>
          </a:xfrm>
          <a:prstGeom prst="roundRect">
            <a:avLst>
              <a:gd name="adj" fmla="val 1388"/>
            </a:avLst>
          </a:prstGeom>
          <a:solidFill>
            <a:srgbClr val="F7E2CD"/>
          </a:solidFill>
          <a:ln/>
        </p:spPr>
      </p:sp>
      <p:sp>
        <p:nvSpPr>
          <p:cNvPr id="6" name="Shape 4"/>
          <p:cNvSpPr/>
          <p:nvPr/>
        </p:nvSpPr>
        <p:spPr>
          <a:xfrm>
            <a:off x="736600" y="2870200"/>
            <a:ext cx="1066800" cy="2133600"/>
          </a:xfrm>
          <a:prstGeom prst="roundRect">
            <a:avLst>
              <a:gd name="adj" fmla="val 5143"/>
            </a:avLst>
          </a:prstGeom>
          <a:solidFill>
            <a:srgbClr val="E7FDE8"/>
          </a:solidFill>
          <a:ln w="12700">
            <a:solidFill>
              <a:srgbClr val="00B050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36600" y="3009900"/>
            <a:ext cx="9144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6B6B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6600" y="3009900"/>
            <a:ext cx="182880" cy="228600"/>
          </a:xfrm>
          <a:prstGeom prst="rect">
            <a:avLst/>
          </a:prstGeom>
          <a:solidFill>
            <a:srgbClr val="FCFED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9480" y="3009900"/>
            <a:ext cx="182880" cy="228600"/>
          </a:xfrm>
          <a:prstGeom prst="rect">
            <a:avLst/>
          </a:prstGeom>
          <a:solidFill>
            <a:srgbClr val="EDFEE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02360" y="3009900"/>
            <a:ext cx="182880" cy="228600"/>
          </a:xfrm>
          <a:prstGeom prst="rect">
            <a:avLst/>
          </a:prstGeom>
          <a:solidFill>
            <a:srgbClr val="F2F2F4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85240" y="3009900"/>
            <a:ext cx="182880" cy="228600"/>
          </a:xfrm>
          <a:prstGeom prst="rect">
            <a:avLst/>
          </a:prstGeom>
          <a:solidFill>
            <a:srgbClr val="E4E6F5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68120" y="3009900"/>
            <a:ext cx="182880" cy="228600"/>
          </a:xfrm>
          <a:prstGeom prst="rect">
            <a:avLst/>
          </a:prstGeom>
          <a:solidFill>
            <a:srgbClr val="F8DDEF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0356" y="30226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663700" y="3124200"/>
            <a:ext cx="2413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930400" y="2959100"/>
            <a:ext cx="533400" cy="330200"/>
          </a:xfrm>
          <a:prstGeom prst="rect">
            <a:avLst/>
          </a:prstGeom>
          <a:solidFill>
            <a:srgbClr val="DCFEE6"/>
          </a:solidFill>
          <a:ln w="15875">
            <a:solidFill>
              <a:srgbClr val="5FAF7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30400" y="2959100"/>
            <a:ext cx="533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6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78100" y="2933700"/>
            <a:ext cx="368300" cy="1524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78100" y="2933700"/>
            <a:ext cx="92075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70175" y="2933700"/>
            <a:ext cx="92075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62250" y="2933700"/>
            <a:ext cx="92075" cy="152400"/>
          </a:xfrm>
          <a:prstGeom prst="rect">
            <a:avLst/>
          </a:prstGeom>
          <a:solidFill>
            <a:srgbClr val="E4E6F5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54325" y="2933700"/>
            <a:ext cx="92075" cy="152400"/>
          </a:xfrm>
          <a:prstGeom prst="rect">
            <a:avLst/>
          </a:prstGeom>
          <a:solidFill>
            <a:srgbClr val="E4E6F5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97200" y="29210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6600" y="3530600"/>
            <a:ext cx="9144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6B6B6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6600" y="3530600"/>
            <a:ext cx="182880" cy="228600"/>
          </a:xfrm>
          <a:prstGeom prst="rect">
            <a:avLst/>
          </a:prstGeom>
          <a:solidFill>
            <a:srgbClr val="FCFED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9480" y="3530600"/>
            <a:ext cx="182880" cy="228600"/>
          </a:xfrm>
          <a:prstGeom prst="rect">
            <a:avLst/>
          </a:prstGeom>
          <a:solidFill>
            <a:srgbClr val="EDFEE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02360" y="3530600"/>
            <a:ext cx="182880" cy="228600"/>
          </a:xfrm>
          <a:prstGeom prst="rect">
            <a:avLst/>
          </a:prstGeom>
          <a:solidFill>
            <a:srgbClr val="F2F2F4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85240" y="3530600"/>
            <a:ext cx="182880" cy="228600"/>
          </a:xfrm>
          <a:prstGeom prst="rect">
            <a:avLst/>
          </a:prstGeom>
          <a:solidFill>
            <a:srgbClr val="E4E6F5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468120" y="3530600"/>
            <a:ext cx="182880" cy="228600"/>
          </a:xfrm>
          <a:prstGeom prst="rect">
            <a:avLst/>
          </a:prstGeom>
          <a:solidFill>
            <a:srgbClr val="F8DDEF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70356" y="35433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663700" y="3644900"/>
            <a:ext cx="2413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930400" y="3479800"/>
            <a:ext cx="533400" cy="330200"/>
          </a:xfrm>
          <a:prstGeom prst="rect">
            <a:avLst/>
          </a:prstGeom>
          <a:solidFill>
            <a:srgbClr val="DCFEE6"/>
          </a:solidFill>
          <a:ln w="15875">
            <a:solidFill>
              <a:srgbClr val="5FAF7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30400" y="3479800"/>
            <a:ext cx="533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6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578100" y="3454400"/>
            <a:ext cx="368300" cy="1524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578100" y="3454400"/>
            <a:ext cx="92075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670175" y="3454400"/>
            <a:ext cx="92075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62250" y="3454400"/>
            <a:ext cx="92075" cy="152400"/>
          </a:xfrm>
          <a:prstGeom prst="rect">
            <a:avLst/>
          </a:prstGeom>
          <a:solidFill>
            <a:srgbClr val="E4E6F5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854325" y="3454400"/>
            <a:ext cx="92075" cy="152400"/>
          </a:xfrm>
          <a:prstGeom prst="rect">
            <a:avLst/>
          </a:prstGeom>
          <a:solidFill>
            <a:srgbClr val="E4E6F5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97200" y="34417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36600" y="4051300"/>
            <a:ext cx="9144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6B6B6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36600" y="4051300"/>
            <a:ext cx="182880" cy="228600"/>
          </a:xfrm>
          <a:prstGeom prst="rect">
            <a:avLst/>
          </a:prstGeom>
          <a:solidFill>
            <a:srgbClr val="FCFED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19480" y="4051300"/>
            <a:ext cx="182880" cy="228600"/>
          </a:xfrm>
          <a:prstGeom prst="rect">
            <a:avLst/>
          </a:prstGeom>
          <a:solidFill>
            <a:srgbClr val="EDFEE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102360" y="4051300"/>
            <a:ext cx="182880" cy="228600"/>
          </a:xfrm>
          <a:prstGeom prst="rect">
            <a:avLst/>
          </a:prstGeom>
          <a:solidFill>
            <a:srgbClr val="F2F2F4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285240" y="4051300"/>
            <a:ext cx="182880" cy="228600"/>
          </a:xfrm>
          <a:prstGeom prst="rect">
            <a:avLst/>
          </a:prstGeom>
          <a:solidFill>
            <a:srgbClr val="E4E6F5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468120" y="4051300"/>
            <a:ext cx="182880" cy="228600"/>
          </a:xfrm>
          <a:prstGeom prst="rect">
            <a:avLst/>
          </a:prstGeom>
          <a:solidFill>
            <a:srgbClr val="F8DDEF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70356" y="40640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663700" y="4165600"/>
            <a:ext cx="2413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1930400" y="4000500"/>
            <a:ext cx="533400" cy="330200"/>
          </a:xfrm>
          <a:prstGeom prst="rect">
            <a:avLst/>
          </a:prstGeom>
          <a:solidFill>
            <a:srgbClr val="DCFEE6"/>
          </a:solidFill>
          <a:ln w="15875">
            <a:solidFill>
              <a:srgbClr val="5FAF7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930400" y="4000500"/>
            <a:ext cx="533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6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578100" y="3975100"/>
            <a:ext cx="368300" cy="1524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578100" y="3975100"/>
            <a:ext cx="92075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670175" y="3975100"/>
            <a:ext cx="92075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762250" y="3975100"/>
            <a:ext cx="92075" cy="152400"/>
          </a:xfrm>
          <a:prstGeom prst="rect">
            <a:avLst/>
          </a:prstGeom>
          <a:solidFill>
            <a:srgbClr val="E4E6F5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854325" y="3975100"/>
            <a:ext cx="92075" cy="152400"/>
          </a:xfrm>
          <a:prstGeom prst="rect">
            <a:avLst/>
          </a:prstGeom>
          <a:solidFill>
            <a:srgbClr val="E4E6F5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997200" y="39624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736600" y="4597400"/>
            <a:ext cx="9144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6B6B6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6600" y="4597400"/>
            <a:ext cx="182880" cy="228600"/>
          </a:xfrm>
          <a:prstGeom prst="rect">
            <a:avLst/>
          </a:prstGeom>
          <a:solidFill>
            <a:srgbClr val="FCFED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19480" y="4597400"/>
            <a:ext cx="182880" cy="228600"/>
          </a:xfrm>
          <a:prstGeom prst="rect">
            <a:avLst/>
          </a:prstGeom>
          <a:solidFill>
            <a:srgbClr val="EDFEE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02360" y="4597400"/>
            <a:ext cx="182880" cy="228600"/>
          </a:xfrm>
          <a:prstGeom prst="rect">
            <a:avLst/>
          </a:prstGeom>
          <a:solidFill>
            <a:srgbClr val="F2F2F4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285240" y="4597400"/>
            <a:ext cx="182880" cy="228600"/>
          </a:xfrm>
          <a:prstGeom prst="rect">
            <a:avLst/>
          </a:prstGeom>
          <a:solidFill>
            <a:srgbClr val="E4E6F5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468120" y="4597400"/>
            <a:ext cx="182880" cy="228600"/>
          </a:xfrm>
          <a:prstGeom prst="rect">
            <a:avLst/>
          </a:prstGeom>
          <a:solidFill>
            <a:srgbClr val="F8DDEF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70356" y="46101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1663700" y="4711700"/>
            <a:ext cx="2413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1930400" y="4546600"/>
            <a:ext cx="533400" cy="330200"/>
          </a:xfrm>
          <a:prstGeom prst="rect">
            <a:avLst/>
          </a:prstGeom>
          <a:solidFill>
            <a:srgbClr val="DCFEE6"/>
          </a:solidFill>
          <a:ln w="15875">
            <a:solidFill>
              <a:srgbClr val="5FAF7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930400" y="4546600"/>
            <a:ext cx="533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6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2578100" y="4521200"/>
            <a:ext cx="368300" cy="1524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578100" y="4521200"/>
            <a:ext cx="92075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670175" y="4521200"/>
            <a:ext cx="92075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762250" y="4521200"/>
            <a:ext cx="92075" cy="152400"/>
          </a:xfrm>
          <a:prstGeom prst="rect">
            <a:avLst/>
          </a:prstGeom>
          <a:solidFill>
            <a:srgbClr val="E4E6F5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854325" y="4521200"/>
            <a:ext cx="92075" cy="152400"/>
          </a:xfrm>
          <a:prstGeom prst="rect">
            <a:avLst/>
          </a:prstGeom>
          <a:solidFill>
            <a:srgbClr val="E4E6F5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997200" y="45085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1244600" y="5003800"/>
            <a:ext cx="0" cy="152400"/>
          </a:xfrm>
          <a:prstGeom prst="line">
            <a:avLst/>
          </a:prstGeom>
          <a:noFill/>
          <a:ln w="12700">
            <a:solidFill>
              <a:srgbClr val="00B050"/>
            </a:solidFill>
            <a:prstDash val="dash"/>
            <a:tailEnd type="triangle"/>
          </a:ln>
        </p:spPr>
      </p:sp>
      <p:sp>
        <p:nvSpPr>
          <p:cNvPr id="72" name="Shape 70"/>
          <p:cNvSpPr/>
          <p:nvPr/>
        </p:nvSpPr>
        <p:spPr>
          <a:xfrm>
            <a:off x="9588500" y="2870200"/>
            <a:ext cx="1143000" cy="2133600"/>
          </a:xfrm>
          <a:prstGeom prst="roundRect">
            <a:avLst>
              <a:gd name="adj" fmla="val 4800"/>
            </a:avLst>
          </a:prstGeom>
          <a:solidFill>
            <a:srgbClr val="E7FDE8"/>
          </a:solidFill>
          <a:ln w="12700">
            <a:solidFill>
              <a:srgbClr val="00B050"/>
            </a:solidFill>
            <a:prstDash val="dash"/>
          </a:ln>
        </p:spPr>
      </p:sp>
      <p:sp>
        <p:nvSpPr>
          <p:cNvPr id="73" name="Shape 71"/>
          <p:cNvSpPr/>
          <p:nvPr/>
        </p:nvSpPr>
        <p:spPr>
          <a:xfrm>
            <a:off x="9728200" y="3009900"/>
            <a:ext cx="9144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6B6B6B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728200" y="3009900"/>
            <a:ext cx="182880" cy="228600"/>
          </a:xfrm>
          <a:prstGeom prst="rect">
            <a:avLst/>
          </a:prstGeom>
          <a:solidFill>
            <a:srgbClr val="FCFED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911080" y="3009900"/>
            <a:ext cx="182880" cy="228600"/>
          </a:xfrm>
          <a:prstGeom prst="rect">
            <a:avLst/>
          </a:prstGeom>
          <a:solidFill>
            <a:srgbClr val="EDFEE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0093960" y="3009900"/>
            <a:ext cx="182880" cy="228600"/>
          </a:xfrm>
          <a:prstGeom prst="rect">
            <a:avLst/>
          </a:prstGeom>
          <a:solidFill>
            <a:srgbClr val="F2F2F4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0276840" y="3009900"/>
            <a:ext cx="182880" cy="228600"/>
          </a:xfrm>
          <a:prstGeom prst="rect">
            <a:avLst/>
          </a:prstGeom>
          <a:solidFill>
            <a:srgbClr val="E4E6F5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0459720" y="3009900"/>
            <a:ext cx="182880" cy="228600"/>
          </a:xfrm>
          <a:prstGeom prst="rect">
            <a:avLst/>
          </a:prstGeom>
          <a:solidFill>
            <a:srgbClr val="F8DDEF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0061956" y="30226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 flipH="1">
            <a:off x="9486900" y="3124200"/>
            <a:ext cx="2159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81" name="Shape 79"/>
          <p:cNvSpPr/>
          <p:nvPr/>
        </p:nvSpPr>
        <p:spPr>
          <a:xfrm>
            <a:off x="8890000" y="2959100"/>
            <a:ext cx="571500" cy="330200"/>
          </a:xfrm>
          <a:prstGeom prst="rect">
            <a:avLst/>
          </a:prstGeom>
          <a:solidFill>
            <a:srgbClr val="D4FBF7"/>
          </a:solidFill>
          <a:ln w="15875">
            <a:solidFill>
              <a:srgbClr val="26268F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890000" y="2959100"/>
            <a:ext cx="571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6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8483600" y="2933700"/>
            <a:ext cx="381000" cy="1524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483600" y="2933700"/>
            <a:ext cx="95250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578850" y="2933700"/>
            <a:ext cx="95250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674100" y="2933700"/>
            <a:ext cx="95250" cy="152400"/>
          </a:xfrm>
          <a:prstGeom prst="rect">
            <a:avLst/>
          </a:prstGeom>
          <a:solidFill>
            <a:srgbClr val="F2F2F4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769350" y="2933700"/>
            <a:ext cx="95250" cy="152400"/>
          </a:xfrm>
          <a:prstGeom prst="rect">
            <a:avLst/>
          </a:prstGeom>
          <a:solidFill>
            <a:srgbClr val="F8DDEF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115300" y="29210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9728200" y="3530600"/>
            <a:ext cx="9144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6B6B6B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728200" y="3530600"/>
            <a:ext cx="182880" cy="228600"/>
          </a:xfrm>
          <a:prstGeom prst="rect">
            <a:avLst/>
          </a:prstGeom>
          <a:solidFill>
            <a:srgbClr val="FCFED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911080" y="3530600"/>
            <a:ext cx="182880" cy="228600"/>
          </a:xfrm>
          <a:prstGeom prst="rect">
            <a:avLst/>
          </a:prstGeom>
          <a:solidFill>
            <a:srgbClr val="EDFEE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0093960" y="3530600"/>
            <a:ext cx="182880" cy="228600"/>
          </a:xfrm>
          <a:prstGeom prst="rect">
            <a:avLst/>
          </a:prstGeom>
          <a:solidFill>
            <a:srgbClr val="F2F2F4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0276840" y="3530600"/>
            <a:ext cx="182880" cy="228600"/>
          </a:xfrm>
          <a:prstGeom prst="rect">
            <a:avLst/>
          </a:prstGeom>
          <a:solidFill>
            <a:srgbClr val="E4E6F5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0459720" y="3530600"/>
            <a:ext cx="182880" cy="228600"/>
          </a:xfrm>
          <a:prstGeom prst="rect">
            <a:avLst/>
          </a:prstGeom>
          <a:solidFill>
            <a:srgbClr val="F8DDEF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0061956" y="35433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 flipH="1">
            <a:off x="9486900" y="3644900"/>
            <a:ext cx="2159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97" name="Shape 95"/>
          <p:cNvSpPr/>
          <p:nvPr/>
        </p:nvSpPr>
        <p:spPr>
          <a:xfrm>
            <a:off x="8890000" y="3479800"/>
            <a:ext cx="571500" cy="330200"/>
          </a:xfrm>
          <a:prstGeom prst="rect">
            <a:avLst/>
          </a:prstGeom>
          <a:solidFill>
            <a:srgbClr val="D4FBF7"/>
          </a:solidFill>
          <a:ln w="15875">
            <a:solidFill>
              <a:srgbClr val="26268F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8890000" y="3479800"/>
            <a:ext cx="571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6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8483600" y="3454400"/>
            <a:ext cx="381000" cy="1524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483600" y="3454400"/>
            <a:ext cx="95250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578850" y="3454400"/>
            <a:ext cx="95250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674100" y="3454400"/>
            <a:ext cx="95250" cy="152400"/>
          </a:xfrm>
          <a:prstGeom prst="rect">
            <a:avLst/>
          </a:prstGeom>
          <a:solidFill>
            <a:srgbClr val="F2F2F4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8769350" y="3454400"/>
            <a:ext cx="95250" cy="152400"/>
          </a:xfrm>
          <a:prstGeom prst="rect">
            <a:avLst/>
          </a:prstGeom>
          <a:solidFill>
            <a:srgbClr val="F8DDEF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8115300" y="34417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05" name="Shape 103"/>
          <p:cNvSpPr/>
          <p:nvPr/>
        </p:nvSpPr>
        <p:spPr>
          <a:xfrm>
            <a:off x="9728200" y="4051300"/>
            <a:ext cx="9144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6B6B6B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9728200" y="4051300"/>
            <a:ext cx="182880" cy="228600"/>
          </a:xfrm>
          <a:prstGeom prst="rect">
            <a:avLst/>
          </a:prstGeom>
          <a:solidFill>
            <a:srgbClr val="FCFED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9911080" y="4051300"/>
            <a:ext cx="182880" cy="228600"/>
          </a:xfrm>
          <a:prstGeom prst="rect">
            <a:avLst/>
          </a:prstGeom>
          <a:solidFill>
            <a:srgbClr val="EDFEE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0093960" y="4051300"/>
            <a:ext cx="182880" cy="228600"/>
          </a:xfrm>
          <a:prstGeom prst="rect">
            <a:avLst/>
          </a:prstGeom>
          <a:solidFill>
            <a:srgbClr val="F2F2F4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0276840" y="4051300"/>
            <a:ext cx="182880" cy="228600"/>
          </a:xfrm>
          <a:prstGeom prst="rect">
            <a:avLst/>
          </a:prstGeom>
          <a:solidFill>
            <a:srgbClr val="E4E6F5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0459720" y="4051300"/>
            <a:ext cx="182880" cy="228600"/>
          </a:xfrm>
          <a:prstGeom prst="rect">
            <a:avLst/>
          </a:prstGeom>
          <a:solidFill>
            <a:srgbClr val="F8DDEF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10061956" y="40640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12" name="Shape 110"/>
          <p:cNvSpPr/>
          <p:nvPr/>
        </p:nvSpPr>
        <p:spPr>
          <a:xfrm flipH="1">
            <a:off x="9486900" y="4165600"/>
            <a:ext cx="2159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13" name="Shape 111"/>
          <p:cNvSpPr/>
          <p:nvPr/>
        </p:nvSpPr>
        <p:spPr>
          <a:xfrm>
            <a:off x="8890000" y="4000500"/>
            <a:ext cx="571500" cy="330200"/>
          </a:xfrm>
          <a:prstGeom prst="rect">
            <a:avLst/>
          </a:prstGeom>
          <a:solidFill>
            <a:srgbClr val="D4FBF7"/>
          </a:solidFill>
          <a:ln w="15875">
            <a:solidFill>
              <a:srgbClr val="26268F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8890000" y="4000500"/>
            <a:ext cx="571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6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000" dirty="0"/>
          </a:p>
        </p:txBody>
      </p:sp>
      <p:sp>
        <p:nvSpPr>
          <p:cNvPr id="115" name="Shape 113"/>
          <p:cNvSpPr/>
          <p:nvPr/>
        </p:nvSpPr>
        <p:spPr>
          <a:xfrm>
            <a:off x="8483600" y="3975100"/>
            <a:ext cx="381000" cy="1524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8483600" y="3975100"/>
            <a:ext cx="95250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8578850" y="3975100"/>
            <a:ext cx="95250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8674100" y="3975100"/>
            <a:ext cx="95250" cy="152400"/>
          </a:xfrm>
          <a:prstGeom prst="rect">
            <a:avLst/>
          </a:prstGeom>
          <a:solidFill>
            <a:srgbClr val="F2F2F4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8769350" y="3975100"/>
            <a:ext cx="95250" cy="152400"/>
          </a:xfrm>
          <a:prstGeom prst="rect">
            <a:avLst/>
          </a:prstGeom>
          <a:solidFill>
            <a:srgbClr val="F8DDEF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8115300" y="39624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21" name="Shape 119"/>
          <p:cNvSpPr/>
          <p:nvPr/>
        </p:nvSpPr>
        <p:spPr>
          <a:xfrm>
            <a:off x="9728200" y="4597400"/>
            <a:ext cx="9144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6B6B6B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9728200" y="4597400"/>
            <a:ext cx="182880" cy="228600"/>
          </a:xfrm>
          <a:prstGeom prst="rect">
            <a:avLst/>
          </a:prstGeom>
          <a:solidFill>
            <a:srgbClr val="FCFED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9911080" y="4597400"/>
            <a:ext cx="182880" cy="228600"/>
          </a:xfrm>
          <a:prstGeom prst="rect">
            <a:avLst/>
          </a:prstGeom>
          <a:solidFill>
            <a:srgbClr val="EDFEE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0093960" y="4597400"/>
            <a:ext cx="182880" cy="228600"/>
          </a:xfrm>
          <a:prstGeom prst="rect">
            <a:avLst/>
          </a:prstGeom>
          <a:solidFill>
            <a:srgbClr val="F2F2F4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10276840" y="4597400"/>
            <a:ext cx="182880" cy="228600"/>
          </a:xfrm>
          <a:prstGeom prst="rect">
            <a:avLst/>
          </a:prstGeom>
          <a:solidFill>
            <a:srgbClr val="E4E6F5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10459720" y="4597400"/>
            <a:ext cx="182880" cy="228600"/>
          </a:xfrm>
          <a:prstGeom prst="rect">
            <a:avLst/>
          </a:prstGeom>
          <a:solidFill>
            <a:srgbClr val="F8DDEF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10061956" y="46101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28" name="Shape 126"/>
          <p:cNvSpPr/>
          <p:nvPr/>
        </p:nvSpPr>
        <p:spPr>
          <a:xfrm flipH="1">
            <a:off x="9486900" y="4711700"/>
            <a:ext cx="2159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29" name="Shape 127"/>
          <p:cNvSpPr/>
          <p:nvPr/>
        </p:nvSpPr>
        <p:spPr>
          <a:xfrm>
            <a:off x="8890000" y="4546600"/>
            <a:ext cx="571500" cy="330200"/>
          </a:xfrm>
          <a:prstGeom prst="rect">
            <a:avLst/>
          </a:prstGeom>
          <a:solidFill>
            <a:srgbClr val="D4FBF7"/>
          </a:solidFill>
          <a:ln w="15875">
            <a:solidFill>
              <a:srgbClr val="26268F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8890000" y="4546600"/>
            <a:ext cx="571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6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000" dirty="0"/>
          </a:p>
        </p:txBody>
      </p:sp>
      <p:sp>
        <p:nvSpPr>
          <p:cNvPr id="131" name="Shape 129"/>
          <p:cNvSpPr/>
          <p:nvPr/>
        </p:nvSpPr>
        <p:spPr>
          <a:xfrm>
            <a:off x="8483600" y="4521200"/>
            <a:ext cx="381000" cy="1524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8483600" y="4521200"/>
            <a:ext cx="95250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8578850" y="4521200"/>
            <a:ext cx="95250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8674100" y="4521200"/>
            <a:ext cx="95250" cy="152400"/>
          </a:xfrm>
          <a:prstGeom prst="rect">
            <a:avLst/>
          </a:prstGeom>
          <a:solidFill>
            <a:srgbClr val="F2F2F4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8769350" y="4521200"/>
            <a:ext cx="95250" cy="152400"/>
          </a:xfrm>
          <a:prstGeom prst="rect">
            <a:avLst/>
          </a:prstGeom>
          <a:solidFill>
            <a:srgbClr val="F8DDEF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8115300" y="45085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37" name="Shape 135"/>
          <p:cNvSpPr/>
          <p:nvPr/>
        </p:nvSpPr>
        <p:spPr>
          <a:xfrm>
            <a:off x="10160000" y="5029200"/>
            <a:ext cx="0" cy="152400"/>
          </a:xfrm>
          <a:prstGeom prst="line">
            <a:avLst/>
          </a:prstGeom>
          <a:noFill/>
          <a:ln w="12700">
            <a:solidFill>
              <a:srgbClr val="00B050"/>
            </a:solidFill>
            <a:prstDash val="dash"/>
            <a:tailEnd type="triangle"/>
          </a:ln>
        </p:spPr>
      </p:sp>
      <p:sp>
        <p:nvSpPr>
          <p:cNvPr id="138" name="Shape 136"/>
          <p:cNvSpPr/>
          <p:nvPr/>
        </p:nvSpPr>
        <p:spPr>
          <a:xfrm>
            <a:off x="3200400" y="2451100"/>
            <a:ext cx="1219200" cy="2654300"/>
          </a:xfrm>
          <a:prstGeom prst="rect">
            <a:avLst/>
          </a:prstGeom>
          <a:solidFill>
            <a:srgbClr val="D8CBBC"/>
          </a:solidFill>
          <a:ln w="9525">
            <a:solidFill>
              <a:srgbClr val="8B7B6C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3200400" y="2489200"/>
            <a:ext cx="12192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5C3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</a:t>
            </a:r>
            <a:endParaRPr lang="en-US" sz="12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5C3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250" dirty="0"/>
          </a:p>
        </p:txBody>
      </p:sp>
      <p:sp>
        <p:nvSpPr>
          <p:cNvPr id="140" name="Shape 138"/>
          <p:cNvSpPr/>
          <p:nvPr/>
        </p:nvSpPr>
        <p:spPr>
          <a:xfrm flipV="1">
            <a:off x="3810000" y="3200400"/>
            <a:ext cx="381000" cy="177800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41" name="Shape 139"/>
          <p:cNvSpPr/>
          <p:nvPr/>
        </p:nvSpPr>
        <p:spPr>
          <a:xfrm flipV="1">
            <a:off x="3810000" y="3721100"/>
            <a:ext cx="177800" cy="125730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42" name="Shape 140"/>
          <p:cNvSpPr/>
          <p:nvPr/>
        </p:nvSpPr>
        <p:spPr>
          <a:xfrm flipH="1" flipV="1">
            <a:off x="3733800" y="4241800"/>
            <a:ext cx="76200" cy="73660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43" name="Shape 141"/>
          <p:cNvSpPr/>
          <p:nvPr/>
        </p:nvSpPr>
        <p:spPr>
          <a:xfrm flipH="1" flipV="1">
            <a:off x="3505200" y="4800600"/>
            <a:ext cx="304800" cy="17780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44" name="Shape 142"/>
          <p:cNvSpPr/>
          <p:nvPr/>
        </p:nvSpPr>
        <p:spPr>
          <a:xfrm>
            <a:off x="4146550" y="3067050"/>
            <a:ext cx="114300" cy="114300"/>
          </a:xfrm>
          <a:prstGeom prst="ellipse">
            <a:avLst/>
          </a:prstGeom>
          <a:solidFill>
            <a:srgbClr val="3A3AA8"/>
          </a:solidFill>
          <a:ln w="19050">
            <a:solidFill>
              <a:srgbClr val="A9C0F5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3943350" y="3587750"/>
            <a:ext cx="114300" cy="114300"/>
          </a:xfrm>
          <a:prstGeom prst="ellipse">
            <a:avLst/>
          </a:prstGeom>
          <a:solidFill>
            <a:srgbClr val="3A3AA8"/>
          </a:solidFill>
          <a:ln w="19050">
            <a:solidFill>
              <a:srgbClr val="A9C0F5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3689350" y="4108450"/>
            <a:ext cx="114300" cy="114300"/>
          </a:xfrm>
          <a:prstGeom prst="ellipse">
            <a:avLst/>
          </a:prstGeom>
          <a:solidFill>
            <a:srgbClr val="3A3AA8"/>
          </a:solidFill>
          <a:ln w="19050">
            <a:solidFill>
              <a:srgbClr val="A9C0F5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3460750" y="4667250"/>
            <a:ext cx="114300" cy="114300"/>
          </a:xfrm>
          <a:prstGeom prst="ellipse">
            <a:avLst/>
          </a:prstGeom>
          <a:solidFill>
            <a:srgbClr val="3A3AA8"/>
          </a:solidFill>
          <a:ln w="19050">
            <a:solidFill>
              <a:srgbClr val="A9C0F5"/>
            </a:solidFill>
            <a:prstDash val="solid"/>
          </a:ln>
        </p:spPr>
      </p:sp>
      <p:pic>
        <p:nvPicPr>
          <p:cNvPr id="148" name="Image 0" descr="/home/ahmed/Projects/ai_llm_slides/videos/deep-learning/001_transformers_part1/recreated_pptx/build/assets/eq_Kq_0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7022" y="2508252"/>
            <a:ext cx="333756" cy="190497"/>
          </a:xfrm>
          <a:prstGeom prst="rect">
            <a:avLst/>
          </a:prstGeom>
        </p:spPr>
      </p:pic>
      <p:sp>
        <p:nvSpPr>
          <p:cNvPr id="149" name="Shape 146"/>
          <p:cNvSpPr/>
          <p:nvPr/>
        </p:nvSpPr>
        <p:spPr>
          <a:xfrm>
            <a:off x="5829300" y="2463800"/>
            <a:ext cx="381000" cy="2641600"/>
          </a:xfrm>
          <a:prstGeom prst="rect">
            <a:avLst/>
          </a:prstGeom>
          <a:solidFill>
            <a:srgbClr val="F7DFF9"/>
          </a:solidFill>
          <a:ln w="9525">
            <a:solidFill>
              <a:srgbClr val="E0C7E8"/>
            </a:solidFill>
            <a:prstDash val="solid"/>
          </a:ln>
        </p:spPr>
      </p:sp>
      <p:sp>
        <p:nvSpPr>
          <p:cNvPr id="150" name="Text 147"/>
          <p:cNvSpPr/>
          <p:nvPr/>
        </p:nvSpPr>
        <p:spPr>
          <a:xfrm rot="5400000">
            <a:off x="5829300" y="2463800"/>
            <a:ext cx="381000" cy="264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646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max</a:t>
            </a:r>
            <a:endParaRPr lang="en-US" sz="1100" dirty="0"/>
          </a:p>
        </p:txBody>
      </p:sp>
      <p:sp>
        <p:nvSpPr>
          <p:cNvPr id="151" name="Shape 148"/>
          <p:cNvSpPr/>
          <p:nvPr/>
        </p:nvSpPr>
        <p:spPr>
          <a:xfrm>
            <a:off x="2463800" y="3124200"/>
            <a:ext cx="16256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52" name="Shape 149"/>
          <p:cNvSpPr/>
          <p:nvPr/>
        </p:nvSpPr>
        <p:spPr>
          <a:xfrm>
            <a:off x="4419600" y="3124200"/>
            <a:ext cx="1778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53" name="Shape 150"/>
          <p:cNvSpPr/>
          <p:nvPr/>
        </p:nvSpPr>
        <p:spPr>
          <a:xfrm>
            <a:off x="5346700" y="3124200"/>
            <a:ext cx="3302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54" name="Shape 151"/>
          <p:cNvSpPr/>
          <p:nvPr/>
        </p:nvSpPr>
        <p:spPr>
          <a:xfrm>
            <a:off x="6210300" y="3124200"/>
            <a:ext cx="3937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55" name="Shape 152"/>
          <p:cNvSpPr/>
          <p:nvPr/>
        </p:nvSpPr>
        <p:spPr>
          <a:xfrm>
            <a:off x="2463800" y="3644900"/>
            <a:ext cx="14224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56" name="Shape 153"/>
          <p:cNvSpPr/>
          <p:nvPr/>
        </p:nvSpPr>
        <p:spPr>
          <a:xfrm>
            <a:off x="4419600" y="3644900"/>
            <a:ext cx="1778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57" name="Shape 154"/>
          <p:cNvSpPr/>
          <p:nvPr/>
        </p:nvSpPr>
        <p:spPr>
          <a:xfrm>
            <a:off x="5346700" y="3644900"/>
            <a:ext cx="3302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58" name="Shape 155"/>
          <p:cNvSpPr/>
          <p:nvPr/>
        </p:nvSpPr>
        <p:spPr>
          <a:xfrm>
            <a:off x="6210300" y="3644900"/>
            <a:ext cx="7493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59" name="Shape 156"/>
          <p:cNvSpPr/>
          <p:nvPr/>
        </p:nvSpPr>
        <p:spPr>
          <a:xfrm>
            <a:off x="2463800" y="4165600"/>
            <a:ext cx="11684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60" name="Shape 157"/>
          <p:cNvSpPr/>
          <p:nvPr/>
        </p:nvSpPr>
        <p:spPr>
          <a:xfrm>
            <a:off x="4419600" y="4165600"/>
            <a:ext cx="1778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61" name="Shape 158"/>
          <p:cNvSpPr/>
          <p:nvPr/>
        </p:nvSpPr>
        <p:spPr>
          <a:xfrm>
            <a:off x="5346700" y="4165600"/>
            <a:ext cx="3302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62" name="Shape 159"/>
          <p:cNvSpPr/>
          <p:nvPr/>
        </p:nvSpPr>
        <p:spPr>
          <a:xfrm>
            <a:off x="6210300" y="4165600"/>
            <a:ext cx="11303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63" name="Shape 160"/>
          <p:cNvSpPr/>
          <p:nvPr/>
        </p:nvSpPr>
        <p:spPr>
          <a:xfrm>
            <a:off x="2463800" y="4711700"/>
            <a:ext cx="9398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64" name="Shape 161"/>
          <p:cNvSpPr/>
          <p:nvPr/>
        </p:nvSpPr>
        <p:spPr>
          <a:xfrm>
            <a:off x="4419600" y="4711700"/>
            <a:ext cx="1778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65" name="Shape 162"/>
          <p:cNvSpPr/>
          <p:nvPr/>
        </p:nvSpPr>
        <p:spPr>
          <a:xfrm>
            <a:off x="5346700" y="4711700"/>
            <a:ext cx="3302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66" name="Shape 163"/>
          <p:cNvSpPr/>
          <p:nvPr/>
        </p:nvSpPr>
        <p:spPr>
          <a:xfrm>
            <a:off x="6210300" y="4711700"/>
            <a:ext cx="15113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67" name="Shape 164"/>
          <p:cNvSpPr/>
          <p:nvPr/>
        </p:nvSpPr>
        <p:spPr>
          <a:xfrm>
            <a:off x="6527800" y="2476500"/>
            <a:ext cx="1752600" cy="317500"/>
          </a:xfrm>
          <a:prstGeom prst="rect">
            <a:avLst/>
          </a:prstGeom>
          <a:solidFill>
            <a:srgbClr val="EBFDFC"/>
          </a:solidFill>
          <a:ln w="9525">
            <a:solidFill>
              <a:srgbClr val="C9BEB2"/>
            </a:solidFill>
            <a:prstDash val="solid"/>
          </a:ln>
        </p:spPr>
      </p:sp>
      <p:sp>
        <p:nvSpPr>
          <p:cNvPr id="168" name="Text 165"/>
          <p:cNvSpPr/>
          <p:nvPr/>
        </p:nvSpPr>
        <p:spPr>
          <a:xfrm>
            <a:off x="6527800" y="2476500"/>
            <a:ext cx="17526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3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2600" dirty="0"/>
          </a:p>
        </p:txBody>
      </p:sp>
      <p:sp>
        <p:nvSpPr>
          <p:cNvPr id="169" name="Shape 166"/>
          <p:cNvSpPr/>
          <p:nvPr/>
        </p:nvSpPr>
        <p:spPr>
          <a:xfrm flipH="1">
            <a:off x="6921500" y="3124200"/>
            <a:ext cx="19812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70" name="Shape 167"/>
          <p:cNvSpPr/>
          <p:nvPr/>
        </p:nvSpPr>
        <p:spPr>
          <a:xfrm flipV="1">
            <a:off x="6769100" y="2908300"/>
            <a:ext cx="0" cy="11430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71" name="Shape 168"/>
          <p:cNvSpPr/>
          <p:nvPr/>
        </p:nvSpPr>
        <p:spPr>
          <a:xfrm>
            <a:off x="6667500" y="3022600"/>
            <a:ext cx="203200" cy="203200"/>
          </a:xfrm>
          <a:prstGeom prst="ellipse">
            <a:avLst/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172" name="Shape 169"/>
          <p:cNvSpPr/>
          <p:nvPr/>
        </p:nvSpPr>
        <p:spPr>
          <a:xfrm>
            <a:off x="6711950" y="3067050"/>
            <a:ext cx="114300" cy="11430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173" name="Shape 170"/>
          <p:cNvSpPr/>
          <p:nvPr/>
        </p:nvSpPr>
        <p:spPr>
          <a:xfrm flipV="1">
            <a:off x="6711950" y="3067050"/>
            <a:ext cx="114300" cy="11430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174" name="Shape 171"/>
          <p:cNvSpPr/>
          <p:nvPr/>
        </p:nvSpPr>
        <p:spPr>
          <a:xfrm flipH="1">
            <a:off x="7277100" y="3644900"/>
            <a:ext cx="16256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75" name="Shape 172"/>
          <p:cNvSpPr/>
          <p:nvPr/>
        </p:nvSpPr>
        <p:spPr>
          <a:xfrm flipV="1">
            <a:off x="7124700" y="2908300"/>
            <a:ext cx="0" cy="63500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76" name="Shape 173"/>
          <p:cNvSpPr/>
          <p:nvPr/>
        </p:nvSpPr>
        <p:spPr>
          <a:xfrm>
            <a:off x="7023100" y="3543300"/>
            <a:ext cx="203200" cy="203200"/>
          </a:xfrm>
          <a:prstGeom prst="ellipse">
            <a:avLst/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177" name="Shape 174"/>
          <p:cNvSpPr/>
          <p:nvPr/>
        </p:nvSpPr>
        <p:spPr>
          <a:xfrm>
            <a:off x="7067550" y="3587750"/>
            <a:ext cx="114300" cy="11430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178" name="Shape 175"/>
          <p:cNvSpPr/>
          <p:nvPr/>
        </p:nvSpPr>
        <p:spPr>
          <a:xfrm flipV="1">
            <a:off x="7067550" y="3587750"/>
            <a:ext cx="114300" cy="11430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179" name="Shape 176"/>
          <p:cNvSpPr/>
          <p:nvPr/>
        </p:nvSpPr>
        <p:spPr>
          <a:xfrm flipH="1">
            <a:off x="7658100" y="4165600"/>
            <a:ext cx="12446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80" name="Shape 177"/>
          <p:cNvSpPr/>
          <p:nvPr/>
        </p:nvSpPr>
        <p:spPr>
          <a:xfrm flipV="1">
            <a:off x="7505700" y="2908300"/>
            <a:ext cx="0" cy="115570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81" name="Shape 178"/>
          <p:cNvSpPr/>
          <p:nvPr/>
        </p:nvSpPr>
        <p:spPr>
          <a:xfrm>
            <a:off x="7404100" y="4064000"/>
            <a:ext cx="203200" cy="203200"/>
          </a:xfrm>
          <a:prstGeom prst="ellipse">
            <a:avLst/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182" name="Shape 179"/>
          <p:cNvSpPr/>
          <p:nvPr/>
        </p:nvSpPr>
        <p:spPr>
          <a:xfrm>
            <a:off x="7448550" y="4108450"/>
            <a:ext cx="114300" cy="11430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183" name="Shape 180"/>
          <p:cNvSpPr/>
          <p:nvPr/>
        </p:nvSpPr>
        <p:spPr>
          <a:xfrm flipV="1">
            <a:off x="7448550" y="4108450"/>
            <a:ext cx="114300" cy="11430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184" name="Shape 181"/>
          <p:cNvSpPr/>
          <p:nvPr/>
        </p:nvSpPr>
        <p:spPr>
          <a:xfrm flipH="1">
            <a:off x="8039100" y="4711700"/>
            <a:ext cx="8636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85" name="Shape 182"/>
          <p:cNvSpPr/>
          <p:nvPr/>
        </p:nvSpPr>
        <p:spPr>
          <a:xfrm flipV="1">
            <a:off x="7886700" y="2908300"/>
            <a:ext cx="0" cy="167640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86" name="Shape 183"/>
          <p:cNvSpPr/>
          <p:nvPr/>
        </p:nvSpPr>
        <p:spPr>
          <a:xfrm>
            <a:off x="7785100" y="4584700"/>
            <a:ext cx="203200" cy="203200"/>
          </a:xfrm>
          <a:prstGeom prst="ellipse">
            <a:avLst/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187" name="Shape 184"/>
          <p:cNvSpPr/>
          <p:nvPr/>
        </p:nvSpPr>
        <p:spPr>
          <a:xfrm>
            <a:off x="7829550" y="4629150"/>
            <a:ext cx="114300" cy="11430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188" name="Shape 185"/>
          <p:cNvSpPr/>
          <p:nvPr/>
        </p:nvSpPr>
        <p:spPr>
          <a:xfrm flipV="1">
            <a:off x="7829550" y="4629150"/>
            <a:ext cx="114300" cy="11430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189" name="Shape 186"/>
          <p:cNvSpPr/>
          <p:nvPr/>
        </p:nvSpPr>
        <p:spPr>
          <a:xfrm flipV="1">
            <a:off x="6959600" y="1905000"/>
            <a:ext cx="381000" cy="177800"/>
          </a:xfrm>
          <a:prstGeom prst="line">
            <a:avLst/>
          </a:prstGeom>
          <a:noFill/>
          <a:ln w="57150">
            <a:solidFill>
              <a:srgbClr val="00B050"/>
            </a:solidFill>
            <a:prstDash val="solid"/>
            <a:tailEnd type="triangle"/>
          </a:ln>
        </p:spPr>
      </p:sp>
      <p:sp>
        <p:nvSpPr>
          <p:cNvPr id="190" name="Shape 187"/>
          <p:cNvSpPr/>
          <p:nvPr/>
        </p:nvSpPr>
        <p:spPr>
          <a:xfrm flipV="1">
            <a:off x="7404100" y="1879600"/>
            <a:ext cx="0" cy="12700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91" name="Shape 188"/>
          <p:cNvSpPr/>
          <p:nvPr/>
        </p:nvSpPr>
        <p:spPr>
          <a:xfrm>
            <a:off x="6959600" y="1549400"/>
            <a:ext cx="9144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777777"/>
            </a:solidFill>
            <a:prstDash val="solid"/>
          </a:ln>
        </p:spPr>
      </p:sp>
      <p:sp>
        <p:nvSpPr>
          <p:cNvPr id="192" name="Shape 189"/>
          <p:cNvSpPr/>
          <p:nvPr/>
        </p:nvSpPr>
        <p:spPr>
          <a:xfrm>
            <a:off x="6959600" y="1549400"/>
            <a:ext cx="130629" cy="304800"/>
          </a:xfrm>
          <a:prstGeom prst="rect">
            <a:avLst/>
          </a:prstGeom>
          <a:solidFill>
            <a:srgbClr val="CFE8C8"/>
          </a:solidFill>
          <a:ln w="6350">
            <a:solidFill>
              <a:srgbClr val="777777"/>
            </a:solidFill>
            <a:prstDash val="solid"/>
          </a:ln>
        </p:spPr>
      </p:sp>
      <p:sp>
        <p:nvSpPr>
          <p:cNvPr id="193" name="Shape 190"/>
          <p:cNvSpPr/>
          <p:nvPr/>
        </p:nvSpPr>
        <p:spPr>
          <a:xfrm>
            <a:off x="7090229" y="1549400"/>
            <a:ext cx="130629" cy="304800"/>
          </a:xfrm>
          <a:prstGeom prst="rect">
            <a:avLst/>
          </a:prstGeom>
          <a:solidFill>
            <a:srgbClr val="C9D6C4"/>
          </a:solidFill>
          <a:ln w="6350">
            <a:solidFill>
              <a:srgbClr val="777777"/>
            </a:solidFill>
            <a:prstDash val="solid"/>
          </a:ln>
        </p:spPr>
      </p:sp>
      <p:sp>
        <p:nvSpPr>
          <p:cNvPr id="194" name="Shape 191"/>
          <p:cNvSpPr/>
          <p:nvPr/>
        </p:nvSpPr>
        <p:spPr>
          <a:xfrm>
            <a:off x="7220857" y="1549400"/>
            <a:ext cx="130629" cy="304800"/>
          </a:xfrm>
          <a:prstGeom prst="rect">
            <a:avLst/>
          </a:prstGeom>
          <a:solidFill>
            <a:srgbClr val="CFE8C8"/>
          </a:solidFill>
          <a:ln w="6350">
            <a:solidFill>
              <a:srgbClr val="777777"/>
            </a:solidFill>
            <a:prstDash val="solid"/>
          </a:ln>
        </p:spPr>
      </p:sp>
      <p:sp>
        <p:nvSpPr>
          <p:cNvPr id="195" name="Shape 192"/>
          <p:cNvSpPr/>
          <p:nvPr/>
        </p:nvSpPr>
        <p:spPr>
          <a:xfrm>
            <a:off x="7351486" y="1549400"/>
            <a:ext cx="130629" cy="304800"/>
          </a:xfrm>
          <a:prstGeom prst="rect">
            <a:avLst/>
          </a:prstGeom>
          <a:solidFill>
            <a:srgbClr val="C9D6C4"/>
          </a:solidFill>
          <a:ln w="6350">
            <a:solidFill>
              <a:srgbClr val="777777"/>
            </a:solidFill>
            <a:prstDash val="solid"/>
          </a:ln>
        </p:spPr>
      </p:sp>
      <p:sp>
        <p:nvSpPr>
          <p:cNvPr id="196" name="Shape 193"/>
          <p:cNvSpPr/>
          <p:nvPr/>
        </p:nvSpPr>
        <p:spPr>
          <a:xfrm>
            <a:off x="7482114" y="1549400"/>
            <a:ext cx="130629" cy="304800"/>
          </a:xfrm>
          <a:prstGeom prst="rect">
            <a:avLst/>
          </a:prstGeom>
          <a:solidFill>
            <a:srgbClr val="CFE8C8"/>
          </a:solidFill>
          <a:ln w="6350">
            <a:solidFill>
              <a:srgbClr val="777777"/>
            </a:solidFill>
            <a:prstDash val="solid"/>
          </a:ln>
        </p:spPr>
      </p:sp>
      <p:sp>
        <p:nvSpPr>
          <p:cNvPr id="197" name="Shape 194"/>
          <p:cNvSpPr/>
          <p:nvPr/>
        </p:nvSpPr>
        <p:spPr>
          <a:xfrm>
            <a:off x="7612743" y="1549400"/>
            <a:ext cx="130629" cy="304800"/>
          </a:xfrm>
          <a:prstGeom prst="rect">
            <a:avLst/>
          </a:prstGeom>
          <a:solidFill>
            <a:srgbClr val="C9D6C4"/>
          </a:solidFill>
          <a:ln w="6350">
            <a:solidFill>
              <a:srgbClr val="777777"/>
            </a:solidFill>
            <a:prstDash val="solid"/>
          </a:ln>
        </p:spPr>
      </p:sp>
      <p:sp>
        <p:nvSpPr>
          <p:cNvPr id="198" name="Shape 195"/>
          <p:cNvSpPr/>
          <p:nvPr/>
        </p:nvSpPr>
        <p:spPr>
          <a:xfrm>
            <a:off x="7743371" y="1549400"/>
            <a:ext cx="130629" cy="304800"/>
          </a:xfrm>
          <a:prstGeom prst="rect">
            <a:avLst/>
          </a:prstGeom>
          <a:solidFill>
            <a:srgbClr val="CFE8C8"/>
          </a:solidFill>
          <a:ln w="6350">
            <a:solidFill>
              <a:srgbClr val="777777"/>
            </a:solidFill>
            <a:prstDash val="solid"/>
          </a:ln>
        </p:spPr>
      </p:sp>
      <p:sp>
        <p:nvSpPr>
          <p:cNvPr id="199" name="Shape 196"/>
          <p:cNvSpPr/>
          <p:nvPr/>
        </p:nvSpPr>
        <p:spPr>
          <a:xfrm>
            <a:off x="6959600" y="1549400"/>
            <a:ext cx="914400" cy="304800"/>
          </a:xfrm>
          <a:prstGeom prst="rect">
            <a:avLst/>
          </a:prstGeom>
          <a:ln w="12700">
            <a:solidFill>
              <a:srgbClr val="00B050"/>
            </a:solidFill>
            <a:prstDash val="dash"/>
          </a:ln>
        </p:spPr>
      </p:sp>
      <p:sp>
        <p:nvSpPr>
          <p:cNvPr id="200" name="Text 197"/>
          <p:cNvSpPr/>
          <p:nvPr/>
        </p:nvSpPr>
        <p:spPr>
          <a:xfrm>
            <a:off x="7188200" y="1574800"/>
            <a:ext cx="45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01" name="Shape 198"/>
          <p:cNvSpPr/>
          <p:nvPr/>
        </p:nvSpPr>
        <p:spPr>
          <a:xfrm>
            <a:off x="3441700" y="2044700"/>
            <a:ext cx="825500" cy="304800"/>
          </a:xfrm>
          <a:prstGeom prst="roundRect">
            <a:avLst>
              <a:gd name="adj" fmla="val 30000"/>
            </a:avLst>
          </a:prstGeom>
          <a:solidFill>
            <a:srgbClr val="FCFEDD"/>
          </a:solidFill>
          <a:ln w="12700">
            <a:solidFill>
              <a:srgbClr val="CFC7AE"/>
            </a:solidFill>
            <a:prstDash val="solid"/>
          </a:ln>
        </p:spPr>
      </p:sp>
      <p:sp>
        <p:nvSpPr>
          <p:cNvPr id="202" name="Text 199"/>
          <p:cNvSpPr/>
          <p:nvPr/>
        </p:nvSpPr>
        <p:spPr>
          <a:xfrm>
            <a:off x="3441700" y="2044700"/>
            <a:ext cx="825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1100" dirty="0"/>
          </a:p>
        </p:txBody>
      </p:sp>
      <p:sp>
        <p:nvSpPr>
          <p:cNvPr id="203" name="Shape 200"/>
          <p:cNvSpPr/>
          <p:nvPr/>
        </p:nvSpPr>
        <p:spPr>
          <a:xfrm>
            <a:off x="5435600" y="2044700"/>
            <a:ext cx="1092200" cy="304800"/>
          </a:xfrm>
          <a:prstGeom prst="roundRect">
            <a:avLst>
              <a:gd name="adj" fmla="val 30000"/>
            </a:avLst>
          </a:prstGeom>
          <a:solidFill>
            <a:srgbClr val="FCFEDD"/>
          </a:solidFill>
          <a:ln w="12700">
            <a:solidFill>
              <a:srgbClr val="CFC7AE"/>
            </a:solidFill>
            <a:prstDash val="solid"/>
          </a:ln>
        </p:spPr>
      </p:sp>
      <p:sp>
        <p:nvSpPr>
          <p:cNvPr id="204" name="Text 201"/>
          <p:cNvSpPr/>
          <p:nvPr/>
        </p:nvSpPr>
        <p:spPr>
          <a:xfrm>
            <a:off x="5435600" y="2044700"/>
            <a:ext cx="1092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1100" dirty="0"/>
          </a:p>
        </p:txBody>
      </p:sp>
      <p:sp>
        <p:nvSpPr>
          <p:cNvPr id="205" name="Shape 202"/>
          <p:cNvSpPr/>
          <p:nvPr/>
        </p:nvSpPr>
        <p:spPr>
          <a:xfrm>
            <a:off x="7569200" y="2044700"/>
            <a:ext cx="1206500" cy="304800"/>
          </a:xfrm>
          <a:prstGeom prst="roundRect">
            <a:avLst>
              <a:gd name="adj" fmla="val 30000"/>
            </a:avLst>
          </a:prstGeom>
          <a:solidFill>
            <a:srgbClr val="FCFEDD"/>
          </a:solidFill>
          <a:ln w="12700">
            <a:solidFill>
              <a:srgbClr val="CFC7AE"/>
            </a:solidFill>
            <a:prstDash val="solid"/>
          </a:ln>
        </p:spPr>
      </p:sp>
      <p:sp>
        <p:nvSpPr>
          <p:cNvPr id="206" name="Text 203"/>
          <p:cNvSpPr/>
          <p:nvPr/>
        </p:nvSpPr>
        <p:spPr>
          <a:xfrm>
            <a:off x="7569200" y="2044700"/>
            <a:ext cx="1206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1100" dirty="0"/>
          </a:p>
        </p:txBody>
      </p:sp>
      <p:sp>
        <p:nvSpPr>
          <p:cNvPr id="207" name="Shape 204"/>
          <p:cNvSpPr/>
          <p:nvPr/>
        </p:nvSpPr>
        <p:spPr>
          <a:xfrm>
            <a:off x="2286000" y="6007100"/>
            <a:ext cx="3937000" cy="546100"/>
          </a:xfrm>
          <a:prstGeom prst="roundRect">
            <a:avLst>
              <a:gd name="adj" fmla="val 10047"/>
            </a:avLst>
          </a:prstGeom>
          <a:solidFill>
            <a:srgbClr val="E7FDE8"/>
          </a:solidFill>
          <a:ln w="12700">
            <a:solidFill>
              <a:srgbClr val="00B050"/>
            </a:solidFill>
            <a:prstDash val="dash"/>
          </a:ln>
        </p:spPr>
      </p:sp>
      <p:sp>
        <p:nvSpPr>
          <p:cNvPr id="208" name="Shape 205"/>
          <p:cNvSpPr/>
          <p:nvPr/>
        </p:nvSpPr>
        <p:spPr>
          <a:xfrm>
            <a:off x="2362200" y="6134100"/>
            <a:ext cx="635000" cy="254000"/>
          </a:xfrm>
          <a:prstGeom prst="rect">
            <a:avLst/>
          </a:prstGeom>
          <a:solidFill>
            <a:srgbClr val="FFFFFF"/>
          </a:solidFill>
          <a:ln w="9525">
            <a:solidFill>
              <a:srgbClr val="6B6B6B"/>
            </a:solidFill>
            <a:prstDash val="solid"/>
          </a:ln>
        </p:spPr>
      </p:sp>
      <p:sp>
        <p:nvSpPr>
          <p:cNvPr id="209" name="Shape 206"/>
          <p:cNvSpPr/>
          <p:nvPr/>
        </p:nvSpPr>
        <p:spPr>
          <a:xfrm>
            <a:off x="2362200" y="6134100"/>
            <a:ext cx="127000" cy="254000"/>
          </a:xfrm>
          <a:prstGeom prst="rect">
            <a:avLst/>
          </a:prstGeom>
          <a:solidFill>
            <a:srgbClr val="FCFED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10" name="Shape 207"/>
          <p:cNvSpPr/>
          <p:nvPr/>
        </p:nvSpPr>
        <p:spPr>
          <a:xfrm>
            <a:off x="2489200" y="6134100"/>
            <a:ext cx="127000" cy="254000"/>
          </a:xfrm>
          <a:prstGeom prst="rect">
            <a:avLst/>
          </a:prstGeom>
          <a:solidFill>
            <a:srgbClr val="EDFEE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11" name="Shape 208"/>
          <p:cNvSpPr/>
          <p:nvPr/>
        </p:nvSpPr>
        <p:spPr>
          <a:xfrm>
            <a:off x="2616200" y="6134100"/>
            <a:ext cx="127000" cy="254000"/>
          </a:xfrm>
          <a:prstGeom prst="rect">
            <a:avLst/>
          </a:prstGeom>
          <a:solidFill>
            <a:srgbClr val="F2F2F4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12" name="Shape 209"/>
          <p:cNvSpPr/>
          <p:nvPr/>
        </p:nvSpPr>
        <p:spPr>
          <a:xfrm>
            <a:off x="2743200" y="6134100"/>
            <a:ext cx="127000" cy="254000"/>
          </a:xfrm>
          <a:prstGeom prst="rect">
            <a:avLst/>
          </a:prstGeom>
          <a:solidFill>
            <a:srgbClr val="E4E6F5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13" name="Shape 210"/>
          <p:cNvSpPr/>
          <p:nvPr/>
        </p:nvSpPr>
        <p:spPr>
          <a:xfrm>
            <a:off x="2870200" y="6134100"/>
            <a:ext cx="127000" cy="254000"/>
          </a:xfrm>
          <a:prstGeom prst="rect">
            <a:avLst/>
          </a:prstGeom>
          <a:solidFill>
            <a:srgbClr val="F8DDEF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14" name="Text 211"/>
          <p:cNvSpPr/>
          <p:nvPr/>
        </p:nvSpPr>
        <p:spPr>
          <a:xfrm>
            <a:off x="2552700" y="61595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15" name="Shape 212"/>
          <p:cNvSpPr/>
          <p:nvPr/>
        </p:nvSpPr>
        <p:spPr>
          <a:xfrm>
            <a:off x="3327400" y="6134100"/>
            <a:ext cx="965200" cy="25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E6FD5"/>
            </a:solidFill>
            <a:prstDash val="solid"/>
          </a:ln>
        </p:spPr>
      </p:sp>
      <p:sp>
        <p:nvSpPr>
          <p:cNvPr id="216" name="Shape 213"/>
          <p:cNvSpPr/>
          <p:nvPr/>
        </p:nvSpPr>
        <p:spPr>
          <a:xfrm>
            <a:off x="3327400" y="6134100"/>
            <a:ext cx="193040" cy="254000"/>
          </a:xfrm>
          <a:prstGeom prst="rect">
            <a:avLst/>
          </a:prstGeom>
          <a:solidFill>
            <a:srgbClr val="DF92E4"/>
          </a:solidFill>
          <a:ln w="6350">
            <a:solidFill>
              <a:srgbClr val="EE6FD5"/>
            </a:solidFill>
            <a:prstDash val="solid"/>
          </a:ln>
        </p:spPr>
      </p:sp>
      <p:sp>
        <p:nvSpPr>
          <p:cNvPr id="217" name="Shape 214"/>
          <p:cNvSpPr/>
          <p:nvPr/>
        </p:nvSpPr>
        <p:spPr>
          <a:xfrm>
            <a:off x="3520440" y="6134100"/>
            <a:ext cx="193040" cy="254000"/>
          </a:xfrm>
          <a:prstGeom prst="rect">
            <a:avLst/>
          </a:prstGeom>
          <a:solidFill>
            <a:srgbClr val="DF92E4"/>
          </a:solidFill>
          <a:ln w="6350">
            <a:solidFill>
              <a:srgbClr val="EE6FD5"/>
            </a:solidFill>
            <a:prstDash val="solid"/>
          </a:ln>
        </p:spPr>
      </p:sp>
      <p:sp>
        <p:nvSpPr>
          <p:cNvPr id="218" name="Shape 215"/>
          <p:cNvSpPr/>
          <p:nvPr/>
        </p:nvSpPr>
        <p:spPr>
          <a:xfrm>
            <a:off x="3713480" y="6134100"/>
            <a:ext cx="193040" cy="254000"/>
          </a:xfrm>
          <a:prstGeom prst="rect">
            <a:avLst/>
          </a:prstGeom>
          <a:solidFill>
            <a:srgbClr val="DF92E4"/>
          </a:solidFill>
          <a:ln w="6350">
            <a:solidFill>
              <a:srgbClr val="EE6FD5"/>
            </a:solidFill>
            <a:prstDash val="solid"/>
          </a:ln>
        </p:spPr>
      </p:sp>
      <p:sp>
        <p:nvSpPr>
          <p:cNvPr id="219" name="Shape 216"/>
          <p:cNvSpPr/>
          <p:nvPr/>
        </p:nvSpPr>
        <p:spPr>
          <a:xfrm>
            <a:off x="3906520" y="6134100"/>
            <a:ext cx="193040" cy="254000"/>
          </a:xfrm>
          <a:prstGeom prst="rect">
            <a:avLst/>
          </a:prstGeom>
          <a:solidFill>
            <a:srgbClr val="DF92E4"/>
          </a:solidFill>
          <a:ln w="6350">
            <a:solidFill>
              <a:srgbClr val="EE6FD5"/>
            </a:solidFill>
            <a:prstDash val="solid"/>
          </a:ln>
        </p:spPr>
      </p:sp>
      <p:sp>
        <p:nvSpPr>
          <p:cNvPr id="220" name="Shape 217"/>
          <p:cNvSpPr/>
          <p:nvPr/>
        </p:nvSpPr>
        <p:spPr>
          <a:xfrm>
            <a:off x="4099560" y="6134100"/>
            <a:ext cx="193040" cy="254000"/>
          </a:xfrm>
          <a:prstGeom prst="rect">
            <a:avLst/>
          </a:prstGeom>
          <a:solidFill>
            <a:srgbClr val="DF92E4"/>
          </a:solidFill>
          <a:ln w="6350">
            <a:solidFill>
              <a:srgbClr val="EE6FD5"/>
            </a:solidFill>
            <a:prstDash val="solid"/>
          </a:ln>
        </p:spPr>
      </p:sp>
      <p:sp>
        <p:nvSpPr>
          <p:cNvPr id="221" name="Text 218"/>
          <p:cNvSpPr/>
          <p:nvPr/>
        </p:nvSpPr>
        <p:spPr>
          <a:xfrm>
            <a:off x="3683000" y="61595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22" name="Shape 219"/>
          <p:cNvSpPr/>
          <p:nvPr/>
        </p:nvSpPr>
        <p:spPr>
          <a:xfrm>
            <a:off x="4330700" y="6134100"/>
            <a:ext cx="635000" cy="254000"/>
          </a:xfrm>
          <a:prstGeom prst="rect">
            <a:avLst/>
          </a:prstGeom>
          <a:solidFill>
            <a:srgbClr val="FFFFFF"/>
          </a:solidFill>
          <a:ln w="9525">
            <a:solidFill>
              <a:srgbClr val="6B6B6B"/>
            </a:solidFill>
            <a:prstDash val="solid"/>
          </a:ln>
        </p:spPr>
      </p:sp>
      <p:sp>
        <p:nvSpPr>
          <p:cNvPr id="223" name="Shape 220"/>
          <p:cNvSpPr/>
          <p:nvPr/>
        </p:nvSpPr>
        <p:spPr>
          <a:xfrm>
            <a:off x="4330700" y="6134100"/>
            <a:ext cx="127000" cy="254000"/>
          </a:xfrm>
          <a:prstGeom prst="rect">
            <a:avLst/>
          </a:prstGeom>
          <a:solidFill>
            <a:srgbClr val="FCFED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24" name="Shape 221"/>
          <p:cNvSpPr/>
          <p:nvPr/>
        </p:nvSpPr>
        <p:spPr>
          <a:xfrm>
            <a:off x="4457700" y="6134100"/>
            <a:ext cx="127000" cy="254000"/>
          </a:xfrm>
          <a:prstGeom prst="rect">
            <a:avLst/>
          </a:prstGeom>
          <a:solidFill>
            <a:srgbClr val="EDFEE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25" name="Shape 222"/>
          <p:cNvSpPr/>
          <p:nvPr/>
        </p:nvSpPr>
        <p:spPr>
          <a:xfrm>
            <a:off x="4584700" y="6134100"/>
            <a:ext cx="127000" cy="254000"/>
          </a:xfrm>
          <a:prstGeom prst="rect">
            <a:avLst/>
          </a:prstGeom>
          <a:solidFill>
            <a:srgbClr val="F2F2F4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26" name="Shape 223"/>
          <p:cNvSpPr/>
          <p:nvPr/>
        </p:nvSpPr>
        <p:spPr>
          <a:xfrm>
            <a:off x="4711700" y="6134100"/>
            <a:ext cx="127000" cy="254000"/>
          </a:xfrm>
          <a:prstGeom prst="rect">
            <a:avLst/>
          </a:prstGeom>
          <a:solidFill>
            <a:srgbClr val="E4E6F5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27" name="Shape 224"/>
          <p:cNvSpPr/>
          <p:nvPr/>
        </p:nvSpPr>
        <p:spPr>
          <a:xfrm>
            <a:off x="4838700" y="6134100"/>
            <a:ext cx="127000" cy="254000"/>
          </a:xfrm>
          <a:prstGeom prst="rect">
            <a:avLst/>
          </a:prstGeom>
          <a:solidFill>
            <a:srgbClr val="F8DDEF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28" name="Text 225"/>
          <p:cNvSpPr/>
          <p:nvPr/>
        </p:nvSpPr>
        <p:spPr>
          <a:xfrm>
            <a:off x="4521200" y="61595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29" name="Shape 226"/>
          <p:cNvSpPr/>
          <p:nvPr/>
        </p:nvSpPr>
        <p:spPr>
          <a:xfrm>
            <a:off x="5003800" y="6134100"/>
            <a:ext cx="965200" cy="254000"/>
          </a:xfrm>
          <a:prstGeom prst="rect">
            <a:avLst/>
          </a:prstGeom>
          <a:solidFill>
            <a:srgbClr val="FFFFFF"/>
          </a:solidFill>
          <a:ln w="9525">
            <a:solidFill>
              <a:srgbClr val="6B6B6B"/>
            </a:solidFill>
            <a:prstDash val="solid"/>
          </a:ln>
        </p:spPr>
      </p:sp>
      <p:sp>
        <p:nvSpPr>
          <p:cNvPr id="230" name="Shape 227"/>
          <p:cNvSpPr/>
          <p:nvPr/>
        </p:nvSpPr>
        <p:spPr>
          <a:xfrm>
            <a:off x="5003800" y="6134100"/>
            <a:ext cx="193040" cy="254000"/>
          </a:xfrm>
          <a:prstGeom prst="rect">
            <a:avLst/>
          </a:prstGeom>
          <a:solidFill>
            <a:srgbClr val="FCFED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31" name="Shape 228"/>
          <p:cNvSpPr/>
          <p:nvPr/>
        </p:nvSpPr>
        <p:spPr>
          <a:xfrm>
            <a:off x="5196840" y="6134100"/>
            <a:ext cx="193040" cy="254000"/>
          </a:xfrm>
          <a:prstGeom prst="rect">
            <a:avLst/>
          </a:prstGeom>
          <a:solidFill>
            <a:srgbClr val="EDFEE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32" name="Shape 229"/>
          <p:cNvSpPr/>
          <p:nvPr/>
        </p:nvSpPr>
        <p:spPr>
          <a:xfrm>
            <a:off x="5389880" y="6134100"/>
            <a:ext cx="193040" cy="254000"/>
          </a:xfrm>
          <a:prstGeom prst="rect">
            <a:avLst/>
          </a:prstGeom>
          <a:solidFill>
            <a:srgbClr val="F2F2F4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33" name="Shape 230"/>
          <p:cNvSpPr/>
          <p:nvPr/>
        </p:nvSpPr>
        <p:spPr>
          <a:xfrm>
            <a:off x="5582920" y="6134100"/>
            <a:ext cx="193040" cy="254000"/>
          </a:xfrm>
          <a:prstGeom prst="rect">
            <a:avLst/>
          </a:prstGeom>
          <a:solidFill>
            <a:srgbClr val="E4E6F5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34" name="Shape 231"/>
          <p:cNvSpPr/>
          <p:nvPr/>
        </p:nvSpPr>
        <p:spPr>
          <a:xfrm>
            <a:off x="5775960" y="6134100"/>
            <a:ext cx="193040" cy="254000"/>
          </a:xfrm>
          <a:prstGeom prst="rect">
            <a:avLst/>
          </a:prstGeom>
          <a:solidFill>
            <a:srgbClr val="F8DDEF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35" name="Text 232"/>
          <p:cNvSpPr/>
          <p:nvPr/>
        </p:nvSpPr>
        <p:spPr>
          <a:xfrm>
            <a:off x="5359400" y="61595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36" name="Shape 233"/>
          <p:cNvSpPr/>
          <p:nvPr/>
        </p:nvSpPr>
        <p:spPr>
          <a:xfrm flipV="1">
            <a:off x="3429000" y="6464300"/>
            <a:ext cx="317500" cy="228600"/>
          </a:xfrm>
          <a:prstGeom prst="line">
            <a:avLst/>
          </a:prstGeom>
          <a:noFill/>
          <a:ln w="63500">
            <a:solidFill>
              <a:srgbClr val="E00000"/>
            </a:solidFill>
            <a:prstDash val="solid"/>
            <a:tailEnd type="triangle"/>
          </a:ln>
        </p:spPr>
      </p:sp>
      <p:sp>
        <p:nvSpPr>
          <p:cNvPr id="237" name="Shape 234"/>
          <p:cNvSpPr/>
          <p:nvPr/>
        </p:nvSpPr>
        <p:spPr>
          <a:xfrm flipV="1">
            <a:off x="3784600" y="5880100"/>
            <a:ext cx="0" cy="12700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238" name="Shape 235"/>
          <p:cNvSpPr/>
          <p:nvPr/>
        </p:nvSpPr>
        <p:spPr>
          <a:xfrm>
            <a:off x="3556000" y="5524500"/>
            <a:ext cx="431800" cy="330200"/>
          </a:xfrm>
          <a:prstGeom prst="rect">
            <a:avLst/>
          </a:prstGeom>
          <a:solidFill>
            <a:srgbClr val="FFFFFF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239" name="Text 236"/>
          <p:cNvSpPr/>
          <p:nvPr/>
        </p:nvSpPr>
        <p:spPr>
          <a:xfrm>
            <a:off x="3556000" y="5524500"/>
            <a:ext cx="4318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600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950" dirty="0"/>
          </a:p>
        </p:txBody>
      </p:sp>
      <p:sp>
        <p:nvSpPr>
          <p:cNvPr id="240" name="Shape 237"/>
          <p:cNvSpPr/>
          <p:nvPr/>
        </p:nvSpPr>
        <p:spPr>
          <a:xfrm flipV="1">
            <a:off x="3784600" y="5156200"/>
            <a:ext cx="0" cy="35560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241" name="Text 238"/>
          <p:cNvSpPr/>
          <p:nvPr/>
        </p:nvSpPr>
        <p:spPr>
          <a:xfrm>
            <a:off x="3517900" y="5232400"/>
            <a:ext cx="203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42" name="Shape 239"/>
          <p:cNvSpPr/>
          <p:nvPr/>
        </p:nvSpPr>
        <p:spPr>
          <a:xfrm>
            <a:off x="3873500" y="5245100"/>
            <a:ext cx="406400" cy="1524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43" name="Shape 240"/>
          <p:cNvSpPr/>
          <p:nvPr/>
        </p:nvSpPr>
        <p:spPr>
          <a:xfrm>
            <a:off x="3873500" y="5245100"/>
            <a:ext cx="81280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44" name="Shape 241"/>
          <p:cNvSpPr/>
          <p:nvPr/>
        </p:nvSpPr>
        <p:spPr>
          <a:xfrm>
            <a:off x="3954780" y="5245100"/>
            <a:ext cx="81280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45" name="Shape 242"/>
          <p:cNvSpPr/>
          <p:nvPr/>
        </p:nvSpPr>
        <p:spPr>
          <a:xfrm>
            <a:off x="4036060" y="5245100"/>
            <a:ext cx="81280" cy="152400"/>
          </a:xfrm>
          <a:prstGeom prst="rect">
            <a:avLst/>
          </a:prstGeom>
          <a:solidFill>
            <a:srgbClr val="EDFEE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46" name="Shape 243"/>
          <p:cNvSpPr/>
          <p:nvPr/>
        </p:nvSpPr>
        <p:spPr>
          <a:xfrm>
            <a:off x="4117340" y="5245100"/>
            <a:ext cx="81280" cy="152400"/>
          </a:xfrm>
          <a:prstGeom prst="rect">
            <a:avLst/>
          </a:prstGeom>
          <a:solidFill>
            <a:srgbClr val="E4E6F5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47" name="Shape 244"/>
          <p:cNvSpPr/>
          <p:nvPr/>
        </p:nvSpPr>
        <p:spPr>
          <a:xfrm>
            <a:off x="4198620" y="5245100"/>
            <a:ext cx="81280" cy="152400"/>
          </a:xfrm>
          <a:prstGeom prst="rect">
            <a:avLst/>
          </a:prstGeom>
          <a:solidFill>
            <a:srgbClr val="F8DDEF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48" name="Shape 245"/>
          <p:cNvSpPr/>
          <p:nvPr/>
        </p:nvSpPr>
        <p:spPr>
          <a:xfrm>
            <a:off x="9347200" y="5918200"/>
            <a:ext cx="2184400" cy="787400"/>
          </a:xfrm>
          <a:prstGeom prst="roundRect">
            <a:avLst>
              <a:gd name="adj" fmla="val 6968"/>
            </a:avLst>
          </a:prstGeom>
          <a:solidFill>
            <a:srgbClr val="E7FDE8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249" name="Shape 246"/>
          <p:cNvSpPr/>
          <p:nvPr/>
        </p:nvSpPr>
        <p:spPr>
          <a:xfrm>
            <a:off x="9525000" y="5981700"/>
            <a:ext cx="330200" cy="1524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50" name="Shape 247"/>
          <p:cNvSpPr/>
          <p:nvPr/>
        </p:nvSpPr>
        <p:spPr>
          <a:xfrm>
            <a:off x="9525000" y="5981700"/>
            <a:ext cx="82550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51" name="Shape 248"/>
          <p:cNvSpPr/>
          <p:nvPr/>
        </p:nvSpPr>
        <p:spPr>
          <a:xfrm>
            <a:off x="9607550" y="5981700"/>
            <a:ext cx="82550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52" name="Shape 249"/>
          <p:cNvSpPr/>
          <p:nvPr/>
        </p:nvSpPr>
        <p:spPr>
          <a:xfrm>
            <a:off x="9690100" y="5981700"/>
            <a:ext cx="82550" cy="152400"/>
          </a:xfrm>
          <a:prstGeom prst="rect">
            <a:avLst/>
          </a:prstGeom>
          <a:solidFill>
            <a:srgbClr val="F2F2F4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53" name="Shape 250"/>
          <p:cNvSpPr/>
          <p:nvPr/>
        </p:nvSpPr>
        <p:spPr>
          <a:xfrm>
            <a:off x="9772650" y="5981700"/>
            <a:ext cx="82550" cy="152400"/>
          </a:xfrm>
          <a:prstGeom prst="rect">
            <a:avLst/>
          </a:prstGeom>
          <a:solidFill>
            <a:srgbClr val="E4E6F5"/>
          </a:solidFill>
          <a:ln w="6350">
            <a:solidFill>
              <a:srgbClr val="555555"/>
            </a:solidFill>
            <a:prstDash val="solid"/>
          </a:ln>
        </p:spPr>
      </p:sp>
      <p:pic>
        <p:nvPicPr>
          <p:cNvPr id="254" name="Image 1" descr="/home/ahmed/Projects/ai_llm_slides/videos/deep-learning/001_transformers_part1/recreated_pptx/build/assets/eq_1xd_03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5706" y="6154672"/>
            <a:ext cx="252987" cy="111255"/>
          </a:xfrm>
          <a:prstGeom prst="rect">
            <a:avLst/>
          </a:prstGeom>
        </p:spPr>
      </p:pic>
      <p:sp>
        <p:nvSpPr>
          <p:cNvPr id="255" name="Shape 251"/>
          <p:cNvSpPr/>
          <p:nvPr/>
        </p:nvSpPr>
        <p:spPr>
          <a:xfrm>
            <a:off x="10033000" y="5981700"/>
            <a:ext cx="444500" cy="406400"/>
          </a:xfrm>
          <a:prstGeom prst="rect">
            <a:avLst/>
          </a:prstGeom>
          <a:solidFill>
            <a:srgbClr val="FAFBCE"/>
          </a:solidFill>
          <a:ln w="12700">
            <a:solidFill>
              <a:srgbClr val="8B7B6C"/>
            </a:solidFill>
            <a:prstDash val="solid"/>
          </a:ln>
        </p:spPr>
      </p:sp>
      <p:sp>
        <p:nvSpPr>
          <p:cNvPr id="256" name="Text 252"/>
          <p:cNvSpPr/>
          <p:nvPr/>
        </p:nvSpPr>
        <p:spPr>
          <a:xfrm>
            <a:off x="10033000" y="5981700"/>
            <a:ext cx="444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500" dirty="0"/>
          </a:p>
        </p:txBody>
      </p:sp>
      <p:sp>
        <p:nvSpPr>
          <p:cNvPr id="257" name="Text 253"/>
          <p:cNvSpPr/>
          <p:nvPr/>
        </p:nvSpPr>
        <p:spPr>
          <a:xfrm>
            <a:off x="10477500" y="6070600"/>
            <a:ext cx="17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200" dirty="0"/>
          </a:p>
        </p:txBody>
      </p:sp>
      <p:sp>
        <p:nvSpPr>
          <p:cNvPr id="258" name="Shape 254"/>
          <p:cNvSpPr/>
          <p:nvPr/>
        </p:nvSpPr>
        <p:spPr>
          <a:xfrm>
            <a:off x="10744200" y="6134100"/>
            <a:ext cx="457200" cy="1524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59" name="Shape 255"/>
          <p:cNvSpPr/>
          <p:nvPr/>
        </p:nvSpPr>
        <p:spPr>
          <a:xfrm>
            <a:off x="10744200" y="6134100"/>
            <a:ext cx="91440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60" name="Shape 256"/>
          <p:cNvSpPr/>
          <p:nvPr/>
        </p:nvSpPr>
        <p:spPr>
          <a:xfrm>
            <a:off x="10835640" y="6134100"/>
            <a:ext cx="91440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61" name="Shape 257"/>
          <p:cNvSpPr/>
          <p:nvPr/>
        </p:nvSpPr>
        <p:spPr>
          <a:xfrm>
            <a:off x="10927080" y="6134100"/>
            <a:ext cx="91440" cy="152400"/>
          </a:xfrm>
          <a:prstGeom prst="rect">
            <a:avLst/>
          </a:prstGeom>
          <a:solidFill>
            <a:srgbClr val="F2F2F4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62" name="Shape 258"/>
          <p:cNvSpPr/>
          <p:nvPr/>
        </p:nvSpPr>
        <p:spPr>
          <a:xfrm>
            <a:off x="11018520" y="6134100"/>
            <a:ext cx="91440" cy="152400"/>
          </a:xfrm>
          <a:prstGeom prst="rect">
            <a:avLst/>
          </a:prstGeom>
          <a:solidFill>
            <a:srgbClr val="E4E6F5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63" name="Shape 259"/>
          <p:cNvSpPr/>
          <p:nvPr/>
        </p:nvSpPr>
        <p:spPr>
          <a:xfrm>
            <a:off x="11109960" y="6134100"/>
            <a:ext cx="91440" cy="152400"/>
          </a:xfrm>
          <a:prstGeom prst="rect">
            <a:avLst/>
          </a:prstGeom>
          <a:solidFill>
            <a:srgbClr val="F8DDEF"/>
          </a:solidFill>
          <a:ln w="6350">
            <a:solidFill>
              <a:srgbClr val="555555"/>
            </a:solidFill>
            <a:prstDash val="solid"/>
          </a:ln>
        </p:spPr>
      </p:sp>
      <p:pic>
        <p:nvPicPr>
          <p:cNvPr id="264" name="Image 2" descr="/home/ahmed/Projects/ai_llm_slides/videos/deep-learning/001_transformers_part1/recreated_pptx/build/assets/eq_1xd_03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1406" y="6307072"/>
            <a:ext cx="252987" cy="111255"/>
          </a:xfrm>
          <a:prstGeom prst="rect">
            <a:avLst/>
          </a:prstGeom>
        </p:spPr>
      </p:pic>
      <p:pic>
        <p:nvPicPr>
          <p:cNvPr id="265" name="Image 3" descr="/home/ahmed/Projects/ai_llm_slides/videos/deep-learning/001_transformers_part1/recreated_pptx/build/assets/eq_dxd_037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7698" y="6434072"/>
            <a:ext cx="260604" cy="111255"/>
          </a:xfrm>
          <a:prstGeom prst="rect">
            <a:avLst/>
          </a:prstGeom>
        </p:spPr>
      </p:pic>
      <p:sp>
        <p:nvSpPr>
          <p:cNvPr id="266" name="Text 260"/>
          <p:cNvSpPr/>
          <p:nvPr/>
        </p:nvSpPr>
        <p:spPr>
          <a:xfrm>
            <a:off x="9448800" y="6540500"/>
            <a:ext cx="1981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d: Embedding Length</a:t>
            </a:r>
            <a:endParaRPr lang="en-US" sz="950" dirty="0"/>
          </a:p>
        </p:txBody>
      </p:sp>
      <p:sp>
        <p:nvSpPr>
          <p:cNvPr id="267" name="Text 261"/>
          <p:cNvSpPr/>
          <p:nvPr/>
        </p:nvSpPr>
        <p:spPr>
          <a:xfrm>
            <a:off x="2578100" y="673100"/>
            <a:ext cx="762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Attention Mechanism </a:t>
            </a:r>
            <a:pPr algn="ctr"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(Adding Scaling)</a:t>
            </a:r>
            <a:endParaRPr lang="en-US" sz="2000" dirty="0"/>
          </a:p>
        </p:txBody>
      </p:sp>
      <p:sp>
        <p:nvSpPr>
          <p:cNvPr id="268" name="Text 262"/>
          <p:cNvSpPr/>
          <p:nvPr/>
        </p:nvSpPr>
        <p:spPr>
          <a:xfrm>
            <a:off x="1816100" y="965200"/>
            <a:ext cx="914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3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(Self Attention of word </a:t>
            </a:r>
            <a:pPr algn="ctr" indent="0" marL="0">
              <a:buNone/>
            </a:pPr>
            <a:r>
              <a:rPr lang="en-US" sz="20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203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w.r.t All words in Sentence ( </a:t>
            </a:r>
            <a:pPr algn="ctr" indent="0" marL="0">
              <a:buNone/>
            </a:pPr>
            <a:r>
              <a:rPr lang="en-US" sz="20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ctr" indent="0" marL="0">
              <a:buNone/>
            </a:pPr>
            <a:r>
              <a:rPr lang="en-US" sz="20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20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20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20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algn="ctr" indent="0" marL="0">
              <a:buNone/>
            </a:pPr>
            <a:r>
              <a:rPr lang="en-US" sz="20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20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pPr algn="ctr" indent="0" marL="0">
              <a:buNone/>
            </a:pPr>
            <a:r>
              <a:rPr lang="en-US" sz="20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)</a:t>
            </a:r>
            <a:endParaRPr lang="en-US" sz="2030" dirty="0"/>
          </a:p>
        </p:txBody>
      </p:sp>
      <p:sp>
        <p:nvSpPr>
          <p:cNvPr id="269" name="Shape 263"/>
          <p:cNvSpPr/>
          <p:nvPr/>
        </p:nvSpPr>
        <p:spPr>
          <a:xfrm>
            <a:off x="4724400" y="2349500"/>
            <a:ext cx="609600" cy="2895600"/>
          </a:xfrm>
          <a:prstGeom prst="rect">
            <a:avLst/>
          </a:prstGeom>
          <a:solidFill>
            <a:srgbClr val="FAF36E"/>
          </a:solidFill>
          <a:ln w="9525">
            <a:solidFill>
              <a:srgbClr val="DDBA3C"/>
            </a:solidFill>
            <a:prstDash val="solid"/>
          </a:ln>
        </p:spPr>
      </p:sp>
      <p:sp>
        <p:nvSpPr>
          <p:cNvPr id="270" name="Shape 264"/>
          <p:cNvSpPr/>
          <p:nvPr/>
        </p:nvSpPr>
        <p:spPr>
          <a:xfrm>
            <a:off x="4787900" y="2425700"/>
            <a:ext cx="482600" cy="2755900"/>
          </a:xfrm>
          <a:prstGeom prst="rect">
            <a:avLst/>
          </a:prstGeom>
          <a:solidFill>
            <a:srgbClr val="FFF069"/>
          </a:solidFill>
          <a:ln w="12700">
            <a:solidFill>
              <a:srgbClr val="DDBA3C"/>
            </a:solidFill>
            <a:prstDash val="solid"/>
          </a:ln>
        </p:spPr>
      </p:sp>
      <p:sp>
        <p:nvSpPr>
          <p:cNvPr id="271" name="Text 265"/>
          <p:cNvSpPr/>
          <p:nvPr/>
        </p:nvSpPr>
        <p:spPr>
          <a:xfrm rot="5400000">
            <a:off x="4206875" y="3702050"/>
            <a:ext cx="165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50" kern="0" dirty="0">
                <a:solidFill>
                  <a:srgbClr val="E88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by √d</a:t>
            </a:r>
            <a:endParaRPr lang="en-US" sz="1600" dirty="0"/>
          </a:p>
        </p:txBody>
      </p:sp>
      <p:pic>
        <p:nvPicPr>
          <p:cNvPr id="272" name="Image 4" descr="/home/ahmed/Projects/ai_llm_slides/videos/deep-learning/001_transformers_part1/recreated_pptx/build/assets/eq_Kq_num_037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9016" y="2426210"/>
            <a:ext cx="309369" cy="176781"/>
          </a:xfrm>
          <a:prstGeom prst="rect">
            <a:avLst/>
          </a:prstGeom>
        </p:spPr>
      </p:pic>
      <p:sp>
        <p:nvSpPr>
          <p:cNvPr id="273" name="Shape 266"/>
          <p:cNvSpPr/>
          <p:nvPr/>
        </p:nvSpPr>
        <p:spPr>
          <a:xfrm>
            <a:off x="5308600" y="2616200"/>
            <a:ext cx="39370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pic>
        <p:nvPicPr>
          <p:cNvPr id="274" name="Image 5" descr="/home/ahmed/Projects/ai_llm_slides/videos/deep-learning/001_transformers_part1/recreated_pptx/build/assets/eq_Sqrtd_037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06898" y="2649222"/>
            <a:ext cx="260604" cy="213357"/>
          </a:xfrm>
          <a:prstGeom prst="rect">
            <a:avLst/>
          </a:prstGeom>
        </p:spPr>
      </p:pic>
      <p:sp>
        <p:nvSpPr>
          <p:cNvPr id="275" name="Shape 267"/>
          <p:cNvSpPr/>
          <p:nvPr/>
        </p:nvSpPr>
        <p:spPr>
          <a:xfrm>
            <a:off x="10121900" y="1447800"/>
            <a:ext cx="1485900" cy="2527300"/>
          </a:xfrm>
          <a:prstGeom prst="rect">
            <a:avLst/>
          </a:prstGeom>
          <a:solidFill>
            <a:srgbClr val="FFFFFF"/>
          </a:solidFill>
          <a:ln w="28575">
            <a:solidFill>
              <a:srgbClr val="1D7136"/>
            </a:solidFill>
            <a:prstDash val="solid"/>
          </a:ln>
        </p:spPr>
      </p:sp>
      <p:sp>
        <p:nvSpPr>
          <p:cNvPr id="276" name="Shape 268"/>
          <p:cNvSpPr/>
          <p:nvPr/>
        </p:nvSpPr>
        <p:spPr>
          <a:xfrm>
            <a:off x="10617200" y="1727200"/>
            <a:ext cx="825500" cy="254000"/>
          </a:xfrm>
          <a:prstGeom prst="roundRect">
            <a:avLst>
              <a:gd name="adj" fmla="val 10800"/>
            </a:avLst>
          </a:prstGeom>
          <a:solidFill>
            <a:srgbClr val="C3B9DB"/>
          </a:solidFill>
          <a:ln w="15875">
            <a:solidFill>
              <a:srgbClr val="404040"/>
            </a:solidFill>
            <a:prstDash val="solid"/>
          </a:ln>
        </p:spPr>
      </p:sp>
      <p:sp>
        <p:nvSpPr>
          <p:cNvPr id="277" name="Text 269"/>
          <p:cNvSpPr/>
          <p:nvPr/>
        </p:nvSpPr>
        <p:spPr>
          <a:xfrm>
            <a:off x="10617200" y="1727200"/>
            <a:ext cx="82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MatMul</a:t>
            </a:r>
            <a:endParaRPr lang="en-US" sz="1000" dirty="0"/>
          </a:p>
        </p:txBody>
      </p:sp>
      <p:sp>
        <p:nvSpPr>
          <p:cNvPr id="278" name="Shape 270"/>
          <p:cNvSpPr/>
          <p:nvPr/>
        </p:nvSpPr>
        <p:spPr>
          <a:xfrm>
            <a:off x="10325100" y="2108200"/>
            <a:ext cx="774700" cy="241300"/>
          </a:xfrm>
          <a:prstGeom prst="roundRect">
            <a:avLst>
              <a:gd name="adj" fmla="val 11368"/>
            </a:avLst>
          </a:prstGeom>
          <a:solidFill>
            <a:srgbClr val="CEE6D0"/>
          </a:solidFill>
          <a:ln w="15875">
            <a:solidFill>
              <a:srgbClr val="404040"/>
            </a:solidFill>
            <a:prstDash val="solid"/>
          </a:ln>
        </p:spPr>
      </p:sp>
      <p:sp>
        <p:nvSpPr>
          <p:cNvPr id="279" name="Text 271"/>
          <p:cNvSpPr/>
          <p:nvPr/>
        </p:nvSpPr>
        <p:spPr>
          <a:xfrm>
            <a:off x="10325100" y="2108200"/>
            <a:ext cx="7747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1000" dirty="0"/>
          </a:p>
        </p:txBody>
      </p:sp>
      <p:sp>
        <p:nvSpPr>
          <p:cNvPr id="280" name="Shape 272"/>
          <p:cNvSpPr/>
          <p:nvPr/>
        </p:nvSpPr>
        <p:spPr>
          <a:xfrm>
            <a:off x="10287000" y="2489200"/>
            <a:ext cx="850900" cy="228600"/>
          </a:xfrm>
          <a:prstGeom prst="roundRect">
            <a:avLst>
              <a:gd name="adj" fmla="val 12000"/>
            </a:avLst>
          </a:prstGeom>
          <a:solidFill>
            <a:srgbClr val="D8B6C5"/>
          </a:solidFill>
          <a:ln w="15875">
            <a:solidFill>
              <a:srgbClr val="404040"/>
            </a:solidFill>
            <a:prstDash val="solid"/>
          </a:ln>
        </p:spPr>
      </p:sp>
      <p:sp>
        <p:nvSpPr>
          <p:cNvPr id="281" name="Text 273"/>
          <p:cNvSpPr/>
          <p:nvPr/>
        </p:nvSpPr>
        <p:spPr>
          <a:xfrm>
            <a:off x="10287000" y="2489200"/>
            <a:ext cx="850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 (opt.)</a:t>
            </a:r>
            <a:endParaRPr lang="en-US" sz="1000" dirty="0"/>
          </a:p>
        </p:txBody>
      </p:sp>
      <p:sp>
        <p:nvSpPr>
          <p:cNvPr id="282" name="Shape 274"/>
          <p:cNvSpPr/>
          <p:nvPr/>
        </p:nvSpPr>
        <p:spPr>
          <a:xfrm>
            <a:off x="10439400" y="2857500"/>
            <a:ext cx="546100" cy="228600"/>
          </a:xfrm>
          <a:prstGeom prst="roundRect">
            <a:avLst>
              <a:gd name="adj" fmla="val 12000"/>
            </a:avLst>
          </a:prstGeom>
          <a:solidFill>
            <a:srgbClr val="F5F9C0"/>
          </a:solidFill>
          <a:ln w="15875">
            <a:solidFill>
              <a:srgbClr val="404040"/>
            </a:solidFill>
            <a:prstDash val="solid"/>
          </a:ln>
        </p:spPr>
      </p:sp>
      <p:sp>
        <p:nvSpPr>
          <p:cNvPr id="283" name="Text 275"/>
          <p:cNvSpPr/>
          <p:nvPr/>
        </p:nvSpPr>
        <p:spPr>
          <a:xfrm>
            <a:off x="10439400" y="2857500"/>
            <a:ext cx="546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000" dirty="0"/>
          </a:p>
        </p:txBody>
      </p:sp>
      <p:sp>
        <p:nvSpPr>
          <p:cNvPr id="284" name="Shape 276"/>
          <p:cNvSpPr/>
          <p:nvPr/>
        </p:nvSpPr>
        <p:spPr>
          <a:xfrm>
            <a:off x="10325100" y="3238500"/>
            <a:ext cx="774700" cy="228600"/>
          </a:xfrm>
          <a:prstGeom prst="roundRect">
            <a:avLst>
              <a:gd name="adj" fmla="val 12000"/>
            </a:avLst>
          </a:prstGeom>
          <a:solidFill>
            <a:srgbClr val="C3B9DB"/>
          </a:solidFill>
          <a:ln w="15875">
            <a:solidFill>
              <a:srgbClr val="404040"/>
            </a:solidFill>
            <a:prstDash val="solid"/>
          </a:ln>
        </p:spPr>
      </p:sp>
      <p:sp>
        <p:nvSpPr>
          <p:cNvPr id="285" name="Text 277"/>
          <p:cNvSpPr/>
          <p:nvPr/>
        </p:nvSpPr>
        <p:spPr>
          <a:xfrm>
            <a:off x="10325100" y="3238500"/>
            <a:ext cx="774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MatMul</a:t>
            </a:r>
            <a:endParaRPr lang="en-US" sz="1000" dirty="0"/>
          </a:p>
        </p:txBody>
      </p:sp>
      <p:sp>
        <p:nvSpPr>
          <p:cNvPr id="286" name="Shape 278"/>
          <p:cNvSpPr/>
          <p:nvPr/>
        </p:nvSpPr>
        <p:spPr>
          <a:xfrm flipV="1">
            <a:off x="10712450" y="3124200"/>
            <a:ext cx="0" cy="11430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87" name="Shape 279"/>
          <p:cNvSpPr/>
          <p:nvPr/>
        </p:nvSpPr>
        <p:spPr>
          <a:xfrm flipV="1">
            <a:off x="10712450" y="2743200"/>
            <a:ext cx="0" cy="11430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88" name="Shape 280"/>
          <p:cNvSpPr/>
          <p:nvPr/>
        </p:nvSpPr>
        <p:spPr>
          <a:xfrm flipV="1">
            <a:off x="10712450" y="2374900"/>
            <a:ext cx="0" cy="11430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89" name="Shape 281"/>
          <p:cNvSpPr/>
          <p:nvPr/>
        </p:nvSpPr>
        <p:spPr>
          <a:xfrm flipV="1">
            <a:off x="10712450" y="1993900"/>
            <a:ext cx="0" cy="11430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90" name="Shape 282"/>
          <p:cNvSpPr/>
          <p:nvPr/>
        </p:nvSpPr>
        <p:spPr>
          <a:xfrm flipV="1">
            <a:off x="11029950" y="1574800"/>
            <a:ext cx="0" cy="15240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91" name="Shape 283"/>
          <p:cNvSpPr/>
          <p:nvPr/>
        </p:nvSpPr>
        <p:spPr>
          <a:xfrm flipV="1">
            <a:off x="11322050" y="1993900"/>
            <a:ext cx="0" cy="176530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92" name="Shape 284"/>
          <p:cNvSpPr/>
          <p:nvPr/>
        </p:nvSpPr>
        <p:spPr>
          <a:xfrm flipV="1">
            <a:off x="10483850" y="3479800"/>
            <a:ext cx="0" cy="19050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93" name="Shape 285"/>
          <p:cNvSpPr/>
          <p:nvPr/>
        </p:nvSpPr>
        <p:spPr>
          <a:xfrm flipV="1">
            <a:off x="10915650" y="3505200"/>
            <a:ext cx="0" cy="24130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94" name="Text 286"/>
          <p:cNvSpPr/>
          <p:nvPr/>
        </p:nvSpPr>
        <p:spPr>
          <a:xfrm>
            <a:off x="10394950" y="3670300"/>
            <a:ext cx="1778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000" dirty="0"/>
          </a:p>
        </p:txBody>
      </p:sp>
      <p:sp>
        <p:nvSpPr>
          <p:cNvPr id="295" name="Text 287"/>
          <p:cNvSpPr/>
          <p:nvPr/>
        </p:nvSpPr>
        <p:spPr>
          <a:xfrm>
            <a:off x="10833100" y="3670300"/>
            <a:ext cx="1778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1000" dirty="0"/>
          </a:p>
        </p:txBody>
      </p:sp>
      <p:sp>
        <p:nvSpPr>
          <p:cNvPr id="296" name="Text 288"/>
          <p:cNvSpPr/>
          <p:nvPr/>
        </p:nvSpPr>
        <p:spPr>
          <a:xfrm>
            <a:off x="11239500" y="3670300"/>
            <a:ext cx="1778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571500"/>
            <a:ext cx="660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Processing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62000" y="800100"/>
            <a:ext cx="660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 Sequence Elements in Parallel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8000" y="1079500"/>
            <a:ext cx="711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[Calculation of Self Attention of words </a:t>
            </a:r>
            <a:pPr algn="ctr"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 </a:t>
            </a:r>
            <a:pPr algn="ctr"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2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ctr"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2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2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algn="ctr"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2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pPr algn="ctr"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]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394200" y="1981200"/>
            <a:ext cx="6972300" cy="3200400"/>
          </a:xfrm>
          <a:prstGeom prst="roundRect">
            <a:avLst>
              <a:gd name="adj" fmla="val 2857"/>
            </a:avLst>
          </a:prstGeom>
          <a:solidFill>
            <a:srgbClr val="F0E0C8"/>
          </a:solidFill>
          <a:ln w="12700">
            <a:solidFill>
              <a:srgbClr val="C9A8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11900" y="2038350"/>
            <a:ext cx="546100" cy="177800"/>
          </a:xfrm>
          <a:prstGeom prst="ellipse">
            <a:avLst/>
          </a:prstGeom>
          <a:solidFill>
            <a:srgbClr val="F8F8E2"/>
          </a:solidFill>
          <a:ln w="6350">
            <a:solidFill>
              <a:srgbClr val="D8D0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11900" y="2044700"/>
            <a:ext cx="5461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7683500" y="2038350"/>
            <a:ext cx="711200" cy="177800"/>
          </a:xfrm>
          <a:prstGeom prst="ellipse">
            <a:avLst/>
          </a:prstGeom>
          <a:solidFill>
            <a:srgbClr val="F8F8E2"/>
          </a:solidFill>
          <a:ln w="6350">
            <a:solidFill>
              <a:srgbClr val="D8D0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3500" y="2044700"/>
            <a:ext cx="711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131300" y="2038350"/>
            <a:ext cx="787400" cy="177800"/>
          </a:xfrm>
          <a:prstGeom prst="ellipse">
            <a:avLst/>
          </a:prstGeom>
          <a:solidFill>
            <a:srgbClr val="F8F8E2"/>
          </a:solidFill>
          <a:ln w="6350">
            <a:solidFill>
              <a:srgbClr val="D8D0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31300" y="2044700"/>
            <a:ext cx="787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457700" y="2590800"/>
            <a:ext cx="698500" cy="1473200"/>
          </a:xfrm>
          <a:prstGeom prst="roundRect">
            <a:avLst>
              <a:gd name="adj" fmla="val 7855"/>
            </a:avLst>
          </a:prstGeom>
          <a:solidFill>
            <a:srgbClr val="E3F4E1"/>
          </a:solidFill>
          <a:ln w="12700">
            <a:solidFill>
              <a:srgbClr val="00A651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4483100" y="2628900"/>
            <a:ext cx="647700" cy="330200"/>
          </a:xfrm>
          <a:prstGeom prst="rect">
            <a:avLst/>
          </a:prstGeom>
          <a:solidFill>
            <a:srgbClr val="E3F4E1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89450" y="2692400"/>
            <a:ext cx="177800" cy="152400"/>
          </a:xfrm>
          <a:prstGeom prst="rect">
            <a:avLst/>
          </a:prstGeom>
          <a:solidFill>
            <a:srgbClr val="E7EFC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86300" y="2692400"/>
            <a:ext cx="165100" cy="152400"/>
          </a:xfrm>
          <a:prstGeom prst="rect">
            <a:avLst/>
          </a:prstGeom>
          <a:solidFill>
            <a:srgbClr val="FFFFFF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70450" y="2692400"/>
            <a:ext cx="254000" cy="152400"/>
          </a:xfrm>
          <a:prstGeom prst="rect">
            <a:avLst/>
          </a:prstGeom>
          <a:solidFill>
            <a:srgbClr val="E9DCE6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86300" y="2679700"/>
            <a:ext cx="165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4483100" y="2990850"/>
            <a:ext cx="647700" cy="330200"/>
          </a:xfrm>
          <a:prstGeom prst="rect">
            <a:avLst/>
          </a:prstGeom>
          <a:solidFill>
            <a:srgbClr val="E3F4E1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89450" y="3048000"/>
            <a:ext cx="177800" cy="152400"/>
          </a:xfrm>
          <a:prstGeom prst="rect">
            <a:avLst/>
          </a:prstGeom>
          <a:solidFill>
            <a:srgbClr val="E7EFC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86300" y="3048000"/>
            <a:ext cx="165100" cy="152400"/>
          </a:xfrm>
          <a:prstGeom prst="rect">
            <a:avLst/>
          </a:prstGeom>
          <a:solidFill>
            <a:srgbClr val="FFFFFF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70450" y="3048000"/>
            <a:ext cx="254000" cy="152400"/>
          </a:xfrm>
          <a:prstGeom prst="rect">
            <a:avLst/>
          </a:prstGeom>
          <a:solidFill>
            <a:srgbClr val="E9DCE6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86300" y="3035300"/>
            <a:ext cx="165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483100" y="3352800"/>
            <a:ext cx="647700" cy="330200"/>
          </a:xfrm>
          <a:prstGeom prst="rect">
            <a:avLst/>
          </a:prstGeom>
          <a:solidFill>
            <a:srgbClr val="E3F4E1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89450" y="3403600"/>
            <a:ext cx="177800" cy="152400"/>
          </a:xfrm>
          <a:prstGeom prst="rect">
            <a:avLst/>
          </a:prstGeom>
          <a:solidFill>
            <a:srgbClr val="E7EFC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86300" y="3403600"/>
            <a:ext cx="165100" cy="152400"/>
          </a:xfrm>
          <a:prstGeom prst="rect">
            <a:avLst/>
          </a:prstGeom>
          <a:solidFill>
            <a:srgbClr val="FFFFFF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70450" y="3403600"/>
            <a:ext cx="254000" cy="152400"/>
          </a:xfrm>
          <a:prstGeom prst="rect">
            <a:avLst/>
          </a:prstGeom>
          <a:solidFill>
            <a:srgbClr val="E9DCE6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6300" y="3390900"/>
            <a:ext cx="165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4483100" y="3714750"/>
            <a:ext cx="647700" cy="330200"/>
          </a:xfrm>
          <a:prstGeom prst="rect">
            <a:avLst/>
          </a:prstGeom>
          <a:solidFill>
            <a:srgbClr val="E3F4E1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489450" y="3771900"/>
            <a:ext cx="177800" cy="152400"/>
          </a:xfrm>
          <a:prstGeom prst="rect">
            <a:avLst/>
          </a:prstGeom>
          <a:solidFill>
            <a:srgbClr val="E7EFC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86300" y="3771900"/>
            <a:ext cx="165100" cy="152400"/>
          </a:xfrm>
          <a:prstGeom prst="rect">
            <a:avLst/>
          </a:prstGeom>
          <a:solidFill>
            <a:srgbClr val="FFFFFF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70450" y="3771900"/>
            <a:ext cx="254000" cy="152400"/>
          </a:xfrm>
          <a:prstGeom prst="rect">
            <a:avLst/>
          </a:prstGeom>
          <a:solidFill>
            <a:srgbClr val="E9DCE6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86300" y="3759200"/>
            <a:ext cx="165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6184900" y="2336800"/>
            <a:ext cx="723900" cy="1778000"/>
          </a:xfrm>
          <a:prstGeom prst="rect">
            <a:avLst/>
          </a:prstGeom>
          <a:solidFill>
            <a:srgbClr val="D8C8B8"/>
          </a:solidFill>
          <a:ln w="9525">
            <a:solidFill>
              <a:srgbClr val="B0907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84900" y="2349500"/>
            <a:ext cx="7239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800" b="1" dirty="0">
                <a:solidFill>
                  <a:srgbClr val="5C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</a:t>
            </a:r>
            <a:endParaRPr lang="en-US" sz="800" dirty="0"/>
          </a:p>
          <a:p>
            <a:pPr algn="ctr" indent="0" marL="0">
              <a:lnSpc>
                <a:spcPts val="950"/>
              </a:lnSpc>
              <a:buNone/>
            </a:pPr>
            <a:r>
              <a:rPr lang="en-US" sz="800" b="1" dirty="0">
                <a:solidFill>
                  <a:srgbClr val="5C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749800" y="2768600"/>
            <a:ext cx="201295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6877050" y="2768600"/>
            <a:ext cx="31115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4749800" y="3124200"/>
            <a:ext cx="187325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6737350" y="3124200"/>
            <a:ext cx="45085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4749800" y="3479800"/>
            <a:ext cx="169545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6559550" y="3479800"/>
            <a:ext cx="62865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4749800" y="3848100"/>
            <a:ext cx="154305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6407150" y="3848100"/>
            <a:ext cx="78105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5308600" y="2654300"/>
            <a:ext cx="342900" cy="228600"/>
          </a:xfrm>
          <a:prstGeom prst="rect">
            <a:avLst/>
          </a:prstGeom>
          <a:solidFill>
            <a:srgbClr val="96D6A2"/>
          </a:solidFill>
          <a:ln w="12700">
            <a:solidFill>
              <a:srgbClr val="5FA87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308600" y="265430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50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5676900" y="26797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775960" y="26797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875020" y="26797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981700" y="2667000"/>
            <a:ext cx="165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5308600" y="3009900"/>
            <a:ext cx="342900" cy="228600"/>
          </a:xfrm>
          <a:prstGeom prst="rect">
            <a:avLst/>
          </a:prstGeom>
          <a:solidFill>
            <a:srgbClr val="96D6A2"/>
          </a:solidFill>
          <a:ln w="12700">
            <a:solidFill>
              <a:srgbClr val="5FA87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308600" y="300990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50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5676900" y="30353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775960" y="30353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875020" y="30353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981700" y="3022600"/>
            <a:ext cx="165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5308600" y="3365500"/>
            <a:ext cx="342900" cy="228600"/>
          </a:xfrm>
          <a:prstGeom prst="rect">
            <a:avLst/>
          </a:prstGeom>
          <a:solidFill>
            <a:srgbClr val="96D6A2"/>
          </a:solidFill>
          <a:ln w="12700">
            <a:solidFill>
              <a:srgbClr val="5FA87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308600" y="336550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50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650" dirty="0"/>
          </a:p>
        </p:txBody>
      </p:sp>
      <p:sp>
        <p:nvSpPr>
          <p:cNvPr id="60" name="Shape 58"/>
          <p:cNvSpPr/>
          <p:nvPr/>
        </p:nvSpPr>
        <p:spPr>
          <a:xfrm>
            <a:off x="5676900" y="33909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75960" y="33909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875020" y="33909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981700" y="3378200"/>
            <a:ext cx="165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5308600" y="3746500"/>
            <a:ext cx="342900" cy="228600"/>
          </a:xfrm>
          <a:prstGeom prst="rect">
            <a:avLst/>
          </a:prstGeom>
          <a:solidFill>
            <a:srgbClr val="96D6A2"/>
          </a:solidFill>
          <a:ln w="12700">
            <a:solidFill>
              <a:srgbClr val="5FA87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308600" y="374650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50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5676900" y="37719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775960" y="37719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875020" y="37719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981700" y="3759200"/>
            <a:ext cx="165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 flipV="1">
            <a:off x="6350000" y="2768600"/>
            <a:ext cx="469900" cy="1092200"/>
          </a:xfrm>
          <a:prstGeom prst="line">
            <a:avLst/>
          </a:prstGeom>
          <a:noFill/>
          <a:ln w="1016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71" name="Shape 69"/>
          <p:cNvSpPr/>
          <p:nvPr/>
        </p:nvSpPr>
        <p:spPr>
          <a:xfrm flipV="1">
            <a:off x="6350000" y="3124200"/>
            <a:ext cx="330200" cy="736600"/>
          </a:xfrm>
          <a:prstGeom prst="line">
            <a:avLst/>
          </a:prstGeom>
          <a:noFill/>
          <a:ln w="1016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72" name="Shape 70"/>
          <p:cNvSpPr/>
          <p:nvPr/>
        </p:nvSpPr>
        <p:spPr>
          <a:xfrm flipV="1">
            <a:off x="6350000" y="3479800"/>
            <a:ext cx="152400" cy="381000"/>
          </a:xfrm>
          <a:prstGeom prst="line">
            <a:avLst/>
          </a:prstGeom>
          <a:noFill/>
          <a:ln w="1016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73" name="Shape 71"/>
          <p:cNvSpPr/>
          <p:nvPr/>
        </p:nvSpPr>
        <p:spPr>
          <a:xfrm flipH="1">
            <a:off x="6731000" y="2768600"/>
            <a:ext cx="88900" cy="1778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flipV="1">
            <a:off x="6680200" y="2946400"/>
            <a:ext cx="50800" cy="1778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  <a:tailEnd type="triangle"/>
          </a:ln>
        </p:spPr>
      </p:sp>
      <p:sp>
        <p:nvSpPr>
          <p:cNvPr id="75" name="Shape 73"/>
          <p:cNvSpPr/>
          <p:nvPr/>
        </p:nvSpPr>
        <p:spPr>
          <a:xfrm flipH="1">
            <a:off x="6578600" y="3124200"/>
            <a:ext cx="101600" cy="1778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flipH="1">
            <a:off x="6502400" y="3302000"/>
            <a:ext cx="76200" cy="1778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 flipH="1">
            <a:off x="6413500" y="3479800"/>
            <a:ext cx="88900" cy="1778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 flipV="1">
            <a:off x="6350000" y="3657600"/>
            <a:ext cx="63500" cy="2032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  <a:tailEnd type="triangle"/>
          </a:ln>
        </p:spPr>
      </p:sp>
      <p:sp>
        <p:nvSpPr>
          <p:cNvPr id="79" name="Shape 77"/>
          <p:cNvSpPr/>
          <p:nvPr/>
        </p:nvSpPr>
        <p:spPr>
          <a:xfrm flipV="1">
            <a:off x="6629400" y="3124200"/>
            <a:ext cx="50800" cy="5334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  <a:tailEnd type="triangle"/>
          </a:ln>
        </p:spPr>
      </p:sp>
      <p:sp>
        <p:nvSpPr>
          <p:cNvPr id="80" name="Shape 78"/>
          <p:cNvSpPr/>
          <p:nvPr/>
        </p:nvSpPr>
        <p:spPr>
          <a:xfrm flipV="1">
            <a:off x="6350000" y="3657600"/>
            <a:ext cx="279400" cy="2032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  <a:tailEnd type="triangle"/>
          </a:ln>
        </p:spPr>
      </p:sp>
      <p:sp>
        <p:nvSpPr>
          <p:cNvPr id="81" name="Shape 79"/>
          <p:cNvSpPr/>
          <p:nvPr/>
        </p:nvSpPr>
        <p:spPr>
          <a:xfrm flipH="1">
            <a:off x="6680200" y="2768600"/>
            <a:ext cx="139700" cy="3556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 flipH="1">
            <a:off x="6502400" y="3124200"/>
            <a:ext cx="177800" cy="3556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 flipH="1">
            <a:off x="6350000" y="3479800"/>
            <a:ext cx="152400" cy="3810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775450" y="2724150"/>
            <a:ext cx="88900" cy="88900"/>
          </a:xfrm>
          <a:prstGeom prst="ellipse">
            <a:avLst/>
          </a:prstGeom>
          <a:solidFill>
            <a:srgbClr val="1F3FBF"/>
          </a:solidFill>
          <a:ln w="9525">
            <a:solidFill>
              <a:srgbClr val="C9DFF5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635750" y="3079750"/>
            <a:ext cx="88900" cy="88900"/>
          </a:xfrm>
          <a:prstGeom prst="ellipse">
            <a:avLst/>
          </a:prstGeom>
          <a:solidFill>
            <a:srgbClr val="1F3FBF"/>
          </a:solidFill>
          <a:ln w="9525">
            <a:solidFill>
              <a:srgbClr val="C9DFF5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457950" y="3435350"/>
            <a:ext cx="88900" cy="88900"/>
          </a:xfrm>
          <a:prstGeom prst="ellipse">
            <a:avLst/>
          </a:prstGeom>
          <a:solidFill>
            <a:srgbClr val="1F3FBF"/>
          </a:solidFill>
          <a:ln w="9525">
            <a:solidFill>
              <a:srgbClr val="C9DFF5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305550" y="3816350"/>
            <a:ext cx="88900" cy="88900"/>
          </a:xfrm>
          <a:prstGeom prst="ellipse">
            <a:avLst/>
          </a:prstGeom>
          <a:solidFill>
            <a:srgbClr val="1F3FBF"/>
          </a:solidFill>
          <a:ln w="9525">
            <a:solidFill>
              <a:srgbClr val="C9DFF5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702425" y="2917825"/>
            <a:ext cx="57150" cy="57150"/>
          </a:xfrm>
          <a:prstGeom prst="ellipse">
            <a:avLst/>
          </a:prstGeom>
          <a:solidFill>
            <a:srgbClr val="1F3FBF"/>
          </a:solidFill>
          <a:ln w="9525">
            <a:solidFill>
              <a:srgbClr val="C9DFF5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550025" y="3273425"/>
            <a:ext cx="57150" cy="57150"/>
          </a:xfrm>
          <a:prstGeom prst="ellipse">
            <a:avLst/>
          </a:prstGeom>
          <a:solidFill>
            <a:srgbClr val="1F3FBF"/>
          </a:solidFill>
          <a:ln w="9525">
            <a:solidFill>
              <a:srgbClr val="C9DFF5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384925" y="3629025"/>
            <a:ext cx="57150" cy="57150"/>
          </a:xfrm>
          <a:prstGeom prst="ellipse">
            <a:avLst/>
          </a:prstGeom>
          <a:solidFill>
            <a:srgbClr val="1F3FBF"/>
          </a:solidFill>
          <a:ln w="9525">
            <a:solidFill>
              <a:srgbClr val="C9DFF5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600825" y="3629025"/>
            <a:ext cx="57150" cy="57150"/>
          </a:xfrm>
          <a:prstGeom prst="ellipse">
            <a:avLst/>
          </a:prstGeom>
          <a:solidFill>
            <a:srgbClr val="1F3FBF"/>
          </a:solidFill>
          <a:ln w="9525">
            <a:solidFill>
              <a:srgbClr val="C9DFF5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946900" y="2311400"/>
            <a:ext cx="266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K,q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 flipH="1">
            <a:off x="6908800" y="2400300"/>
            <a:ext cx="3175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</a:ln>
        </p:spPr>
      </p:sp>
      <p:pic>
        <p:nvPicPr>
          <p:cNvPr id="94" name="Image 0" descr="/home/ahmed/Projects/ai_llm_slides/videos/deep-learning/001_transformers_part1/recreated_pptx/build/assets/eq_039_fraction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6858" y="2311908"/>
            <a:ext cx="234696" cy="298704"/>
          </a:xfrm>
          <a:prstGeom prst="rect">
            <a:avLst/>
          </a:prstGeom>
        </p:spPr>
      </p:pic>
      <p:sp>
        <p:nvSpPr>
          <p:cNvPr id="95" name="Shape 92"/>
          <p:cNvSpPr/>
          <p:nvPr/>
        </p:nvSpPr>
        <p:spPr>
          <a:xfrm>
            <a:off x="7645400" y="2454910"/>
            <a:ext cx="190500" cy="154940"/>
          </a:xfrm>
          <a:prstGeom prst="rect">
            <a:avLst/>
          </a:prstGeom>
          <a:ln w="6350">
            <a:solidFill>
              <a:srgbClr val="C00000"/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7826375" y="2724150"/>
            <a:ext cx="69850" cy="2667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97" name="Shape 94"/>
          <p:cNvSpPr/>
          <p:nvPr/>
        </p:nvSpPr>
        <p:spPr>
          <a:xfrm>
            <a:off x="7842091" y="2744470"/>
            <a:ext cx="38418" cy="7493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98" name="Shape 95"/>
          <p:cNvSpPr/>
          <p:nvPr/>
        </p:nvSpPr>
        <p:spPr>
          <a:xfrm>
            <a:off x="7239000" y="2349500"/>
            <a:ext cx="266700" cy="1752600"/>
          </a:xfrm>
          <a:prstGeom prst="rect">
            <a:avLst/>
          </a:prstGeom>
          <a:solidFill>
            <a:srgbClr val="FFC4CB"/>
          </a:solidFill>
          <a:ln w="9525">
            <a:solidFill>
              <a:srgbClr val="E8A0AC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 rot="16200000">
            <a:off x="6477000" y="3124200"/>
            <a:ext cx="1790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by √d</a:t>
            </a:r>
            <a:endParaRPr lang="en-US" sz="750" dirty="0"/>
          </a:p>
        </p:txBody>
      </p:sp>
      <p:sp>
        <p:nvSpPr>
          <p:cNvPr id="100" name="Shape 97"/>
          <p:cNvSpPr/>
          <p:nvPr/>
        </p:nvSpPr>
        <p:spPr>
          <a:xfrm>
            <a:off x="7912100" y="2336800"/>
            <a:ext cx="266700" cy="1765300"/>
          </a:xfrm>
          <a:prstGeom prst="rect">
            <a:avLst/>
          </a:prstGeom>
          <a:solidFill>
            <a:srgbClr val="F8DEFA"/>
          </a:solidFill>
          <a:ln w="9525">
            <a:solidFill>
              <a:srgbClr val="D8B0E0"/>
            </a:solidFill>
            <a:prstDash val="solid"/>
          </a:ln>
        </p:spPr>
      </p:sp>
      <p:sp>
        <p:nvSpPr>
          <p:cNvPr id="101" name="Text 98"/>
          <p:cNvSpPr/>
          <p:nvPr/>
        </p:nvSpPr>
        <p:spPr>
          <a:xfrm rot="16200000">
            <a:off x="7150100" y="3117850"/>
            <a:ext cx="17653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B3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max</a:t>
            </a:r>
            <a:endParaRPr lang="en-US" sz="750" dirty="0"/>
          </a:p>
        </p:txBody>
      </p:sp>
      <p:sp>
        <p:nvSpPr>
          <p:cNvPr id="102" name="Shape 99"/>
          <p:cNvSpPr/>
          <p:nvPr/>
        </p:nvSpPr>
        <p:spPr>
          <a:xfrm>
            <a:off x="8432800" y="2336800"/>
            <a:ext cx="1155700" cy="190500"/>
          </a:xfrm>
          <a:prstGeom prst="rect">
            <a:avLst/>
          </a:prstGeom>
          <a:solidFill>
            <a:srgbClr val="E8F8F8"/>
          </a:solidFill>
          <a:ln w="9525">
            <a:solidFill>
              <a:srgbClr val="AEBDB8"/>
            </a:solidFill>
            <a:prstDash val="solid"/>
          </a:ln>
        </p:spPr>
      </p:sp>
      <p:sp>
        <p:nvSpPr>
          <p:cNvPr id="103" name="Text 100"/>
          <p:cNvSpPr/>
          <p:nvPr/>
        </p:nvSpPr>
        <p:spPr>
          <a:xfrm>
            <a:off x="8432800" y="2336800"/>
            <a:ext cx="1155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4A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300" dirty="0"/>
          </a:p>
        </p:txBody>
      </p:sp>
      <p:sp>
        <p:nvSpPr>
          <p:cNvPr id="104" name="Shape 101"/>
          <p:cNvSpPr/>
          <p:nvPr/>
        </p:nvSpPr>
        <p:spPr>
          <a:xfrm>
            <a:off x="8229600" y="2565400"/>
            <a:ext cx="298450" cy="19050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5" name="Shape 102"/>
          <p:cNvSpPr/>
          <p:nvPr/>
        </p:nvSpPr>
        <p:spPr>
          <a:xfrm flipV="1">
            <a:off x="8566150" y="2552700"/>
            <a:ext cx="0" cy="7620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6" name="Shape 103"/>
          <p:cNvSpPr/>
          <p:nvPr/>
        </p:nvSpPr>
        <p:spPr>
          <a:xfrm>
            <a:off x="8229600" y="2781300"/>
            <a:ext cx="565150" cy="33655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7" name="Shape 104"/>
          <p:cNvSpPr/>
          <p:nvPr/>
        </p:nvSpPr>
        <p:spPr>
          <a:xfrm flipV="1">
            <a:off x="8832850" y="2552700"/>
            <a:ext cx="0" cy="43815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8" name="Shape 105"/>
          <p:cNvSpPr/>
          <p:nvPr/>
        </p:nvSpPr>
        <p:spPr>
          <a:xfrm>
            <a:off x="8229600" y="2997200"/>
            <a:ext cx="819150" cy="46355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9" name="Shape 106"/>
          <p:cNvSpPr/>
          <p:nvPr/>
        </p:nvSpPr>
        <p:spPr>
          <a:xfrm flipV="1">
            <a:off x="9086850" y="2552700"/>
            <a:ext cx="0" cy="78105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10" name="Shape 107"/>
          <p:cNvSpPr/>
          <p:nvPr/>
        </p:nvSpPr>
        <p:spPr>
          <a:xfrm>
            <a:off x="8229600" y="3213100"/>
            <a:ext cx="1104900" cy="63500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11" name="Shape 108"/>
          <p:cNvSpPr/>
          <p:nvPr/>
        </p:nvSpPr>
        <p:spPr>
          <a:xfrm flipV="1">
            <a:off x="9372600" y="2552700"/>
            <a:ext cx="0" cy="116840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12" name="Shape 109"/>
          <p:cNvSpPr/>
          <p:nvPr/>
        </p:nvSpPr>
        <p:spPr>
          <a:xfrm>
            <a:off x="10553700" y="2565400"/>
            <a:ext cx="736600" cy="1651000"/>
          </a:xfrm>
          <a:prstGeom prst="roundRect">
            <a:avLst>
              <a:gd name="adj" fmla="val 7448"/>
            </a:avLst>
          </a:prstGeom>
          <a:solidFill>
            <a:srgbClr val="E7FEE8"/>
          </a:solidFill>
          <a:ln w="12700">
            <a:solidFill>
              <a:srgbClr val="00A651"/>
            </a:solidFill>
            <a:prstDash val="dash"/>
          </a:ln>
        </p:spPr>
      </p:sp>
      <p:sp>
        <p:nvSpPr>
          <p:cNvPr id="113" name="Shape 110"/>
          <p:cNvSpPr/>
          <p:nvPr/>
        </p:nvSpPr>
        <p:spPr>
          <a:xfrm>
            <a:off x="10058400" y="2603500"/>
            <a:ext cx="431800" cy="304800"/>
          </a:xfrm>
          <a:prstGeom prst="rect">
            <a:avLst/>
          </a:prstGeom>
          <a:solidFill>
            <a:srgbClr val="A9CFDC"/>
          </a:solidFill>
          <a:ln w="12700">
            <a:solidFill>
              <a:srgbClr val="1F3FBF"/>
            </a:solidFill>
            <a:prstDash val="solid"/>
          </a:ln>
        </p:spPr>
      </p:sp>
      <p:sp>
        <p:nvSpPr>
          <p:cNvPr id="114" name="Text 111"/>
          <p:cNvSpPr/>
          <p:nvPr/>
        </p:nvSpPr>
        <p:spPr>
          <a:xfrm>
            <a:off x="10058400" y="2603500"/>
            <a:ext cx="431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500" b="1" baseline="30000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700" dirty="0"/>
          </a:p>
        </p:txBody>
      </p:sp>
      <p:sp>
        <p:nvSpPr>
          <p:cNvPr id="115" name="Text 112"/>
          <p:cNvSpPr/>
          <p:nvPr/>
        </p:nvSpPr>
        <p:spPr>
          <a:xfrm>
            <a:off x="9563100" y="26035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116" name="Shape 113"/>
          <p:cNvSpPr/>
          <p:nvPr/>
        </p:nvSpPr>
        <p:spPr>
          <a:xfrm>
            <a:off x="9753600" y="2641600"/>
            <a:ext cx="88900" cy="127000"/>
          </a:xfrm>
          <a:prstGeom prst="rect">
            <a:avLst/>
          </a:prstGeom>
          <a:solidFill>
            <a:srgbClr val="FCFED0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9842500" y="2641600"/>
            <a:ext cx="88900" cy="127000"/>
          </a:xfrm>
          <a:prstGeom prst="rect">
            <a:avLst/>
          </a:prstGeom>
          <a:solidFill>
            <a:srgbClr val="F8DDEF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9931400" y="2641600"/>
            <a:ext cx="88900" cy="127000"/>
          </a:xfrm>
          <a:prstGeom prst="rect">
            <a:avLst/>
          </a:prstGeom>
          <a:solidFill>
            <a:srgbClr val="E4E6F5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10560050" y="2647950"/>
            <a:ext cx="723900" cy="254000"/>
          </a:xfrm>
          <a:prstGeom prst="rect">
            <a:avLst/>
          </a:prstGeom>
          <a:ln w="5080">
            <a:solidFill>
              <a:srgbClr val="A65B4F"/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10566400" y="2654300"/>
            <a:ext cx="228600" cy="241300"/>
          </a:xfrm>
          <a:prstGeom prst="rect">
            <a:avLst/>
          </a:prstGeom>
          <a:solidFill>
            <a:srgbClr val="E8F1C6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10795000" y="2654300"/>
            <a:ext cx="127000" cy="241300"/>
          </a:xfrm>
          <a:prstGeom prst="rect">
            <a:avLst/>
          </a:prstGeom>
          <a:solidFill>
            <a:srgbClr val="FFFFFF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>
            <a:off x="10922000" y="2654300"/>
            <a:ext cx="241300" cy="241300"/>
          </a:xfrm>
          <a:prstGeom prst="rect">
            <a:avLst/>
          </a:prstGeom>
          <a:solidFill>
            <a:srgbClr val="E2E0EE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11163300" y="2654300"/>
            <a:ext cx="120650" cy="241300"/>
          </a:xfrm>
          <a:prstGeom prst="rect">
            <a:avLst/>
          </a:prstGeom>
          <a:solidFill>
            <a:srgbClr val="EBD9E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124" name="Text 121"/>
          <p:cNvSpPr/>
          <p:nvPr/>
        </p:nvSpPr>
        <p:spPr>
          <a:xfrm>
            <a:off x="10795000" y="2667000"/>
            <a:ext cx="127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00" dirty="0"/>
          </a:p>
        </p:txBody>
      </p:sp>
      <p:sp>
        <p:nvSpPr>
          <p:cNvPr id="125" name="Shape 122"/>
          <p:cNvSpPr/>
          <p:nvPr/>
        </p:nvSpPr>
        <p:spPr>
          <a:xfrm>
            <a:off x="10058400" y="2959100"/>
            <a:ext cx="431800" cy="304800"/>
          </a:xfrm>
          <a:prstGeom prst="rect">
            <a:avLst/>
          </a:prstGeom>
          <a:solidFill>
            <a:srgbClr val="A9CFDC"/>
          </a:solidFill>
          <a:ln w="12700">
            <a:solidFill>
              <a:srgbClr val="1F3FBF"/>
            </a:solidFill>
            <a:prstDash val="solid"/>
          </a:ln>
        </p:spPr>
      </p:sp>
      <p:sp>
        <p:nvSpPr>
          <p:cNvPr id="126" name="Text 123"/>
          <p:cNvSpPr/>
          <p:nvPr/>
        </p:nvSpPr>
        <p:spPr>
          <a:xfrm>
            <a:off x="10058400" y="2959100"/>
            <a:ext cx="431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500" b="1" baseline="30000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700" dirty="0"/>
          </a:p>
        </p:txBody>
      </p:sp>
      <p:sp>
        <p:nvSpPr>
          <p:cNvPr id="127" name="Text 124"/>
          <p:cNvSpPr/>
          <p:nvPr/>
        </p:nvSpPr>
        <p:spPr>
          <a:xfrm>
            <a:off x="9563100" y="29591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128" name="Shape 125"/>
          <p:cNvSpPr/>
          <p:nvPr/>
        </p:nvSpPr>
        <p:spPr>
          <a:xfrm>
            <a:off x="9753600" y="2997200"/>
            <a:ext cx="88900" cy="127000"/>
          </a:xfrm>
          <a:prstGeom prst="rect">
            <a:avLst/>
          </a:prstGeom>
          <a:solidFill>
            <a:srgbClr val="FCFED0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9842500" y="2997200"/>
            <a:ext cx="88900" cy="127000"/>
          </a:xfrm>
          <a:prstGeom prst="rect">
            <a:avLst/>
          </a:prstGeom>
          <a:solidFill>
            <a:srgbClr val="F8DDEF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130" name="Shape 127"/>
          <p:cNvSpPr/>
          <p:nvPr/>
        </p:nvSpPr>
        <p:spPr>
          <a:xfrm>
            <a:off x="9931400" y="2997200"/>
            <a:ext cx="88900" cy="127000"/>
          </a:xfrm>
          <a:prstGeom prst="rect">
            <a:avLst/>
          </a:prstGeom>
          <a:solidFill>
            <a:srgbClr val="E4E6F5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131" name="Shape 128"/>
          <p:cNvSpPr/>
          <p:nvPr/>
        </p:nvSpPr>
        <p:spPr>
          <a:xfrm>
            <a:off x="10560050" y="3003550"/>
            <a:ext cx="723900" cy="254000"/>
          </a:xfrm>
          <a:prstGeom prst="rect">
            <a:avLst/>
          </a:prstGeom>
          <a:ln w="5080">
            <a:solidFill>
              <a:srgbClr val="A65B4F"/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10566400" y="3009900"/>
            <a:ext cx="228600" cy="241300"/>
          </a:xfrm>
          <a:prstGeom prst="rect">
            <a:avLst/>
          </a:prstGeom>
          <a:solidFill>
            <a:srgbClr val="E8F1C6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10795000" y="3009900"/>
            <a:ext cx="127000" cy="241300"/>
          </a:xfrm>
          <a:prstGeom prst="rect">
            <a:avLst/>
          </a:prstGeom>
          <a:solidFill>
            <a:srgbClr val="FFFFFF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134" name="Shape 131"/>
          <p:cNvSpPr/>
          <p:nvPr/>
        </p:nvSpPr>
        <p:spPr>
          <a:xfrm>
            <a:off x="10922000" y="3009900"/>
            <a:ext cx="241300" cy="241300"/>
          </a:xfrm>
          <a:prstGeom prst="rect">
            <a:avLst/>
          </a:prstGeom>
          <a:solidFill>
            <a:srgbClr val="E2E0EE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135" name="Shape 132"/>
          <p:cNvSpPr/>
          <p:nvPr/>
        </p:nvSpPr>
        <p:spPr>
          <a:xfrm>
            <a:off x="11163300" y="3009900"/>
            <a:ext cx="120650" cy="241300"/>
          </a:xfrm>
          <a:prstGeom prst="rect">
            <a:avLst/>
          </a:prstGeom>
          <a:solidFill>
            <a:srgbClr val="EBD9E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136" name="Text 133"/>
          <p:cNvSpPr/>
          <p:nvPr/>
        </p:nvSpPr>
        <p:spPr>
          <a:xfrm>
            <a:off x="10795000" y="3022600"/>
            <a:ext cx="127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" dirty="0"/>
          </a:p>
        </p:txBody>
      </p:sp>
      <p:sp>
        <p:nvSpPr>
          <p:cNvPr id="137" name="Shape 134"/>
          <p:cNvSpPr/>
          <p:nvPr/>
        </p:nvSpPr>
        <p:spPr>
          <a:xfrm>
            <a:off x="10058400" y="3314700"/>
            <a:ext cx="431800" cy="304800"/>
          </a:xfrm>
          <a:prstGeom prst="rect">
            <a:avLst/>
          </a:prstGeom>
          <a:solidFill>
            <a:srgbClr val="A9CFDC"/>
          </a:solidFill>
          <a:ln w="12700">
            <a:solidFill>
              <a:srgbClr val="1F3FBF"/>
            </a:solidFill>
            <a:prstDash val="solid"/>
          </a:ln>
        </p:spPr>
      </p:sp>
      <p:sp>
        <p:nvSpPr>
          <p:cNvPr id="138" name="Text 135"/>
          <p:cNvSpPr/>
          <p:nvPr/>
        </p:nvSpPr>
        <p:spPr>
          <a:xfrm>
            <a:off x="10058400" y="3314700"/>
            <a:ext cx="431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500" b="1" baseline="30000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700" dirty="0"/>
          </a:p>
        </p:txBody>
      </p:sp>
      <p:sp>
        <p:nvSpPr>
          <p:cNvPr id="139" name="Text 136"/>
          <p:cNvSpPr/>
          <p:nvPr/>
        </p:nvSpPr>
        <p:spPr>
          <a:xfrm>
            <a:off x="9563100" y="33147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140" name="Shape 137"/>
          <p:cNvSpPr/>
          <p:nvPr/>
        </p:nvSpPr>
        <p:spPr>
          <a:xfrm>
            <a:off x="9753600" y="3352800"/>
            <a:ext cx="88900" cy="127000"/>
          </a:xfrm>
          <a:prstGeom prst="rect">
            <a:avLst/>
          </a:prstGeom>
          <a:solidFill>
            <a:srgbClr val="FCFED0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9842500" y="3352800"/>
            <a:ext cx="88900" cy="127000"/>
          </a:xfrm>
          <a:prstGeom prst="rect">
            <a:avLst/>
          </a:prstGeom>
          <a:solidFill>
            <a:srgbClr val="F8DDEF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9931400" y="3352800"/>
            <a:ext cx="88900" cy="127000"/>
          </a:xfrm>
          <a:prstGeom prst="rect">
            <a:avLst/>
          </a:prstGeom>
          <a:solidFill>
            <a:srgbClr val="E4E6F5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10560050" y="3359150"/>
            <a:ext cx="723900" cy="254000"/>
          </a:xfrm>
          <a:prstGeom prst="rect">
            <a:avLst/>
          </a:prstGeom>
          <a:ln w="5080">
            <a:solidFill>
              <a:srgbClr val="A65B4F"/>
            </a:solidFill>
            <a:prstDash val="solid"/>
          </a:ln>
        </p:spPr>
      </p:sp>
      <p:sp>
        <p:nvSpPr>
          <p:cNvPr id="144" name="Shape 141"/>
          <p:cNvSpPr/>
          <p:nvPr/>
        </p:nvSpPr>
        <p:spPr>
          <a:xfrm>
            <a:off x="10566400" y="3365500"/>
            <a:ext cx="228600" cy="241300"/>
          </a:xfrm>
          <a:prstGeom prst="rect">
            <a:avLst/>
          </a:prstGeom>
          <a:solidFill>
            <a:srgbClr val="E8F1C6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145" name="Shape 142"/>
          <p:cNvSpPr/>
          <p:nvPr/>
        </p:nvSpPr>
        <p:spPr>
          <a:xfrm>
            <a:off x="10795000" y="3365500"/>
            <a:ext cx="127000" cy="241300"/>
          </a:xfrm>
          <a:prstGeom prst="rect">
            <a:avLst/>
          </a:prstGeom>
          <a:solidFill>
            <a:srgbClr val="FFFFFF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10922000" y="3365500"/>
            <a:ext cx="241300" cy="241300"/>
          </a:xfrm>
          <a:prstGeom prst="rect">
            <a:avLst/>
          </a:prstGeom>
          <a:solidFill>
            <a:srgbClr val="E2E0EE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147" name="Shape 144"/>
          <p:cNvSpPr/>
          <p:nvPr/>
        </p:nvSpPr>
        <p:spPr>
          <a:xfrm>
            <a:off x="11163300" y="3365500"/>
            <a:ext cx="120650" cy="241300"/>
          </a:xfrm>
          <a:prstGeom prst="rect">
            <a:avLst/>
          </a:prstGeom>
          <a:solidFill>
            <a:srgbClr val="EBD9E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148" name="Text 145"/>
          <p:cNvSpPr/>
          <p:nvPr/>
        </p:nvSpPr>
        <p:spPr>
          <a:xfrm>
            <a:off x="10795000" y="3378200"/>
            <a:ext cx="127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00" dirty="0"/>
          </a:p>
        </p:txBody>
      </p:sp>
      <p:sp>
        <p:nvSpPr>
          <p:cNvPr id="149" name="Shape 146"/>
          <p:cNvSpPr/>
          <p:nvPr/>
        </p:nvSpPr>
        <p:spPr>
          <a:xfrm>
            <a:off x="10058400" y="3695700"/>
            <a:ext cx="431800" cy="304800"/>
          </a:xfrm>
          <a:prstGeom prst="rect">
            <a:avLst/>
          </a:prstGeom>
          <a:solidFill>
            <a:srgbClr val="A9CFDC"/>
          </a:solidFill>
          <a:ln w="12700">
            <a:solidFill>
              <a:srgbClr val="1F3FBF"/>
            </a:solidFill>
            <a:prstDash val="solid"/>
          </a:ln>
        </p:spPr>
      </p:sp>
      <p:sp>
        <p:nvSpPr>
          <p:cNvPr id="150" name="Text 147"/>
          <p:cNvSpPr/>
          <p:nvPr/>
        </p:nvSpPr>
        <p:spPr>
          <a:xfrm>
            <a:off x="10058400" y="3695700"/>
            <a:ext cx="431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500" b="1" baseline="30000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700" dirty="0"/>
          </a:p>
        </p:txBody>
      </p:sp>
      <p:sp>
        <p:nvSpPr>
          <p:cNvPr id="151" name="Text 148"/>
          <p:cNvSpPr/>
          <p:nvPr/>
        </p:nvSpPr>
        <p:spPr>
          <a:xfrm>
            <a:off x="9563100" y="36830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" dirty="0"/>
          </a:p>
        </p:txBody>
      </p:sp>
      <p:sp>
        <p:nvSpPr>
          <p:cNvPr id="152" name="Shape 149"/>
          <p:cNvSpPr/>
          <p:nvPr/>
        </p:nvSpPr>
        <p:spPr>
          <a:xfrm>
            <a:off x="9753600" y="3721100"/>
            <a:ext cx="88900" cy="127000"/>
          </a:xfrm>
          <a:prstGeom prst="rect">
            <a:avLst/>
          </a:prstGeom>
          <a:solidFill>
            <a:srgbClr val="FCFED0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>
            <a:off x="9842500" y="3721100"/>
            <a:ext cx="88900" cy="127000"/>
          </a:xfrm>
          <a:prstGeom prst="rect">
            <a:avLst/>
          </a:prstGeom>
          <a:solidFill>
            <a:srgbClr val="F8DDEF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>
            <a:off x="9931400" y="3721100"/>
            <a:ext cx="88900" cy="127000"/>
          </a:xfrm>
          <a:prstGeom prst="rect">
            <a:avLst/>
          </a:prstGeom>
          <a:solidFill>
            <a:srgbClr val="E4E6F5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155" name="Shape 152"/>
          <p:cNvSpPr/>
          <p:nvPr/>
        </p:nvSpPr>
        <p:spPr>
          <a:xfrm>
            <a:off x="10560050" y="3727450"/>
            <a:ext cx="723900" cy="254000"/>
          </a:xfrm>
          <a:prstGeom prst="rect">
            <a:avLst/>
          </a:prstGeom>
          <a:ln w="5080">
            <a:solidFill>
              <a:srgbClr val="A65B4F"/>
            </a:solidFill>
            <a:prstDash val="solid"/>
          </a:ln>
        </p:spPr>
      </p:sp>
      <p:sp>
        <p:nvSpPr>
          <p:cNvPr id="156" name="Shape 153"/>
          <p:cNvSpPr/>
          <p:nvPr/>
        </p:nvSpPr>
        <p:spPr>
          <a:xfrm>
            <a:off x="10566400" y="3733800"/>
            <a:ext cx="228600" cy="241300"/>
          </a:xfrm>
          <a:prstGeom prst="rect">
            <a:avLst/>
          </a:prstGeom>
          <a:solidFill>
            <a:srgbClr val="E8F1C6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157" name="Shape 154"/>
          <p:cNvSpPr/>
          <p:nvPr/>
        </p:nvSpPr>
        <p:spPr>
          <a:xfrm>
            <a:off x="10795000" y="3733800"/>
            <a:ext cx="127000" cy="241300"/>
          </a:xfrm>
          <a:prstGeom prst="rect">
            <a:avLst/>
          </a:prstGeom>
          <a:solidFill>
            <a:srgbClr val="FFFFFF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>
            <a:off x="10922000" y="3733800"/>
            <a:ext cx="241300" cy="241300"/>
          </a:xfrm>
          <a:prstGeom prst="rect">
            <a:avLst/>
          </a:prstGeom>
          <a:solidFill>
            <a:srgbClr val="E2E0EE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159" name="Shape 156"/>
          <p:cNvSpPr/>
          <p:nvPr/>
        </p:nvSpPr>
        <p:spPr>
          <a:xfrm>
            <a:off x="11163300" y="3733800"/>
            <a:ext cx="120650" cy="241300"/>
          </a:xfrm>
          <a:prstGeom prst="rect">
            <a:avLst/>
          </a:prstGeom>
          <a:solidFill>
            <a:srgbClr val="EBD9E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160" name="Text 157"/>
          <p:cNvSpPr/>
          <p:nvPr/>
        </p:nvSpPr>
        <p:spPr>
          <a:xfrm>
            <a:off x="10795000" y="3746500"/>
            <a:ext cx="127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00" dirty="0"/>
          </a:p>
        </p:txBody>
      </p:sp>
      <p:sp>
        <p:nvSpPr>
          <p:cNvPr id="161" name="Shape 158"/>
          <p:cNvSpPr/>
          <p:nvPr/>
        </p:nvSpPr>
        <p:spPr>
          <a:xfrm>
            <a:off x="8496300" y="2698750"/>
            <a:ext cx="139700" cy="139700"/>
          </a:xfrm>
          <a:prstGeom prst="ellipse">
            <a:avLst/>
          </a:prstGeom>
          <a:ln w="15875">
            <a:solidFill>
              <a:srgbClr val="C00000"/>
            </a:solidFill>
            <a:prstDash val="solid"/>
          </a:ln>
        </p:spPr>
      </p:sp>
      <p:sp>
        <p:nvSpPr>
          <p:cNvPr id="162" name="Shape 159"/>
          <p:cNvSpPr/>
          <p:nvPr/>
        </p:nvSpPr>
        <p:spPr>
          <a:xfrm>
            <a:off x="8528050" y="2730500"/>
            <a:ext cx="76200" cy="762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163" name="Shape 160"/>
          <p:cNvSpPr/>
          <p:nvPr/>
        </p:nvSpPr>
        <p:spPr>
          <a:xfrm flipV="1">
            <a:off x="8528050" y="2730500"/>
            <a:ext cx="76200" cy="762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164" name="Shape 161"/>
          <p:cNvSpPr/>
          <p:nvPr/>
        </p:nvSpPr>
        <p:spPr>
          <a:xfrm>
            <a:off x="8528050" y="2768600"/>
            <a:ext cx="762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8763000" y="3060700"/>
            <a:ext cx="139700" cy="139700"/>
          </a:xfrm>
          <a:prstGeom prst="ellipse">
            <a:avLst/>
          </a:prstGeom>
          <a:ln w="15875">
            <a:solidFill>
              <a:srgbClr val="C00000"/>
            </a:solidFill>
            <a:prstDash val="solid"/>
          </a:ln>
        </p:spPr>
      </p:sp>
      <p:sp>
        <p:nvSpPr>
          <p:cNvPr id="166" name="Shape 163"/>
          <p:cNvSpPr/>
          <p:nvPr/>
        </p:nvSpPr>
        <p:spPr>
          <a:xfrm>
            <a:off x="8794750" y="3092450"/>
            <a:ext cx="76200" cy="762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167" name="Shape 164"/>
          <p:cNvSpPr/>
          <p:nvPr/>
        </p:nvSpPr>
        <p:spPr>
          <a:xfrm flipV="1">
            <a:off x="8794750" y="3092450"/>
            <a:ext cx="76200" cy="762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168" name="Shape 165"/>
          <p:cNvSpPr/>
          <p:nvPr/>
        </p:nvSpPr>
        <p:spPr>
          <a:xfrm>
            <a:off x="8794750" y="3130550"/>
            <a:ext cx="762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169" name="Shape 166"/>
          <p:cNvSpPr/>
          <p:nvPr/>
        </p:nvSpPr>
        <p:spPr>
          <a:xfrm>
            <a:off x="9017000" y="3403600"/>
            <a:ext cx="139700" cy="139700"/>
          </a:xfrm>
          <a:prstGeom prst="ellipse">
            <a:avLst/>
          </a:prstGeom>
          <a:ln w="15875">
            <a:solidFill>
              <a:srgbClr val="C00000"/>
            </a:solidFill>
            <a:prstDash val="solid"/>
          </a:ln>
        </p:spPr>
      </p:sp>
      <p:sp>
        <p:nvSpPr>
          <p:cNvPr id="170" name="Shape 167"/>
          <p:cNvSpPr/>
          <p:nvPr/>
        </p:nvSpPr>
        <p:spPr>
          <a:xfrm>
            <a:off x="9048750" y="3435350"/>
            <a:ext cx="76200" cy="762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171" name="Shape 168"/>
          <p:cNvSpPr/>
          <p:nvPr/>
        </p:nvSpPr>
        <p:spPr>
          <a:xfrm flipV="1">
            <a:off x="9048750" y="3435350"/>
            <a:ext cx="76200" cy="762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172" name="Shape 169"/>
          <p:cNvSpPr/>
          <p:nvPr/>
        </p:nvSpPr>
        <p:spPr>
          <a:xfrm>
            <a:off x="9048750" y="3473450"/>
            <a:ext cx="762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173" name="Shape 170"/>
          <p:cNvSpPr/>
          <p:nvPr/>
        </p:nvSpPr>
        <p:spPr>
          <a:xfrm>
            <a:off x="9302750" y="3790950"/>
            <a:ext cx="139700" cy="139700"/>
          </a:xfrm>
          <a:prstGeom prst="ellipse">
            <a:avLst/>
          </a:prstGeom>
          <a:ln w="15875">
            <a:solidFill>
              <a:srgbClr val="C00000"/>
            </a:solidFill>
            <a:prstDash val="solid"/>
          </a:ln>
        </p:spPr>
      </p:sp>
      <p:sp>
        <p:nvSpPr>
          <p:cNvPr id="174" name="Shape 171"/>
          <p:cNvSpPr/>
          <p:nvPr/>
        </p:nvSpPr>
        <p:spPr>
          <a:xfrm>
            <a:off x="9334500" y="3822700"/>
            <a:ext cx="76200" cy="762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175" name="Shape 172"/>
          <p:cNvSpPr/>
          <p:nvPr/>
        </p:nvSpPr>
        <p:spPr>
          <a:xfrm flipV="1">
            <a:off x="9334500" y="3822700"/>
            <a:ext cx="76200" cy="762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176" name="Shape 173"/>
          <p:cNvSpPr/>
          <p:nvPr/>
        </p:nvSpPr>
        <p:spPr>
          <a:xfrm>
            <a:off x="9334500" y="3860800"/>
            <a:ext cx="762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177" name="Shape 174"/>
          <p:cNvSpPr/>
          <p:nvPr/>
        </p:nvSpPr>
        <p:spPr>
          <a:xfrm>
            <a:off x="6540500" y="4114800"/>
            <a:ext cx="0" cy="1143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178" name="Shape 175"/>
          <p:cNvSpPr/>
          <p:nvPr/>
        </p:nvSpPr>
        <p:spPr>
          <a:xfrm>
            <a:off x="6591300" y="4216400"/>
            <a:ext cx="266700" cy="114300"/>
          </a:xfrm>
          <a:prstGeom prst="rect">
            <a:avLst/>
          </a:prstGeom>
          <a:solidFill>
            <a:srgbClr val="F7E8B8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179" name="Shape 176"/>
          <p:cNvSpPr/>
          <p:nvPr/>
        </p:nvSpPr>
        <p:spPr>
          <a:xfrm>
            <a:off x="6337300" y="4330700"/>
            <a:ext cx="381000" cy="2921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80" name="Text 177"/>
          <p:cNvSpPr/>
          <p:nvPr/>
        </p:nvSpPr>
        <p:spPr>
          <a:xfrm>
            <a:off x="6337300" y="4330700"/>
            <a:ext cx="381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500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700" dirty="0"/>
          </a:p>
        </p:txBody>
      </p:sp>
      <p:sp>
        <p:nvSpPr>
          <p:cNvPr id="181" name="Text 178"/>
          <p:cNvSpPr/>
          <p:nvPr/>
        </p:nvSpPr>
        <p:spPr>
          <a:xfrm>
            <a:off x="6324600" y="4216400"/>
            <a:ext cx="1651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50" dirty="0"/>
          </a:p>
        </p:txBody>
      </p:sp>
      <p:sp>
        <p:nvSpPr>
          <p:cNvPr id="182" name="Shape 179"/>
          <p:cNvSpPr/>
          <p:nvPr/>
        </p:nvSpPr>
        <p:spPr>
          <a:xfrm>
            <a:off x="6146800" y="4737100"/>
            <a:ext cx="2717800" cy="381000"/>
          </a:xfrm>
          <a:prstGeom prst="roundRect">
            <a:avLst>
              <a:gd name="adj" fmla="val 12000"/>
            </a:avLst>
          </a:prstGeom>
          <a:solidFill>
            <a:srgbClr val="EAF6E1"/>
          </a:solidFill>
          <a:ln w="12700">
            <a:solidFill>
              <a:srgbClr val="00A651"/>
            </a:solidFill>
            <a:prstDash val="dash"/>
          </a:ln>
        </p:spPr>
      </p:sp>
      <p:sp>
        <p:nvSpPr>
          <p:cNvPr id="183" name="Shape 180"/>
          <p:cNvSpPr/>
          <p:nvPr/>
        </p:nvSpPr>
        <p:spPr>
          <a:xfrm>
            <a:off x="6172200" y="4775200"/>
            <a:ext cx="736600" cy="304800"/>
          </a:xfrm>
          <a:prstGeom prst="rect">
            <a:avLst/>
          </a:prstGeom>
          <a:solidFill>
            <a:srgbClr val="EAF6E1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184" name="Shape 181"/>
          <p:cNvSpPr/>
          <p:nvPr/>
        </p:nvSpPr>
        <p:spPr>
          <a:xfrm>
            <a:off x="6223000" y="4826000"/>
            <a:ext cx="584200" cy="228600"/>
          </a:xfrm>
          <a:prstGeom prst="rect">
            <a:avLst/>
          </a:prstGeom>
          <a:solidFill>
            <a:srgbClr val="F2C6DE"/>
          </a:solidFill>
          <a:ln/>
        </p:spPr>
      </p:sp>
      <p:sp>
        <p:nvSpPr>
          <p:cNvPr id="185" name="Shape 182"/>
          <p:cNvSpPr/>
          <p:nvPr/>
        </p:nvSpPr>
        <p:spPr>
          <a:xfrm>
            <a:off x="6337300" y="4826000"/>
            <a:ext cx="38100" cy="228600"/>
          </a:xfrm>
          <a:prstGeom prst="rect">
            <a:avLst/>
          </a:prstGeom>
          <a:solidFill>
            <a:srgbClr val="E8D8EE"/>
          </a:solidFill>
          <a:ln/>
        </p:spPr>
      </p:sp>
      <p:sp>
        <p:nvSpPr>
          <p:cNvPr id="186" name="Shape 183"/>
          <p:cNvSpPr/>
          <p:nvPr/>
        </p:nvSpPr>
        <p:spPr>
          <a:xfrm>
            <a:off x="6654800" y="4826000"/>
            <a:ext cx="38100" cy="228600"/>
          </a:xfrm>
          <a:prstGeom prst="rect">
            <a:avLst/>
          </a:prstGeom>
          <a:solidFill>
            <a:srgbClr val="E8D8EE"/>
          </a:solidFill>
          <a:ln/>
        </p:spPr>
      </p:sp>
      <p:sp>
        <p:nvSpPr>
          <p:cNvPr id="187" name="Shape 184"/>
          <p:cNvSpPr/>
          <p:nvPr/>
        </p:nvSpPr>
        <p:spPr>
          <a:xfrm>
            <a:off x="6254750" y="4876800"/>
            <a:ext cx="0" cy="12700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</a:ln>
        </p:spPr>
      </p:sp>
      <p:sp>
        <p:nvSpPr>
          <p:cNvPr id="188" name="Text 185"/>
          <p:cNvSpPr/>
          <p:nvPr/>
        </p:nvSpPr>
        <p:spPr>
          <a:xfrm>
            <a:off x="6388100" y="4813300"/>
            <a:ext cx="25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189" name="Shape 186"/>
          <p:cNvSpPr/>
          <p:nvPr/>
        </p:nvSpPr>
        <p:spPr>
          <a:xfrm>
            <a:off x="6959600" y="4775200"/>
            <a:ext cx="558800" cy="304800"/>
          </a:xfrm>
          <a:prstGeom prst="rect">
            <a:avLst/>
          </a:prstGeom>
          <a:solidFill>
            <a:srgbClr val="EAF6E1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190" name="Shape 187"/>
          <p:cNvSpPr/>
          <p:nvPr/>
        </p:nvSpPr>
        <p:spPr>
          <a:xfrm>
            <a:off x="7023100" y="4838700"/>
            <a:ext cx="31750" cy="203200"/>
          </a:xfrm>
          <a:prstGeom prst="rect">
            <a:avLst/>
          </a:prstGeom>
          <a:solidFill>
            <a:srgbClr val="F2C6DE"/>
          </a:solidFill>
          <a:ln/>
        </p:spPr>
      </p:sp>
      <p:sp>
        <p:nvSpPr>
          <p:cNvPr id="191" name="Shape 188"/>
          <p:cNvSpPr/>
          <p:nvPr/>
        </p:nvSpPr>
        <p:spPr>
          <a:xfrm>
            <a:off x="7099300" y="4838700"/>
            <a:ext cx="31750" cy="203200"/>
          </a:xfrm>
          <a:prstGeom prst="rect">
            <a:avLst/>
          </a:prstGeom>
          <a:solidFill>
            <a:srgbClr val="DCC8E8"/>
          </a:solidFill>
          <a:ln/>
        </p:spPr>
      </p:sp>
      <p:sp>
        <p:nvSpPr>
          <p:cNvPr id="192" name="Shape 189"/>
          <p:cNvSpPr/>
          <p:nvPr/>
        </p:nvSpPr>
        <p:spPr>
          <a:xfrm>
            <a:off x="7264400" y="4838700"/>
            <a:ext cx="31750" cy="203200"/>
          </a:xfrm>
          <a:prstGeom prst="rect">
            <a:avLst/>
          </a:prstGeom>
          <a:solidFill>
            <a:srgbClr val="DCC8E8"/>
          </a:solidFill>
          <a:ln/>
        </p:spPr>
      </p:sp>
      <p:sp>
        <p:nvSpPr>
          <p:cNvPr id="193" name="Shape 190"/>
          <p:cNvSpPr/>
          <p:nvPr/>
        </p:nvSpPr>
        <p:spPr>
          <a:xfrm>
            <a:off x="7340600" y="4838700"/>
            <a:ext cx="31750" cy="203200"/>
          </a:xfrm>
          <a:prstGeom prst="rect">
            <a:avLst/>
          </a:prstGeom>
          <a:solidFill>
            <a:srgbClr val="F2C6DE"/>
          </a:solidFill>
          <a:ln/>
        </p:spPr>
      </p:sp>
      <p:sp>
        <p:nvSpPr>
          <p:cNvPr id="194" name="Text 191"/>
          <p:cNvSpPr/>
          <p:nvPr/>
        </p:nvSpPr>
        <p:spPr>
          <a:xfrm>
            <a:off x="7061200" y="4800600"/>
            <a:ext cx="254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95" name="Shape 192"/>
          <p:cNvSpPr/>
          <p:nvPr/>
        </p:nvSpPr>
        <p:spPr>
          <a:xfrm>
            <a:off x="7569200" y="4775200"/>
            <a:ext cx="558800" cy="304800"/>
          </a:xfrm>
          <a:prstGeom prst="rect">
            <a:avLst/>
          </a:prstGeom>
          <a:solidFill>
            <a:srgbClr val="EAF6E1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196" name="Shape 193"/>
          <p:cNvSpPr/>
          <p:nvPr/>
        </p:nvSpPr>
        <p:spPr>
          <a:xfrm>
            <a:off x="7632700" y="4838700"/>
            <a:ext cx="31750" cy="203200"/>
          </a:xfrm>
          <a:prstGeom prst="rect">
            <a:avLst/>
          </a:prstGeom>
          <a:solidFill>
            <a:srgbClr val="F2C6DE"/>
          </a:solidFill>
          <a:ln/>
        </p:spPr>
      </p:sp>
      <p:sp>
        <p:nvSpPr>
          <p:cNvPr id="197" name="Shape 194"/>
          <p:cNvSpPr/>
          <p:nvPr/>
        </p:nvSpPr>
        <p:spPr>
          <a:xfrm>
            <a:off x="7708900" y="4838700"/>
            <a:ext cx="31750" cy="203200"/>
          </a:xfrm>
          <a:prstGeom prst="rect">
            <a:avLst/>
          </a:prstGeom>
          <a:solidFill>
            <a:srgbClr val="DCC8E8"/>
          </a:solidFill>
          <a:ln/>
        </p:spPr>
      </p:sp>
      <p:sp>
        <p:nvSpPr>
          <p:cNvPr id="198" name="Shape 195"/>
          <p:cNvSpPr/>
          <p:nvPr/>
        </p:nvSpPr>
        <p:spPr>
          <a:xfrm>
            <a:off x="7874000" y="4838700"/>
            <a:ext cx="31750" cy="203200"/>
          </a:xfrm>
          <a:prstGeom prst="rect">
            <a:avLst/>
          </a:prstGeom>
          <a:solidFill>
            <a:srgbClr val="DCC8E8"/>
          </a:solidFill>
          <a:ln/>
        </p:spPr>
      </p:sp>
      <p:sp>
        <p:nvSpPr>
          <p:cNvPr id="199" name="Shape 196"/>
          <p:cNvSpPr/>
          <p:nvPr/>
        </p:nvSpPr>
        <p:spPr>
          <a:xfrm>
            <a:off x="7950200" y="4838700"/>
            <a:ext cx="31750" cy="203200"/>
          </a:xfrm>
          <a:prstGeom prst="rect">
            <a:avLst/>
          </a:prstGeom>
          <a:solidFill>
            <a:srgbClr val="F2C6DE"/>
          </a:solidFill>
          <a:ln/>
        </p:spPr>
      </p:sp>
      <p:sp>
        <p:nvSpPr>
          <p:cNvPr id="200" name="Text 197"/>
          <p:cNvSpPr/>
          <p:nvPr/>
        </p:nvSpPr>
        <p:spPr>
          <a:xfrm>
            <a:off x="7670800" y="4800600"/>
            <a:ext cx="254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201" name="Shape 198"/>
          <p:cNvSpPr/>
          <p:nvPr/>
        </p:nvSpPr>
        <p:spPr>
          <a:xfrm>
            <a:off x="8178800" y="4775200"/>
            <a:ext cx="558800" cy="304800"/>
          </a:xfrm>
          <a:prstGeom prst="rect">
            <a:avLst/>
          </a:prstGeom>
          <a:solidFill>
            <a:srgbClr val="EAF6E1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202" name="Shape 199"/>
          <p:cNvSpPr/>
          <p:nvPr/>
        </p:nvSpPr>
        <p:spPr>
          <a:xfrm>
            <a:off x="8242300" y="4838700"/>
            <a:ext cx="31750" cy="203200"/>
          </a:xfrm>
          <a:prstGeom prst="rect">
            <a:avLst/>
          </a:prstGeom>
          <a:solidFill>
            <a:srgbClr val="F2C6DE"/>
          </a:solidFill>
          <a:ln/>
        </p:spPr>
      </p:sp>
      <p:sp>
        <p:nvSpPr>
          <p:cNvPr id="203" name="Shape 200"/>
          <p:cNvSpPr/>
          <p:nvPr/>
        </p:nvSpPr>
        <p:spPr>
          <a:xfrm>
            <a:off x="8318500" y="4838700"/>
            <a:ext cx="31750" cy="203200"/>
          </a:xfrm>
          <a:prstGeom prst="rect">
            <a:avLst/>
          </a:prstGeom>
          <a:solidFill>
            <a:srgbClr val="DCC8E8"/>
          </a:solidFill>
          <a:ln/>
        </p:spPr>
      </p:sp>
      <p:sp>
        <p:nvSpPr>
          <p:cNvPr id="204" name="Shape 201"/>
          <p:cNvSpPr/>
          <p:nvPr/>
        </p:nvSpPr>
        <p:spPr>
          <a:xfrm>
            <a:off x="8483600" y="4838700"/>
            <a:ext cx="31750" cy="203200"/>
          </a:xfrm>
          <a:prstGeom prst="rect">
            <a:avLst/>
          </a:prstGeom>
          <a:solidFill>
            <a:srgbClr val="DCC8E8"/>
          </a:solidFill>
          <a:ln/>
        </p:spPr>
      </p:sp>
      <p:sp>
        <p:nvSpPr>
          <p:cNvPr id="205" name="Shape 202"/>
          <p:cNvSpPr/>
          <p:nvPr/>
        </p:nvSpPr>
        <p:spPr>
          <a:xfrm>
            <a:off x="8559800" y="4838700"/>
            <a:ext cx="31750" cy="203200"/>
          </a:xfrm>
          <a:prstGeom prst="rect">
            <a:avLst/>
          </a:prstGeom>
          <a:solidFill>
            <a:srgbClr val="F2C6DE"/>
          </a:solidFill>
          <a:ln/>
        </p:spPr>
      </p:sp>
      <p:sp>
        <p:nvSpPr>
          <p:cNvPr id="206" name="Text 203"/>
          <p:cNvSpPr/>
          <p:nvPr/>
        </p:nvSpPr>
        <p:spPr>
          <a:xfrm>
            <a:off x="8280400" y="4800600"/>
            <a:ext cx="254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207" name="Shape 204"/>
          <p:cNvSpPr/>
          <p:nvPr/>
        </p:nvSpPr>
        <p:spPr>
          <a:xfrm>
            <a:off x="3467100" y="2324100"/>
            <a:ext cx="6972300" cy="3200400"/>
          </a:xfrm>
          <a:prstGeom prst="roundRect">
            <a:avLst>
              <a:gd name="adj" fmla="val 2857"/>
            </a:avLst>
          </a:prstGeom>
          <a:solidFill>
            <a:srgbClr val="F0E0C8"/>
          </a:solidFill>
          <a:ln w="12700">
            <a:solidFill>
              <a:srgbClr val="C9A87C"/>
            </a:solidFill>
            <a:prstDash val="solid"/>
          </a:ln>
        </p:spPr>
      </p:sp>
      <p:sp>
        <p:nvSpPr>
          <p:cNvPr id="208" name="Shape 205"/>
          <p:cNvSpPr/>
          <p:nvPr/>
        </p:nvSpPr>
        <p:spPr>
          <a:xfrm>
            <a:off x="5384800" y="2381250"/>
            <a:ext cx="546100" cy="177800"/>
          </a:xfrm>
          <a:prstGeom prst="ellipse">
            <a:avLst/>
          </a:prstGeom>
          <a:solidFill>
            <a:srgbClr val="F8F8E2"/>
          </a:solidFill>
          <a:ln w="6350">
            <a:solidFill>
              <a:srgbClr val="D8D0A8"/>
            </a:solidFill>
            <a:prstDash val="solid"/>
          </a:ln>
        </p:spPr>
      </p:sp>
      <p:sp>
        <p:nvSpPr>
          <p:cNvPr id="209" name="Text 206"/>
          <p:cNvSpPr/>
          <p:nvPr/>
        </p:nvSpPr>
        <p:spPr>
          <a:xfrm>
            <a:off x="5384800" y="2387600"/>
            <a:ext cx="5461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750" dirty="0"/>
          </a:p>
        </p:txBody>
      </p:sp>
      <p:sp>
        <p:nvSpPr>
          <p:cNvPr id="210" name="Shape 207"/>
          <p:cNvSpPr/>
          <p:nvPr/>
        </p:nvSpPr>
        <p:spPr>
          <a:xfrm>
            <a:off x="6756400" y="2381250"/>
            <a:ext cx="711200" cy="177800"/>
          </a:xfrm>
          <a:prstGeom prst="ellipse">
            <a:avLst/>
          </a:prstGeom>
          <a:solidFill>
            <a:srgbClr val="F8F8E2"/>
          </a:solidFill>
          <a:ln w="6350">
            <a:solidFill>
              <a:srgbClr val="D8D0A8"/>
            </a:solidFill>
            <a:prstDash val="solid"/>
          </a:ln>
        </p:spPr>
      </p:sp>
      <p:sp>
        <p:nvSpPr>
          <p:cNvPr id="211" name="Text 208"/>
          <p:cNvSpPr/>
          <p:nvPr/>
        </p:nvSpPr>
        <p:spPr>
          <a:xfrm>
            <a:off x="6756400" y="2387600"/>
            <a:ext cx="711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750" dirty="0"/>
          </a:p>
        </p:txBody>
      </p:sp>
      <p:sp>
        <p:nvSpPr>
          <p:cNvPr id="212" name="Shape 209"/>
          <p:cNvSpPr/>
          <p:nvPr/>
        </p:nvSpPr>
        <p:spPr>
          <a:xfrm>
            <a:off x="8204200" y="2381250"/>
            <a:ext cx="787400" cy="177800"/>
          </a:xfrm>
          <a:prstGeom prst="ellipse">
            <a:avLst/>
          </a:prstGeom>
          <a:solidFill>
            <a:srgbClr val="F8F8E2"/>
          </a:solidFill>
          <a:ln w="6350">
            <a:solidFill>
              <a:srgbClr val="D8D0A8"/>
            </a:solidFill>
            <a:prstDash val="solid"/>
          </a:ln>
        </p:spPr>
      </p:sp>
      <p:sp>
        <p:nvSpPr>
          <p:cNvPr id="213" name="Text 210"/>
          <p:cNvSpPr/>
          <p:nvPr/>
        </p:nvSpPr>
        <p:spPr>
          <a:xfrm>
            <a:off x="8204200" y="2387600"/>
            <a:ext cx="787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750" dirty="0"/>
          </a:p>
        </p:txBody>
      </p:sp>
      <p:sp>
        <p:nvSpPr>
          <p:cNvPr id="214" name="Shape 211"/>
          <p:cNvSpPr/>
          <p:nvPr/>
        </p:nvSpPr>
        <p:spPr>
          <a:xfrm>
            <a:off x="3530600" y="2933700"/>
            <a:ext cx="698500" cy="1473200"/>
          </a:xfrm>
          <a:prstGeom prst="roundRect">
            <a:avLst>
              <a:gd name="adj" fmla="val 7855"/>
            </a:avLst>
          </a:prstGeom>
          <a:solidFill>
            <a:srgbClr val="E3F4E1"/>
          </a:solidFill>
          <a:ln w="12700">
            <a:solidFill>
              <a:srgbClr val="00A651"/>
            </a:solidFill>
            <a:prstDash val="dash"/>
          </a:ln>
        </p:spPr>
      </p:sp>
      <p:sp>
        <p:nvSpPr>
          <p:cNvPr id="215" name="Shape 212"/>
          <p:cNvSpPr/>
          <p:nvPr/>
        </p:nvSpPr>
        <p:spPr>
          <a:xfrm>
            <a:off x="3556000" y="2971800"/>
            <a:ext cx="647700" cy="330200"/>
          </a:xfrm>
          <a:prstGeom prst="rect">
            <a:avLst/>
          </a:prstGeom>
          <a:solidFill>
            <a:srgbClr val="E3F4E1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216" name="Shape 213"/>
          <p:cNvSpPr/>
          <p:nvPr/>
        </p:nvSpPr>
        <p:spPr>
          <a:xfrm>
            <a:off x="3562350" y="3035300"/>
            <a:ext cx="177800" cy="152400"/>
          </a:xfrm>
          <a:prstGeom prst="rect">
            <a:avLst/>
          </a:prstGeom>
          <a:solidFill>
            <a:srgbClr val="E7EFC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217" name="Shape 214"/>
          <p:cNvSpPr/>
          <p:nvPr/>
        </p:nvSpPr>
        <p:spPr>
          <a:xfrm>
            <a:off x="3759200" y="3035300"/>
            <a:ext cx="165100" cy="152400"/>
          </a:xfrm>
          <a:prstGeom prst="rect">
            <a:avLst/>
          </a:prstGeom>
          <a:solidFill>
            <a:srgbClr val="FFFFFF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218" name="Shape 215"/>
          <p:cNvSpPr/>
          <p:nvPr/>
        </p:nvSpPr>
        <p:spPr>
          <a:xfrm>
            <a:off x="3943350" y="3035300"/>
            <a:ext cx="254000" cy="152400"/>
          </a:xfrm>
          <a:prstGeom prst="rect">
            <a:avLst/>
          </a:prstGeom>
          <a:solidFill>
            <a:srgbClr val="E9DCE6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219" name="Text 216"/>
          <p:cNvSpPr/>
          <p:nvPr/>
        </p:nvSpPr>
        <p:spPr>
          <a:xfrm>
            <a:off x="3759200" y="3022600"/>
            <a:ext cx="165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" dirty="0"/>
          </a:p>
        </p:txBody>
      </p:sp>
      <p:sp>
        <p:nvSpPr>
          <p:cNvPr id="220" name="Shape 217"/>
          <p:cNvSpPr/>
          <p:nvPr/>
        </p:nvSpPr>
        <p:spPr>
          <a:xfrm>
            <a:off x="3556000" y="3333750"/>
            <a:ext cx="647700" cy="330200"/>
          </a:xfrm>
          <a:prstGeom prst="rect">
            <a:avLst/>
          </a:prstGeom>
          <a:solidFill>
            <a:srgbClr val="E3F4E1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221" name="Shape 218"/>
          <p:cNvSpPr/>
          <p:nvPr/>
        </p:nvSpPr>
        <p:spPr>
          <a:xfrm>
            <a:off x="3562350" y="3390900"/>
            <a:ext cx="177800" cy="152400"/>
          </a:xfrm>
          <a:prstGeom prst="rect">
            <a:avLst/>
          </a:prstGeom>
          <a:solidFill>
            <a:srgbClr val="E7EFC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222" name="Shape 219"/>
          <p:cNvSpPr/>
          <p:nvPr/>
        </p:nvSpPr>
        <p:spPr>
          <a:xfrm>
            <a:off x="3759200" y="3390900"/>
            <a:ext cx="165100" cy="152400"/>
          </a:xfrm>
          <a:prstGeom prst="rect">
            <a:avLst/>
          </a:prstGeom>
          <a:solidFill>
            <a:srgbClr val="FFFFFF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223" name="Shape 220"/>
          <p:cNvSpPr/>
          <p:nvPr/>
        </p:nvSpPr>
        <p:spPr>
          <a:xfrm>
            <a:off x="3943350" y="3390900"/>
            <a:ext cx="254000" cy="152400"/>
          </a:xfrm>
          <a:prstGeom prst="rect">
            <a:avLst/>
          </a:prstGeom>
          <a:solidFill>
            <a:srgbClr val="E9DCE6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224" name="Text 221"/>
          <p:cNvSpPr/>
          <p:nvPr/>
        </p:nvSpPr>
        <p:spPr>
          <a:xfrm>
            <a:off x="3759200" y="3378200"/>
            <a:ext cx="165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225" name="Shape 222"/>
          <p:cNvSpPr/>
          <p:nvPr/>
        </p:nvSpPr>
        <p:spPr>
          <a:xfrm>
            <a:off x="3556000" y="3695700"/>
            <a:ext cx="647700" cy="330200"/>
          </a:xfrm>
          <a:prstGeom prst="rect">
            <a:avLst/>
          </a:prstGeom>
          <a:solidFill>
            <a:srgbClr val="E3F4E1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226" name="Shape 223"/>
          <p:cNvSpPr/>
          <p:nvPr/>
        </p:nvSpPr>
        <p:spPr>
          <a:xfrm>
            <a:off x="3562350" y="3746500"/>
            <a:ext cx="177800" cy="152400"/>
          </a:xfrm>
          <a:prstGeom prst="rect">
            <a:avLst/>
          </a:prstGeom>
          <a:solidFill>
            <a:srgbClr val="E7EFC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227" name="Shape 224"/>
          <p:cNvSpPr/>
          <p:nvPr/>
        </p:nvSpPr>
        <p:spPr>
          <a:xfrm>
            <a:off x="3759200" y="3746500"/>
            <a:ext cx="165100" cy="152400"/>
          </a:xfrm>
          <a:prstGeom prst="rect">
            <a:avLst/>
          </a:prstGeom>
          <a:solidFill>
            <a:srgbClr val="FFFFFF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228" name="Shape 225"/>
          <p:cNvSpPr/>
          <p:nvPr/>
        </p:nvSpPr>
        <p:spPr>
          <a:xfrm>
            <a:off x="3943350" y="3746500"/>
            <a:ext cx="254000" cy="152400"/>
          </a:xfrm>
          <a:prstGeom prst="rect">
            <a:avLst/>
          </a:prstGeom>
          <a:solidFill>
            <a:srgbClr val="E9DCE6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229" name="Text 226"/>
          <p:cNvSpPr/>
          <p:nvPr/>
        </p:nvSpPr>
        <p:spPr>
          <a:xfrm>
            <a:off x="3759200" y="3733800"/>
            <a:ext cx="165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230" name="Shape 227"/>
          <p:cNvSpPr/>
          <p:nvPr/>
        </p:nvSpPr>
        <p:spPr>
          <a:xfrm>
            <a:off x="3556000" y="4057650"/>
            <a:ext cx="647700" cy="330200"/>
          </a:xfrm>
          <a:prstGeom prst="rect">
            <a:avLst/>
          </a:prstGeom>
          <a:solidFill>
            <a:srgbClr val="E3F4E1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231" name="Shape 228"/>
          <p:cNvSpPr/>
          <p:nvPr/>
        </p:nvSpPr>
        <p:spPr>
          <a:xfrm>
            <a:off x="3562350" y="4114800"/>
            <a:ext cx="177800" cy="152400"/>
          </a:xfrm>
          <a:prstGeom prst="rect">
            <a:avLst/>
          </a:prstGeom>
          <a:solidFill>
            <a:srgbClr val="E7EFC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232" name="Shape 229"/>
          <p:cNvSpPr/>
          <p:nvPr/>
        </p:nvSpPr>
        <p:spPr>
          <a:xfrm>
            <a:off x="3759200" y="4114800"/>
            <a:ext cx="165100" cy="152400"/>
          </a:xfrm>
          <a:prstGeom prst="rect">
            <a:avLst/>
          </a:prstGeom>
          <a:solidFill>
            <a:srgbClr val="FFFFFF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233" name="Shape 230"/>
          <p:cNvSpPr/>
          <p:nvPr/>
        </p:nvSpPr>
        <p:spPr>
          <a:xfrm>
            <a:off x="3943350" y="4114800"/>
            <a:ext cx="254000" cy="152400"/>
          </a:xfrm>
          <a:prstGeom prst="rect">
            <a:avLst/>
          </a:prstGeom>
          <a:solidFill>
            <a:srgbClr val="E9DCE6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234" name="Text 231"/>
          <p:cNvSpPr/>
          <p:nvPr/>
        </p:nvSpPr>
        <p:spPr>
          <a:xfrm>
            <a:off x="3759200" y="4102100"/>
            <a:ext cx="165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235" name="Shape 232"/>
          <p:cNvSpPr/>
          <p:nvPr/>
        </p:nvSpPr>
        <p:spPr>
          <a:xfrm>
            <a:off x="5257800" y="2679700"/>
            <a:ext cx="723900" cy="1778000"/>
          </a:xfrm>
          <a:prstGeom prst="rect">
            <a:avLst/>
          </a:prstGeom>
          <a:solidFill>
            <a:srgbClr val="D8C8B8"/>
          </a:solidFill>
          <a:ln w="9525">
            <a:solidFill>
              <a:srgbClr val="B09078"/>
            </a:solidFill>
            <a:prstDash val="solid"/>
          </a:ln>
        </p:spPr>
      </p:sp>
      <p:sp>
        <p:nvSpPr>
          <p:cNvPr id="236" name="Text 233"/>
          <p:cNvSpPr/>
          <p:nvPr/>
        </p:nvSpPr>
        <p:spPr>
          <a:xfrm>
            <a:off x="5257800" y="2692400"/>
            <a:ext cx="7239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800" b="1" dirty="0">
                <a:solidFill>
                  <a:srgbClr val="5C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</a:t>
            </a:r>
            <a:endParaRPr lang="en-US" sz="800" dirty="0"/>
          </a:p>
          <a:p>
            <a:pPr algn="ctr" indent="0" marL="0">
              <a:lnSpc>
                <a:spcPts val="950"/>
              </a:lnSpc>
              <a:buNone/>
            </a:pPr>
            <a:r>
              <a:rPr lang="en-US" sz="800" b="1" dirty="0">
                <a:solidFill>
                  <a:srgbClr val="5C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800" dirty="0"/>
          </a:p>
        </p:txBody>
      </p:sp>
      <p:sp>
        <p:nvSpPr>
          <p:cNvPr id="237" name="Shape 234"/>
          <p:cNvSpPr/>
          <p:nvPr/>
        </p:nvSpPr>
        <p:spPr>
          <a:xfrm>
            <a:off x="3822700" y="3111500"/>
            <a:ext cx="201295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238" name="Shape 235"/>
          <p:cNvSpPr/>
          <p:nvPr/>
        </p:nvSpPr>
        <p:spPr>
          <a:xfrm>
            <a:off x="5949950" y="3111500"/>
            <a:ext cx="31115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239" name="Shape 236"/>
          <p:cNvSpPr/>
          <p:nvPr/>
        </p:nvSpPr>
        <p:spPr>
          <a:xfrm>
            <a:off x="3822700" y="3467100"/>
            <a:ext cx="187325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240" name="Shape 237"/>
          <p:cNvSpPr/>
          <p:nvPr/>
        </p:nvSpPr>
        <p:spPr>
          <a:xfrm>
            <a:off x="5810250" y="3467100"/>
            <a:ext cx="45085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241" name="Shape 238"/>
          <p:cNvSpPr/>
          <p:nvPr/>
        </p:nvSpPr>
        <p:spPr>
          <a:xfrm>
            <a:off x="3822700" y="3822700"/>
            <a:ext cx="169545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242" name="Shape 239"/>
          <p:cNvSpPr/>
          <p:nvPr/>
        </p:nvSpPr>
        <p:spPr>
          <a:xfrm>
            <a:off x="5632450" y="3822700"/>
            <a:ext cx="62865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243" name="Shape 240"/>
          <p:cNvSpPr/>
          <p:nvPr/>
        </p:nvSpPr>
        <p:spPr>
          <a:xfrm>
            <a:off x="3822700" y="4191000"/>
            <a:ext cx="154305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244" name="Shape 241"/>
          <p:cNvSpPr/>
          <p:nvPr/>
        </p:nvSpPr>
        <p:spPr>
          <a:xfrm>
            <a:off x="5480050" y="4191000"/>
            <a:ext cx="78105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245" name="Shape 242"/>
          <p:cNvSpPr/>
          <p:nvPr/>
        </p:nvSpPr>
        <p:spPr>
          <a:xfrm>
            <a:off x="4381500" y="2997200"/>
            <a:ext cx="342900" cy="228600"/>
          </a:xfrm>
          <a:prstGeom prst="rect">
            <a:avLst/>
          </a:prstGeom>
          <a:solidFill>
            <a:srgbClr val="96D6A2"/>
          </a:solidFill>
          <a:ln w="12700">
            <a:solidFill>
              <a:srgbClr val="5FA873"/>
            </a:solidFill>
            <a:prstDash val="solid"/>
          </a:ln>
        </p:spPr>
      </p:sp>
      <p:sp>
        <p:nvSpPr>
          <p:cNvPr id="246" name="Text 243"/>
          <p:cNvSpPr/>
          <p:nvPr/>
        </p:nvSpPr>
        <p:spPr>
          <a:xfrm>
            <a:off x="4381500" y="299720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50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650" dirty="0"/>
          </a:p>
        </p:txBody>
      </p:sp>
      <p:sp>
        <p:nvSpPr>
          <p:cNvPr id="247" name="Shape 244"/>
          <p:cNvSpPr/>
          <p:nvPr/>
        </p:nvSpPr>
        <p:spPr>
          <a:xfrm>
            <a:off x="4749800" y="30226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248" name="Shape 245"/>
          <p:cNvSpPr/>
          <p:nvPr/>
        </p:nvSpPr>
        <p:spPr>
          <a:xfrm>
            <a:off x="4848860" y="30226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249" name="Shape 246"/>
          <p:cNvSpPr/>
          <p:nvPr/>
        </p:nvSpPr>
        <p:spPr>
          <a:xfrm>
            <a:off x="4947920" y="30226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250" name="Text 247"/>
          <p:cNvSpPr/>
          <p:nvPr/>
        </p:nvSpPr>
        <p:spPr>
          <a:xfrm>
            <a:off x="5054600" y="3009900"/>
            <a:ext cx="165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50" dirty="0"/>
          </a:p>
        </p:txBody>
      </p:sp>
      <p:sp>
        <p:nvSpPr>
          <p:cNvPr id="251" name="Shape 248"/>
          <p:cNvSpPr/>
          <p:nvPr/>
        </p:nvSpPr>
        <p:spPr>
          <a:xfrm>
            <a:off x="4381500" y="3352800"/>
            <a:ext cx="342900" cy="228600"/>
          </a:xfrm>
          <a:prstGeom prst="rect">
            <a:avLst/>
          </a:prstGeom>
          <a:solidFill>
            <a:srgbClr val="96D6A2"/>
          </a:solidFill>
          <a:ln w="12700">
            <a:solidFill>
              <a:srgbClr val="5FA873"/>
            </a:solidFill>
            <a:prstDash val="solid"/>
          </a:ln>
        </p:spPr>
      </p:sp>
      <p:sp>
        <p:nvSpPr>
          <p:cNvPr id="252" name="Text 249"/>
          <p:cNvSpPr/>
          <p:nvPr/>
        </p:nvSpPr>
        <p:spPr>
          <a:xfrm>
            <a:off x="4381500" y="335280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50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650" dirty="0"/>
          </a:p>
        </p:txBody>
      </p:sp>
      <p:sp>
        <p:nvSpPr>
          <p:cNvPr id="253" name="Shape 250"/>
          <p:cNvSpPr/>
          <p:nvPr/>
        </p:nvSpPr>
        <p:spPr>
          <a:xfrm>
            <a:off x="4749800" y="33782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254" name="Shape 251"/>
          <p:cNvSpPr/>
          <p:nvPr/>
        </p:nvSpPr>
        <p:spPr>
          <a:xfrm>
            <a:off x="4848860" y="33782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255" name="Shape 252"/>
          <p:cNvSpPr/>
          <p:nvPr/>
        </p:nvSpPr>
        <p:spPr>
          <a:xfrm>
            <a:off x="4947920" y="33782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256" name="Text 253"/>
          <p:cNvSpPr/>
          <p:nvPr/>
        </p:nvSpPr>
        <p:spPr>
          <a:xfrm>
            <a:off x="5054600" y="3365500"/>
            <a:ext cx="165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50" dirty="0"/>
          </a:p>
        </p:txBody>
      </p:sp>
      <p:sp>
        <p:nvSpPr>
          <p:cNvPr id="257" name="Shape 254"/>
          <p:cNvSpPr/>
          <p:nvPr/>
        </p:nvSpPr>
        <p:spPr>
          <a:xfrm>
            <a:off x="4381500" y="3708400"/>
            <a:ext cx="342900" cy="228600"/>
          </a:xfrm>
          <a:prstGeom prst="rect">
            <a:avLst/>
          </a:prstGeom>
          <a:solidFill>
            <a:srgbClr val="96D6A2"/>
          </a:solidFill>
          <a:ln w="12700">
            <a:solidFill>
              <a:srgbClr val="5FA873"/>
            </a:solidFill>
            <a:prstDash val="solid"/>
          </a:ln>
        </p:spPr>
      </p:sp>
      <p:sp>
        <p:nvSpPr>
          <p:cNvPr id="258" name="Text 255"/>
          <p:cNvSpPr/>
          <p:nvPr/>
        </p:nvSpPr>
        <p:spPr>
          <a:xfrm>
            <a:off x="4381500" y="370840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50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650" dirty="0"/>
          </a:p>
        </p:txBody>
      </p:sp>
      <p:sp>
        <p:nvSpPr>
          <p:cNvPr id="259" name="Shape 256"/>
          <p:cNvSpPr/>
          <p:nvPr/>
        </p:nvSpPr>
        <p:spPr>
          <a:xfrm>
            <a:off x="4749800" y="37338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260" name="Shape 257"/>
          <p:cNvSpPr/>
          <p:nvPr/>
        </p:nvSpPr>
        <p:spPr>
          <a:xfrm>
            <a:off x="4848860" y="37338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261" name="Shape 258"/>
          <p:cNvSpPr/>
          <p:nvPr/>
        </p:nvSpPr>
        <p:spPr>
          <a:xfrm>
            <a:off x="4947920" y="37338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262" name="Text 259"/>
          <p:cNvSpPr/>
          <p:nvPr/>
        </p:nvSpPr>
        <p:spPr>
          <a:xfrm>
            <a:off x="5054600" y="3721100"/>
            <a:ext cx="165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50" dirty="0"/>
          </a:p>
        </p:txBody>
      </p:sp>
      <p:sp>
        <p:nvSpPr>
          <p:cNvPr id="263" name="Shape 260"/>
          <p:cNvSpPr/>
          <p:nvPr/>
        </p:nvSpPr>
        <p:spPr>
          <a:xfrm>
            <a:off x="4381500" y="4089400"/>
            <a:ext cx="342900" cy="228600"/>
          </a:xfrm>
          <a:prstGeom prst="rect">
            <a:avLst/>
          </a:prstGeom>
          <a:solidFill>
            <a:srgbClr val="96D6A2"/>
          </a:solidFill>
          <a:ln w="12700">
            <a:solidFill>
              <a:srgbClr val="5FA873"/>
            </a:solidFill>
            <a:prstDash val="solid"/>
          </a:ln>
        </p:spPr>
      </p:sp>
      <p:sp>
        <p:nvSpPr>
          <p:cNvPr id="264" name="Text 261"/>
          <p:cNvSpPr/>
          <p:nvPr/>
        </p:nvSpPr>
        <p:spPr>
          <a:xfrm>
            <a:off x="4381500" y="408940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50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650" dirty="0"/>
          </a:p>
        </p:txBody>
      </p:sp>
      <p:sp>
        <p:nvSpPr>
          <p:cNvPr id="265" name="Shape 262"/>
          <p:cNvSpPr/>
          <p:nvPr/>
        </p:nvSpPr>
        <p:spPr>
          <a:xfrm>
            <a:off x="4749800" y="41148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266" name="Shape 263"/>
          <p:cNvSpPr/>
          <p:nvPr/>
        </p:nvSpPr>
        <p:spPr>
          <a:xfrm>
            <a:off x="4848860" y="41148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267" name="Shape 264"/>
          <p:cNvSpPr/>
          <p:nvPr/>
        </p:nvSpPr>
        <p:spPr>
          <a:xfrm>
            <a:off x="4947920" y="41148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268" name="Text 265"/>
          <p:cNvSpPr/>
          <p:nvPr/>
        </p:nvSpPr>
        <p:spPr>
          <a:xfrm>
            <a:off x="5054600" y="4102100"/>
            <a:ext cx="165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50" dirty="0"/>
          </a:p>
        </p:txBody>
      </p:sp>
      <p:sp>
        <p:nvSpPr>
          <p:cNvPr id="269" name="Shape 266"/>
          <p:cNvSpPr/>
          <p:nvPr/>
        </p:nvSpPr>
        <p:spPr>
          <a:xfrm flipV="1">
            <a:off x="5422900" y="3111500"/>
            <a:ext cx="469900" cy="1092200"/>
          </a:xfrm>
          <a:prstGeom prst="line">
            <a:avLst/>
          </a:prstGeom>
          <a:noFill/>
          <a:ln w="1016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270" name="Shape 267"/>
          <p:cNvSpPr/>
          <p:nvPr/>
        </p:nvSpPr>
        <p:spPr>
          <a:xfrm flipV="1">
            <a:off x="5422900" y="3467100"/>
            <a:ext cx="330200" cy="736600"/>
          </a:xfrm>
          <a:prstGeom prst="line">
            <a:avLst/>
          </a:prstGeom>
          <a:noFill/>
          <a:ln w="1016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271" name="Shape 268"/>
          <p:cNvSpPr/>
          <p:nvPr/>
        </p:nvSpPr>
        <p:spPr>
          <a:xfrm flipV="1">
            <a:off x="5422900" y="3822700"/>
            <a:ext cx="152400" cy="381000"/>
          </a:xfrm>
          <a:prstGeom prst="line">
            <a:avLst/>
          </a:prstGeom>
          <a:noFill/>
          <a:ln w="1016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272" name="Shape 269"/>
          <p:cNvSpPr/>
          <p:nvPr/>
        </p:nvSpPr>
        <p:spPr>
          <a:xfrm flipH="1">
            <a:off x="5803900" y="3111500"/>
            <a:ext cx="88900" cy="1778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</a:ln>
        </p:spPr>
      </p:sp>
      <p:sp>
        <p:nvSpPr>
          <p:cNvPr id="273" name="Shape 270"/>
          <p:cNvSpPr/>
          <p:nvPr/>
        </p:nvSpPr>
        <p:spPr>
          <a:xfrm flipV="1">
            <a:off x="5753100" y="3289300"/>
            <a:ext cx="50800" cy="1778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  <a:tailEnd type="triangle"/>
          </a:ln>
        </p:spPr>
      </p:sp>
      <p:sp>
        <p:nvSpPr>
          <p:cNvPr id="274" name="Shape 271"/>
          <p:cNvSpPr/>
          <p:nvPr/>
        </p:nvSpPr>
        <p:spPr>
          <a:xfrm flipH="1">
            <a:off x="5651500" y="3467100"/>
            <a:ext cx="101600" cy="1778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</a:ln>
        </p:spPr>
      </p:sp>
      <p:sp>
        <p:nvSpPr>
          <p:cNvPr id="275" name="Shape 272"/>
          <p:cNvSpPr/>
          <p:nvPr/>
        </p:nvSpPr>
        <p:spPr>
          <a:xfrm flipH="1">
            <a:off x="5575300" y="3644900"/>
            <a:ext cx="76200" cy="1778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</a:ln>
        </p:spPr>
      </p:sp>
      <p:sp>
        <p:nvSpPr>
          <p:cNvPr id="276" name="Shape 273"/>
          <p:cNvSpPr/>
          <p:nvPr/>
        </p:nvSpPr>
        <p:spPr>
          <a:xfrm flipH="1">
            <a:off x="5486400" y="3822700"/>
            <a:ext cx="88900" cy="1778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</a:ln>
        </p:spPr>
      </p:sp>
      <p:sp>
        <p:nvSpPr>
          <p:cNvPr id="277" name="Shape 274"/>
          <p:cNvSpPr/>
          <p:nvPr/>
        </p:nvSpPr>
        <p:spPr>
          <a:xfrm flipV="1">
            <a:off x="5422900" y="4000500"/>
            <a:ext cx="63500" cy="2032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  <a:tailEnd type="triangle"/>
          </a:ln>
        </p:spPr>
      </p:sp>
      <p:sp>
        <p:nvSpPr>
          <p:cNvPr id="278" name="Shape 275"/>
          <p:cNvSpPr/>
          <p:nvPr/>
        </p:nvSpPr>
        <p:spPr>
          <a:xfrm flipV="1">
            <a:off x="5702300" y="3467100"/>
            <a:ext cx="50800" cy="5334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  <a:tailEnd type="triangle"/>
          </a:ln>
        </p:spPr>
      </p:sp>
      <p:sp>
        <p:nvSpPr>
          <p:cNvPr id="279" name="Shape 276"/>
          <p:cNvSpPr/>
          <p:nvPr/>
        </p:nvSpPr>
        <p:spPr>
          <a:xfrm flipV="1">
            <a:off x="5422900" y="4000500"/>
            <a:ext cx="279400" cy="2032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  <a:tailEnd type="triangle"/>
          </a:ln>
        </p:spPr>
      </p:sp>
      <p:sp>
        <p:nvSpPr>
          <p:cNvPr id="280" name="Shape 277"/>
          <p:cNvSpPr/>
          <p:nvPr/>
        </p:nvSpPr>
        <p:spPr>
          <a:xfrm flipH="1">
            <a:off x="5753100" y="3111500"/>
            <a:ext cx="139700" cy="3556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</a:ln>
        </p:spPr>
      </p:sp>
      <p:sp>
        <p:nvSpPr>
          <p:cNvPr id="281" name="Shape 278"/>
          <p:cNvSpPr/>
          <p:nvPr/>
        </p:nvSpPr>
        <p:spPr>
          <a:xfrm flipH="1">
            <a:off x="5575300" y="3467100"/>
            <a:ext cx="177800" cy="3556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</a:ln>
        </p:spPr>
      </p:sp>
      <p:sp>
        <p:nvSpPr>
          <p:cNvPr id="282" name="Shape 279"/>
          <p:cNvSpPr/>
          <p:nvPr/>
        </p:nvSpPr>
        <p:spPr>
          <a:xfrm flipH="1">
            <a:off x="5422900" y="3822700"/>
            <a:ext cx="152400" cy="3810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</a:ln>
        </p:spPr>
      </p:sp>
      <p:sp>
        <p:nvSpPr>
          <p:cNvPr id="283" name="Shape 280"/>
          <p:cNvSpPr/>
          <p:nvPr/>
        </p:nvSpPr>
        <p:spPr>
          <a:xfrm>
            <a:off x="5848350" y="3067050"/>
            <a:ext cx="88900" cy="88900"/>
          </a:xfrm>
          <a:prstGeom prst="ellipse">
            <a:avLst/>
          </a:prstGeom>
          <a:solidFill>
            <a:srgbClr val="1F3FBF"/>
          </a:solidFill>
          <a:ln w="9525">
            <a:solidFill>
              <a:srgbClr val="C9DFF5"/>
            </a:solidFill>
            <a:prstDash val="solid"/>
          </a:ln>
        </p:spPr>
      </p:sp>
      <p:sp>
        <p:nvSpPr>
          <p:cNvPr id="284" name="Shape 281"/>
          <p:cNvSpPr/>
          <p:nvPr/>
        </p:nvSpPr>
        <p:spPr>
          <a:xfrm>
            <a:off x="5708650" y="3422650"/>
            <a:ext cx="88900" cy="88900"/>
          </a:xfrm>
          <a:prstGeom prst="ellipse">
            <a:avLst/>
          </a:prstGeom>
          <a:solidFill>
            <a:srgbClr val="1F3FBF"/>
          </a:solidFill>
          <a:ln w="9525">
            <a:solidFill>
              <a:srgbClr val="C9DFF5"/>
            </a:solidFill>
            <a:prstDash val="solid"/>
          </a:ln>
        </p:spPr>
      </p:sp>
      <p:sp>
        <p:nvSpPr>
          <p:cNvPr id="285" name="Shape 282"/>
          <p:cNvSpPr/>
          <p:nvPr/>
        </p:nvSpPr>
        <p:spPr>
          <a:xfrm>
            <a:off x="5530850" y="3778250"/>
            <a:ext cx="88900" cy="88900"/>
          </a:xfrm>
          <a:prstGeom prst="ellipse">
            <a:avLst/>
          </a:prstGeom>
          <a:solidFill>
            <a:srgbClr val="1F3FBF"/>
          </a:solidFill>
          <a:ln w="9525">
            <a:solidFill>
              <a:srgbClr val="C9DFF5"/>
            </a:solidFill>
            <a:prstDash val="solid"/>
          </a:ln>
        </p:spPr>
      </p:sp>
      <p:sp>
        <p:nvSpPr>
          <p:cNvPr id="286" name="Shape 283"/>
          <p:cNvSpPr/>
          <p:nvPr/>
        </p:nvSpPr>
        <p:spPr>
          <a:xfrm>
            <a:off x="5378450" y="4159250"/>
            <a:ext cx="88900" cy="88900"/>
          </a:xfrm>
          <a:prstGeom prst="ellipse">
            <a:avLst/>
          </a:prstGeom>
          <a:solidFill>
            <a:srgbClr val="1F3FBF"/>
          </a:solidFill>
          <a:ln w="9525">
            <a:solidFill>
              <a:srgbClr val="C9DFF5"/>
            </a:solidFill>
            <a:prstDash val="solid"/>
          </a:ln>
        </p:spPr>
      </p:sp>
      <p:sp>
        <p:nvSpPr>
          <p:cNvPr id="287" name="Shape 284"/>
          <p:cNvSpPr/>
          <p:nvPr/>
        </p:nvSpPr>
        <p:spPr>
          <a:xfrm>
            <a:off x="5775325" y="3260725"/>
            <a:ext cx="57150" cy="57150"/>
          </a:xfrm>
          <a:prstGeom prst="ellipse">
            <a:avLst/>
          </a:prstGeom>
          <a:solidFill>
            <a:srgbClr val="1F3FBF"/>
          </a:solidFill>
          <a:ln w="9525">
            <a:solidFill>
              <a:srgbClr val="C9DFF5"/>
            </a:solidFill>
            <a:prstDash val="solid"/>
          </a:ln>
        </p:spPr>
      </p:sp>
      <p:sp>
        <p:nvSpPr>
          <p:cNvPr id="288" name="Shape 285"/>
          <p:cNvSpPr/>
          <p:nvPr/>
        </p:nvSpPr>
        <p:spPr>
          <a:xfrm>
            <a:off x="5622925" y="3616325"/>
            <a:ext cx="57150" cy="57150"/>
          </a:xfrm>
          <a:prstGeom prst="ellipse">
            <a:avLst/>
          </a:prstGeom>
          <a:solidFill>
            <a:srgbClr val="1F3FBF"/>
          </a:solidFill>
          <a:ln w="9525">
            <a:solidFill>
              <a:srgbClr val="C9DFF5"/>
            </a:solidFill>
            <a:prstDash val="solid"/>
          </a:ln>
        </p:spPr>
      </p:sp>
      <p:sp>
        <p:nvSpPr>
          <p:cNvPr id="289" name="Shape 286"/>
          <p:cNvSpPr/>
          <p:nvPr/>
        </p:nvSpPr>
        <p:spPr>
          <a:xfrm>
            <a:off x="5457825" y="3971925"/>
            <a:ext cx="57150" cy="57150"/>
          </a:xfrm>
          <a:prstGeom prst="ellipse">
            <a:avLst/>
          </a:prstGeom>
          <a:solidFill>
            <a:srgbClr val="1F3FBF"/>
          </a:solidFill>
          <a:ln w="9525">
            <a:solidFill>
              <a:srgbClr val="C9DFF5"/>
            </a:solidFill>
            <a:prstDash val="solid"/>
          </a:ln>
        </p:spPr>
      </p:sp>
      <p:sp>
        <p:nvSpPr>
          <p:cNvPr id="290" name="Shape 287"/>
          <p:cNvSpPr/>
          <p:nvPr/>
        </p:nvSpPr>
        <p:spPr>
          <a:xfrm>
            <a:off x="5673725" y="3971925"/>
            <a:ext cx="57150" cy="57150"/>
          </a:xfrm>
          <a:prstGeom prst="ellipse">
            <a:avLst/>
          </a:prstGeom>
          <a:solidFill>
            <a:srgbClr val="1F3FBF"/>
          </a:solidFill>
          <a:ln w="9525">
            <a:solidFill>
              <a:srgbClr val="C9DFF5"/>
            </a:solidFill>
            <a:prstDash val="solid"/>
          </a:ln>
        </p:spPr>
      </p:sp>
      <p:sp>
        <p:nvSpPr>
          <p:cNvPr id="291" name="Text 288"/>
          <p:cNvSpPr/>
          <p:nvPr/>
        </p:nvSpPr>
        <p:spPr>
          <a:xfrm>
            <a:off x="6019800" y="2654300"/>
            <a:ext cx="266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K,q</a:t>
            </a:r>
            <a:endParaRPr lang="en-US" sz="750" dirty="0"/>
          </a:p>
        </p:txBody>
      </p:sp>
      <p:sp>
        <p:nvSpPr>
          <p:cNvPr id="292" name="Shape 289"/>
          <p:cNvSpPr/>
          <p:nvPr/>
        </p:nvSpPr>
        <p:spPr>
          <a:xfrm flipH="1">
            <a:off x="5981700" y="2743200"/>
            <a:ext cx="3175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</a:ln>
        </p:spPr>
      </p:sp>
      <p:pic>
        <p:nvPicPr>
          <p:cNvPr id="293" name="Image 1" descr="/home/ahmed/Projects/ai_llm_slides/videos/deep-learning/001_transformers_part1/recreated_pptx/build/assets/eq_039_fraction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9758" y="2654808"/>
            <a:ext cx="234696" cy="298704"/>
          </a:xfrm>
          <a:prstGeom prst="rect">
            <a:avLst/>
          </a:prstGeom>
        </p:spPr>
      </p:pic>
      <p:sp>
        <p:nvSpPr>
          <p:cNvPr id="294" name="Shape 290"/>
          <p:cNvSpPr/>
          <p:nvPr/>
        </p:nvSpPr>
        <p:spPr>
          <a:xfrm>
            <a:off x="6718300" y="2797810"/>
            <a:ext cx="190500" cy="154940"/>
          </a:xfrm>
          <a:prstGeom prst="rect">
            <a:avLst/>
          </a:prstGeom>
          <a:ln w="6350">
            <a:solidFill>
              <a:srgbClr val="C00000"/>
            </a:solidFill>
            <a:prstDash val="solid"/>
          </a:ln>
        </p:spPr>
      </p:sp>
      <p:sp>
        <p:nvSpPr>
          <p:cNvPr id="295" name="Shape 291"/>
          <p:cNvSpPr/>
          <p:nvPr/>
        </p:nvSpPr>
        <p:spPr>
          <a:xfrm>
            <a:off x="6899275" y="3067050"/>
            <a:ext cx="69850" cy="2667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96" name="Shape 292"/>
          <p:cNvSpPr/>
          <p:nvPr/>
        </p:nvSpPr>
        <p:spPr>
          <a:xfrm>
            <a:off x="6914991" y="3087370"/>
            <a:ext cx="38418" cy="7493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297" name="Shape 293"/>
          <p:cNvSpPr/>
          <p:nvPr/>
        </p:nvSpPr>
        <p:spPr>
          <a:xfrm>
            <a:off x="6311900" y="2692400"/>
            <a:ext cx="266700" cy="1752600"/>
          </a:xfrm>
          <a:prstGeom prst="rect">
            <a:avLst/>
          </a:prstGeom>
          <a:solidFill>
            <a:srgbClr val="FFC4CB"/>
          </a:solidFill>
          <a:ln w="9525">
            <a:solidFill>
              <a:srgbClr val="E8A0AC"/>
            </a:solidFill>
            <a:prstDash val="solid"/>
          </a:ln>
        </p:spPr>
      </p:sp>
      <p:sp>
        <p:nvSpPr>
          <p:cNvPr id="298" name="Text 294"/>
          <p:cNvSpPr/>
          <p:nvPr/>
        </p:nvSpPr>
        <p:spPr>
          <a:xfrm rot="16200000">
            <a:off x="5549900" y="3467100"/>
            <a:ext cx="1790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by √d</a:t>
            </a:r>
            <a:endParaRPr lang="en-US" sz="750" dirty="0"/>
          </a:p>
        </p:txBody>
      </p:sp>
      <p:sp>
        <p:nvSpPr>
          <p:cNvPr id="299" name="Shape 295"/>
          <p:cNvSpPr/>
          <p:nvPr/>
        </p:nvSpPr>
        <p:spPr>
          <a:xfrm>
            <a:off x="6985000" y="2679700"/>
            <a:ext cx="266700" cy="1765300"/>
          </a:xfrm>
          <a:prstGeom prst="rect">
            <a:avLst/>
          </a:prstGeom>
          <a:solidFill>
            <a:srgbClr val="F8DEFA"/>
          </a:solidFill>
          <a:ln w="9525">
            <a:solidFill>
              <a:srgbClr val="D8B0E0"/>
            </a:solidFill>
            <a:prstDash val="solid"/>
          </a:ln>
        </p:spPr>
      </p:sp>
      <p:sp>
        <p:nvSpPr>
          <p:cNvPr id="300" name="Text 296"/>
          <p:cNvSpPr/>
          <p:nvPr/>
        </p:nvSpPr>
        <p:spPr>
          <a:xfrm rot="16200000">
            <a:off x="6223000" y="3460750"/>
            <a:ext cx="17653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B3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max</a:t>
            </a:r>
            <a:endParaRPr lang="en-US" sz="750" dirty="0"/>
          </a:p>
        </p:txBody>
      </p:sp>
      <p:sp>
        <p:nvSpPr>
          <p:cNvPr id="301" name="Shape 297"/>
          <p:cNvSpPr/>
          <p:nvPr/>
        </p:nvSpPr>
        <p:spPr>
          <a:xfrm>
            <a:off x="7505700" y="2679700"/>
            <a:ext cx="1155700" cy="190500"/>
          </a:xfrm>
          <a:prstGeom prst="rect">
            <a:avLst/>
          </a:prstGeom>
          <a:solidFill>
            <a:srgbClr val="E8F8F8"/>
          </a:solidFill>
          <a:ln w="9525">
            <a:solidFill>
              <a:srgbClr val="AEBDB8"/>
            </a:solidFill>
            <a:prstDash val="solid"/>
          </a:ln>
        </p:spPr>
      </p:sp>
      <p:sp>
        <p:nvSpPr>
          <p:cNvPr id="302" name="Text 298"/>
          <p:cNvSpPr/>
          <p:nvPr/>
        </p:nvSpPr>
        <p:spPr>
          <a:xfrm>
            <a:off x="7505700" y="2679700"/>
            <a:ext cx="1155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4A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300" dirty="0"/>
          </a:p>
        </p:txBody>
      </p:sp>
      <p:sp>
        <p:nvSpPr>
          <p:cNvPr id="303" name="Shape 299"/>
          <p:cNvSpPr/>
          <p:nvPr/>
        </p:nvSpPr>
        <p:spPr>
          <a:xfrm>
            <a:off x="7302500" y="2908300"/>
            <a:ext cx="298450" cy="19050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304" name="Shape 300"/>
          <p:cNvSpPr/>
          <p:nvPr/>
        </p:nvSpPr>
        <p:spPr>
          <a:xfrm flipV="1">
            <a:off x="7639050" y="2895600"/>
            <a:ext cx="0" cy="7620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305" name="Shape 301"/>
          <p:cNvSpPr/>
          <p:nvPr/>
        </p:nvSpPr>
        <p:spPr>
          <a:xfrm>
            <a:off x="7302500" y="3124200"/>
            <a:ext cx="565150" cy="33655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306" name="Shape 302"/>
          <p:cNvSpPr/>
          <p:nvPr/>
        </p:nvSpPr>
        <p:spPr>
          <a:xfrm flipV="1">
            <a:off x="7905750" y="2895600"/>
            <a:ext cx="0" cy="43815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307" name="Shape 303"/>
          <p:cNvSpPr/>
          <p:nvPr/>
        </p:nvSpPr>
        <p:spPr>
          <a:xfrm>
            <a:off x="7302500" y="3340100"/>
            <a:ext cx="819150" cy="46355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308" name="Shape 304"/>
          <p:cNvSpPr/>
          <p:nvPr/>
        </p:nvSpPr>
        <p:spPr>
          <a:xfrm flipV="1">
            <a:off x="8159750" y="2895600"/>
            <a:ext cx="0" cy="78105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309" name="Shape 305"/>
          <p:cNvSpPr/>
          <p:nvPr/>
        </p:nvSpPr>
        <p:spPr>
          <a:xfrm>
            <a:off x="7302500" y="3556000"/>
            <a:ext cx="1104900" cy="63500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310" name="Shape 306"/>
          <p:cNvSpPr/>
          <p:nvPr/>
        </p:nvSpPr>
        <p:spPr>
          <a:xfrm flipV="1">
            <a:off x="8445500" y="2895600"/>
            <a:ext cx="0" cy="116840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311" name="Shape 307"/>
          <p:cNvSpPr/>
          <p:nvPr/>
        </p:nvSpPr>
        <p:spPr>
          <a:xfrm>
            <a:off x="9626600" y="2908300"/>
            <a:ext cx="736600" cy="1651000"/>
          </a:xfrm>
          <a:prstGeom prst="roundRect">
            <a:avLst>
              <a:gd name="adj" fmla="val 7448"/>
            </a:avLst>
          </a:prstGeom>
          <a:solidFill>
            <a:srgbClr val="E7FEE8"/>
          </a:solidFill>
          <a:ln w="12700">
            <a:solidFill>
              <a:srgbClr val="00A651"/>
            </a:solidFill>
            <a:prstDash val="dash"/>
          </a:ln>
        </p:spPr>
      </p:sp>
      <p:sp>
        <p:nvSpPr>
          <p:cNvPr id="312" name="Shape 308"/>
          <p:cNvSpPr/>
          <p:nvPr/>
        </p:nvSpPr>
        <p:spPr>
          <a:xfrm>
            <a:off x="9131300" y="2946400"/>
            <a:ext cx="431800" cy="304800"/>
          </a:xfrm>
          <a:prstGeom prst="rect">
            <a:avLst/>
          </a:prstGeom>
          <a:solidFill>
            <a:srgbClr val="A9CFDC"/>
          </a:solidFill>
          <a:ln w="12700">
            <a:solidFill>
              <a:srgbClr val="1F3FBF"/>
            </a:solidFill>
            <a:prstDash val="solid"/>
          </a:ln>
        </p:spPr>
      </p:sp>
      <p:sp>
        <p:nvSpPr>
          <p:cNvPr id="313" name="Text 309"/>
          <p:cNvSpPr/>
          <p:nvPr/>
        </p:nvSpPr>
        <p:spPr>
          <a:xfrm>
            <a:off x="9131300" y="2946400"/>
            <a:ext cx="431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500" b="1" baseline="30000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700" dirty="0"/>
          </a:p>
        </p:txBody>
      </p:sp>
      <p:sp>
        <p:nvSpPr>
          <p:cNvPr id="314" name="Text 310"/>
          <p:cNvSpPr/>
          <p:nvPr/>
        </p:nvSpPr>
        <p:spPr>
          <a:xfrm>
            <a:off x="8636000" y="29464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315" name="Shape 311"/>
          <p:cNvSpPr/>
          <p:nvPr/>
        </p:nvSpPr>
        <p:spPr>
          <a:xfrm>
            <a:off x="8826500" y="2984500"/>
            <a:ext cx="88900" cy="127000"/>
          </a:xfrm>
          <a:prstGeom prst="rect">
            <a:avLst/>
          </a:prstGeom>
          <a:solidFill>
            <a:srgbClr val="FCFED0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316" name="Shape 312"/>
          <p:cNvSpPr/>
          <p:nvPr/>
        </p:nvSpPr>
        <p:spPr>
          <a:xfrm>
            <a:off x="8915400" y="2984500"/>
            <a:ext cx="88900" cy="127000"/>
          </a:xfrm>
          <a:prstGeom prst="rect">
            <a:avLst/>
          </a:prstGeom>
          <a:solidFill>
            <a:srgbClr val="F8DDEF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317" name="Shape 313"/>
          <p:cNvSpPr/>
          <p:nvPr/>
        </p:nvSpPr>
        <p:spPr>
          <a:xfrm>
            <a:off x="9004300" y="2984500"/>
            <a:ext cx="88900" cy="127000"/>
          </a:xfrm>
          <a:prstGeom prst="rect">
            <a:avLst/>
          </a:prstGeom>
          <a:solidFill>
            <a:srgbClr val="E4E6F5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318" name="Shape 314"/>
          <p:cNvSpPr/>
          <p:nvPr/>
        </p:nvSpPr>
        <p:spPr>
          <a:xfrm>
            <a:off x="9632950" y="2990850"/>
            <a:ext cx="723900" cy="254000"/>
          </a:xfrm>
          <a:prstGeom prst="rect">
            <a:avLst/>
          </a:prstGeom>
          <a:ln w="5080">
            <a:solidFill>
              <a:srgbClr val="A65B4F"/>
            </a:solidFill>
            <a:prstDash val="solid"/>
          </a:ln>
        </p:spPr>
      </p:sp>
      <p:sp>
        <p:nvSpPr>
          <p:cNvPr id="319" name="Shape 315"/>
          <p:cNvSpPr/>
          <p:nvPr/>
        </p:nvSpPr>
        <p:spPr>
          <a:xfrm>
            <a:off x="9639300" y="2997200"/>
            <a:ext cx="228600" cy="241300"/>
          </a:xfrm>
          <a:prstGeom prst="rect">
            <a:avLst/>
          </a:prstGeom>
          <a:solidFill>
            <a:srgbClr val="E8F1C6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320" name="Shape 316"/>
          <p:cNvSpPr/>
          <p:nvPr/>
        </p:nvSpPr>
        <p:spPr>
          <a:xfrm>
            <a:off x="9867900" y="2997200"/>
            <a:ext cx="127000" cy="241300"/>
          </a:xfrm>
          <a:prstGeom prst="rect">
            <a:avLst/>
          </a:prstGeom>
          <a:solidFill>
            <a:srgbClr val="FFFFFF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321" name="Shape 317"/>
          <p:cNvSpPr/>
          <p:nvPr/>
        </p:nvSpPr>
        <p:spPr>
          <a:xfrm>
            <a:off x="9994900" y="2997200"/>
            <a:ext cx="241300" cy="241300"/>
          </a:xfrm>
          <a:prstGeom prst="rect">
            <a:avLst/>
          </a:prstGeom>
          <a:solidFill>
            <a:srgbClr val="E2E0EE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322" name="Shape 318"/>
          <p:cNvSpPr/>
          <p:nvPr/>
        </p:nvSpPr>
        <p:spPr>
          <a:xfrm>
            <a:off x="10236200" y="2997200"/>
            <a:ext cx="120650" cy="241300"/>
          </a:xfrm>
          <a:prstGeom prst="rect">
            <a:avLst/>
          </a:prstGeom>
          <a:solidFill>
            <a:srgbClr val="EBD9E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323" name="Text 319"/>
          <p:cNvSpPr/>
          <p:nvPr/>
        </p:nvSpPr>
        <p:spPr>
          <a:xfrm>
            <a:off x="9867900" y="3009900"/>
            <a:ext cx="127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00" dirty="0"/>
          </a:p>
        </p:txBody>
      </p:sp>
      <p:sp>
        <p:nvSpPr>
          <p:cNvPr id="324" name="Shape 320"/>
          <p:cNvSpPr/>
          <p:nvPr/>
        </p:nvSpPr>
        <p:spPr>
          <a:xfrm>
            <a:off x="9131300" y="3302000"/>
            <a:ext cx="431800" cy="304800"/>
          </a:xfrm>
          <a:prstGeom prst="rect">
            <a:avLst/>
          </a:prstGeom>
          <a:solidFill>
            <a:srgbClr val="A9CFDC"/>
          </a:solidFill>
          <a:ln w="12700">
            <a:solidFill>
              <a:srgbClr val="1F3FBF"/>
            </a:solidFill>
            <a:prstDash val="solid"/>
          </a:ln>
        </p:spPr>
      </p:sp>
      <p:sp>
        <p:nvSpPr>
          <p:cNvPr id="325" name="Text 321"/>
          <p:cNvSpPr/>
          <p:nvPr/>
        </p:nvSpPr>
        <p:spPr>
          <a:xfrm>
            <a:off x="9131300" y="3302000"/>
            <a:ext cx="431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500" b="1" baseline="30000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700" dirty="0"/>
          </a:p>
        </p:txBody>
      </p:sp>
      <p:sp>
        <p:nvSpPr>
          <p:cNvPr id="326" name="Text 322"/>
          <p:cNvSpPr/>
          <p:nvPr/>
        </p:nvSpPr>
        <p:spPr>
          <a:xfrm>
            <a:off x="8636000" y="33020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327" name="Shape 323"/>
          <p:cNvSpPr/>
          <p:nvPr/>
        </p:nvSpPr>
        <p:spPr>
          <a:xfrm>
            <a:off x="8826500" y="3340100"/>
            <a:ext cx="88900" cy="127000"/>
          </a:xfrm>
          <a:prstGeom prst="rect">
            <a:avLst/>
          </a:prstGeom>
          <a:solidFill>
            <a:srgbClr val="FCFED0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328" name="Shape 324"/>
          <p:cNvSpPr/>
          <p:nvPr/>
        </p:nvSpPr>
        <p:spPr>
          <a:xfrm>
            <a:off x="8915400" y="3340100"/>
            <a:ext cx="88900" cy="127000"/>
          </a:xfrm>
          <a:prstGeom prst="rect">
            <a:avLst/>
          </a:prstGeom>
          <a:solidFill>
            <a:srgbClr val="F8DDEF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329" name="Shape 325"/>
          <p:cNvSpPr/>
          <p:nvPr/>
        </p:nvSpPr>
        <p:spPr>
          <a:xfrm>
            <a:off x="9004300" y="3340100"/>
            <a:ext cx="88900" cy="127000"/>
          </a:xfrm>
          <a:prstGeom prst="rect">
            <a:avLst/>
          </a:prstGeom>
          <a:solidFill>
            <a:srgbClr val="E4E6F5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330" name="Shape 326"/>
          <p:cNvSpPr/>
          <p:nvPr/>
        </p:nvSpPr>
        <p:spPr>
          <a:xfrm>
            <a:off x="9632950" y="3346450"/>
            <a:ext cx="723900" cy="254000"/>
          </a:xfrm>
          <a:prstGeom prst="rect">
            <a:avLst/>
          </a:prstGeom>
          <a:ln w="5080">
            <a:solidFill>
              <a:srgbClr val="A65B4F"/>
            </a:solidFill>
            <a:prstDash val="solid"/>
          </a:ln>
        </p:spPr>
      </p:sp>
      <p:sp>
        <p:nvSpPr>
          <p:cNvPr id="331" name="Shape 327"/>
          <p:cNvSpPr/>
          <p:nvPr/>
        </p:nvSpPr>
        <p:spPr>
          <a:xfrm>
            <a:off x="9639300" y="3352800"/>
            <a:ext cx="228600" cy="241300"/>
          </a:xfrm>
          <a:prstGeom prst="rect">
            <a:avLst/>
          </a:prstGeom>
          <a:solidFill>
            <a:srgbClr val="E8F1C6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332" name="Shape 328"/>
          <p:cNvSpPr/>
          <p:nvPr/>
        </p:nvSpPr>
        <p:spPr>
          <a:xfrm>
            <a:off x="9867900" y="3352800"/>
            <a:ext cx="127000" cy="241300"/>
          </a:xfrm>
          <a:prstGeom prst="rect">
            <a:avLst/>
          </a:prstGeom>
          <a:solidFill>
            <a:srgbClr val="FFFFFF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333" name="Shape 329"/>
          <p:cNvSpPr/>
          <p:nvPr/>
        </p:nvSpPr>
        <p:spPr>
          <a:xfrm>
            <a:off x="9994900" y="3352800"/>
            <a:ext cx="241300" cy="241300"/>
          </a:xfrm>
          <a:prstGeom prst="rect">
            <a:avLst/>
          </a:prstGeom>
          <a:solidFill>
            <a:srgbClr val="E2E0EE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334" name="Shape 330"/>
          <p:cNvSpPr/>
          <p:nvPr/>
        </p:nvSpPr>
        <p:spPr>
          <a:xfrm>
            <a:off x="10236200" y="3352800"/>
            <a:ext cx="120650" cy="241300"/>
          </a:xfrm>
          <a:prstGeom prst="rect">
            <a:avLst/>
          </a:prstGeom>
          <a:solidFill>
            <a:srgbClr val="EBD9E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335" name="Text 331"/>
          <p:cNvSpPr/>
          <p:nvPr/>
        </p:nvSpPr>
        <p:spPr>
          <a:xfrm>
            <a:off x="9867900" y="3365500"/>
            <a:ext cx="127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" dirty="0"/>
          </a:p>
        </p:txBody>
      </p:sp>
      <p:sp>
        <p:nvSpPr>
          <p:cNvPr id="336" name="Shape 332"/>
          <p:cNvSpPr/>
          <p:nvPr/>
        </p:nvSpPr>
        <p:spPr>
          <a:xfrm>
            <a:off x="9131300" y="3657600"/>
            <a:ext cx="431800" cy="304800"/>
          </a:xfrm>
          <a:prstGeom prst="rect">
            <a:avLst/>
          </a:prstGeom>
          <a:solidFill>
            <a:srgbClr val="A9CFDC"/>
          </a:solidFill>
          <a:ln w="12700">
            <a:solidFill>
              <a:srgbClr val="1F3FBF"/>
            </a:solidFill>
            <a:prstDash val="solid"/>
          </a:ln>
        </p:spPr>
      </p:sp>
      <p:sp>
        <p:nvSpPr>
          <p:cNvPr id="337" name="Text 333"/>
          <p:cNvSpPr/>
          <p:nvPr/>
        </p:nvSpPr>
        <p:spPr>
          <a:xfrm>
            <a:off x="9131300" y="3657600"/>
            <a:ext cx="431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500" b="1" baseline="30000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700" dirty="0"/>
          </a:p>
        </p:txBody>
      </p:sp>
      <p:sp>
        <p:nvSpPr>
          <p:cNvPr id="338" name="Text 334"/>
          <p:cNvSpPr/>
          <p:nvPr/>
        </p:nvSpPr>
        <p:spPr>
          <a:xfrm>
            <a:off x="8636000" y="36576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339" name="Shape 335"/>
          <p:cNvSpPr/>
          <p:nvPr/>
        </p:nvSpPr>
        <p:spPr>
          <a:xfrm>
            <a:off x="8826500" y="3695700"/>
            <a:ext cx="88900" cy="127000"/>
          </a:xfrm>
          <a:prstGeom prst="rect">
            <a:avLst/>
          </a:prstGeom>
          <a:solidFill>
            <a:srgbClr val="FCFED0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340" name="Shape 336"/>
          <p:cNvSpPr/>
          <p:nvPr/>
        </p:nvSpPr>
        <p:spPr>
          <a:xfrm>
            <a:off x="8915400" y="3695700"/>
            <a:ext cx="88900" cy="127000"/>
          </a:xfrm>
          <a:prstGeom prst="rect">
            <a:avLst/>
          </a:prstGeom>
          <a:solidFill>
            <a:srgbClr val="F8DDEF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341" name="Shape 337"/>
          <p:cNvSpPr/>
          <p:nvPr/>
        </p:nvSpPr>
        <p:spPr>
          <a:xfrm>
            <a:off x="9004300" y="3695700"/>
            <a:ext cx="88900" cy="127000"/>
          </a:xfrm>
          <a:prstGeom prst="rect">
            <a:avLst/>
          </a:prstGeom>
          <a:solidFill>
            <a:srgbClr val="E4E6F5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342" name="Shape 338"/>
          <p:cNvSpPr/>
          <p:nvPr/>
        </p:nvSpPr>
        <p:spPr>
          <a:xfrm>
            <a:off x="9632950" y="3702050"/>
            <a:ext cx="723900" cy="254000"/>
          </a:xfrm>
          <a:prstGeom prst="rect">
            <a:avLst/>
          </a:prstGeom>
          <a:ln w="5080">
            <a:solidFill>
              <a:srgbClr val="A65B4F"/>
            </a:solidFill>
            <a:prstDash val="solid"/>
          </a:ln>
        </p:spPr>
      </p:sp>
      <p:sp>
        <p:nvSpPr>
          <p:cNvPr id="343" name="Shape 339"/>
          <p:cNvSpPr/>
          <p:nvPr/>
        </p:nvSpPr>
        <p:spPr>
          <a:xfrm>
            <a:off x="9639300" y="3708400"/>
            <a:ext cx="228600" cy="241300"/>
          </a:xfrm>
          <a:prstGeom prst="rect">
            <a:avLst/>
          </a:prstGeom>
          <a:solidFill>
            <a:srgbClr val="E8F1C6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344" name="Shape 340"/>
          <p:cNvSpPr/>
          <p:nvPr/>
        </p:nvSpPr>
        <p:spPr>
          <a:xfrm>
            <a:off x="9867900" y="3708400"/>
            <a:ext cx="127000" cy="241300"/>
          </a:xfrm>
          <a:prstGeom prst="rect">
            <a:avLst/>
          </a:prstGeom>
          <a:solidFill>
            <a:srgbClr val="FFFFFF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345" name="Shape 341"/>
          <p:cNvSpPr/>
          <p:nvPr/>
        </p:nvSpPr>
        <p:spPr>
          <a:xfrm>
            <a:off x="9994900" y="3708400"/>
            <a:ext cx="241300" cy="241300"/>
          </a:xfrm>
          <a:prstGeom prst="rect">
            <a:avLst/>
          </a:prstGeom>
          <a:solidFill>
            <a:srgbClr val="E2E0EE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346" name="Shape 342"/>
          <p:cNvSpPr/>
          <p:nvPr/>
        </p:nvSpPr>
        <p:spPr>
          <a:xfrm>
            <a:off x="10236200" y="3708400"/>
            <a:ext cx="120650" cy="241300"/>
          </a:xfrm>
          <a:prstGeom prst="rect">
            <a:avLst/>
          </a:prstGeom>
          <a:solidFill>
            <a:srgbClr val="EBD9E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347" name="Text 343"/>
          <p:cNvSpPr/>
          <p:nvPr/>
        </p:nvSpPr>
        <p:spPr>
          <a:xfrm>
            <a:off x="9867900" y="3721100"/>
            <a:ext cx="127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00" dirty="0"/>
          </a:p>
        </p:txBody>
      </p:sp>
      <p:sp>
        <p:nvSpPr>
          <p:cNvPr id="348" name="Shape 344"/>
          <p:cNvSpPr/>
          <p:nvPr/>
        </p:nvSpPr>
        <p:spPr>
          <a:xfrm>
            <a:off x="9131300" y="4038600"/>
            <a:ext cx="431800" cy="304800"/>
          </a:xfrm>
          <a:prstGeom prst="rect">
            <a:avLst/>
          </a:prstGeom>
          <a:solidFill>
            <a:srgbClr val="A9CFDC"/>
          </a:solidFill>
          <a:ln w="12700">
            <a:solidFill>
              <a:srgbClr val="1F3FBF"/>
            </a:solidFill>
            <a:prstDash val="solid"/>
          </a:ln>
        </p:spPr>
      </p:sp>
      <p:sp>
        <p:nvSpPr>
          <p:cNvPr id="349" name="Text 345"/>
          <p:cNvSpPr/>
          <p:nvPr/>
        </p:nvSpPr>
        <p:spPr>
          <a:xfrm>
            <a:off x="9131300" y="4038600"/>
            <a:ext cx="431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500" b="1" baseline="30000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700" dirty="0"/>
          </a:p>
        </p:txBody>
      </p:sp>
      <p:sp>
        <p:nvSpPr>
          <p:cNvPr id="350" name="Text 346"/>
          <p:cNvSpPr/>
          <p:nvPr/>
        </p:nvSpPr>
        <p:spPr>
          <a:xfrm>
            <a:off x="8636000" y="40259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" dirty="0"/>
          </a:p>
        </p:txBody>
      </p:sp>
      <p:sp>
        <p:nvSpPr>
          <p:cNvPr id="351" name="Shape 347"/>
          <p:cNvSpPr/>
          <p:nvPr/>
        </p:nvSpPr>
        <p:spPr>
          <a:xfrm>
            <a:off x="8826500" y="4064000"/>
            <a:ext cx="88900" cy="127000"/>
          </a:xfrm>
          <a:prstGeom prst="rect">
            <a:avLst/>
          </a:prstGeom>
          <a:solidFill>
            <a:srgbClr val="FCFED0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352" name="Shape 348"/>
          <p:cNvSpPr/>
          <p:nvPr/>
        </p:nvSpPr>
        <p:spPr>
          <a:xfrm>
            <a:off x="8915400" y="4064000"/>
            <a:ext cx="88900" cy="127000"/>
          </a:xfrm>
          <a:prstGeom prst="rect">
            <a:avLst/>
          </a:prstGeom>
          <a:solidFill>
            <a:srgbClr val="F8DDEF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353" name="Shape 349"/>
          <p:cNvSpPr/>
          <p:nvPr/>
        </p:nvSpPr>
        <p:spPr>
          <a:xfrm>
            <a:off x="9004300" y="4064000"/>
            <a:ext cx="88900" cy="127000"/>
          </a:xfrm>
          <a:prstGeom prst="rect">
            <a:avLst/>
          </a:prstGeom>
          <a:solidFill>
            <a:srgbClr val="E4E6F5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354" name="Shape 350"/>
          <p:cNvSpPr/>
          <p:nvPr/>
        </p:nvSpPr>
        <p:spPr>
          <a:xfrm>
            <a:off x="9632950" y="4070350"/>
            <a:ext cx="723900" cy="254000"/>
          </a:xfrm>
          <a:prstGeom prst="rect">
            <a:avLst/>
          </a:prstGeom>
          <a:ln w="5080">
            <a:solidFill>
              <a:srgbClr val="A65B4F"/>
            </a:solidFill>
            <a:prstDash val="solid"/>
          </a:ln>
        </p:spPr>
      </p:sp>
      <p:sp>
        <p:nvSpPr>
          <p:cNvPr id="355" name="Shape 351"/>
          <p:cNvSpPr/>
          <p:nvPr/>
        </p:nvSpPr>
        <p:spPr>
          <a:xfrm>
            <a:off x="9639300" y="4076700"/>
            <a:ext cx="228600" cy="241300"/>
          </a:xfrm>
          <a:prstGeom prst="rect">
            <a:avLst/>
          </a:prstGeom>
          <a:solidFill>
            <a:srgbClr val="E8F1C6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356" name="Shape 352"/>
          <p:cNvSpPr/>
          <p:nvPr/>
        </p:nvSpPr>
        <p:spPr>
          <a:xfrm>
            <a:off x="9867900" y="4076700"/>
            <a:ext cx="127000" cy="241300"/>
          </a:xfrm>
          <a:prstGeom prst="rect">
            <a:avLst/>
          </a:prstGeom>
          <a:solidFill>
            <a:srgbClr val="FFFFFF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357" name="Shape 353"/>
          <p:cNvSpPr/>
          <p:nvPr/>
        </p:nvSpPr>
        <p:spPr>
          <a:xfrm>
            <a:off x="9994900" y="4076700"/>
            <a:ext cx="241300" cy="241300"/>
          </a:xfrm>
          <a:prstGeom prst="rect">
            <a:avLst/>
          </a:prstGeom>
          <a:solidFill>
            <a:srgbClr val="E2E0EE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358" name="Shape 354"/>
          <p:cNvSpPr/>
          <p:nvPr/>
        </p:nvSpPr>
        <p:spPr>
          <a:xfrm>
            <a:off x="10236200" y="4076700"/>
            <a:ext cx="120650" cy="241300"/>
          </a:xfrm>
          <a:prstGeom prst="rect">
            <a:avLst/>
          </a:prstGeom>
          <a:solidFill>
            <a:srgbClr val="EBD9E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359" name="Text 355"/>
          <p:cNvSpPr/>
          <p:nvPr/>
        </p:nvSpPr>
        <p:spPr>
          <a:xfrm>
            <a:off x="9867900" y="4089400"/>
            <a:ext cx="127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00" dirty="0"/>
          </a:p>
        </p:txBody>
      </p:sp>
      <p:sp>
        <p:nvSpPr>
          <p:cNvPr id="360" name="Shape 356"/>
          <p:cNvSpPr/>
          <p:nvPr/>
        </p:nvSpPr>
        <p:spPr>
          <a:xfrm>
            <a:off x="7569200" y="3041650"/>
            <a:ext cx="139700" cy="139700"/>
          </a:xfrm>
          <a:prstGeom prst="ellipse">
            <a:avLst/>
          </a:prstGeom>
          <a:ln w="15875">
            <a:solidFill>
              <a:srgbClr val="C00000"/>
            </a:solidFill>
            <a:prstDash val="solid"/>
          </a:ln>
        </p:spPr>
      </p:sp>
      <p:sp>
        <p:nvSpPr>
          <p:cNvPr id="361" name="Shape 357"/>
          <p:cNvSpPr/>
          <p:nvPr/>
        </p:nvSpPr>
        <p:spPr>
          <a:xfrm>
            <a:off x="7600950" y="3073400"/>
            <a:ext cx="76200" cy="762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362" name="Shape 358"/>
          <p:cNvSpPr/>
          <p:nvPr/>
        </p:nvSpPr>
        <p:spPr>
          <a:xfrm flipV="1">
            <a:off x="7600950" y="3073400"/>
            <a:ext cx="76200" cy="762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363" name="Shape 359"/>
          <p:cNvSpPr/>
          <p:nvPr/>
        </p:nvSpPr>
        <p:spPr>
          <a:xfrm>
            <a:off x="7600950" y="3111500"/>
            <a:ext cx="762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364" name="Shape 360"/>
          <p:cNvSpPr/>
          <p:nvPr/>
        </p:nvSpPr>
        <p:spPr>
          <a:xfrm>
            <a:off x="7835900" y="3403600"/>
            <a:ext cx="139700" cy="139700"/>
          </a:xfrm>
          <a:prstGeom prst="ellipse">
            <a:avLst/>
          </a:prstGeom>
          <a:ln w="15875">
            <a:solidFill>
              <a:srgbClr val="C00000"/>
            </a:solidFill>
            <a:prstDash val="solid"/>
          </a:ln>
        </p:spPr>
      </p:sp>
      <p:sp>
        <p:nvSpPr>
          <p:cNvPr id="365" name="Shape 361"/>
          <p:cNvSpPr/>
          <p:nvPr/>
        </p:nvSpPr>
        <p:spPr>
          <a:xfrm>
            <a:off x="7867650" y="3435350"/>
            <a:ext cx="76200" cy="762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366" name="Shape 362"/>
          <p:cNvSpPr/>
          <p:nvPr/>
        </p:nvSpPr>
        <p:spPr>
          <a:xfrm flipV="1">
            <a:off x="7867650" y="3435350"/>
            <a:ext cx="76200" cy="762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367" name="Shape 363"/>
          <p:cNvSpPr/>
          <p:nvPr/>
        </p:nvSpPr>
        <p:spPr>
          <a:xfrm>
            <a:off x="7867650" y="3473450"/>
            <a:ext cx="762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368" name="Shape 364"/>
          <p:cNvSpPr/>
          <p:nvPr/>
        </p:nvSpPr>
        <p:spPr>
          <a:xfrm>
            <a:off x="8089900" y="3746500"/>
            <a:ext cx="139700" cy="139700"/>
          </a:xfrm>
          <a:prstGeom prst="ellipse">
            <a:avLst/>
          </a:prstGeom>
          <a:ln w="15875">
            <a:solidFill>
              <a:srgbClr val="C00000"/>
            </a:solidFill>
            <a:prstDash val="solid"/>
          </a:ln>
        </p:spPr>
      </p:sp>
      <p:sp>
        <p:nvSpPr>
          <p:cNvPr id="369" name="Shape 365"/>
          <p:cNvSpPr/>
          <p:nvPr/>
        </p:nvSpPr>
        <p:spPr>
          <a:xfrm>
            <a:off x="8121650" y="3778250"/>
            <a:ext cx="76200" cy="762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370" name="Shape 366"/>
          <p:cNvSpPr/>
          <p:nvPr/>
        </p:nvSpPr>
        <p:spPr>
          <a:xfrm flipV="1">
            <a:off x="8121650" y="3778250"/>
            <a:ext cx="76200" cy="762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371" name="Shape 367"/>
          <p:cNvSpPr/>
          <p:nvPr/>
        </p:nvSpPr>
        <p:spPr>
          <a:xfrm>
            <a:off x="8121650" y="3816350"/>
            <a:ext cx="762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372" name="Shape 368"/>
          <p:cNvSpPr/>
          <p:nvPr/>
        </p:nvSpPr>
        <p:spPr>
          <a:xfrm>
            <a:off x="8375650" y="4133850"/>
            <a:ext cx="139700" cy="139700"/>
          </a:xfrm>
          <a:prstGeom prst="ellipse">
            <a:avLst/>
          </a:prstGeom>
          <a:ln w="15875">
            <a:solidFill>
              <a:srgbClr val="C00000"/>
            </a:solidFill>
            <a:prstDash val="solid"/>
          </a:ln>
        </p:spPr>
      </p:sp>
      <p:sp>
        <p:nvSpPr>
          <p:cNvPr id="373" name="Shape 369"/>
          <p:cNvSpPr/>
          <p:nvPr/>
        </p:nvSpPr>
        <p:spPr>
          <a:xfrm>
            <a:off x="8407400" y="4165600"/>
            <a:ext cx="76200" cy="762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374" name="Shape 370"/>
          <p:cNvSpPr/>
          <p:nvPr/>
        </p:nvSpPr>
        <p:spPr>
          <a:xfrm flipV="1">
            <a:off x="8407400" y="4165600"/>
            <a:ext cx="76200" cy="762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375" name="Shape 371"/>
          <p:cNvSpPr/>
          <p:nvPr/>
        </p:nvSpPr>
        <p:spPr>
          <a:xfrm>
            <a:off x="8407400" y="4203700"/>
            <a:ext cx="762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376" name="Shape 372"/>
          <p:cNvSpPr/>
          <p:nvPr/>
        </p:nvSpPr>
        <p:spPr>
          <a:xfrm>
            <a:off x="5613400" y="4457700"/>
            <a:ext cx="0" cy="1143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377" name="Shape 373"/>
          <p:cNvSpPr/>
          <p:nvPr/>
        </p:nvSpPr>
        <p:spPr>
          <a:xfrm>
            <a:off x="5664200" y="4559300"/>
            <a:ext cx="266700" cy="114300"/>
          </a:xfrm>
          <a:prstGeom prst="rect">
            <a:avLst/>
          </a:prstGeom>
          <a:solidFill>
            <a:srgbClr val="F7E8B8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378" name="Shape 374"/>
          <p:cNvSpPr/>
          <p:nvPr/>
        </p:nvSpPr>
        <p:spPr>
          <a:xfrm>
            <a:off x="5410200" y="4673600"/>
            <a:ext cx="381000" cy="2921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79" name="Text 375"/>
          <p:cNvSpPr/>
          <p:nvPr/>
        </p:nvSpPr>
        <p:spPr>
          <a:xfrm>
            <a:off x="5410200" y="4673600"/>
            <a:ext cx="381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500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700" dirty="0"/>
          </a:p>
        </p:txBody>
      </p:sp>
      <p:sp>
        <p:nvSpPr>
          <p:cNvPr id="380" name="Text 376"/>
          <p:cNvSpPr/>
          <p:nvPr/>
        </p:nvSpPr>
        <p:spPr>
          <a:xfrm>
            <a:off x="5397500" y="4559300"/>
            <a:ext cx="1651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50" dirty="0"/>
          </a:p>
        </p:txBody>
      </p:sp>
      <p:sp>
        <p:nvSpPr>
          <p:cNvPr id="381" name="Shape 377"/>
          <p:cNvSpPr/>
          <p:nvPr/>
        </p:nvSpPr>
        <p:spPr>
          <a:xfrm>
            <a:off x="5219700" y="5080000"/>
            <a:ext cx="2717800" cy="381000"/>
          </a:xfrm>
          <a:prstGeom prst="roundRect">
            <a:avLst>
              <a:gd name="adj" fmla="val 12000"/>
            </a:avLst>
          </a:prstGeom>
          <a:solidFill>
            <a:srgbClr val="EAF6E1"/>
          </a:solidFill>
          <a:ln w="12700">
            <a:solidFill>
              <a:srgbClr val="00A651"/>
            </a:solidFill>
            <a:prstDash val="dash"/>
          </a:ln>
        </p:spPr>
      </p:sp>
      <p:sp>
        <p:nvSpPr>
          <p:cNvPr id="382" name="Shape 378"/>
          <p:cNvSpPr/>
          <p:nvPr/>
        </p:nvSpPr>
        <p:spPr>
          <a:xfrm>
            <a:off x="5245100" y="5118100"/>
            <a:ext cx="736600" cy="304800"/>
          </a:xfrm>
          <a:prstGeom prst="rect">
            <a:avLst/>
          </a:prstGeom>
          <a:solidFill>
            <a:srgbClr val="EAF6E1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383" name="Shape 379"/>
          <p:cNvSpPr/>
          <p:nvPr/>
        </p:nvSpPr>
        <p:spPr>
          <a:xfrm>
            <a:off x="5295900" y="5168900"/>
            <a:ext cx="584200" cy="228600"/>
          </a:xfrm>
          <a:prstGeom prst="rect">
            <a:avLst/>
          </a:prstGeom>
          <a:solidFill>
            <a:srgbClr val="F2C6DE"/>
          </a:solidFill>
          <a:ln/>
        </p:spPr>
      </p:sp>
      <p:sp>
        <p:nvSpPr>
          <p:cNvPr id="384" name="Shape 380"/>
          <p:cNvSpPr/>
          <p:nvPr/>
        </p:nvSpPr>
        <p:spPr>
          <a:xfrm>
            <a:off x="5410200" y="5168900"/>
            <a:ext cx="38100" cy="228600"/>
          </a:xfrm>
          <a:prstGeom prst="rect">
            <a:avLst/>
          </a:prstGeom>
          <a:solidFill>
            <a:srgbClr val="E8D8EE"/>
          </a:solidFill>
          <a:ln/>
        </p:spPr>
      </p:sp>
      <p:sp>
        <p:nvSpPr>
          <p:cNvPr id="385" name="Shape 381"/>
          <p:cNvSpPr/>
          <p:nvPr/>
        </p:nvSpPr>
        <p:spPr>
          <a:xfrm>
            <a:off x="5727700" y="5168900"/>
            <a:ext cx="38100" cy="228600"/>
          </a:xfrm>
          <a:prstGeom prst="rect">
            <a:avLst/>
          </a:prstGeom>
          <a:solidFill>
            <a:srgbClr val="E8D8EE"/>
          </a:solidFill>
          <a:ln/>
        </p:spPr>
      </p:sp>
      <p:sp>
        <p:nvSpPr>
          <p:cNvPr id="386" name="Shape 382"/>
          <p:cNvSpPr/>
          <p:nvPr/>
        </p:nvSpPr>
        <p:spPr>
          <a:xfrm>
            <a:off x="5327650" y="5219700"/>
            <a:ext cx="0" cy="12700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</a:ln>
        </p:spPr>
      </p:sp>
      <p:sp>
        <p:nvSpPr>
          <p:cNvPr id="387" name="Text 383"/>
          <p:cNvSpPr/>
          <p:nvPr/>
        </p:nvSpPr>
        <p:spPr>
          <a:xfrm>
            <a:off x="5461000" y="5156200"/>
            <a:ext cx="25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388" name="Shape 384"/>
          <p:cNvSpPr/>
          <p:nvPr/>
        </p:nvSpPr>
        <p:spPr>
          <a:xfrm>
            <a:off x="6032500" y="5118100"/>
            <a:ext cx="558800" cy="304800"/>
          </a:xfrm>
          <a:prstGeom prst="rect">
            <a:avLst/>
          </a:prstGeom>
          <a:solidFill>
            <a:srgbClr val="EAF6E1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389" name="Shape 385"/>
          <p:cNvSpPr/>
          <p:nvPr/>
        </p:nvSpPr>
        <p:spPr>
          <a:xfrm>
            <a:off x="6096000" y="5181600"/>
            <a:ext cx="31750" cy="203200"/>
          </a:xfrm>
          <a:prstGeom prst="rect">
            <a:avLst/>
          </a:prstGeom>
          <a:solidFill>
            <a:srgbClr val="F2C6DE"/>
          </a:solidFill>
          <a:ln/>
        </p:spPr>
      </p:sp>
      <p:sp>
        <p:nvSpPr>
          <p:cNvPr id="390" name="Shape 386"/>
          <p:cNvSpPr/>
          <p:nvPr/>
        </p:nvSpPr>
        <p:spPr>
          <a:xfrm>
            <a:off x="6172200" y="5181600"/>
            <a:ext cx="31750" cy="203200"/>
          </a:xfrm>
          <a:prstGeom prst="rect">
            <a:avLst/>
          </a:prstGeom>
          <a:solidFill>
            <a:srgbClr val="DCC8E8"/>
          </a:solidFill>
          <a:ln/>
        </p:spPr>
      </p:sp>
      <p:sp>
        <p:nvSpPr>
          <p:cNvPr id="391" name="Shape 387"/>
          <p:cNvSpPr/>
          <p:nvPr/>
        </p:nvSpPr>
        <p:spPr>
          <a:xfrm>
            <a:off x="6337300" y="5181600"/>
            <a:ext cx="31750" cy="203200"/>
          </a:xfrm>
          <a:prstGeom prst="rect">
            <a:avLst/>
          </a:prstGeom>
          <a:solidFill>
            <a:srgbClr val="DCC8E8"/>
          </a:solidFill>
          <a:ln/>
        </p:spPr>
      </p:sp>
      <p:sp>
        <p:nvSpPr>
          <p:cNvPr id="392" name="Shape 388"/>
          <p:cNvSpPr/>
          <p:nvPr/>
        </p:nvSpPr>
        <p:spPr>
          <a:xfrm>
            <a:off x="6413500" y="5181600"/>
            <a:ext cx="31750" cy="203200"/>
          </a:xfrm>
          <a:prstGeom prst="rect">
            <a:avLst/>
          </a:prstGeom>
          <a:solidFill>
            <a:srgbClr val="F2C6DE"/>
          </a:solidFill>
          <a:ln/>
        </p:spPr>
      </p:sp>
      <p:sp>
        <p:nvSpPr>
          <p:cNvPr id="393" name="Text 389"/>
          <p:cNvSpPr/>
          <p:nvPr/>
        </p:nvSpPr>
        <p:spPr>
          <a:xfrm>
            <a:off x="6134100" y="5143500"/>
            <a:ext cx="254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394" name="Shape 390"/>
          <p:cNvSpPr/>
          <p:nvPr/>
        </p:nvSpPr>
        <p:spPr>
          <a:xfrm>
            <a:off x="6642100" y="5118100"/>
            <a:ext cx="558800" cy="304800"/>
          </a:xfrm>
          <a:prstGeom prst="rect">
            <a:avLst/>
          </a:prstGeom>
          <a:solidFill>
            <a:srgbClr val="EAF6E1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395" name="Shape 391"/>
          <p:cNvSpPr/>
          <p:nvPr/>
        </p:nvSpPr>
        <p:spPr>
          <a:xfrm>
            <a:off x="6705600" y="5181600"/>
            <a:ext cx="31750" cy="203200"/>
          </a:xfrm>
          <a:prstGeom prst="rect">
            <a:avLst/>
          </a:prstGeom>
          <a:solidFill>
            <a:srgbClr val="F2C6DE"/>
          </a:solidFill>
          <a:ln/>
        </p:spPr>
      </p:sp>
      <p:sp>
        <p:nvSpPr>
          <p:cNvPr id="396" name="Shape 392"/>
          <p:cNvSpPr/>
          <p:nvPr/>
        </p:nvSpPr>
        <p:spPr>
          <a:xfrm>
            <a:off x="6781800" y="5181600"/>
            <a:ext cx="31750" cy="203200"/>
          </a:xfrm>
          <a:prstGeom prst="rect">
            <a:avLst/>
          </a:prstGeom>
          <a:solidFill>
            <a:srgbClr val="DCC8E8"/>
          </a:solidFill>
          <a:ln/>
        </p:spPr>
      </p:sp>
      <p:sp>
        <p:nvSpPr>
          <p:cNvPr id="397" name="Shape 393"/>
          <p:cNvSpPr/>
          <p:nvPr/>
        </p:nvSpPr>
        <p:spPr>
          <a:xfrm>
            <a:off x="6946900" y="5181600"/>
            <a:ext cx="31750" cy="203200"/>
          </a:xfrm>
          <a:prstGeom prst="rect">
            <a:avLst/>
          </a:prstGeom>
          <a:solidFill>
            <a:srgbClr val="DCC8E8"/>
          </a:solidFill>
          <a:ln/>
        </p:spPr>
      </p:sp>
      <p:sp>
        <p:nvSpPr>
          <p:cNvPr id="398" name="Shape 394"/>
          <p:cNvSpPr/>
          <p:nvPr/>
        </p:nvSpPr>
        <p:spPr>
          <a:xfrm>
            <a:off x="7023100" y="5181600"/>
            <a:ext cx="31750" cy="203200"/>
          </a:xfrm>
          <a:prstGeom prst="rect">
            <a:avLst/>
          </a:prstGeom>
          <a:solidFill>
            <a:srgbClr val="F2C6DE"/>
          </a:solidFill>
          <a:ln/>
        </p:spPr>
      </p:sp>
      <p:sp>
        <p:nvSpPr>
          <p:cNvPr id="399" name="Text 395"/>
          <p:cNvSpPr/>
          <p:nvPr/>
        </p:nvSpPr>
        <p:spPr>
          <a:xfrm>
            <a:off x="6743700" y="5143500"/>
            <a:ext cx="254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400" name="Shape 396"/>
          <p:cNvSpPr/>
          <p:nvPr/>
        </p:nvSpPr>
        <p:spPr>
          <a:xfrm>
            <a:off x="7251700" y="5118100"/>
            <a:ext cx="558800" cy="304800"/>
          </a:xfrm>
          <a:prstGeom prst="rect">
            <a:avLst/>
          </a:prstGeom>
          <a:solidFill>
            <a:srgbClr val="EAF6E1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401" name="Shape 397"/>
          <p:cNvSpPr/>
          <p:nvPr/>
        </p:nvSpPr>
        <p:spPr>
          <a:xfrm>
            <a:off x="7315200" y="5181600"/>
            <a:ext cx="31750" cy="203200"/>
          </a:xfrm>
          <a:prstGeom prst="rect">
            <a:avLst/>
          </a:prstGeom>
          <a:solidFill>
            <a:srgbClr val="F2C6DE"/>
          </a:solidFill>
          <a:ln/>
        </p:spPr>
      </p:sp>
      <p:sp>
        <p:nvSpPr>
          <p:cNvPr id="402" name="Shape 398"/>
          <p:cNvSpPr/>
          <p:nvPr/>
        </p:nvSpPr>
        <p:spPr>
          <a:xfrm>
            <a:off x="7391400" y="5181600"/>
            <a:ext cx="31750" cy="203200"/>
          </a:xfrm>
          <a:prstGeom prst="rect">
            <a:avLst/>
          </a:prstGeom>
          <a:solidFill>
            <a:srgbClr val="DCC8E8"/>
          </a:solidFill>
          <a:ln/>
        </p:spPr>
      </p:sp>
      <p:sp>
        <p:nvSpPr>
          <p:cNvPr id="403" name="Shape 399"/>
          <p:cNvSpPr/>
          <p:nvPr/>
        </p:nvSpPr>
        <p:spPr>
          <a:xfrm>
            <a:off x="7556500" y="5181600"/>
            <a:ext cx="31750" cy="203200"/>
          </a:xfrm>
          <a:prstGeom prst="rect">
            <a:avLst/>
          </a:prstGeom>
          <a:solidFill>
            <a:srgbClr val="DCC8E8"/>
          </a:solidFill>
          <a:ln/>
        </p:spPr>
      </p:sp>
      <p:sp>
        <p:nvSpPr>
          <p:cNvPr id="404" name="Shape 400"/>
          <p:cNvSpPr/>
          <p:nvPr/>
        </p:nvSpPr>
        <p:spPr>
          <a:xfrm>
            <a:off x="7632700" y="5181600"/>
            <a:ext cx="31750" cy="203200"/>
          </a:xfrm>
          <a:prstGeom prst="rect">
            <a:avLst/>
          </a:prstGeom>
          <a:solidFill>
            <a:srgbClr val="F2C6DE"/>
          </a:solidFill>
          <a:ln/>
        </p:spPr>
      </p:sp>
      <p:sp>
        <p:nvSpPr>
          <p:cNvPr id="405" name="Text 401"/>
          <p:cNvSpPr/>
          <p:nvPr/>
        </p:nvSpPr>
        <p:spPr>
          <a:xfrm>
            <a:off x="7353300" y="5143500"/>
            <a:ext cx="254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406" name="Shape 402"/>
          <p:cNvSpPr/>
          <p:nvPr/>
        </p:nvSpPr>
        <p:spPr>
          <a:xfrm>
            <a:off x="2540000" y="2667000"/>
            <a:ext cx="6972300" cy="3200400"/>
          </a:xfrm>
          <a:prstGeom prst="roundRect">
            <a:avLst>
              <a:gd name="adj" fmla="val 2857"/>
            </a:avLst>
          </a:prstGeom>
          <a:solidFill>
            <a:srgbClr val="F0E0C8"/>
          </a:solidFill>
          <a:ln w="12700">
            <a:solidFill>
              <a:srgbClr val="C9A87C"/>
            </a:solidFill>
            <a:prstDash val="solid"/>
          </a:ln>
        </p:spPr>
      </p:sp>
      <p:sp>
        <p:nvSpPr>
          <p:cNvPr id="407" name="Shape 403"/>
          <p:cNvSpPr/>
          <p:nvPr/>
        </p:nvSpPr>
        <p:spPr>
          <a:xfrm>
            <a:off x="4457700" y="2724150"/>
            <a:ext cx="546100" cy="177800"/>
          </a:xfrm>
          <a:prstGeom prst="ellipse">
            <a:avLst/>
          </a:prstGeom>
          <a:solidFill>
            <a:srgbClr val="F8F8E2"/>
          </a:solidFill>
          <a:ln w="6350">
            <a:solidFill>
              <a:srgbClr val="D8D0A8"/>
            </a:solidFill>
            <a:prstDash val="solid"/>
          </a:ln>
        </p:spPr>
      </p:sp>
      <p:sp>
        <p:nvSpPr>
          <p:cNvPr id="408" name="Text 404"/>
          <p:cNvSpPr/>
          <p:nvPr/>
        </p:nvSpPr>
        <p:spPr>
          <a:xfrm>
            <a:off x="4457700" y="2730500"/>
            <a:ext cx="5461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750" dirty="0"/>
          </a:p>
        </p:txBody>
      </p:sp>
      <p:sp>
        <p:nvSpPr>
          <p:cNvPr id="409" name="Shape 405"/>
          <p:cNvSpPr/>
          <p:nvPr/>
        </p:nvSpPr>
        <p:spPr>
          <a:xfrm>
            <a:off x="5829300" y="2724150"/>
            <a:ext cx="711200" cy="177800"/>
          </a:xfrm>
          <a:prstGeom prst="ellipse">
            <a:avLst/>
          </a:prstGeom>
          <a:solidFill>
            <a:srgbClr val="F8F8E2"/>
          </a:solidFill>
          <a:ln w="6350">
            <a:solidFill>
              <a:srgbClr val="D8D0A8"/>
            </a:solidFill>
            <a:prstDash val="solid"/>
          </a:ln>
        </p:spPr>
      </p:sp>
      <p:sp>
        <p:nvSpPr>
          <p:cNvPr id="410" name="Text 406"/>
          <p:cNvSpPr/>
          <p:nvPr/>
        </p:nvSpPr>
        <p:spPr>
          <a:xfrm>
            <a:off x="5829300" y="2730500"/>
            <a:ext cx="711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750" dirty="0"/>
          </a:p>
        </p:txBody>
      </p:sp>
      <p:sp>
        <p:nvSpPr>
          <p:cNvPr id="411" name="Shape 407"/>
          <p:cNvSpPr/>
          <p:nvPr/>
        </p:nvSpPr>
        <p:spPr>
          <a:xfrm>
            <a:off x="7277100" y="2724150"/>
            <a:ext cx="787400" cy="177800"/>
          </a:xfrm>
          <a:prstGeom prst="ellipse">
            <a:avLst/>
          </a:prstGeom>
          <a:solidFill>
            <a:srgbClr val="F8F8E2"/>
          </a:solidFill>
          <a:ln w="6350">
            <a:solidFill>
              <a:srgbClr val="D8D0A8"/>
            </a:solidFill>
            <a:prstDash val="solid"/>
          </a:ln>
        </p:spPr>
      </p:sp>
      <p:sp>
        <p:nvSpPr>
          <p:cNvPr id="412" name="Text 408"/>
          <p:cNvSpPr/>
          <p:nvPr/>
        </p:nvSpPr>
        <p:spPr>
          <a:xfrm>
            <a:off x="7277100" y="2730500"/>
            <a:ext cx="787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750" dirty="0"/>
          </a:p>
        </p:txBody>
      </p:sp>
      <p:sp>
        <p:nvSpPr>
          <p:cNvPr id="413" name="Shape 409"/>
          <p:cNvSpPr/>
          <p:nvPr/>
        </p:nvSpPr>
        <p:spPr>
          <a:xfrm>
            <a:off x="2603500" y="3276600"/>
            <a:ext cx="698500" cy="1473200"/>
          </a:xfrm>
          <a:prstGeom prst="roundRect">
            <a:avLst>
              <a:gd name="adj" fmla="val 7855"/>
            </a:avLst>
          </a:prstGeom>
          <a:solidFill>
            <a:srgbClr val="E3F4E1"/>
          </a:solidFill>
          <a:ln w="12700">
            <a:solidFill>
              <a:srgbClr val="00A651"/>
            </a:solidFill>
            <a:prstDash val="dash"/>
          </a:ln>
        </p:spPr>
      </p:sp>
      <p:sp>
        <p:nvSpPr>
          <p:cNvPr id="414" name="Shape 410"/>
          <p:cNvSpPr/>
          <p:nvPr/>
        </p:nvSpPr>
        <p:spPr>
          <a:xfrm>
            <a:off x="2628900" y="3314700"/>
            <a:ext cx="647700" cy="330200"/>
          </a:xfrm>
          <a:prstGeom prst="rect">
            <a:avLst/>
          </a:prstGeom>
          <a:solidFill>
            <a:srgbClr val="E3F4E1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415" name="Shape 411"/>
          <p:cNvSpPr/>
          <p:nvPr/>
        </p:nvSpPr>
        <p:spPr>
          <a:xfrm>
            <a:off x="2635250" y="3378200"/>
            <a:ext cx="177800" cy="152400"/>
          </a:xfrm>
          <a:prstGeom prst="rect">
            <a:avLst/>
          </a:prstGeom>
          <a:solidFill>
            <a:srgbClr val="E7EFC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416" name="Shape 412"/>
          <p:cNvSpPr/>
          <p:nvPr/>
        </p:nvSpPr>
        <p:spPr>
          <a:xfrm>
            <a:off x="2832100" y="3378200"/>
            <a:ext cx="165100" cy="152400"/>
          </a:xfrm>
          <a:prstGeom prst="rect">
            <a:avLst/>
          </a:prstGeom>
          <a:solidFill>
            <a:srgbClr val="FFFFFF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417" name="Shape 413"/>
          <p:cNvSpPr/>
          <p:nvPr/>
        </p:nvSpPr>
        <p:spPr>
          <a:xfrm>
            <a:off x="3016250" y="3378200"/>
            <a:ext cx="254000" cy="152400"/>
          </a:xfrm>
          <a:prstGeom prst="rect">
            <a:avLst/>
          </a:prstGeom>
          <a:solidFill>
            <a:srgbClr val="E9DCE6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418" name="Text 414"/>
          <p:cNvSpPr/>
          <p:nvPr/>
        </p:nvSpPr>
        <p:spPr>
          <a:xfrm>
            <a:off x="2832100" y="3365500"/>
            <a:ext cx="165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" dirty="0"/>
          </a:p>
        </p:txBody>
      </p:sp>
      <p:sp>
        <p:nvSpPr>
          <p:cNvPr id="419" name="Shape 415"/>
          <p:cNvSpPr/>
          <p:nvPr/>
        </p:nvSpPr>
        <p:spPr>
          <a:xfrm>
            <a:off x="2628900" y="3676650"/>
            <a:ext cx="647700" cy="330200"/>
          </a:xfrm>
          <a:prstGeom prst="rect">
            <a:avLst/>
          </a:prstGeom>
          <a:solidFill>
            <a:srgbClr val="E3F4E1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420" name="Shape 416"/>
          <p:cNvSpPr/>
          <p:nvPr/>
        </p:nvSpPr>
        <p:spPr>
          <a:xfrm>
            <a:off x="2635250" y="3733800"/>
            <a:ext cx="177800" cy="152400"/>
          </a:xfrm>
          <a:prstGeom prst="rect">
            <a:avLst/>
          </a:prstGeom>
          <a:solidFill>
            <a:srgbClr val="E7EFC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421" name="Shape 417"/>
          <p:cNvSpPr/>
          <p:nvPr/>
        </p:nvSpPr>
        <p:spPr>
          <a:xfrm>
            <a:off x="2832100" y="3733800"/>
            <a:ext cx="165100" cy="152400"/>
          </a:xfrm>
          <a:prstGeom prst="rect">
            <a:avLst/>
          </a:prstGeom>
          <a:solidFill>
            <a:srgbClr val="FFFFFF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422" name="Shape 418"/>
          <p:cNvSpPr/>
          <p:nvPr/>
        </p:nvSpPr>
        <p:spPr>
          <a:xfrm>
            <a:off x="3016250" y="3733800"/>
            <a:ext cx="254000" cy="152400"/>
          </a:xfrm>
          <a:prstGeom prst="rect">
            <a:avLst/>
          </a:prstGeom>
          <a:solidFill>
            <a:srgbClr val="E9DCE6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423" name="Text 419"/>
          <p:cNvSpPr/>
          <p:nvPr/>
        </p:nvSpPr>
        <p:spPr>
          <a:xfrm>
            <a:off x="2832100" y="3721100"/>
            <a:ext cx="165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424" name="Shape 420"/>
          <p:cNvSpPr/>
          <p:nvPr/>
        </p:nvSpPr>
        <p:spPr>
          <a:xfrm>
            <a:off x="2628900" y="4038600"/>
            <a:ext cx="647700" cy="330200"/>
          </a:xfrm>
          <a:prstGeom prst="rect">
            <a:avLst/>
          </a:prstGeom>
          <a:solidFill>
            <a:srgbClr val="E3F4E1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425" name="Shape 421"/>
          <p:cNvSpPr/>
          <p:nvPr/>
        </p:nvSpPr>
        <p:spPr>
          <a:xfrm>
            <a:off x="2635250" y="4089400"/>
            <a:ext cx="177800" cy="152400"/>
          </a:xfrm>
          <a:prstGeom prst="rect">
            <a:avLst/>
          </a:prstGeom>
          <a:solidFill>
            <a:srgbClr val="E7EFC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426" name="Shape 422"/>
          <p:cNvSpPr/>
          <p:nvPr/>
        </p:nvSpPr>
        <p:spPr>
          <a:xfrm>
            <a:off x="2832100" y="4089400"/>
            <a:ext cx="165100" cy="152400"/>
          </a:xfrm>
          <a:prstGeom prst="rect">
            <a:avLst/>
          </a:prstGeom>
          <a:solidFill>
            <a:srgbClr val="FFFFFF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427" name="Shape 423"/>
          <p:cNvSpPr/>
          <p:nvPr/>
        </p:nvSpPr>
        <p:spPr>
          <a:xfrm>
            <a:off x="3016250" y="4089400"/>
            <a:ext cx="254000" cy="152400"/>
          </a:xfrm>
          <a:prstGeom prst="rect">
            <a:avLst/>
          </a:prstGeom>
          <a:solidFill>
            <a:srgbClr val="E9DCE6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428" name="Text 424"/>
          <p:cNvSpPr/>
          <p:nvPr/>
        </p:nvSpPr>
        <p:spPr>
          <a:xfrm>
            <a:off x="2832100" y="4076700"/>
            <a:ext cx="165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429" name="Shape 425"/>
          <p:cNvSpPr/>
          <p:nvPr/>
        </p:nvSpPr>
        <p:spPr>
          <a:xfrm>
            <a:off x="2628900" y="4400550"/>
            <a:ext cx="647700" cy="330200"/>
          </a:xfrm>
          <a:prstGeom prst="rect">
            <a:avLst/>
          </a:prstGeom>
          <a:solidFill>
            <a:srgbClr val="E3F4E1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430" name="Shape 426"/>
          <p:cNvSpPr/>
          <p:nvPr/>
        </p:nvSpPr>
        <p:spPr>
          <a:xfrm>
            <a:off x="2635250" y="4457700"/>
            <a:ext cx="177800" cy="152400"/>
          </a:xfrm>
          <a:prstGeom prst="rect">
            <a:avLst/>
          </a:prstGeom>
          <a:solidFill>
            <a:srgbClr val="E7EFC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431" name="Shape 427"/>
          <p:cNvSpPr/>
          <p:nvPr/>
        </p:nvSpPr>
        <p:spPr>
          <a:xfrm>
            <a:off x="2832100" y="4457700"/>
            <a:ext cx="165100" cy="152400"/>
          </a:xfrm>
          <a:prstGeom prst="rect">
            <a:avLst/>
          </a:prstGeom>
          <a:solidFill>
            <a:srgbClr val="FFFFFF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432" name="Shape 428"/>
          <p:cNvSpPr/>
          <p:nvPr/>
        </p:nvSpPr>
        <p:spPr>
          <a:xfrm>
            <a:off x="3016250" y="4457700"/>
            <a:ext cx="254000" cy="152400"/>
          </a:xfrm>
          <a:prstGeom prst="rect">
            <a:avLst/>
          </a:prstGeom>
          <a:solidFill>
            <a:srgbClr val="E9DCE6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433" name="Text 429"/>
          <p:cNvSpPr/>
          <p:nvPr/>
        </p:nvSpPr>
        <p:spPr>
          <a:xfrm>
            <a:off x="2832100" y="4445000"/>
            <a:ext cx="165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434" name="Shape 430"/>
          <p:cNvSpPr/>
          <p:nvPr/>
        </p:nvSpPr>
        <p:spPr>
          <a:xfrm>
            <a:off x="4330700" y="3022600"/>
            <a:ext cx="723900" cy="1778000"/>
          </a:xfrm>
          <a:prstGeom prst="rect">
            <a:avLst/>
          </a:prstGeom>
          <a:solidFill>
            <a:srgbClr val="D8C8B8"/>
          </a:solidFill>
          <a:ln w="9525">
            <a:solidFill>
              <a:srgbClr val="B09078"/>
            </a:solidFill>
            <a:prstDash val="solid"/>
          </a:ln>
        </p:spPr>
      </p:sp>
      <p:sp>
        <p:nvSpPr>
          <p:cNvPr id="435" name="Text 431"/>
          <p:cNvSpPr/>
          <p:nvPr/>
        </p:nvSpPr>
        <p:spPr>
          <a:xfrm>
            <a:off x="4330700" y="3035300"/>
            <a:ext cx="7239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800" b="1" dirty="0">
                <a:solidFill>
                  <a:srgbClr val="5C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</a:t>
            </a:r>
            <a:endParaRPr lang="en-US" sz="800" dirty="0"/>
          </a:p>
          <a:p>
            <a:pPr algn="ctr" indent="0" marL="0">
              <a:lnSpc>
                <a:spcPts val="950"/>
              </a:lnSpc>
              <a:buNone/>
            </a:pPr>
            <a:r>
              <a:rPr lang="en-US" sz="800" b="1" dirty="0">
                <a:solidFill>
                  <a:srgbClr val="5C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800" dirty="0"/>
          </a:p>
        </p:txBody>
      </p:sp>
      <p:sp>
        <p:nvSpPr>
          <p:cNvPr id="436" name="Shape 432"/>
          <p:cNvSpPr/>
          <p:nvPr/>
        </p:nvSpPr>
        <p:spPr>
          <a:xfrm>
            <a:off x="2895600" y="3454400"/>
            <a:ext cx="201295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437" name="Shape 433"/>
          <p:cNvSpPr/>
          <p:nvPr/>
        </p:nvSpPr>
        <p:spPr>
          <a:xfrm>
            <a:off x="5022850" y="3454400"/>
            <a:ext cx="31115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438" name="Shape 434"/>
          <p:cNvSpPr/>
          <p:nvPr/>
        </p:nvSpPr>
        <p:spPr>
          <a:xfrm>
            <a:off x="2895600" y="3810000"/>
            <a:ext cx="187325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439" name="Shape 435"/>
          <p:cNvSpPr/>
          <p:nvPr/>
        </p:nvSpPr>
        <p:spPr>
          <a:xfrm>
            <a:off x="4883150" y="3810000"/>
            <a:ext cx="45085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440" name="Shape 436"/>
          <p:cNvSpPr/>
          <p:nvPr/>
        </p:nvSpPr>
        <p:spPr>
          <a:xfrm>
            <a:off x="2895600" y="4165600"/>
            <a:ext cx="169545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441" name="Shape 437"/>
          <p:cNvSpPr/>
          <p:nvPr/>
        </p:nvSpPr>
        <p:spPr>
          <a:xfrm>
            <a:off x="4705350" y="4165600"/>
            <a:ext cx="62865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442" name="Shape 438"/>
          <p:cNvSpPr/>
          <p:nvPr/>
        </p:nvSpPr>
        <p:spPr>
          <a:xfrm>
            <a:off x="2895600" y="4533900"/>
            <a:ext cx="154305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443" name="Shape 439"/>
          <p:cNvSpPr/>
          <p:nvPr/>
        </p:nvSpPr>
        <p:spPr>
          <a:xfrm>
            <a:off x="4552950" y="4533900"/>
            <a:ext cx="78105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444" name="Shape 440"/>
          <p:cNvSpPr/>
          <p:nvPr/>
        </p:nvSpPr>
        <p:spPr>
          <a:xfrm>
            <a:off x="3454400" y="3340100"/>
            <a:ext cx="342900" cy="228600"/>
          </a:xfrm>
          <a:prstGeom prst="rect">
            <a:avLst/>
          </a:prstGeom>
          <a:solidFill>
            <a:srgbClr val="96D6A2"/>
          </a:solidFill>
          <a:ln w="12700">
            <a:solidFill>
              <a:srgbClr val="5FA873"/>
            </a:solidFill>
            <a:prstDash val="solid"/>
          </a:ln>
        </p:spPr>
      </p:sp>
      <p:sp>
        <p:nvSpPr>
          <p:cNvPr id="445" name="Text 441"/>
          <p:cNvSpPr/>
          <p:nvPr/>
        </p:nvSpPr>
        <p:spPr>
          <a:xfrm>
            <a:off x="3454400" y="334010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50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650" dirty="0"/>
          </a:p>
        </p:txBody>
      </p:sp>
      <p:sp>
        <p:nvSpPr>
          <p:cNvPr id="446" name="Shape 442"/>
          <p:cNvSpPr/>
          <p:nvPr/>
        </p:nvSpPr>
        <p:spPr>
          <a:xfrm>
            <a:off x="3822700" y="33655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447" name="Shape 443"/>
          <p:cNvSpPr/>
          <p:nvPr/>
        </p:nvSpPr>
        <p:spPr>
          <a:xfrm>
            <a:off x="3921760" y="33655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448" name="Shape 444"/>
          <p:cNvSpPr/>
          <p:nvPr/>
        </p:nvSpPr>
        <p:spPr>
          <a:xfrm>
            <a:off x="4020820" y="33655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449" name="Text 445"/>
          <p:cNvSpPr/>
          <p:nvPr/>
        </p:nvSpPr>
        <p:spPr>
          <a:xfrm>
            <a:off x="4127500" y="3352800"/>
            <a:ext cx="165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50" dirty="0"/>
          </a:p>
        </p:txBody>
      </p:sp>
      <p:sp>
        <p:nvSpPr>
          <p:cNvPr id="450" name="Shape 446"/>
          <p:cNvSpPr/>
          <p:nvPr/>
        </p:nvSpPr>
        <p:spPr>
          <a:xfrm>
            <a:off x="3454400" y="3695700"/>
            <a:ext cx="342900" cy="228600"/>
          </a:xfrm>
          <a:prstGeom prst="rect">
            <a:avLst/>
          </a:prstGeom>
          <a:solidFill>
            <a:srgbClr val="96D6A2"/>
          </a:solidFill>
          <a:ln w="12700">
            <a:solidFill>
              <a:srgbClr val="5FA873"/>
            </a:solidFill>
            <a:prstDash val="solid"/>
          </a:ln>
        </p:spPr>
      </p:sp>
      <p:sp>
        <p:nvSpPr>
          <p:cNvPr id="451" name="Text 447"/>
          <p:cNvSpPr/>
          <p:nvPr/>
        </p:nvSpPr>
        <p:spPr>
          <a:xfrm>
            <a:off x="3454400" y="369570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50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650" dirty="0"/>
          </a:p>
        </p:txBody>
      </p:sp>
      <p:sp>
        <p:nvSpPr>
          <p:cNvPr id="452" name="Shape 448"/>
          <p:cNvSpPr/>
          <p:nvPr/>
        </p:nvSpPr>
        <p:spPr>
          <a:xfrm>
            <a:off x="3822700" y="37211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453" name="Shape 449"/>
          <p:cNvSpPr/>
          <p:nvPr/>
        </p:nvSpPr>
        <p:spPr>
          <a:xfrm>
            <a:off x="3921760" y="37211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454" name="Shape 450"/>
          <p:cNvSpPr/>
          <p:nvPr/>
        </p:nvSpPr>
        <p:spPr>
          <a:xfrm>
            <a:off x="4020820" y="37211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455" name="Text 451"/>
          <p:cNvSpPr/>
          <p:nvPr/>
        </p:nvSpPr>
        <p:spPr>
          <a:xfrm>
            <a:off x="4127500" y="3708400"/>
            <a:ext cx="165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50" dirty="0"/>
          </a:p>
        </p:txBody>
      </p:sp>
      <p:sp>
        <p:nvSpPr>
          <p:cNvPr id="456" name="Shape 452"/>
          <p:cNvSpPr/>
          <p:nvPr/>
        </p:nvSpPr>
        <p:spPr>
          <a:xfrm>
            <a:off x="3454400" y="4051300"/>
            <a:ext cx="342900" cy="228600"/>
          </a:xfrm>
          <a:prstGeom prst="rect">
            <a:avLst/>
          </a:prstGeom>
          <a:solidFill>
            <a:srgbClr val="96D6A2"/>
          </a:solidFill>
          <a:ln w="12700">
            <a:solidFill>
              <a:srgbClr val="5FA873"/>
            </a:solidFill>
            <a:prstDash val="solid"/>
          </a:ln>
        </p:spPr>
      </p:sp>
      <p:sp>
        <p:nvSpPr>
          <p:cNvPr id="457" name="Text 453"/>
          <p:cNvSpPr/>
          <p:nvPr/>
        </p:nvSpPr>
        <p:spPr>
          <a:xfrm>
            <a:off x="3454400" y="405130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50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650" dirty="0"/>
          </a:p>
        </p:txBody>
      </p:sp>
      <p:sp>
        <p:nvSpPr>
          <p:cNvPr id="458" name="Shape 454"/>
          <p:cNvSpPr/>
          <p:nvPr/>
        </p:nvSpPr>
        <p:spPr>
          <a:xfrm>
            <a:off x="3822700" y="40767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459" name="Shape 455"/>
          <p:cNvSpPr/>
          <p:nvPr/>
        </p:nvSpPr>
        <p:spPr>
          <a:xfrm>
            <a:off x="3921760" y="40767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460" name="Shape 456"/>
          <p:cNvSpPr/>
          <p:nvPr/>
        </p:nvSpPr>
        <p:spPr>
          <a:xfrm>
            <a:off x="4020820" y="40767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461" name="Text 457"/>
          <p:cNvSpPr/>
          <p:nvPr/>
        </p:nvSpPr>
        <p:spPr>
          <a:xfrm>
            <a:off x="4127500" y="4064000"/>
            <a:ext cx="165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50" dirty="0"/>
          </a:p>
        </p:txBody>
      </p:sp>
      <p:sp>
        <p:nvSpPr>
          <p:cNvPr id="462" name="Shape 458"/>
          <p:cNvSpPr/>
          <p:nvPr/>
        </p:nvSpPr>
        <p:spPr>
          <a:xfrm>
            <a:off x="3454400" y="4432300"/>
            <a:ext cx="342900" cy="228600"/>
          </a:xfrm>
          <a:prstGeom prst="rect">
            <a:avLst/>
          </a:prstGeom>
          <a:solidFill>
            <a:srgbClr val="96D6A2"/>
          </a:solidFill>
          <a:ln w="12700">
            <a:solidFill>
              <a:srgbClr val="5FA873"/>
            </a:solidFill>
            <a:prstDash val="solid"/>
          </a:ln>
        </p:spPr>
      </p:sp>
      <p:sp>
        <p:nvSpPr>
          <p:cNvPr id="463" name="Text 459"/>
          <p:cNvSpPr/>
          <p:nvPr/>
        </p:nvSpPr>
        <p:spPr>
          <a:xfrm>
            <a:off x="3454400" y="443230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50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650" dirty="0"/>
          </a:p>
        </p:txBody>
      </p:sp>
      <p:sp>
        <p:nvSpPr>
          <p:cNvPr id="464" name="Shape 460"/>
          <p:cNvSpPr/>
          <p:nvPr/>
        </p:nvSpPr>
        <p:spPr>
          <a:xfrm>
            <a:off x="3822700" y="44577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465" name="Shape 461"/>
          <p:cNvSpPr/>
          <p:nvPr/>
        </p:nvSpPr>
        <p:spPr>
          <a:xfrm>
            <a:off x="3921760" y="44577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466" name="Shape 462"/>
          <p:cNvSpPr/>
          <p:nvPr/>
        </p:nvSpPr>
        <p:spPr>
          <a:xfrm>
            <a:off x="4020820" y="44577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467" name="Text 463"/>
          <p:cNvSpPr/>
          <p:nvPr/>
        </p:nvSpPr>
        <p:spPr>
          <a:xfrm>
            <a:off x="4127500" y="4445000"/>
            <a:ext cx="165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50" dirty="0"/>
          </a:p>
        </p:txBody>
      </p:sp>
      <p:sp>
        <p:nvSpPr>
          <p:cNvPr id="468" name="Shape 464"/>
          <p:cNvSpPr/>
          <p:nvPr/>
        </p:nvSpPr>
        <p:spPr>
          <a:xfrm flipV="1">
            <a:off x="4495800" y="3454400"/>
            <a:ext cx="469900" cy="1092200"/>
          </a:xfrm>
          <a:prstGeom prst="line">
            <a:avLst/>
          </a:prstGeom>
          <a:noFill/>
          <a:ln w="1016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469" name="Shape 465"/>
          <p:cNvSpPr/>
          <p:nvPr/>
        </p:nvSpPr>
        <p:spPr>
          <a:xfrm flipV="1">
            <a:off x="4495800" y="3810000"/>
            <a:ext cx="330200" cy="736600"/>
          </a:xfrm>
          <a:prstGeom prst="line">
            <a:avLst/>
          </a:prstGeom>
          <a:noFill/>
          <a:ln w="1016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470" name="Shape 466"/>
          <p:cNvSpPr/>
          <p:nvPr/>
        </p:nvSpPr>
        <p:spPr>
          <a:xfrm flipV="1">
            <a:off x="4495800" y="4165600"/>
            <a:ext cx="152400" cy="381000"/>
          </a:xfrm>
          <a:prstGeom prst="line">
            <a:avLst/>
          </a:prstGeom>
          <a:noFill/>
          <a:ln w="1016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471" name="Shape 467"/>
          <p:cNvSpPr/>
          <p:nvPr/>
        </p:nvSpPr>
        <p:spPr>
          <a:xfrm flipH="1">
            <a:off x="4876800" y="3454400"/>
            <a:ext cx="88900" cy="1778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</a:ln>
        </p:spPr>
      </p:sp>
      <p:sp>
        <p:nvSpPr>
          <p:cNvPr id="472" name="Shape 468"/>
          <p:cNvSpPr/>
          <p:nvPr/>
        </p:nvSpPr>
        <p:spPr>
          <a:xfrm flipV="1">
            <a:off x="4826000" y="3632200"/>
            <a:ext cx="50800" cy="1778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  <a:tailEnd type="triangle"/>
          </a:ln>
        </p:spPr>
      </p:sp>
      <p:sp>
        <p:nvSpPr>
          <p:cNvPr id="473" name="Shape 469"/>
          <p:cNvSpPr/>
          <p:nvPr/>
        </p:nvSpPr>
        <p:spPr>
          <a:xfrm flipH="1">
            <a:off x="4724400" y="3810000"/>
            <a:ext cx="101600" cy="1778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</a:ln>
        </p:spPr>
      </p:sp>
      <p:sp>
        <p:nvSpPr>
          <p:cNvPr id="474" name="Shape 470"/>
          <p:cNvSpPr/>
          <p:nvPr/>
        </p:nvSpPr>
        <p:spPr>
          <a:xfrm flipH="1">
            <a:off x="4648200" y="3987800"/>
            <a:ext cx="76200" cy="1778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</a:ln>
        </p:spPr>
      </p:sp>
      <p:sp>
        <p:nvSpPr>
          <p:cNvPr id="475" name="Shape 471"/>
          <p:cNvSpPr/>
          <p:nvPr/>
        </p:nvSpPr>
        <p:spPr>
          <a:xfrm flipH="1">
            <a:off x="4559300" y="4165600"/>
            <a:ext cx="88900" cy="1778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</a:ln>
        </p:spPr>
      </p:sp>
      <p:sp>
        <p:nvSpPr>
          <p:cNvPr id="476" name="Shape 472"/>
          <p:cNvSpPr/>
          <p:nvPr/>
        </p:nvSpPr>
        <p:spPr>
          <a:xfrm flipV="1">
            <a:off x="4495800" y="4343400"/>
            <a:ext cx="63500" cy="2032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  <a:tailEnd type="triangle"/>
          </a:ln>
        </p:spPr>
      </p:sp>
      <p:sp>
        <p:nvSpPr>
          <p:cNvPr id="477" name="Shape 473"/>
          <p:cNvSpPr/>
          <p:nvPr/>
        </p:nvSpPr>
        <p:spPr>
          <a:xfrm flipV="1">
            <a:off x="4775200" y="3810000"/>
            <a:ext cx="50800" cy="5334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  <a:tailEnd type="triangle"/>
          </a:ln>
        </p:spPr>
      </p:sp>
      <p:sp>
        <p:nvSpPr>
          <p:cNvPr id="478" name="Shape 474"/>
          <p:cNvSpPr/>
          <p:nvPr/>
        </p:nvSpPr>
        <p:spPr>
          <a:xfrm flipV="1">
            <a:off x="4495800" y="4343400"/>
            <a:ext cx="279400" cy="2032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  <a:tailEnd type="triangle"/>
          </a:ln>
        </p:spPr>
      </p:sp>
      <p:sp>
        <p:nvSpPr>
          <p:cNvPr id="479" name="Shape 475"/>
          <p:cNvSpPr/>
          <p:nvPr/>
        </p:nvSpPr>
        <p:spPr>
          <a:xfrm flipH="1">
            <a:off x="4826000" y="3454400"/>
            <a:ext cx="139700" cy="3556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</a:ln>
        </p:spPr>
      </p:sp>
      <p:sp>
        <p:nvSpPr>
          <p:cNvPr id="480" name="Shape 476"/>
          <p:cNvSpPr/>
          <p:nvPr/>
        </p:nvSpPr>
        <p:spPr>
          <a:xfrm flipH="1">
            <a:off x="4648200" y="3810000"/>
            <a:ext cx="177800" cy="3556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</a:ln>
        </p:spPr>
      </p:sp>
      <p:sp>
        <p:nvSpPr>
          <p:cNvPr id="481" name="Shape 477"/>
          <p:cNvSpPr/>
          <p:nvPr/>
        </p:nvSpPr>
        <p:spPr>
          <a:xfrm flipH="1">
            <a:off x="4495800" y="4165600"/>
            <a:ext cx="152400" cy="3810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</a:ln>
        </p:spPr>
      </p:sp>
      <p:sp>
        <p:nvSpPr>
          <p:cNvPr id="482" name="Shape 478"/>
          <p:cNvSpPr/>
          <p:nvPr/>
        </p:nvSpPr>
        <p:spPr>
          <a:xfrm>
            <a:off x="4921250" y="3409950"/>
            <a:ext cx="88900" cy="88900"/>
          </a:xfrm>
          <a:prstGeom prst="ellipse">
            <a:avLst/>
          </a:prstGeom>
          <a:solidFill>
            <a:srgbClr val="1F3FBF"/>
          </a:solidFill>
          <a:ln w="9525">
            <a:solidFill>
              <a:srgbClr val="C9DFF5"/>
            </a:solidFill>
            <a:prstDash val="solid"/>
          </a:ln>
        </p:spPr>
      </p:sp>
      <p:sp>
        <p:nvSpPr>
          <p:cNvPr id="483" name="Shape 479"/>
          <p:cNvSpPr/>
          <p:nvPr/>
        </p:nvSpPr>
        <p:spPr>
          <a:xfrm>
            <a:off x="4781550" y="3765550"/>
            <a:ext cx="88900" cy="88900"/>
          </a:xfrm>
          <a:prstGeom prst="ellipse">
            <a:avLst/>
          </a:prstGeom>
          <a:solidFill>
            <a:srgbClr val="1F3FBF"/>
          </a:solidFill>
          <a:ln w="9525">
            <a:solidFill>
              <a:srgbClr val="C9DFF5"/>
            </a:solidFill>
            <a:prstDash val="solid"/>
          </a:ln>
        </p:spPr>
      </p:sp>
      <p:sp>
        <p:nvSpPr>
          <p:cNvPr id="484" name="Shape 480"/>
          <p:cNvSpPr/>
          <p:nvPr/>
        </p:nvSpPr>
        <p:spPr>
          <a:xfrm>
            <a:off x="4603750" y="4121150"/>
            <a:ext cx="88900" cy="88900"/>
          </a:xfrm>
          <a:prstGeom prst="ellipse">
            <a:avLst/>
          </a:prstGeom>
          <a:solidFill>
            <a:srgbClr val="1F3FBF"/>
          </a:solidFill>
          <a:ln w="9525">
            <a:solidFill>
              <a:srgbClr val="C9DFF5"/>
            </a:solidFill>
            <a:prstDash val="solid"/>
          </a:ln>
        </p:spPr>
      </p:sp>
      <p:sp>
        <p:nvSpPr>
          <p:cNvPr id="485" name="Shape 481"/>
          <p:cNvSpPr/>
          <p:nvPr/>
        </p:nvSpPr>
        <p:spPr>
          <a:xfrm>
            <a:off x="4451350" y="4502150"/>
            <a:ext cx="88900" cy="88900"/>
          </a:xfrm>
          <a:prstGeom prst="ellipse">
            <a:avLst/>
          </a:prstGeom>
          <a:solidFill>
            <a:srgbClr val="1F3FBF"/>
          </a:solidFill>
          <a:ln w="9525">
            <a:solidFill>
              <a:srgbClr val="C9DFF5"/>
            </a:solidFill>
            <a:prstDash val="solid"/>
          </a:ln>
        </p:spPr>
      </p:sp>
      <p:sp>
        <p:nvSpPr>
          <p:cNvPr id="486" name="Shape 482"/>
          <p:cNvSpPr/>
          <p:nvPr/>
        </p:nvSpPr>
        <p:spPr>
          <a:xfrm>
            <a:off x="4848225" y="3603625"/>
            <a:ext cx="57150" cy="57150"/>
          </a:xfrm>
          <a:prstGeom prst="ellipse">
            <a:avLst/>
          </a:prstGeom>
          <a:solidFill>
            <a:srgbClr val="1F3FBF"/>
          </a:solidFill>
          <a:ln w="9525">
            <a:solidFill>
              <a:srgbClr val="C9DFF5"/>
            </a:solidFill>
            <a:prstDash val="solid"/>
          </a:ln>
        </p:spPr>
      </p:sp>
      <p:sp>
        <p:nvSpPr>
          <p:cNvPr id="487" name="Shape 483"/>
          <p:cNvSpPr/>
          <p:nvPr/>
        </p:nvSpPr>
        <p:spPr>
          <a:xfrm>
            <a:off x="4695825" y="3959225"/>
            <a:ext cx="57150" cy="57150"/>
          </a:xfrm>
          <a:prstGeom prst="ellipse">
            <a:avLst/>
          </a:prstGeom>
          <a:solidFill>
            <a:srgbClr val="1F3FBF"/>
          </a:solidFill>
          <a:ln w="9525">
            <a:solidFill>
              <a:srgbClr val="C9DFF5"/>
            </a:solidFill>
            <a:prstDash val="solid"/>
          </a:ln>
        </p:spPr>
      </p:sp>
      <p:sp>
        <p:nvSpPr>
          <p:cNvPr id="488" name="Shape 484"/>
          <p:cNvSpPr/>
          <p:nvPr/>
        </p:nvSpPr>
        <p:spPr>
          <a:xfrm>
            <a:off x="4530725" y="4314825"/>
            <a:ext cx="57150" cy="57150"/>
          </a:xfrm>
          <a:prstGeom prst="ellipse">
            <a:avLst/>
          </a:prstGeom>
          <a:solidFill>
            <a:srgbClr val="1F3FBF"/>
          </a:solidFill>
          <a:ln w="9525">
            <a:solidFill>
              <a:srgbClr val="C9DFF5"/>
            </a:solidFill>
            <a:prstDash val="solid"/>
          </a:ln>
        </p:spPr>
      </p:sp>
      <p:sp>
        <p:nvSpPr>
          <p:cNvPr id="489" name="Shape 485"/>
          <p:cNvSpPr/>
          <p:nvPr/>
        </p:nvSpPr>
        <p:spPr>
          <a:xfrm>
            <a:off x="4746625" y="4314825"/>
            <a:ext cx="57150" cy="57150"/>
          </a:xfrm>
          <a:prstGeom prst="ellipse">
            <a:avLst/>
          </a:prstGeom>
          <a:solidFill>
            <a:srgbClr val="1F3FBF"/>
          </a:solidFill>
          <a:ln w="9525">
            <a:solidFill>
              <a:srgbClr val="C9DFF5"/>
            </a:solidFill>
            <a:prstDash val="solid"/>
          </a:ln>
        </p:spPr>
      </p:sp>
      <p:sp>
        <p:nvSpPr>
          <p:cNvPr id="490" name="Text 486"/>
          <p:cNvSpPr/>
          <p:nvPr/>
        </p:nvSpPr>
        <p:spPr>
          <a:xfrm>
            <a:off x="5092700" y="2997200"/>
            <a:ext cx="266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K,q</a:t>
            </a:r>
            <a:endParaRPr lang="en-US" sz="750" dirty="0"/>
          </a:p>
        </p:txBody>
      </p:sp>
      <p:sp>
        <p:nvSpPr>
          <p:cNvPr id="491" name="Shape 487"/>
          <p:cNvSpPr/>
          <p:nvPr/>
        </p:nvSpPr>
        <p:spPr>
          <a:xfrm flipH="1">
            <a:off x="5054600" y="3086100"/>
            <a:ext cx="3175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</a:ln>
        </p:spPr>
      </p:sp>
      <p:pic>
        <p:nvPicPr>
          <p:cNvPr id="492" name="Image 2" descr="/home/ahmed/Projects/ai_llm_slides/videos/deep-learning/001_transformers_part1/recreated_pptx/build/assets/eq_039_fraction_r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2658" y="2997708"/>
            <a:ext cx="234696" cy="298704"/>
          </a:xfrm>
          <a:prstGeom prst="rect">
            <a:avLst/>
          </a:prstGeom>
        </p:spPr>
      </p:pic>
      <p:sp>
        <p:nvSpPr>
          <p:cNvPr id="493" name="Shape 488"/>
          <p:cNvSpPr/>
          <p:nvPr/>
        </p:nvSpPr>
        <p:spPr>
          <a:xfrm>
            <a:off x="5791200" y="3140710"/>
            <a:ext cx="190500" cy="154940"/>
          </a:xfrm>
          <a:prstGeom prst="rect">
            <a:avLst/>
          </a:prstGeom>
          <a:ln w="6350">
            <a:solidFill>
              <a:srgbClr val="C00000"/>
            </a:solidFill>
            <a:prstDash val="solid"/>
          </a:ln>
        </p:spPr>
      </p:sp>
      <p:sp>
        <p:nvSpPr>
          <p:cNvPr id="494" name="Shape 489"/>
          <p:cNvSpPr/>
          <p:nvPr/>
        </p:nvSpPr>
        <p:spPr>
          <a:xfrm>
            <a:off x="5972175" y="3409950"/>
            <a:ext cx="69850" cy="2667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495" name="Shape 490"/>
          <p:cNvSpPr/>
          <p:nvPr/>
        </p:nvSpPr>
        <p:spPr>
          <a:xfrm>
            <a:off x="5987891" y="3430270"/>
            <a:ext cx="38418" cy="7493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496" name="Shape 491"/>
          <p:cNvSpPr/>
          <p:nvPr/>
        </p:nvSpPr>
        <p:spPr>
          <a:xfrm>
            <a:off x="5384800" y="3035300"/>
            <a:ext cx="266700" cy="1752600"/>
          </a:xfrm>
          <a:prstGeom prst="rect">
            <a:avLst/>
          </a:prstGeom>
          <a:solidFill>
            <a:srgbClr val="FFC4CB"/>
          </a:solidFill>
          <a:ln w="9525">
            <a:solidFill>
              <a:srgbClr val="E8A0AC"/>
            </a:solidFill>
            <a:prstDash val="solid"/>
          </a:ln>
        </p:spPr>
      </p:sp>
      <p:sp>
        <p:nvSpPr>
          <p:cNvPr id="497" name="Text 492"/>
          <p:cNvSpPr/>
          <p:nvPr/>
        </p:nvSpPr>
        <p:spPr>
          <a:xfrm rot="16200000">
            <a:off x="4622800" y="3810000"/>
            <a:ext cx="1790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by √d</a:t>
            </a:r>
            <a:endParaRPr lang="en-US" sz="750" dirty="0"/>
          </a:p>
        </p:txBody>
      </p:sp>
      <p:sp>
        <p:nvSpPr>
          <p:cNvPr id="498" name="Shape 493"/>
          <p:cNvSpPr/>
          <p:nvPr/>
        </p:nvSpPr>
        <p:spPr>
          <a:xfrm>
            <a:off x="6057900" y="3022600"/>
            <a:ext cx="266700" cy="1765300"/>
          </a:xfrm>
          <a:prstGeom prst="rect">
            <a:avLst/>
          </a:prstGeom>
          <a:solidFill>
            <a:srgbClr val="F8DEFA"/>
          </a:solidFill>
          <a:ln w="9525">
            <a:solidFill>
              <a:srgbClr val="D8B0E0"/>
            </a:solidFill>
            <a:prstDash val="solid"/>
          </a:ln>
        </p:spPr>
      </p:sp>
      <p:sp>
        <p:nvSpPr>
          <p:cNvPr id="499" name="Text 494"/>
          <p:cNvSpPr/>
          <p:nvPr/>
        </p:nvSpPr>
        <p:spPr>
          <a:xfrm rot="16200000">
            <a:off x="5295900" y="3803650"/>
            <a:ext cx="17653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B3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max</a:t>
            </a:r>
            <a:endParaRPr lang="en-US" sz="750" dirty="0"/>
          </a:p>
        </p:txBody>
      </p:sp>
      <p:sp>
        <p:nvSpPr>
          <p:cNvPr id="500" name="Shape 495"/>
          <p:cNvSpPr/>
          <p:nvPr/>
        </p:nvSpPr>
        <p:spPr>
          <a:xfrm>
            <a:off x="6578600" y="3022600"/>
            <a:ext cx="1155700" cy="190500"/>
          </a:xfrm>
          <a:prstGeom prst="rect">
            <a:avLst/>
          </a:prstGeom>
          <a:solidFill>
            <a:srgbClr val="E8F8F8"/>
          </a:solidFill>
          <a:ln w="9525">
            <a:solidFill>
              <a:srgbClr val="AEBDB8"/>
            </a:solidFill>
            <a:prstDash val="solid"/>
          </a:ln>
        </p:spPr>
      </p:sp>
      <p:sp>
        <p:nvSpPr>
          <p:cNvPr id="501" name="Text 496"/>
          <p:cNvSpPr/>
          <p:nvPr/>
        </p:nvSpPr>
        <p:spPr>
          <a:xfrm>
            <a:off x="6578600" y="3022600"/>
            <a:ext cx="1155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4A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300" dirty="0"/>
          </a:p>
        </p:txBody>
      </p:sp>
      <p:sp>
        <p:nvSpPr>
          <p:cNvPr id="502" name="Shape 497"/>
          <p:cNvSpPr/>
          <p:nvPr/>
        </p:nvSpPr>
        <p:spPr>
          <a:xfrm>
            <a:off x="6375400" y="3251200"/>
            <a:ext cx="298450" cy="19050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503" name="Shape 498"/>
          <p:cNvSpPr/>
          <p:nvPr/>
        </p:nvSpPr>
        <p:spPr>
          <a:xfrm flipV="1">
            <a:off x="6711950" y="3238500"/>
            <a:ext cx="0" cy="7620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504" name="Shape 499"/>
          <p:cNvSpPr/>
          <p:nvPr/>
        </p:nvSpPr>
        <p:spPr>
          <a:xfrm>
            <a:off x="6375400" y="3467100"/>
            <a:ext cx="565150" cy="33655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505" name="Shape 500"/>
          <p:cNvSpPr/>
          <p:nvPr/>
        </p:nvSpPr>
        <p:spPr>
          <a:xfrm flipV="1">
            <a:off x="6978650" y="3238500"/>
            <a:ext cx="0" cy="43815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506" name="Shape 501"/>
          <p:cNvSpPr/>
          <p:nvPr/>
        </p:nvSpPr>
        <p:spPr>
          <a:xfrm>
            <a:off x="6375400" y="3683000"/>
            <a:ext cx="819150" cy="46355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507" name="Shape 502"/>
          <p:cNvSpPr/>
          <p:nvPr/>
        </p:nvSpPr>
        <p:spPr>
          <a:xfrm flipV="1">
            <a:off x="7232650" y="3238500"/>
            <a:ext cx="0" cy="78105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508" name="Shape 503"/>
          <p:cNvSpPr/>
          <p:nvPr/>
        </p:nvSpPr>
        <p:spPr>
          <a:xfrm>
            <a:off x="6375400" y="3898900"/>
            <a:ext cx="1104900" cy="63500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509" name="Shape 504"/>
          <p:cNvSpPr/>
          <p:nvPr/>
        </p:nvSpPr>
        <p:spPr>
          <a:xfrm flipV="1">
            <a:off x="7518400" y="3238500"/>
            <a:ext cx="0" cy="116840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510" name="Shape 505"/>
          <p:cNvSpPr/>
          <p:nvPr/>
        </p:nvSpPr>
        <p:spPr>
          <a:xfrm>
            <a:off x="8699500" y="3251200"/>
            <a:ext cx="736600" cy="1651000"/>
          </a:xfrm>
          <a:prstGeom prst="roundRect">
            <a:avLst>
              <a:gd name="adj" fmla="val 7448"/>
            </a:avLst>
          </a:prstGeom>
          <a:solidFill>
            <a:srgbClr val="E7FEE8"/>
          </a:solidFill>
          <a:ln w="12700">
            <a:solidFill>
              <a:srgbClr val="00A651"/>
            </a:solidFill>
            <a:prstDash val="dash"/>
          </a:ln>
        </p:spPr>
      </p:sp>
      <p:sp>
        <p:nvSpPr>
          <p:cNvPr id="511" name="Shape 506"/>
          <p:cNvSpPr/>
          <p:nvPr/>
        </p:nvSpPr>
        <p:spPr>
          <a:xfrm>
            <a:off x="8204200" y="3289300"/>
            <a:ext cx="431800" cy="304800"/>
          </a:xfrm>
          <a:prstGeom prst="rect">
            <a:avLst/>
          </a:prstGeom>
          <a:solidFill>
            <a:srgbClr val="A9CFDC"/>
          </a:solidFill>
          <a:ln w="12700">
            <a:solidFill>
              <a:srgbClr val="1F3FBF"/>
            </a:solidFill>
            <a:prstDash val="solid"/>
          </a:ln>
        </p:spPr>
      </p:sp>
      <p:sp>
        <p:nvSpPr>
          <p:cNvPr id="512" name="Text 507"/>
          <p:cNvSpPr/>
          <p:nvPr/>
        </p:nvSpPr>
        <p:spPr>
          <a:xfrm>
            <a:off x="8204200" y="3289300"/>
            <a:ext cx="431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500" b="1" baseline="30000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700" dirty="0"/>
          </a:p>
        </p:txBody>
      </p:sp>
      <p:sp>
        <p:nvSpPr>
          <p:cNvPr id="513" name="Text 508"/>
          <p:cNvSpPr/>
          <p:nvPr/>
        </p:nvSpPr>
        <p:spPr>
          <a:xfrm>
            <a:off x="7708900" y="32893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514" name="Shape 509"/>
          <p:cNvSpPr/>
          <p:nvPr/>
        </p:nvSpPr>
        <p:spPr>
          <a:xfrm>
            <a:off x="7899400" y="3327400"/>
            <a:ext cx="88900" cy="127000"/>
          </a:xfrm>
          <a:prstGeom prst="rect">
            <a:avLst/>
          </a:prstGeom>
          <a:solidFill>
            <a:srgbClr val="FCFED0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515" name="Shape 510"/>
          <p:cNvSpPr/>
          <p:nvPr/>
        </p:nvSpPr>
        <p:spPr>
          <a:xfrm>
            <a:off x="7988300" y="3327400"/>
            <a:ext cx="88900" cy="127000"/>
          </a:xfrm>
          <a:prstGeom prst="rect">
            <a:avLst/>
          </a:prstGeom>
          <a:solidFill>
            <a:srgbClr val="F8DDEF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516" name="Shape 511"/>
          <p:cNvSpPr/>
          <p:nvPr/>
        </p:nvSpPr>
        <p:spPr>
          <a:xfrm>
            <a:off x="8077200" y="3327400"/>
            <a:ext cx="88900" cy="127000"/>
          </a:xfrm>
          <a:prstGeom prst="rect">
            <a:avLst/>
          </a:prstGeom>
          <a:solidFill>
            <a:srgbClr val="E4E6F5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517" name="Shape 512"/>
          <p:cNvSpPr/>
          <p:nvPr/>
        </p:nvSpPr>
        <p:spPr>
          <a:xfrm>
            <a:off x="8705850" y="3333750"/>
            <a:ext cx="723900" cy="254000"/>
          </a:xfrm>
          <a:prstGeom prst="rect">
            <a:avLst/>
          </a:prstGeom>
          <a:ln w="5080">
            <a:solidFill>
              <a:srgbClr val="A65B4F"/>
            </a:solidFill>
            <a:prstDash val="solid"/>
          </a:ln>
        </p:spPr>
      </p:sp>
      <p:sp>
        <p:nvSpPr>
          <p:cNvPr id="518" name="Shape 513"/>
          <p:cNvSpPr/>
          <p:nvPr/>
        </p:nvSpPr>
        <p:spPr>
          <a:xfrm>
            <a:off x="8712200" y="3340100"/>
            <a:ext cx="228600" cy="241300"/>
          </a:xfrm>
          <a:prstGeom prst="rect">
            <a:avLst/>
          </a:prstGeom>
          <a:solidFill>
            <a:srgbClr val="E8F1C6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519" name="Shape 514"/>
          <p:cNvSpPr/>
          <p:nvPr/>
        </p:nvSpPr>
        <p:spPr>
          <a:xfrm>
            <a:off x="8940800" y="3340100"/>
            <a:ext cx="127000" cy="241300"/>
          </a:xfrm>
          <a:prstGeom prst="rect">
            <a:avLst/>
          </a:prstGeom>
          <a:solidFill>
            <a:srgbClr val="FFFFFF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520" name="Shape 515"/>
          <p:cNvSpPr/>
          <p:nvPr/>
        </p:nvSpPr>
        <p:spPr>
          <a:xfrm>
            <a:off x="9067800" y="3340100"/>
            <a:ext cx="241300" cy="241300"/>
          </a:xfrm>
          <a:prstGeom prst="rect">
            <a:avLst/>
          </a:prstGeom>
          <a:solidFill>
            <a:srgbClr val="E2E0EE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521" name="Shape 516"/>
          <p:cNvSpPr/>
          <p:nvPr/>
        </p:nvSpPr>
        <p:spPr>
          <a:xfrm>
            <a:off x="9309100" y="3340100"/>
            <a:ext cx="120650" cy="241300"/>
          </a:xfrm>
          <a:prstGeom prst="rect">
            <a:avLst/>
          </a:prstGeom>
          <a:solidFill>
            <a:srgbClr val="EBD9E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522" name="Text 517"/>
          <p:cNvSpPr/>
          <p:nvPr/>
        </p:nvSpPr>
        <p:spPr>
          <a:xfrm>
            <a:off x="8940800" y="3352800"/>
            <a:ext cx="127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00" dirty="0"/>
          </a:p>
        </p:txBody>
      </p:sp>
      <p:sp>
        <p:nvSpPr>
          <p:cNvPr id="523" name="Shape 518"/>
          <p:cNvSpPr/>
          <p:nvPr/>
        </p:nvSpPr>
        <p:spPr>
          <a:xfrm>
            <a:off x="8204200" y="3644900"/>
            <a:ext cx="431800" cy="304800"/>
          </a:xfrm>
          <a:prstGeom prst="rect">
            <a:avLst/>
          </a:prstGeom>
          <a:solidFill>
            <a:srgbClr val="A9CFDC"/>
          </a:solidFill>
          <a:ln w="12700">
            <a:solidFill>
              <a:srgbClr val="1F3FBF"/>
            </a:solidFill>
            <a:prstDash val="solid"/>
          </a:ln>
        </p:spPr>
      </p:sp>
      <p:sp>
        <p:nvSpPr>
          <p:cNvPr id="524" name="Text 519"/>
          <p:cNvSpPr/>
          <p:nvPr/>
        </p:nvSpPr>
        <p:spPr>
          <a:xfrm>
            <a:off x="8204200" y="3644900"/>
            <a:ext cx="431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500" b="1" baseline="30000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700" dirty="0"/>
          </a:p>
        </p:txBody>
      </p:sp>
      <p:sp>
        <p:nvSpPr>
          <p:cNvPr id="525" name="Text 520"/>
          <p:cNvSpPr/>
          <p:nvPr/>
        </p:nvSpPr>
        <p:spPr>
          <a:xfrm>
            <a:off x="7708900" y="36449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526" name="Shape 521"/>
          <p:cNvSpPr/>
          <p:nvPr/>
        </p:nvSpPr>
        <p:spPr>
          <a:xfrm>
            <a:off x="7899400" y="3683000"/>
            <a:ext cx="88900" cy="127000"/>
          </a:xfrm>
          <a:prstGeom prst="rect">
            <a:avLst/>
          </a:prstGeom>
          <a:solidFill>
            <a:srgbClr val="FCFED0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527" name="Shape 522"/>
          <p:cNvSpPr/>
          <p:nvPr/>
        </p:nvSpPr>
        <p:spPr>
          <a:xfrm>
            <a:off x="7988300" y="3683000"/>
            <a:ext cx="88900" cy="127000"/>
          </a:xfrm>
          <a:prstGeom prst="rect">
            <a:avLst/>
          </a:prstGeom>
          <a:solidFill>
            <a:srgbClr val="F8DDEF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528" name="Shape 523"/>
          <p:cNvSpPr/>
          <p:nvPr/>
        </p:nvSpPr>
        <p:spPr>
          <a:xfrm>
            <a:off x="8077200" y="3683000"/>
            <a:ext cx="88900" cy="127000"/>
          </a:xfrm>
          <a:prstGeom prst="rect">
            <a:avLst/>
          </a:prstGeom>
          <a:solidFill>
            <a:srgbClr val="E4E6F5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529" name="Shape 524"/>
          <p:cNvSpPr/>
          <p:nvPr/>
        </p:nvSpPr>
        <p:spPr>
          <a:xfrm>
            <a:off x="8705850" y="3689350"/>
            <a:ext cx="723900" cy="254000"/>
          </a:xfrm>
          <a:prstGeom prst="rect">
            <a:avLst/>
          </a:prstGeom>
          <a:ln w="5080">
            <a:solidFill>
              <a:srgbClr val="A65B4F"/>
            </a:solidFill>
            <a:prstDash val="solid"/>
          </a:ln>
        </p:spPr>
      </p:sp>
      <p:sp>
        <p:nvSpPr>
          <p:cNvPr id="530" name="Shape 525"/>
          <p:cNvSpPr/>
          <p:nvPr/>
        </p:nvSpPr>
        <p:spPr>
          <a:xfrm>
            <a:off x="8712200" y="3695700"/>
            <a:ext cx="228600" cy="241300"/>
          </a:xfrm>
          <a:prstGeom prst="rect">
            <a:avLst/>
          </a:prstGeom>
          <a:solidFill>
            <a:srgbClr val="E8F1C6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531" name="Shape 526"/>
          <p:cNvSpPr/>
          <p:nvPr/>
        </p:nvSpPr>
        <p:spPr>
          <a:xfrm>
            <a:off x="8940800" y="3695700"/>
            <a:ext cx="127000" cy="241300"/>
          </a:xfrm>
          <a:prstGeom prst="rect">
            <a:avLst/>
          </a:prstGeom>
          <a:solidFill>
            <a:srgbClr val="FFFFFF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532" name="Shape 527"/>
          <p:cNvSpPr/>
          <p:nvPr/>
        </p:nvSpPr>
        <p:spPr>
          <a:xfrm>
            <a:off x="9067800" y="3695700"/>
            <a:ext cx="241300" cy="241300"/>
          </a:xfrm>
          <a:prstGeom prst="rect">
            <a:avLst/>
          </a:prstGeom>
          <a:solidFill>
            <a:srgbClr val="E2E0EE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533" name="Shape 528"/>
          <p:cNvSpPr/>
          <p:nvPr/>
        </p:nvSpPr>
        <p:spPr>
          <a:xfrm>
            <a:off x="9309100" y="3695700"/>
            <a:ext cx="120650" cy="241300"/>
          </a:xfrm>
          <a:prstGeom prst="rect">
            <a:avLst/>
          </a:prstGeom>
          <a:solidFill>
            <a:srgbClr val="EBD9E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534" name="Text 529"/>
          <p:cNvSpPr/>
          <p:nvPr/>
        </p:nvSpPr>
        <p:spPr>
          <a:xfrm>
            <a:off x="8940800" y="3708400"/>
            <a:ext cx="127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" dirty="0"/>
          </a:p>
        </p:txBody>
      </p:sp>
      <p:sp>
        <p:nvSpPr>
          <p:cNvPr id="535" name="Shape 530"/>
          <p:cNvSpPr/>
          <p:nvPr/>
        </p:nvSpPr>
        <p:spPr>
          <a:xfrm>
            <a:off x="8204200" y="4000500"/>
            <a:ext cx="431800" cy="304800"/>
          </a:xfrm>
          <a:prstGeom prst="rect">
            <a:avLst/>
          </a:prstGeom>
          <a:solidFill>
            <a:srgbClr val="A9CFDC"/>
          </a:solidFill>
          <a:ln w="12700">
            <a:solidFill>
              <a:srgbClr val="1F3FBF"/>
            </a:solidFill>
            <a:prstDash val="solid"/>
          </a:ln>
        </p:spPr>
      </p:sp>
      <p:sp>
        <p:nvSpPr>
          <p:cNvPr id="536" name="Text 531"/>
          <p:cNvSpPr/>
          <p:nvPr/>
        </p:nvSpPr>
        <p:spPr>
          <a:xfrm>
            <a:off x="8204200" y="4000500"/>
            <a:ext cx="431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500" b="1" baseline="30000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700" dirty="0"/>
          </a:p>
        </p:txBody>
      </p:sp>
      <p:sp>
        <p:nvSpPr>
          <p:cNvPr id="537" name="Text 532"/>
          <p:cNvSpPr/>
          <p:nvPr/>
        </p:nvSpPr>
        <p:spPr>
          <a:xfrm>
            <a:off x="7708900" y="40005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538" name="Shape 533"/>
          <p:cNvSpPr/>
          <p:nvPr/>
        </p:nvSpPr>
        <p:spPr>
          <a:xfrm>
            <a:off x="7899400" y="4038600"/>
            <a:ext cx="88900" cy="127000"/>
          </a:xfrm>
          <a:prstGeom prst="rect">
            <a:avLst/>
          </a:prstGeom>
          <a:solidFill>
            <a:srgbClr val="FCFED0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539" name="Shape 534"/>
          <p:cNvSpPr/>
          <p:nvPr/>
        </p:nvSpPr>
        <p:spPr>
          <a:xfrm>
            <a:off x="7988300" y="4038600"/>
            <a:ext cx="88900" cy="127000"/>
          </a:xfrm>
          <a:prstGeom prst="rect">
            <a:avLst/>
          </a:prstGeom>
          <a:solidFill>
            <a:srgbClr val="F8DDEF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540" name="Shape 535"/>
          <p:cNvSpPr/>
          <p:nvPr/>
        </p:nvSpPr>
        <p:spPr>
          <a:xfrm>
            <a:off x="8077200" y="4038600"/>
            <a:ext cx="88900" cy="127000"/>
          </a:xfrm>
          <a:prstGeom prst="rect">
            <a:avLst/>
          </a:prstGeom>
          <a:solidFill>
            <a:srgbClr val="E4E6F5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541" name="Shape 536"/>
          <p:cNvSpPr/>
          <p:nvPr/>
        </p:nvSpPr>
        <p:spPr>
          <a:xfrm>
            <a:off x="8705850" y="4044950"/>
            <a:ext cx="723900" cy="254000"/>
          </a:xfrm>
          <a:prstGeom prst="rect">
            <a:avLst/>
          </a:prstGeom>
          <a:ln w="5080">
            <a:solidFill>
              <a:srgbClr val="A65B4F"/>
            </a:solidFill>
            <a:prstDash val="solid"/>
          </a:ln>
        </p:spPr>
      </p:sp>
      <p:sp>
        <p:nvSpPr>
          <p:cNvPr id="542" name="Shape 537"/>
          <p:cNvSpPr/>
          <p:nvPr/>
        </p:nvSpPr>
        <p:spPr>
          <a:xfrm>
            <a:off x="8712200" y="4051300"/>
            <a:ext cx="228600" cy="241300"/>
          </a:xfrm>
          <a:prstGeom prst="rect">
            <a:avLst/>
          </a:prstGeom>
          <a:solidFill>
            <a:srgbClr val="E8F1C6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543" name="Shape 538"/>
          <p:cNvSpPr/>
          <p:nvPr/>
        </p:nvSpPr>
        <p:spPr>
          <a:xfrm>
            <a:off x="8940800" y="4051300"/>
            <a:ext cx="127000" cy="241300"/>
          </a:xfrm>
          <a:prstGeom prst="rect">
            <a:avLst/>
          </a:prstGeom>
          <a:solidFill>
            <a:srgbClr val="FFFFFF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544" name="Shape 539"/>
          <p:cNvSpPr/>
          <p:nvPr/>
        </p:nvSpPr>
        <p:spPr>
          <a:xfrm>
            <a:off x="9067800" y="4051300"/>
            <a:ext cx="241300" cy="241300"/>
          </a:xfrm>
          <a:prstGeom prst="rect">
            <a:avLst/>
          </a:prstGeom>
          <a:solidFill>
            <a:srgbClr val="E2E0EE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545" name="Shape 540"/>
          <p:cNvSpPr/>
          <p:nvPr/>
        </p:nvSpPr>
        <p:spPr>
          <a:xfrm>
            <a:off x="9309100" y="4051300"/>
            <a:ext cx="120650" cy="241300"/>
          </a:xfrm>
          <a:prstGeom prst="rect">
            <a:avLst/>
          </a:prstGeom>
          <a:solidFill>
            <a:srgbClr val="EBD9E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546" name="Text 541"/>
          <p:cNvSpPr/>
          <p:nvPr/>
        </p:nvSpPr>
        <p:spPr>
          <a:xfrm>
            <a:off x="8940800" y="4064000"/>
            <a:ext cx="127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00" dirty="0"/>
          </a:p>
        </p:txBody>
      </p:sp>
      <p:sp>
        <p:nvSpPr>
          <p:cNvPr id="547" name="Shape 542"/>
          <p:cNvSpPr/>
          <p:nvPr/>
        </p:nvSpPr>
        <p:spPr>
          <a:xfrm>
            <a:off x="8204200" y="4381500"/>
            <a:ext cx="431800" cy="304800"/>
          </a:xfrm>
          <a:prstGeom prst="rect">
            <a:avLst/>
          </a:prstGeom>
          <a:solidFill>
            <a:srgbClr val="A9CFDC"/>
          </a:solidFill>
          <a:ln w="12700">
            <a:solidFill>
              <a:srgbClr val="1F3FBF"/>
            </a:solidFill>
            <a:prstDash val="solid"/>
          </a:ln>
        </p:spPr>
      </p:sp>
      <p:sp>
        <p:nvSpPr>
          <p:cNvPr id="548" name="Text 543"/>
          <p:cNvSpPr/>
          <p:nvPr/>
        </p:nvSpPr>
        <p:spPr>
          <a:xfrm>
            <a:off x="8204200" y="4381500"/>
            <a:ext cx="431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500" b="1" baseline="30000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700" dirty="0"/>
          </a:p>
        </p:txBody>
      </p:sp>
      <p:sp>
        <p:nvSpPr>
          <p:cNvPr id="549" name="Text 544"/>
          <p:cNvSpPr/>
          <p:nvPr/>
        </p:nvSpPr>
        <p:spPr>
          <a:xfrm>
            <a:off x="7708900" y="43688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" dirty="0"/>
          </a:p>
        </p:txBody>
      </p:sp>
      <p:sp>
        <p:nvSpPr>
          <p:cNvPr id="550" name="Shape 545"/>
          <p:cNvSpPr/>
          <p:nvPr/>
        </p:nvSpPr>
        <p:spPr>
          <a:xfrm>
            <a:off x="7899400" y="4406900"/>
            <a:ext cx="88900" cy="127000"/>
          </a:xfrm>
          <a:prstGeom prst="rect">
            <a:avLst/>
          </a:prstGeom>
          <a:solidFill>
            <a:srgbClr val="FCFED0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551" name="Shape 546"/>
          <p:cNvSpPr/>
          <p:nvPr/>
        </p:nvSpPr>
        <p:spPr>
          <a:xfrm>
            <a:off x="7988300" y="4406900"/>
            <a:ext cx="88900" cy="127000"/>
          </a:xfrm>
          <a:prstGeom prst="rect">
            <a:avLst/>
          </a:prstGeom>
          <a:solidFill>
            <a:srgbClr val="F8DDEF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552" name="Shape 547"/>
          <p:cNvSpPr/>
          <p:nvPr/>
        </p:nvSpPr>
        <p:spPr>
          <a:xfrm>
            <a:off x="8077200" y="4406900"/>
            <a:ext cx="88900" cy="127000"/>
          </a:xfrm>
          <a:prstGeom prst="rect">
            <a:avLst/>
          </a:prstGeom>
          <a:solidFill>
            <a:srgbClr val="E4E6F5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553" name="Shape 548"/>
          <p:cNvSpPr/>
          <p:nvPr/>
        </p:nvSpPr>
        <p:spPr>
          <a:xfrm>
            <a:off x="8705850" y="4413250"/>
            <a:ext cx="723900" cy="254000"/>
          </a:xfrm>
          <a:prstGeom prst="rect">
            <a:avLst/>
          </a:prstGeom>
          <a:ln w="5080">
            <a:solidFill>
              <a:srgbClr val="A65B4F"/>
            </a:solidFill>
            <a:prstDash val="solid"/>
          </a:ln>
        </p:spPr>
      </p:sp>
      <p:sp>
        <p:nvSpPr>
          <p:cNvPr id="554" name="Shape 549"/>
          <p:cNvSpPr/>
          <p:nvPr/>
        </p:nvSpPr>
        <p:spPr>
          <a:xfrm>
            <a:off x="8712200" y="4419600"/>
            <a:ext cx="228600" cy="241300"/>
          </a:xfrm>
          <a:prstGeom prst="rect">
            <a:avLst/>
          </a:prstGeom>
          <a:solidFill>
            <a:srgbClr val="E8F1C6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555" name="Shape 550"/>
          <p:cNvSpPr/>
          <p:nvPr/>
        </p:nvSpPr>
        <p:spPr>
          <a:xfrm>
            <a:off x="8940800" y="4419600"/>
            <a:ext cx="127000" cy="241300"/>
          </a:xfrm>
          <a:prstGeom prst="rect">
            <a:avLst/>
          </a:prstGeom>
          <a:solidFill>
            <a:srgbClr val="FFFFFF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556" name="Shape 551"/>
          <p:cNvSpPr/>
          <p:nvPr/>
        </p:nvSpPr>
        <p:spPr>
          <a:xfrm>
            <a:off x="9067800" y="4419600"/>
            <a:ext cx="241300" cy="241300"/>
          </a:xfrm>
          <a:prstGeom prst="rect">
            <a:avLst/>
          </a:prstGeom>
          <a:solidFill>
            <a:srgbClr val="E2E0EE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557" name="Shape 552"/>
          <p:cNvSpPr/>
          <p:nvPr/>
        </p:nvSpPr>
        <p:spPr>
          <a:xfrm>
            <a:off x="9309100" y="4419600"/>
            <a:ext cx="120650" cy="241300"/>
          </a:xfrm>
          <a:prstGeom prst="rect">
            <a:avLst/>
          </a:prstGeom>
          <a:solidFill>
            <a:srgbClr val="EBD9E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558" name="Text 553"/>
          <p:cNvSpPr/>
          <p:nvPr/>
        </p:nvSpPr>
        <p:spPr>
          <a:xfrm>
            <a:off x="8940800" y="4432300"/>
            <a:ext cx="127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00" dirty="0"/>
          </a:p>
        </p:txBody>
      </p:sp>
      <p:sp>
        <p:nvSpPr>
          <p:cNvPr id="559" name="Shape 554"/>
          <p:cNvSpPr/>
          <p:nvPr/>
        </p:nvSpPr>
        <p:spPr>
          <a:xfrm>
            <a:off x="6642100" y="3384550"/>
            <a:ext cx="139700" cy="139700"/>
          </a:xfrm>
          <a:prstGeom prst="ellipse">
            <a:avLst/>
          </a:prstGeom>
          <a:ln w="15875">
            <a:solidFill>
              <a:srgbClr val="C00000"/>
            </a:solidFill>
            <a:prstDash val="solid"/>
          </a:ln>
        </p:spPr>
      </p:sp>
      <p:sp>
        <p:nvSpPr>
          <p:cNvPr id="560" name="Shape 555"/>
          <p:cNvSpPr/>
          <p:nvPr/>
        </p:nvSpPr>
        <p:spPr>
          <a:xfrm>
            <a:off x="6673850" y="3416300"/>
            <a:ext cx="76200" cy="762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61" name="Shape 556"/>
          <p:cNvSpPr/>
          <p:nvPr/>
        </p:nvSpPr>
        <p:spPr>
          <a:xfrm flipV="1">
            <a:off x="6673850" y="3416300"/>
            <a:ext cx="76200" cy="762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62" name="Shape 557"/>
          <p:cNvSpPr/>
          <p:nvPr/>
        </p:nvSpPr>
        <p:spPr>
          <a:xfrm>
            <a:off x="6673850" y="3454400"/>
            <a:ext cx="762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63" name="Shape 558"/>
          <p:cNvSpPr/>
          <p:nvPr/>
        </p:nvSpPr>
        <p:spPr>
          <a:xfrm>
            <a:off x="6908800" y="3746500"/>
            <a:ext cx="139700" cy="139700"/>
          </a:xfrm>
          <a:prstGeom prst="ellipse">
            <a:avLst/>
          </a:prstGeom>
          <a:ln w="15875">
            <a:solidFill>
              <a:srgbClr val="C00000"/>
            </a:solidFill>
            <a:prstDash val="solid"/>
          </a:ln>
        </p:spPr>
      </p:sp>
      <p:sp>
        <p:nvSpPr>
          <p:cNvPr id="564" name="Shape 559"/>
          <p:cNvSpPr/>
          <p:nvPr/>
        </p:nvSpPr>
        <p:spPr>
          <a:xfrm>
            <a:off x="6940550" y="3778250"/>
            <a:ext cx="76200" cy="762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65" name="Shape 560"/>
          <p:cNvSpPr/>
          <p:nvPr/>
        </p:nvSpPr>
        <p:spPr>
          <a:xfrm flipV="1">
            <a:off x="6940550" y="3778250"/>
            <a:ext cx="76200" cy="762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66" name="Shape 561"/>
          <p:cNvSpPr/>
          <p:nvPr/>
        </p:nvSpPr>
        <p:spPr>
          <a:xfrm>
            <a:off x="6940550" y="3816350"/>
            <a:ext cx="762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67" name="Shape 562"/>
          <p:cNvSpPr/>
          <p:nvPr/>
        </p:nvSpPr>
        <p:spPr>
          <a:xfrm>
            <a:off x="7162800" y="4089400"/>
            <a:ext cx="139700" cy="139700"/>
          </a:xfrm>
          <a:prstGeom prst="ellipse">
            <a:avLst/>
          </a:prstGeom>
          <a:ln w="15875">
            <a:solidFill>
              <a:srgbClr val="C00000"/>
            </a:solidFill>
            <a:prstDash val="solid"/>
          </a:ln>
        </p:spPr>
      </p:sp>
      <p:sp>
        <p:nvSpPr>
          <p:cNvPr id="568" name="Shape 563"/>
          <p:cNvSpPr/>
          <p:nvPr/>
        </p:nvSpPr>
        <p:spPr>
          <a:xfrm>
            <a:off x="7194550" y="4121150"/>
            <a:ext cx="76200" cy="762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69" name="Shape 564"/>
          <p:cNvSpPr/>
          <p:nvPr/>
        </p:nvSpPr>
        <p:spPr>
          <a:xfrm flipV="1">
            <a:off x="7194550" y="4121150"/>
            <a:ext cx="76200" cy="762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70" name="Shape 565"/>
          <p:cNvSpPr/>
          <p:nvPr/>
        </p:nvSpPr>
        <p:spPr>
          <a:xfrm>
            <a:off x="7194550" y="4159250"/>
            <a:ext cx="762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71" name="Shape 566"/>
          <p:cNvSpPr/>
          <p:nvPr/>
        </p:nvSpPr>
        <p:spPr>
          <a:xfrm>
            <a:off x="7448550" y="4476750"/>
            <a:ext cx="139700" cy="139700"/>
          </a:xfrm>
          <a:prstGeom prst="ellipse">
            <a:avLst/>
          </a:prstGeom>
          <a:ln w="15875">
            <a:solidFill>
              <a:srgbClr val="C00000"/>
            </a:solidFill>
            <a:prstDash val="solid"/>
          </a:ln>
        </p:spPr>
      </p:sp>
      <p:sp>
        <p:nvSpPr>
          <p:cNvPr id="572" name="Shape 567"/>
          <p:cNvSpPr/>
          <p:nvPr/>
        </p:nvSpPr>
        <p:spPr>
          <a:xfrm>
            <a:off x="7480300" y="4508500"/>
            <a:ext cx="76200" cy="762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73" name="Shape 568"/>
          <p:cNvSpPr/>
          <p:nvPr/>
        </p:nvSpPr>
        <p:spPr>
          <a:xfrm flipV="1">
            <a:off x="7480300" y="4508500"/>
            <a:ext cx="76200" cy="762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74" name="Shape 569"/>
          <p:cNvSpPr/>
          <p:nvPr/>
        </p:nvSpPr>
        <p:spPr>
          <a:xfrm>
            <a:off x="7480300" y="4546600"/>
            <a:ext cx="762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75" name="Shape 570"/>
          <p:cNvSpPr/>
          <p:nvPr/>
        </p:nvSpPr>
        <p:spPr>
          <a:xfrm>
            <a:off x="4686300" y="4800600"/>
            <a:ext cx="0" cy="1143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76" name="Shape 571"/>
          <p:cNvSpPr/>
          <p:nvPr/>
        </p:nvSpPr>
        <p:spPr>
          <a:xfrm>
            <a:off x="4737100" y="4902200"/>
            <a:ext cx="266700" cy="114300"/>
          </a:xfrm>
          <a:prstGeom prst="rect">
            <a:avLst/>
          </a:prstGeom>
          <a:solidFill>
            <a:srgbClr val="F7E8B8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577" name="Shape 572"/>
          <p:cNvSpPr/>
          <p:nvPr/>
        </p:nvSpPr>
        <p:spPr>
          <a:xfrm>
            <a:off x="4483100" y="5016500"/>
            <a:ext cx="381000" cy="2921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78" name="Text 573"/>
          <p:cNvSpPr/>
          <p:nvPr/>
        </p:nvSpPr>
        <p:spPr>
          <a:xfrm>
            <a:off x="4483100" y="5016500"/>
            <a:ext cx="381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500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700" dirty="0"/>
          </a:p>
        </p:txBody>
      </p:sp>
      <p:sp>
        <p:nvSpPr>
          <p:cNvPr id="579" name="Text 574"/>
          <p:cNvSpPr/>
          <p:nvPr/>
        </p:nvSpPr>
        <p:spPr>
          <a:xfrm>
            <a:off x="4470400" y="4902200"/>
            <a:ext cx="1651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50" dirty="0"/>
          </a:p>
        </p:txBody>
      </p:sp>
      <p:sp>
        <p:nvSpPr>
          <p:cNvPr id="580" name="Shape 575"/>
          <p:cNvSpPr/>
          <p:nvPr/>
        </p:nvSpPr>
        <p:spPr>
          <a:xfrm>
            <a:off x="4292600" y="5422900"/>
            <a:ext cx="2717800" cy="381000"/>
          </a:xfrm>
          <a:prstGeom prst="roundRect">
            <a:avLst>
              <a:gd name="adj" fmla="val 12000"/>
            </a:avLst>
          </a:prstGeom>
          <a:solidFill>
            <a:srgbClr val="EAF6E1"/>
          </a:solidFill>
          <a:ln w="12700">
            <a:solidFill>
              <a:srgbClr val="00A651"/>
            </a:solidFill>
            <a:prstDash val="dash"/>
          </a:ln>
        </p:spPr>
      </p:sp>
      <p:sp>
        <p:nvSpPr>
          <p:cNvPr id="581" name="Shape 576"/>
          <p:cNvSpPr/>
          <p:nvPr/>
        </p:nvSpPr>
        <p:spPr>
          <a:xfrm>
            <a:off x="4318000" y="5461000"/>
            <a:ext cx="736600" cy="304800"/>
          </a:xfrm>
          <a:prstGeom prst="rect">
            <a:avLst/>
          </a:prstGeom>
          <a:solidFill>
            <a:srgbClr val="EAF6E1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582" name="Shape 577"/>
          <p:cNvSpPr/>
          <p:nvPr/>
        </p:nvSpPr>
        <p:spPr>
          <a:xfrm>
            <a:off x="4368800" y="5511800"/>
            <a:ext cx="584200" cy="228600"/>
          </a:xfrm>
          <a:prstGeom prst="rect">
            <a:avLst/>
          </a:prstGeom>
          <a:solidFill>
            <a:srgbClr val="F2C6DE"/>
          </a:solidFill>
          <a:ln/>
        </p:spPr>
      </p:sp>
      <p:sp>
        <p:nvSpPr>
          <p:cNvPr id="583" name="Shape 578"/>
          <p:cNvSpPr/>
          <p:nvPr/>
        </p:nvSpPr>
        <p:spPr>
          <a:xfrm>
            <a:off x="4483100" y="5511800"/>
            <a:ext cx="38100" cy="228600"/>
          </a:xfrm>
          <a:prstGeom prst="rect">
            <a:avLst/>
          </a:prstGeom>
          <a:solidFill>
            <a:srgbClr val="E8D8EE"/>
          </a:solidFill>
          <a:ln/>
        </p:spPr>
      </p:sp>
      <p:sp>
        <p:nvSpPr>
          <p:cNvPr id="584" name="Shape 579"/>
          <p:cNvSpPr/>
          <p:nvPr/>
        </p:nvSpPr>
        <p:spPr>
          <a:xfrm>
            <a:off x="4800600" y="5511800"/>
            <a:ext cx="38100" cy="228600"/>
          </a:xfrm>
          <a:prstGeom prst="rect">
            <a:avLst/>
          </a:prstGeom>
          <a:solidFill>
            <a:srgbClr val="E8D8EE"/>
          </a:solidFill>
          <a:ln/>
        </p:spPr>
      </p:sp>
      <p:sp>
        <p:nvSpPr>
          <p:cNvPr id="585" name="Shape 580"/>
          <p:cNvSpPr/>
          <p:nvPr/>
        </p:nvSpPr>
        <p:spPr>
          <a:xfrm>
            <a:off x="4400550" y="5562600"/>
            <a:ext cx="0" cy="12700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</a:ln>
        </p:spPr>
      </p:sp>
      <p:sp>
        <p:nvSpPr>
          <p:cNvPr id="586" name="Text 581"/>
          <p:cNvSpPr/>
          <p:nvPr/>
        </p:nvSpPr>
        <p:spPr>
          <a:xfrm>
            <a:off x="4533900" y="5499100"/>
            <a:ext cx="25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587" name="Shape 582"/>
          <p:cNvSpPr/>
          <p:nvPr/>
        </p:nvSpPr>
        <p:spPr>
          <a:xfrm>
            <a:off x="5105400" y="5461000"/>
            <a:ext cx="558800" cy="304800"/>
          </a:xfrm>
          <a:prstGeom prst="rect">
            <a:avLst/>
          </a:prstGeom>
          <a:solidFill>
            <a:srgbClr val="EAF6E1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588" name="Shape 583"/>
          <p:cNvSpPr/>
          <p:nvPr/>
        </p:nvSpPr>
        <p:spPr>
          <a:xfrm>
            <a:off x="5168900" y="5524500"/>
            <a:ext cx="31750" cy="203200"/>
          </a:xfrm>
          <a:prstGeom prst="rect">
            <a:avLst/>
          </a:prstGeom>
          <a:solidFill>
            <a:srgbClr val="F2C6DE"/>
          </a:solidFill>
          <a:ln/>
        </p:spPr>
      </p:sp>
      <p:sp>
        <p:nvSpPr>
          <p:cNvPr id="589" name="Shape 584"/>
          <p:cNvSpPr/>
          <p:nvPr/>
        </p:nvSpPr>
        <p:spPr>
          <a:xfrm>
            <a:off x="5245100" y="5524500"/>
            <a:ext cx="31750" cy="203200"/>
          </a:xfrm>
          <a:prstGeom prst="rect">
            <a:avLst/>
          </a:prstGeom>
          <a:solidFill>
            <a:srgbClr val="DCC8E8"/>
          </a:solidFill>
          <a:ln/>
        </p:spPr>
      </p:sp>
      <p:sp>
        <p:nvSpPr>
          <p:cNvPr id="590" name="Shape 585"/>
          <p:cNvSpPr/>
          <p:nvPr/>
        </p:nvSpPr>
        <p:spPr>
          <a:xfrm>
            <a:off x="5410200" y="5524500"/>
            <a:ext cx="31750" cy="203200"/>
          </a:xfrm>
          <a:prstGeom prst="rect">
            <a:avLst/>
          </a:prstGeom>
          <a:solidFill>
            <a:srgbClr val="DCC8E8"/>
          </a:solidFill>
          <a:ln/>
        </p:spPr>
      </p:sp>
      <p:sp>
        <p:nvSpPr>
          <p:cNvPr id="591" name="Shape 586"/>
          <p:cNvSpPr/>
          <p:nvPr/>
        </p:nvSpPr>
        <p:spPr>
          <a:xfrm>
            <a:off x="5486400" y="5524500"/>
            <a:ext cx="31750" cy="203200"/>
          </a:xfrm>
          <a:prstGeom prst="rect">
            <a:avLst/>
          </a:prstGeom>
          <a:solidFill>
            <a:srgbClr val="F2C6DE"/>
          </a:solidFill>
          <a:ln/>
        </p:spPr>
      </p:sp>
      <p:sp>
        <p:nvSpPr>
          <p:cNvPr id="592" name="Text 587"/>
          <p:cNvSpPr/>
          <p:nvPr/>
        </p:nvSpPr>
        <p:spPr>
          <a:xfrm>
            <a:off x="5207000" y="5486400"/>
            <a:ext cx="254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593" name="Shape 588"/>
          <p:cNvSpPr/>
          <p:nvPr/>
        </p:nvSpPr>
        <p:spPr>
          <a:xfrm>
            <a:off x="5715000" y="5461000"/>
            <a:ext cx="558800" cy="304800"/>
          </a:xfrm>
          <a:prstGeom prst="rect">
            <a:avLst/>
          </a:prstGeom>
          <a:solidFill>
            <a:srgbClr val="EAF6E1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594" name="Shape 589"/>
          <p:cNvSpPr/>
          <p:nvPr/>
        </p:nvSpPr>
        <p:spPr>
          <a:xfrm>
            <a:off x="5778500" y="5524500"/>
            <a:ext cx="31750" cy="203200"/>
          </a:xfrm>
          <a:prstGeom prst="rect">
            <a:avLst/>
          </a:prstGeom>
          <a:solidFill>
            <a:srgbClr val="F2C6DE"/>
          </a:solidFill>
          <a:ln/>
        </p:spPr>
      </p:sp>
      <p:sp>
        <p:nvSpPr>
          <p:cNvPr id="595" name="Shape 590"/>
          <p:cNvSpPr/>
          <p:nvPr/>
        </p:nvSpPr>
        <p:spPr>
          <a:xfrm>
            <a:off x="5854700" y="5524500"/>
            <a:ext cx="31750" cy="203200"/>
          </a:xfrm>
          <a:prstGeom prst="rect">
            <a:avLst/>
          </a:prstGeom>
          <a:solidFill>
            <a:srgbClr val="DCC8E8"/>
          </a:solidFill>
          <a:ln/>
        </p:spPr>
      </p:sp>
      <p:sp>
        <p:nvSpPr>
          <p:cNvPr id="596" name="Shape 591"/>
          <p:cNvSpPr/>
          <p:nvPr/>
        </p:nvSpPr>
        <p:spPr>
          <a:xfrm>
            <a:off x="6019800" y="5524500"/>
            <a:ext cx="31750" cy="203200"/>
          </a:xfrm>
          <a:prstGeom prst="rect">
            <a:avLst/>
          </a:prstGeom>
          <a:solidFill>
            <a:srgbClr val="DCC8E8"/>
          </a:solidFill>
          <a:ln/>
        </p:spPr>
      </p:sp>
      <p:sp>
        <p:nvSpPr>
          <p:cNvPr id="597" name="Shape 592"/>
          <p:cNvSpPr/>
          <p:nvPr/>
        </p:nvSpPr>
        <p:spPr>
          <a:xfrm>
            <a:off x="6096000" y="5524500"/>
            <a:ext cx="31750" cy="203200"/>
          </a:xfrm>
          <a:prstGeom prst="rect">
            <a:avLst/>
          </a:prstGeom>
          <a:solidFill>
            <a:srgbClr val="F2C6DE"/>
          </a:solidFill>
          <a:ln/>
        </p:spPr>
      </p:sp>
      <p:sp>
        <p:nvSpPr>
          <p:cNvPr id="598" name="Text 593"/>
          <p:cNvSpPr/>
          <p:nvPr/>
        </p:nvSpPr>
        <p:spPr>
          <a:xfrm>
            <a:off x="5816600" y="5486400"/>
            <a:ext cx="254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599" name="Shape 594"/>
          <p:cNvSpPr/>
          <p:nvPr/>
        </p:nvSpPr>
        <p:spPr>
          <a:xfrm>
            <a:off x="6324600" y="5461000"/>
            <a:ext cx="558800" cy="304800"/>
          </a:xfrm>
          <a:prstGeom prst="rect">
            <a:avLst/>
          </a:prstGeom>
          <a:solidFill>
            <a:srgbClr val="EAF6E1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600" name="Shape 595"/>
          <p:cNvSpPr/>
          <p:nvPr/>
        </p:nvSpPr>
        <p:spPr>
          <a:xfrm>
            <a:off x="6388100" y="5524500"/>
            <a:ext cx="31750" cy="203200"/>
          </a:xfrm>
          <a:prstGeom prst="rect">
            <a:avLst/>
          </a:prstGeom>
          <a:solidFill>
            <a:srgbClr val="F2C6DE"/>
          </a:solidFill>
          <a:ln/>
        </p:spPr>
      </p:sp>
      <p:sp>
        <p:nvSpPr>
          <p:cNvPr id="601" name="Shape 596"/>
          <p:cNvSpPr/>
          <p:nvPr/>
        </p:nvSpPr>
        <p:spPr>
          <a:xfrm>
            <a:off x="6464300" y="5524500"/>
            <a:ext cx="31750" cy="203200"/>
          </a:xfrm>
          <a:prstGeom prst="rect">
            <a:avLst/>
          </a:prstGeom>
          <a:solidFill>
            <a:srgbClr val="DCC8E8"/>
          </a:solidFill>
          <a:ln/>
        </p:spPr>
      </p:sp>
      <p:sp>
        <p:nvSpPr>
          <p:cNvPr id="602" name="Shape 597"/>
          <p:cNvSpPr/>
          <p:nvPr/>
        </p:nvSpPr>
        <p:spPr>
          <a:xfrm>
            <a:off x="6629400" y="5524500"/>
            <a:ext cx="31750" cy="203200"/>
          </a:xfrm>
          <a:prstGeom prst="rect">
            <a:avLst/>
          </a:prstGeom>
          <a:solidFill>
            <a:srgbClr val="DCC8E8"/>
          </a:solidFill>
          <a:ln/>
        </p:spPr>
      </p:sp>
      <p:sp>
        <p:nvSpPr>
          <p:cNvPr id="603" name="Shape 598"/>
          <p:cNvSpPr/>
          <p:nvPr/>
        </p:nvSpPr>
        <p:spPr>
          <a:xfrm>
            <a:off x="6705600" y="5524500"/>
            <a:ext cx="31750" cy="203200"/>
          </a:xfrm>
          <a:prstGeom prst="rect">
            <a:avLst/>
          </a:prstGeom>
          <a:solidFill>
            <a:srgbClr val="F2C6DE"/>
          </a:solidFill>
          <a:ln/>
        </p:spPr>
      </p:sp>
      <p:sp>
        <p:nvSpPr>
          <p:cNvPr id="604" name="Text 599"/>
          <p:cNvSpPr/>
          <p:nvPr/>
        </p:nvSpPr>
        <p:spPr>
          <a:xfrm>
            <a:off x="6426200" y="5486400"/>
            <a:ext cx="254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605" name="Shape 600"/>
          <p:cNvSpPr/>
          <p:nvPr/>
        </p:nvSpPr>
        <p:spPr>
          <a:xfrm>
            <a:off x="1612900" y="3009900"/>
            <a:ext cx="6972300" cy="3200400"/>
          </a:xfrm>
          <a:prstGeom prst="roundRect">
            <a:avLst>
              <a:gd name="adj" fmla="val 2857"/>
            </a:avLst>
          </a:prstGeom>
          <a:solidFill>
            <a:srgbClr val="F0E0C8"/>
          </a:solidFill>
          <a:ln w="12700">
            <a:solidFill>
              <a:srgbClr val="C9A87C"/>
            </a:solidFill>
            <a:prstDash val="solid"/>
          </a:ln>
        </p:spPr>
      </p:sp>
      <p:sp>
        <p:nvSpPr>
          <p:cNvPr id="606" name="Shape 601"/>
          <p:cNvSpPr/>
          <p:nvPr/>
        </p:nvSpPr>
        <p:spPr>
          <a:xfrm>
            <a:off x="3530600" y="3067050"/>
            <a:ext cx="546100" cy="177800"/>
          </a:xfrm>
          <a:prstGeom prst="ellipse">
            <a:avLst/>
          </a:prstGeom>
          <a:solidFill>
            <a:srgbClr val="F8F8E2"/>
          </a:solidFill>
          <a:ln w="6350">
            <a:solidFill>
              <a:srgbClr val="D8D0A8"/>
            </a:solidFill>
            <a:prstDash val="solid"/>
          </a:ln>
        </p:spPr>
      </p:sp>
      <p:sp>
        <p:nvSpPr>
          <p:cNvPr id="607" name="Text 602"/>
          <p:cNvSpPr/>
          <p:nvPr/>
        </p:nvSpPr>
        <p:spPr>
          <a:xfrm>
            <a:off x="3530600" y="3073400"/>
            <a:ext cx="5461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750" dirty="0"/>
          </a:p>
        </p:txBody>
      </p:sp>
      <p:sp>
        <p:nvSpPr>
          <p:cNvPr id="608" name="Shape 603"/>
          <p:cNvSpPr/>
          <p:nvPr/>
        </p:nvSpPr>
        <p:spPr>
          <a:xfrm>
            <a:off x="4902200" y="3067050"/>
            <a:ext cx="711200" cy="177800"/>
          </a:xfrm>
          <a:prstGeom prst="ellipse">
            <a:avLst/>
          </a:prstGeom>
          <a:solidFill>
            <a:srgbClr val="F8F8E2"/>
          </a:solidFill>
          <a:ln w="6350">
            <a:solidFill>
              <a:srgbClr val="D8D0A8"/>
            </a:solidFill>
            <a:prstDash val="solid"/>
          </a:ln>
        </p:spPr>
      </p:sp>
      <p:sp>
        <p:nvSpPr>
          <p:cNvPr id="609" name="Text 604"/>
          <p:cNvSpPr/>
          <p:nvPr/>
        </p:nvSpPr>
        <p:spPr>
          <a:xfrm>
            <a:off x="4902200" y="3073400"/>
            <a:ext cx="711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750" dirty="0"/>
          </a:p>
        </p:txBody>
      </p:sp>
      <p:sp>
        <p:nvSpPr>
          <p:cNvPr id="610" name="Shape 605"/>
          <p:cNvSpPr/>
          <p:nvPr/>
        </p:nvSpPr>
        <p:spPr>
          <a:xfrm>
            <a:off x="6350000" y="3067050"/>
            <a:ext cx="787400" cy="177800"/>
          </a:xfrm>
          <a:prstGeom prst="ellipse">
            <a:avLst/>
          </a:prstGeom>
          <a:solidFill>
            <a:srgbClr val="F8F8E2"/>
          </a:solidFill>
          <a:ln w="6350">
            <a:solidFill>
              <a:srgbClr val="D8D0A8"/>
            </a:solidFill>
            <a:prstDash val="solid"/>
          </a:ln>
        </p:spPr>
      </p:sp>
      <p:sp>
        <p:nvSpPr>
          <p:cNvPr id="611" name="Text 606"/>
          <p:cNvSpPr/>
          <p:nvPr/>
        </p:nvSpPr>
        <p:spPr>
          <a:xfrm>
            <a:off x="6350000" y="3073400"/>
            <a:ext cx="787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750" dirty="0"/>
          </a:p>
        </p:txBody>
      </p:sp>
      <p:sp>
        <p:nvSpPr>
          <p:cNvPr id="612" name="Shape 607"/>
          <p:cNvSpPr/>
          <p:nvPr/>
        </p:nvSpPr>
        <p:spPr>
          <a:xfrm>
            <a:off x="1676400" y="3619500"/>
            <a:ext cx="698500" cy="1473200"/>
          </a:xfrm>
          <a:prstGeom prst="roundRect">
            <a:avLst>
              <a:gd name="adj" fmla="val 7855"/>
            </a:avLst>
          </a:prstGeom>
          <a:solidFill>
            <a:srgbClr val="E3F4E1"/>
          </a:solidFill>
          <a:ln w="12700">
            <a:solidFill>
              <a:srgbClr val="00A651"/>
            </a:solidFill>
            <a:prstDash val="dash"/>
          </a:ln>
        </p:spPr>
      </p:sp>
      <p:sp>
        <p:nvSpPr>
          <p:cNvPr id="613" name="Shape 608"/>
          <p:cNvSpPr/>
          <p:nvPr/>
        </p:nvSpPr>
        <p:spPr>
          <a:xfrm>
            <a:off x="1701800" y="3657600"/>
            <a:ext cx="647700" cy="330200"/>
          </a:xfrm>
          <a:prstGeom prst="rect">
            <a:avLst/>
          </a:prstGeom>
          <a:solidFill>
            <a:srgbClr val="E3F4E1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614" name="Shape 609"/>
          <p:cNvSpPr/>
          <p:nvPr/>
        </p:nvSpPr>
        <p:spPr>
          <a:xfrm>
            <a:off x="1708150" y="3721100"/>
            <a:ext cx="177800" cy="152400"/>
          </a:xfrm>
          <a:prstGeom prst="rect">
            <a:avLst/>
          </a:prstGeom>
          <a:solidFill>
            <a:srgbClr val="E7EFC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615" name="Shape 610"/>
          <p:cNvSpPr/>
          <p:nvPr/>
        </p:nvSpPr>
        <p:spPr>
          <a:xfrm>
            <a:off x="1905000" y="3721100"/>
            <a:ext cx="165100" cy="152400"/>
          </a:xfrm>
          <a:prstGeom prst="rect">
            <a:avLst/>
          </a:prstGeom>
          <a:solidFill>
            <a:srgbClr val="FFFFFF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616" name="Shape 611"/>
          <p:cNvSpPr/>
          <p:nvPr/>
        </p:nvSpPr>
        <p:spPr>
          <a:xfrm>
            <a:off x="2089150" y="3721100"/>
            <a:ext cx="254000" cy="152400"/>
          </a:xfrm>
          <a:prstGeom prst="rect">
            <a:avLst/>
          </a:prstGeom>
          <a:solidFill>
            <a:srgbClr val="E9DCE6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617" name="Text 612"/>
          <p:cNvSpPr/>
          <p:nvPr/>
        </p:nvSpPr>
        <p:spPr>
          <a:xfrm>
            <a:off x="1905000" y="3708400"/>
            <a:ext cx="165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" dirty="0"/>
          </a:p>
        </p:txBody>
      </p:sp>
      <p:sp>
        <p:nvSpPr>
          <p:cNvPr id="618" name="Shape 613"/>
          <p:cNvSpPr/>
          <p:nvPr/>
        </p:nvSpPr>
        <p:spPr>
          <a:xfrm>
            <a:off x="1701800" y="4019550"/>
            <a:ext cx="647700" cy="330200"/>
          </a:xfrm>
          <a:prstGeom prst="rect">
            <a:avLst/>
          </a:prstGeom>
          <a:solidFill>
            <a:srgbClr val="E3F4E1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619" name="Shape 614"/>
          <p:cNvSpPr/>
          <p:nvPr/>
        </p:nvSpPr>
        <p:spPr>
          <a:xfrm>
            <a:off x="1708150" y="4076700"/>
            <a:ext cx="177800" cy="152400"/>
          </a:xfrm>
          <a:prstGeom prst="rect">
            <a:avLst/>
          </a:prstGeom>
          <a:solidFill>
            <a:srgbClr val="E7EFC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620" name="Shape 615"/>
          <p:cNvSpPr/>
          <p:nvPr/>
        </p:nvSpPr>
        <p:spPr>
          <a:xfrm>
            <a:off x="1905000" y="4076700"/>
            <a:ext cx="165100" cy="152400"/>
          </a:xfrm>
          <a:prstGeom prst="rect">
            <a:avLst/>
          </a:prstGeom>
          <a:solidFill>
            <a:srgbClr val="FFFFFF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621" name="Shape 616"/>
          <p:cNvSpPr/>
          <p:nvPr/>
        </p:nvSpPr>
        <p:spPr>
          <a:xfrm>
            <a:off x="2089150" y="4076700"/>
            <a:ext cx="254000" cy="152400"/>
          </a:xfrm>
          <a:prstGeom prst="rect">
            <a:avLst/>
          </a:prstGeom>
          <a:solidFill>
            <a:srgbClr val="E9DCE6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622" name="Text 617"/>
          <p:cNvSpPr/>
          <p:nvPr/>
        </p:nvSpPr>
        <p:spPr>
          <a:xfrm>
            <a:off x="1905000" y="4064000"/>
            <a:ext cx="165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623" name="Shape 618"/>
          <p:cNvSpPr/>
          <p:nvPr/>
        </p:nvSpPr>
        <p:spPr>
          <a:xfrm>
            <a:off x="1701800" y="4381500"/>
            <a:ext cx="647700" cy="330200"/>
          </a:xfrm>
          <a:prstGeom prst="rect">
            <a:avLst/>
          </a:prstGeom>
          <a:solidFill>
            <a:srgbClr val="E3F4E1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624" name="Shape 619"/>
          <p:cNvSpPr/>
          <p:nvPr/>
        </p:nvSpPr>
        <p:spPr>
          <a:xfrm>
            <a:off x="1708150" y="4432300"/>
            <a:ext cx="177800" cy="152400"/>
          </a:xfrm>
          <a:prstGeom prst="rect">
            <a:avLst/>
          </a:prstGeom>
          <a:solidFill>
            <a:srgbClr val="E7EFC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625" name="Shape 620"/>
          <p:cNvSpPr/>
          <p:nvPr/>
        </p:nvSpPr>
        <p:spPr>
          <a:xfrm>
            <a:off x="1905000" y="4432300"/>
            <a:ext cx="165100" cy="152400"/>
          </a:xfrm>
          <a:prstGeom prst="rect">
            <a:avLst/>
          </a:prstGeom>
          <a:solidFill>
            <a:srgbClr val="FFFFFF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626" name="Shape 621"/>
          <p:cNvSpPr/>
          <p:nvPr/>
        </p:nvSpPr>
        <p:spPr>
          <a:xfrm>
            <a:off x="2089150" y="4432300"/>
            <a:ext cx="254000" cy="152400"/>
          </a:xfrm>
          <a:prstGeom prst="rect">
            <a:avLst/>
          </a:prstGeom>
          <a:solidFill>
            <a:srgbClr val="E9DCE6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627" name="Text 622"/>
          <p:cNvSpPr/>
          <p:nvPr/>
        </p:nvSpPr>
        <p:spPr>
          <a:xfrm>
            <a:off x="1905000" y="4419600"/>
            <a:ext cx="165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628" name="Shape 623"/>
          <p:cNvSpPr/>
          <p:nvPr/>
        </p:nvSpPr>
        <p:spPr>
          <a:xfrm>
            <a:off x="1701800" y="4743450"/>
            <a:ext cx="647700" cy="330200"/>
          </a:xfrm>
          <a:prstGeom prst="rect">
            <a:avLst/>
          </a:prstGeom>
          <a:solidFill>
            <a:srgbClr val="E3F4E1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629" name="Shape 624"/>
          <p:cNvSpPr/>
          <p:nvPr/>
        </p:nvSpPr>
        <p:spPr>
          <a:xfrm>
            <a:off x="1708150" y="4800600"/>
            <a:ext cx="177800" cy="152400"/>
          </a:xfrm>
          <a:prstGeom prst="rect">
            <a:avLst/>
          </a:prstGeom>
          <a:solidFill>
            <a:srgbClr val="E7EFC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630" name="Shape 625"/>
          <p:cNvSpPr/>
          <p:nvPr/>
        </p:nvSpPr>
        <p:spPr>
          <a:xfrm>
            <a:off x="1905000" y="4800600"/>
            <a:ext cx="165100" cy="152400"/>
          </a:xfrm>
          <a:prstGeom prst="rect">
            <a:avLst/>
          </a:prstGeom>
          <a:solidFill>
            <a:srgbClr val="FFFFFF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631" name="Shape 626"/>
          <p:cNvSpPr/>
          <p:nvPr/>
        </p:nvSpPr>
        <p:spPr>
          <a:xfrm>
            <a:off x="2089150" y="4800600"/>
            <a:ext cx="254000" cy="152400"/>
          </a:xfrm>
          <a:prstGeom prst="rect">
            <a:avLst/>
          </a:prstGeom>
          <a:solidFill>
            <a:srgbClr val="E9DCE6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632" name="Text 627"/>
          <p:cNvSpPr/>
          <p:nvPr/>
        </p:nvSpPr>
        <p:spPr>
          <a:xfrm>
            <a:off x="1905000" y="4787900"/>
            <a:ext cx="165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633" name="Shape 628"/>
          <p:cNvSpPr/>
          <p:nvPr/>
        </p:nvSpPr>
        <p:spPr>
          <a:xfrm>
            <a:off x="3403600" y="3365500"/>
            <a:ext cx="723900" cy="1778000"/>
          </a:xfrm>
          <a:prstGeom prst="rect">
            <a:avLst/>
          </a:prstGeom>
          <a:solidFill>
            <a:srgbClr val="D8C8B8"/>
          </a:solidFill>
          <a:ln w="9525">
            <a:solidFill>
              <a:srgbClr val="B09078"/>
            </a:solidFill>
            <a:prstDash val="solid"/>
          </a:ln>
        </p:spPr>
      </p:sp>
      <p:sp>
        <p:nvSpPr>
          <p:cNvPr id="634" name="Text 629"/>
          <p:cNvSpPr/>
          <p:nvPr/>
        </p:nvSpPr>
        <p:spPr>
          <a:xfrm>
            <a:off x="3403600" y="3378200"/>
            <a:ext cx="7239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800" b="1" dirty="0">
                <a:solidFill>
                  <a:srgbClr val="5C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</a:t>
            </a:r>
            <a:endParaRPr lang="en-US" sz="800" dirty="0"/>
          </a:p>
          <a:p>
            <a:pPr algn="ctr" indent="0" marL="0">
              <a:lnSpc>
                <a:spcPts val="950"/>
              </a:lnSpc>
              <a:buNone/>
            </a:pPr>
            <a:r>
              <a:rPr lang="en-US" sz="800" b="1" dirty="0">
                <a:solidFill>
                  <a:srgbClr val="5C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800" dirty="0"/>
          </a:p>
        </p:txBody>
      </p:sp>
      <p:sp>
        <p:nvSpPr>
          <p:cNvPr id="635" name="Shape 630"/>
          <p:cNvSpPr/>
          <p:nvPr/>
        </p:nvSpPr>
        <p:spPr>
          <a:xfrm>
            <a:off x="1968500" y="3797300"/>
            <a:ext cx="201295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636" name="Shape 631"/>
          <p:cNvSpPr/>
          <p:nvPr/>
        </p:nvSpPr>
        <p:spPr>
          <a:xfrm>
            <a:off x="4095750" y="3797300"/>
            <a:ext cx="31115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637" name="Shape 632"/>
          <p:cNvSpPr/>
          <p:nvPr/>
        </p:nvSpPr>
        <p:spPr>
          <a:xfrm>
            <a:off x="1968500" y="4152900"/>
            <a:ext cx="187325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638" name="Shape 633"/>
          <p:cNvSpPr/>
          <p:nvPr/>
        </p:nvSpPr>
        <p:spPr>
          <a:xfrm>
            <a:off x="3956050" y="4152900"/>
            <a:ext cx="45085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639" name="Shape 634"/>
          <p:cNvSpPr/>
          <p:nvPr/>
        </p:nvSpPr>
        <p:spPr>
          <a:xfrm>
            <a:off x="1968500" y="4508500"/>
            <a:ext cx="169545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640" name="Shape 635"/>
          <p:cNvSpPr/>
          <p:nvPr/>
        </p:nvSpPr>
        <p:spPr>
          <a:xfrm>
            <a:off x="3778250" y="4508500"/>
            <a:ext cx="62865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641" name="Shape 636"/>
          <p:cNvSpPr/>
          <p:nvPr/>
        </p:nvSpPr>
        <p:spPr>
          <a:xfrm>
            <a:off x="1968500" y="4876800"/>
            <a:ext cx="154305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642" name="Shape 637"/>
          <p:cNvSpPr/>
          <p:nvPr/>
        </p:nvSpPr>
        <p:spPr>
          <a:xfrm>
            <a:off x="3625850" y="4876800"/>
            <a:ext cx="78105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643" name="Shape 638"/>
          <p:cNvSpPr/>
          <p:nvPr/>
        </p:nvSpPr>
        <p:spPr>
          <a:xfrm>
            <a:off x="2527300" y="3683000"/>
            <a:ext cx="342900" cy="228600"/>
          </a:xfrm>
          <a:prstGeom prst="rect">
            <a:avLst/>
          </a:prstGeom>
          <a:solidFill>
            <a:srgbClr val="96D6A2"/>
          </a:solidFill>
          <a:ln w="12700">
            <a:solidFill>
              <a:srgbClr val="5FA873"/>
            </a:solidFill>
            <a:prstDash val="solid"/>
          </a:ln>
        </p:spPr>
      </p:sp>
      <p:sp>
        <p:nvSpPr>
          <p:cNvPr id="644" name="Text 639"/>
          <p:cNvSpPr/>
          <p:nvPr/>
        </p:nvSpPr>
        <p:spPr>
          <a:xfrm>
            <a:off x="2527300" y="368300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50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650" dirty="0"/>
          </a:p>
        </p:txBody>
      </p:sp>
      <p:sp>
        <p:nvSpPr>
          <p:cNvPr id="645" name="Shape 640"/>
          <p:cNvSpPr/>
          <p:nvPr/>
        </p:nvSpPr>
        <p:spPr>
          <a:xfrm>
            <a:off x="2895600" y="37084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646" name="Shape 641"/>
          <p:cNvSpPr/>
          <p:nvPr/>
        </p:nvSpPr>
        <p:spPr>
          <a:xfrm>
            <a:off x="2994660" y="37084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647" name="Shape 642"/>
          <p:cNvSpPr/>
          <p:nvPr/>
        </p:nvSpPr>
        <p:spPr>
          <a:xfrm>
            <a:off x="3093720" y="37084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648" name="Text 643"/>
          <p:cNvSpPr/>
          <p:nvPr/>
        </p:nvSpPr>
        <p:spPr>
          <a:xfrm>
            <a:off x="3200400" y="3695700"/>
            <a:ext cx="165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50" dirty="0"/>
          </a:p>
        </p:txBody>
      </p:sp>
      <p:sp>
        <p:nvSpPr>
          <p:cNvPr id="649" name="Shape 644"/>
          <p:cNvSpPr/>
          <p:nvPr/>
        </p:nvSpPr>
        <p:spPr>
          <a:xfrm>
            <a:off x="2527300" y="4038600"/>
            <a:ext cx="342900" cy="228600"/>
          </a:xfrm>
          <a:prstGeom prst="rect">
            <a:avLst/>
          </a:prstGeom>
          <a:solidFill>
            <a:srgbClr val="96D6A2"/>
          </a:solidFill>
          <a:ln w="12700">
            <a:solidFill>
              <a:srgbClr val="5FA873"/>
            </a:solidFill>
            <a:prstDash val="solid"/>
          </a:ln>
        </p:spPr>
      </p:sp>
      <p:sp>
        <p:nvSpPr>
          <p:cNvPr id="650" name="Text 645"/>
          <p:cNvSpPr/>
          <p:nvPr/>
        </p:nvSpPr>
        <p:spPr>
          <a:xfrm>
            <a:off x="2527300" y="403860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50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650" dirty="0"/>
          </a:p>
        </p:txBody>
      </p:sp>
      <p:sp>
        <p:nvSpPr>
          <p:cNvPr id="651" name="Shape 646"/>
          <p:cNvSpPr/>
          <p:nvPr/>
        </p:nvSpPr>
        <p:spPr>
          <a:xfrm>
            <a:off x="2895600" y="40640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652" name="Shape 647"/>
          <p:cNvSpPr/>
          <p:nvPr/>
        </p:nvSpPr>
        <p:spPr>
          <a:xfrm>
            <a:off x="2994660" y="40640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653" name="Shape 648"/>
          <p:cNvSpPr/>
          <p:nvPr/>
        </p:nvSpPr>
        <p:spPr>
          <a:xfrm>
            <a:off x="3093720" y="40640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654" name="Text 649"/>
          <p:cNvSpPr/>
          <p:nvPr/>
        </p:nvSpPr>
        <p:spPr>
          <a:xfrm>
            <a:off x="3200400" y="4051300"/>
            <a:ext cx="165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50" dirty="0"/>
          </a:p>
        </p:txBody>
      </p:sp>
      <p:sp>
        <p:nvSpPr>
          <p:cNvPr id="655" name="Shape 650"/>
          <p:cNvSpPr/>
          <p:nvPr/>
        </p:nvSpPr>
        <p:spPr>
          <a:xfrm>
            <a:off x="2527300" y="4394200"/>
            <a:ext cx="342900" cy="228600"/>
          </a:xfrm>
          <a:prstGeom prst="rect">
            <a:avLst/>
          </a:prstGeom>
          <a:solidFill>
            <a:srgbClr val="96D6A2"/>
          </a:solidFill>
          <a:ln w="12700">
            <a:solidFill>
              <a:srgbClr val="5FA873"/>
            </a:solidFill>
            <a:prstDash val="solid"/>
          </a:ln>
        </p:spPr>
      </p:sp>
      <p:sp>
        <p:nvSpPr>
          <p:cNvPr id="656" name="Text 651"/>
          <p:cNvSpPr/>
          <p:nvPr/>
        </p:nvSpPr>
        <p:spPr>
          <a:xfrm>
            <a:off x="2527300" y="439420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50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650" dirty="0"/>
          </a:p>
        </p:txBody>
      </p:sp>
      <p:sp>
        <p:nvSpPr>
          <p:cNvPr id="657" name="Shape 652"/>
          <p:cNvSpPr/>
          <p:nvPr/>
        </p:nvSpPr>
        <p:spPr>
          <a:xfrm>
            <a:off x="2895600" y="44196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658" name="Shape 653"/>
          <p:cNvSpPr/>
          <p:nvPr/>
        </p:nvSpPr>
        <p:spPr>
          <a:xfrm>
            <a:off x="2994660" y="44196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659" name="Shape 654"/>
          <p:cNvSpPr/>
          <p:nvPr/>
        </p:nvSpPr>
        <p:spPr>
          <a:xfrm>
            <a:off x="3093720" y="44196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660" name="Text 655"/>
          <p:cNvSpPr/>
          <p:nvPr/>
        </p:nvSpPr>
        <p:spPr>
          <a:xfrm>
            <a:off x="3200400" y="4406900"/>
            <a:ext cx="165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50" dirty="0"/>
          </a:p>
        </p:txBody>
      </p:sp>
      <p:sp>
        <p:nvSpPr>
          <p:cNvPr id="661" name="Shape 656"/>
          <p:cNvSpPr/>
          <p:nvPr/>
        </p:nvSpPr>
        <p:spPr>
          <a:xfrm>
            <a:off x="2527300" y="4775200"/>
            <a:ext cx="342900" cy="228600"/>
          </a:xfrm>
          <a:prstGeom prst="rect">
            <a:avLst/>
          </a:prstGeom>
          <a:solidFill>
            <a:srgbClr val="96D6A2"/>
          </a:solidFill>
          <a:ln w="12700">
            <a:solidFill>
              <a:srgbClr val="5FA873"/>
            </a:solidFill>
            <a:prstDash val="solid"/>
          </a:ln>
        </p:spPr>
      </p:sp>
      <p:sp>
        <p:nvSpPr>
          <p:cNvPr id="662" name="Text 657"/>
          <p:cNvSpPr/>
          <p:nvPr/>
        </p:nvSpPr>
        <p:spPr>
          <a:xfrm>
            <a:off x="2527300" y="477520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50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650" dirty="0"/>
          </a:p>
        </p:txBody>
      </p:sp>
      <p:sp>
        <p:nvSpPr>
          <p:cNvPr id="663" name="Shape 658"/>
          <p:cNvSpPr/>
          <p:nvPr/>
        </p:nvSpPr>
        <p:spPr>
          <a:xfrm>
            <a:off x="2895600" y="48006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664" name="Shape 659"/>
          <p:cNvSpPr/>
          <p:nvPr/>
        </p:nvSpPr>
        <p:spPr>
          <a:xfrm>
            <a:off x="2994660" y="48006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665" name="Shape 660"/>
          <p:cNvSpPr/>
          <p:nvPr/>
        </p:nvSpPr>
        <p:spPr>
          <a:xfrm>
            <a:off x="3093720" y="48006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666" name="Text 661"/>
          <p:cNvSpPr/>
          <p:nvPr/>
        </p:nvSpPr>
        <p:spPr>
          <a:xfrm>
            <a:off x="3200400" y="4787900"/>
            <a:ext cx="165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50" dirty="0"/>
          </a:p>
        </p:txBody>
      </p:sp>
      <p:sp>
        <p:nvSpPr>
          <p:cNvPr id="667" name="Shape 662"/>
          <p:cNvSpPr/>
          <p:nvPr/>
        </p:nvSpPr>
        <p:spPr>
          <a:xfrm flipV="1">
            <a:off x="3568700" y="3797300"/>
            <a:ext cx="469900" cy="1092200"/>
          </a:xfrm>
          <a:prstGeom prst="line">
            <a:avLst/>
          </a:prstGeom>
          <a:noFill/>
          <a:ln w="1016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668" name="Shape 663"/>
          <p:cNvSpPr/>
          <p:nvPr/>
        </p:nvSpPr>
        <p:spPr>
          <a:xfrm flipV="1">
            <a:off x="3568700" y="4152900"/>
            <a:ext cx="330200" cy="736600"/>
          </a:xfrm>
          <a:prstGeom prst="line">
            <a:avLst/>
          </a:prstGeom>
          <a:noFill/>
          <a:ln w="1016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669" name="Shape 664"/>
          <p:cNvSpPr/>
          <p:nvPr/>
        </p:nvSpPr>
        <p:spPr>
          <a:xfrm flipV="1">
            <a:off x="3568700" y="4508500"/>
            <a:ext cx="152400" cy="381000"/>
          </a:xfrm>
          <a:prstGeom prst="line">
            <a:avLst/>
          </a:prstGeom>
          <a:noFill/>
          <a:ln w="1016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670" name="Shape 665"/>
          <p:cNvSpPr/>
          <p:nvPr/>
        </p:nvSpPr>
        <p:spPr>
          <a:xfrm flipH="1">
            <a:off x="3949700" y="3797300"/>
            <a:ext cx="88900" cy="1778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</a:ln>
        </p:spPr>
      </p:sp>
      <p:sp>
        <p:nvSpPr>
          <p:cNvPr id="671" name="Shape 666"/>
          <p:cNvSpPr/>
          <p:nvPr/>
        </p:nvSpPr>
        <p:spPr>
          <a:xfrm flipV="1">
            <a:off x="3898900" y="3975100"/>
            <a:ext cx="50800" cy="1778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  <a:tailEnd type="triangle"/>
          </a:ln>
        </p:spPr>
      </p:sp>
      <p:sp>
        <p:nvSpPr>
          <p:cNvPr id="672" name="Shape 667"/>
          <p:cNvSpPr/>
          <p:nvPr/>
        </p:nvSpPr>
        <p:spPr>
          <a:xfrm flipH="1">
            <a:off x="3797300" y="4152900"/>
            <a:ext cx="101600" cy="1778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</a:ln>
        </p:spPr>
      </p:sp>
      <p:sp>
        <p:nvSpPr>
          <p:cNvPr id="673" name="Shape 668"/>
          <p:cNvSpPr/>
          <p:nvPr/>
        </p:nvSpPr>
        <p:spPr>
          <a:xfrm flipH="1">
            <a:off x="3721100" y="4330700"/>
            <a:ext cx="76200" cy="1778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</a:ln>
        </p:spPr>
      </p:sp>
      <p:sp>
        <p:nvSpPr>
          <p:cNvPr id="674" name="Shape 669"/>
          <p:cNvSpPr/>
          <p:nvPr/>
        </p:nvSpPr>
        <p:spPr>
          <a:xfrm flipH="1">
            <a:off x="3632200" y="4508500"/>
            <a:ext cx="88900" cy="1778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</a:ln>
        </p:spPr>
      </p:sp>
      <p:sp>
        <p:nvSpPr>
          <p:cNvPr id="675" name="Shape 670"/>
          <p:cNvSpPr/>
          <p:nvPr/>
        </p:nvSpPr>
        <p:spPr>
          <a:xfrm flipV="1">
            <a:off x="3568700" y="4686300"/>
            <a:ext cx="63500" cy="2032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  <a:tailEnd type="triangle"/>
          </a:ln>
        </p:spPr>
      </p:sp>
      <p:sp>
        <p:nvSpPr>
          <p:cNvPr id="676" name="Shape 671"/>
          <p:cNvSpPr/>
          <p:nvPr/>
        </p:nvSpPr>
        <p:spPr>
          <a:xfrm flipV="1">
            <a:off x="3848100" y="4152900"/>
            <a:ext cx="50800" cy="5334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  <a:tailEnd type="triangle"/>
          </a:ln>
        </p:spPr>
      </p:sp>
      <p:sp>
        <p:nvSpPr>
          <p:cNvPr id="677" name="Shape 672"/>
          <p:cNvSpPr/>
          <p:nvPr/>
        </p:nvSpPr>
        <p:spPr>
          <a:xfrm flipV="1">
            <a:off x="3568700" y="4686300"/>
            <a:ext cx="279400" cy="2032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  <a:tailEnd type="triangle"/>
          </a:ln>
        </p:spPr>
      </p:sp>
      <p:sp>
        <p:nvSpPr>
          <p:cNvPr id="678" name="Shape 673"/>
          <p:cNvSpPr/>
          <p:nvPr/>
        </p:nvSpPr>
        <p:spPr>
          <a:xfrm flipH="1">
            <a:off x="3898900" y="3797300"/>
            <a:ext cx="139700" cy="3556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</a:ln>
        </p:spPr>
      </p:sp>
      <p:sp>
        <p:nvSpPr>
          <p:cNvPr id="679" name="Shape 674"/>
          <p:cNvSpPr/>
          <p:nvPr/>
        </p:nvSpPr>
        <p:spPr>
          <a:xfrm flipH="1">
            <a:off x="3721100" y="4152900"/>
            <a:ext cx="177800" cy="3556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</a:ln>
        </p:spPr>
      </p:sp>
      <p:sp>
        <p:nvSpPr>
          <p:cNvPr id="680" name="Shape 675"/>
          <p:cNvSpPr/>
          <p:nvPr/>
        </p:nvSpPr>
        <p:spPr>
          <a:xfrm flipH="1">
            <a:off x="3568700" y="4508500"/>
            <a:ext cx="152400" cy="3810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</a:ln>
        </p:spPr>
      </p:sp>
      <p:sp>
        <p:nvSpPr>
          <p:cNvPr id="681" name="Shape 676"/>
          <p:cNvSpPr/>
          <p:nvPr/>
        </p:nvSpPr>
        <p:spPr>
          <a:xfrm>
            <a:off x="3994150" y="3752850"/>
            <a:ext cx="88900" cy="88900"/>
          </a:xfrm>
          <a:prstGeom prst="ellipse">
            <a:avLst/>
          </a:prstGeom>
          <a:solidFill>
            <a:srgbClr val="1F3FBF"/>
          </a:solidFill>
          <a:ln w="9525">
            <a:solidFill>
              <a:srgbClr val="C9DFF5"/>
            </a:solidFill>
            <a:prstDash val="solid"/>
          </a:ln>
        </p:spPr>
      </p:sp>
      <p:sp>
        <p:nvSpPr>
          <p:cNvPr id="682" name="Shape 677"/>
          <p:cNvSpPr/>
          <p:nvPr/>
        </p:nvSpPr>
        <p:spPr>
          <a:xfrm>
            <a:off x="3854450" y="4108450"/>
            <a:ext cx="88900" cy="88900"/>
          </a:xfrm>
          <a:prstGeom prst="ellipse">
            <a:avLst/>
          </a:prstGeom>
          <a:solidFill>
            <a:srgbClr val="1F3FBF"/>
          </a:solidFill>
          <a:ln w="9525">
            <a:solidFill>
              <a:srgbClr val="C9DFF5"/>
            </a:solidFill>
            <a:prstDash val="solid"/>
          </a:ln>
        </p:spPr>
      </p:sp>
      <p:sp>
        <p:nvSpPr>
          <p:cNvPr id="683" name="Shape 678"/>
          <p:cNvSpPr/>
          <p:nvPr/>
        </p:nvSpPr>
        <p:spPr>
          <a:xfrm>
            <a:off x="3676650" y="4464050"/>
            <a:ext cx="88900" cy="88900"/>
          </a:xfrm>
          <a:prstGeom prst="ellipse">
            <a:avLst/>
          </a:prstGeom>
          <a:solidFill>
            <a:srgbClr val="1F3FBF"/>
          </a:solidFill>
          <a:ln w="9525">
            <a:solidFill>
              <a:srgbClr val="C9DFF5"/>
            </a:solidFill>
            <a:prstDash val="solid"/>
          </a:ln>
        </p:spPr>
      </p:sp>
      <p:sp>
        <p:nvSpPr>
          <p:cNvPr id="684" name="Shape 679"/>
          <p:cNvSpPr/>
          <p:nvPr/>
        </p:nvSpPr>
        <p:spPr>
          <a:xfrm>
            <a:off x="3524250" y="4845050"/>
            <a:ext cx="88900" cy="88900"/>
          </a:xfrm>
          <a:prstGeom prst="ellipse">
            <a:avLst/>
          </a:prstGeom>
          <a:solidFill>
            <a:srgbClr val="1F3FBF"/>
          </a:solidFill>
          <a:ln w="9525">
            <a:solidFill>
              <a:srgbClr val="C9DFF5"/>
            </a:solidFill>
            <a:prstDash val="solid"/>
          </a:ln>
        </p:spPr>
      </p:sp>
      <p:sp>
        <p:nvSpPr>
          <p:cNvPr id="685" name="Shape 680"/>
          <p:cNvSpPr/>
          <p:nvPr/>
        </p:nvSpPr>
        <p:spPr>
          <a:xfrm>
            <a:off x="3921125" y="3946525"/>
            <a:ext cx="57150" cy="57150"/>
          </a:xfrm>
          <a:prstGeom prst="ellipse">
            <a:avLst/>
          </a:prstGeom>
          <a:solidFill>
            <a:srgbClr val="1F3FBF"/>
          </a:solidFill>
          <a:ln w="9525">
            <a:solidFill>
              <a:srgbClr val="C9DFF5"/>
            </a:solidFill>
            <a:prstDash val="solid"/>
          </a:ln>
        </p:spPr>
      </p:sp>
      <p:sp>
        <p:nvSpPr>
          <p:cNvPr id="686" name="Shape 681"/>
          <p:cNvSpPr/>
          <p:nvPr/>
        </p:nvSpPr>
        <p:spPr>
          <a:xfrm>
            <a:off x="3768725" y="4302125"/>
            <a:ext cx="57150" cy="57150"/>
          </a:xfrm>
          <a:prstGeom prst="ellipse">
            <a:avLst/>
          </a:prstGeom>
          <a:solidFill>
            <a:srgbClr val="1F3FBF"/>
          </a:solidFill>
          <a:ln w="9525">
            <a:solidFill>
              <a:srgbClr val="C9DFF5"/>
            </a:solidFill>
            <a:prstDash val="solid"/>
          </a:ln>
        </p:spPr>
      </p:sp>
      <p:sp>
        <p:nvSpPr>
          <p:cNvPr id="687" name="Shape 682"/>
          <p:cNvSpPr/>
          <p:nvPr/>
        </p:nvSpPr>
        <p:spPr>
          <a:xfrm>
            <a:off x="3603625" y="4657725"/>
            <a:ext cx="57150" cy="57150"/>
          </a:xfrm>
          <a:prstGeom prst="ellipse">
            <a:avLst/>
          </a:prstGeom>
          <a:solidFill>
            <a:srgbClr val="1F3FBF"/>
          </a:solidFill>
          <a:ln w="9525">
            <a:solidFill>
              <a:srgbClr val="C9DFF5"/>
            </a:solidFill>
            <a:prstDash val="solid"/>
          </a:ln>
        </p:spPr>
      </p:sp>
      <p:sp>
        <p:nvSpPr>
          <p:cNvPr id="688" name="Shape 683"/>
          <p:cNvSpPr/>
          <p:nvPr/>
        </p:nvSpPr>
        <p:spPr>
          <a:xfrm>
            <a:off x="3819525" y="4657725"/>
            <a:ext cx="57150" cy="57150"/>
          </a:xfrm>
          <a:prstGeom prst="ellipse">
            <a:avLst/>
          </a:prstGeom>
          <a:solidFill>
            <a:srgbClr val="1F3FBF"/>
          </a:solidFill>
          <a:ln w="9525">
            <a:solidFill>
              <a:srgbClr val="C9DFF5"/>
            </a:solidFill>
            <a:prstDash val="solid"/>
          </a:ln>
        </p:spPr>
      </p:sp>
      <p:sp>
        <p:nvSpPr>
          <p:cNvPr id="689" name="Text 684"/>
          <p:cNvSpPr/>
          <p:nvPr/>
        </p:nvSpPr>
        <p:spPr>
          <a:xfrm>
            <a:off x="4165600" y="3340100"/>
            <a:ext cx="266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K,q</a:t>
            </a:r>
            <a:endParaRPr lang="en-US" sz="750" dirty="0"/>
          </a:p>
        </p:txBody>
      </p:sp>
      <p:sp>
        <p:nvSpPr>
          <p:cNvPr id="690" name="Shape 685"/>
          <p:cNvSpPr/>
          <p:nvPr/>
        </p:nvSpPr>
        <p:spPr>
          <a:xfrm flipH="1">
            <a:off x="4127500" y="3429000"/>
            <a:ext cx="3175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</a:ln>
        </p:spPr>
      </p:sp>
      <p:pic>
        <p:nvPicPr>
          <p:cNvPr id="691" name="Image 3" descr="/home/ahmed/Projects/ai_llm_slides/videos/deep-learning/001_transformers_part1/recreated_pptx/build/assets/eq_039_fraction_r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5558" y="3340608"/>
            <a:ext cx="234696" cy="298704"/>
          </a:xfrm>
          <a:prstGeom prst="rect">
            <a:avLst/>
          </a:prstGeom>
        </p:spPr>
      </p:pic>
      <p:sp>
        <p:nvSpPr>
          <p:cNvPr id="692" name="Shape 686"/>
          <p:cNvSpPr/>
          <p:nvPr/>
        </p:nvSpPr>
        <p:spPr>
          <a:xfrm>
            <a:off x="4864100" y="3483610"/>
            <a:ext cx="190500" cy="154940"/>
          </a:xfrm>
          <a:prstGeom prst="rect">
            <a:avLst/>
          </a:prstGeom>
          <a:ln w="6350">
            <a:solidFill>
              <a:srgbClr val="C00000"/>
            </a:solidFill>
            <a:prstDash val="solid"/>
          </a:ln>
        </p:spPr>
      </p:sp>
      <p:sp>
        <p:nvSpPr>
          <p:cNvPr id="693" name="Shape 687"/>
          <p:cNvSpPr/>
          <p:nvPr/>
        </p:nvSpPr>
        <p:spPr>
          <a:xfrm>
            <a:off x="5045075" y="3752850"/>
            <a:ext cx="69850" cy="2667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694" name="Shape 688"/>
          <p:cNvSpPr/>
          <p:nvPr/>
        </p:nvSpPr>
        <p:spPr>
          <a:xfrm>
            <a:off x="5060791" y="3773170"/>
            <a:ext cx="38418" cy="7493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695" name="Shape 689"/>
          <p:cNvSpPr/>
          <p:nvPr/>
        </p:nvSpPr>
        <p:spPr>
          <a:xfrm>
            <a:off x="4457700" y="3378200"/>
            <a:ext cx="266700" cy="1752600"/>
          </a:xfrm>
          <a:prstGeom prst="rect">
            <a:avLst/>
          </a:prstGeom>
          <a:solidFill>
            <a:srgbClr val="FFC4CB"/>
          </a:solidFill>
          <a:ln w="9525">
            <a:solidFill>
              <a:srgbClr val="E8A0AC"/>
            </a:solidFill>
            <a:prstDash val="solid"/>
          </a:ln>
        </p:spPr>
      </p:sp>
      <p:sp>
        <p:nvSpPr>
          <p:cNvPr id="696" name="Text 690"/>
          <p:cNvSpPr/>
          <p:nvPr/>
        </p:nvSpPr>
        <p:spPr>
          <a:xfrm rot="16200000">
            <a:off x="3695700" y="4152900"/>
            <a:ext cx="1790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by √d</a:t>
            </a:r>
            <a:endParaRPr lang="en-US" sz="750" dirty="0"/>
          </a:p>
        </p:txBody>
      </p:sp>
      <p:sp>
        <p:nvSpPr>
          <p:cNvPr id="697" name="Shape 691"/>
          <p:cNvSpPr/>
          <p:nvPr/>
        </p:nvSpPr>
        <p:spPr>
          <a:xfrm>
            <a:off x="5130800" y="3365500"/>
            <a:ext cx="266700" cy="1765300"/>
          </a:xfrm>
          <a:prstGeom prst="rect">
            <a:avLst/>
          </a:prstGeom>
          <a:solidFill>
            <a:srgbClr val="F8DEFA"/>
          </a:solidFill>
          <a:ln w="9525">
            <a:solidFill>
              <a:srgbClr val="D8B0E0"/>
            </a:solidFill>
            <a:prstDash val="solid"/>
          </a:ln>
        </p:spPr>
      </p:sp>
      <p:sp>
        <p:nvSpPr>
          <p:cNvPr id="698" name="Text 692"/>
          <p:cNvSpPr/>
          <p:nvPr/>
        </p:nvSpPr>
        <p:spPr>
          <a:xfrm rot="16200000">
            <a:off x="4368800" y="4146550"/>
            <a:ext cx="17653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B3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max</a:t>
            </a:r>
            <a:endParaRPr lang="en-US" sz="750" dirty="0"/>
          </a:p>
        </p:txBody>
      </p:sp>
      <p:sp>
        <p:nvSpPr>
          <p:cNvPr id="699" name="Shape 693"/>
          <p:cNvSpPr/>
          <p:nvPr/>
        </p:nvSpPr>
        <p:spPr>
          <a:xfrm>
            <a:off x="5651500" y="3365500"/>
            <a:ext cx="1155700" cy="190500"/>
          </a:xfrm>
          <a:prstGeom prst="rect">
            <a:avLst/>
          </a:prstGeom>
          <a:solidFill>
            <a:srgbClr val="E8F8F8"/>
          </a:solidFill>
          <a:ln w="9525">
            <a:solidFill>
              <a:srgbClr val="AEBDB8"/>
            </a:solidFill>
            <a:prstDash val="solid"/>
          </a:ln>
        </p:spPr>
      </p:sp>
      <p:sp>
        <p:nvSpPr>
          <p:cNvPr id="700" name="Text 694"/>
          <p:cNvSpPr/>
          <p:nvPr/>
        </p:nvSpPr>
        <p:spPr>
          <a:xfrm>
            <a:off x="5651500" y="3365500"/>
            <a:ext cx="1155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4A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300" dirty="0"/>
          </a:p>
        </p:txBody>
      </p:sp>
      <p:sp>
        <p:nvSpPr>
          <p:cNvPr id="701" name="Shape 695"/>
          <p:cNvSpPr/>
          <p:nvPr/>
        </p:nvSpPr>
        <p:spPr>
          <a:xfrm>
            <a:off x="5448300" y="3594100"/>
            <a:ext cx="298450" cy="19050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702" name="Shape 696"/>
          <p:cNvSpPr/>
          <p:nvPr/>
        </p:nvSpPr>
        <p:spPr>
          <a:xfrm flipV="1">
            <a:off x="5784850" y="3581400"/>
            <a:ext cx="0" cy="7620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703" name="Shape 697"/>
          <p:cNvSpPr/>
          <p:nvPr/>
        </p:nvSpPr>
        <p:spPr>
          <a:xfrm>
            <a:off x="5448300" y="3810000"/>
            <a:ext cx="565150" cy="33655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704" name="Shape 698"/>
          <p:cNvSpPr/>
          <p:nvPr/>
        </p:nvSpPr>
        <p:spPr>
          <a:xfrm flipV="1">
            <a:off x="6051550" y="3581400"/>
            <a:ext cx="0" cy="43815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705" name="Shape 699"/>
          <p:cNvSpPr/>
          <p:nvPr/>
        </p:nvSpPr>
        <p:spPr>
          <a:xfrm>
            <a:off x="5448300" y="4025900"/>
            <a:ext cx="819150" cy="46355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706" name="Shape 700"/>
          <p:cNvSpPr/>
          <p:nvPr/>
        </p:nvSpPr>
        <p:spPr>
          <a:xfrm flipV="1">
            <a:off x="6305550" y="3581400"/>
            <a:ext cx="0" cy="78105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707" name="Shape 701"/>
          <p:cNvSpPr/>
          <p:nvPr/>
        </p:nvSpPr>
        <p:spPr>
          <a:xfrm>
            <a:off x="5448300" y="4241800"/>
            <a:ext cx="1104900" cy="63500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708" name="Shape 702"/>
          <p:cNvSpPr/>
          <p:nvPr/>
        </p:nvSpPr>
        <p:spPr>
          <a:xfrm flipV="1">
            <a:off x="6591300" y="3581400"/>
            <a:ext cx="0" cy="116840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709" name="Shape 703"/>
          <p:cNvSpPr/>
          <p:nvPr/>
        </p:nvSpPr>
        <p:spPr>
          <a:xfrm>
            <a:off x="7772400" y="3594100"/>
            <a:ext cx="736600" cy="1651000"/>
          </a:xfrm>
          <a:prstGeom prst="roundRect">
            <a:avLst>
              <a:gd name="adj" fmla="val 7448"/>
            </a:avLst>
          </a:prstGeom>
          <a:solidFill>
            <a:srgbClr val="E7FEE8"/>
          </a:solidFill>
          <a:ln w="12700">
            <a:solidFill>
              <a:srgbClr val="00A651"/>
            </a:solidFill>
            <a:prstDash val="dash"/>
          </a:ln>
        </p:spPr>
      </p:sp>
      <p:sp>
        <p:nvSpPr>
          <p:cNvPr id="710" name="Shape 704"/>
          <p:cNvSpPr/>
          <p:nvPr/>
        </p:nvSpPr>
        <p:spPr>
          <a:xfrm>
            <a:off x="7277100" y="3632200"/>
            <a:ext cx="431800" cy="304800"/>
          </a:xfrm>
          <a:prstGeom prst="rect">
            <a:avLst/>
          </a:prstGeom>
          <a:solidFill>
            <a:srgbClr val="A9CFDC"/>
          </a:solidFill>
          <a:ln w="12700">
            <a:solidFill>
              <a:srgbClr val="1F3FBF"/>
            </a:solidFill>
            <a:prstDash val="solid"/>
          </a:ln>
        </p:spPr>
      </p:sp>
      <p:sp>
        <p:nvSpPr>
          <p:cNvPr id="711" name="Text 705"/>
          <p:cNvSpPr/>
          <p:nvPr/>
        </p:nvSpPr>
        <p:spPr>
          <a:xfrm>
            <a:off x="7277100" y="3632200"/>
            <a:ext cx="431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500" b="1" baseline="30000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700" dirty="0"/>
          </a:p>
        </p:txBody>
      </p:sp>
      <p:sp>
        <p:nvSpPr>
          <p:cNvPr id="712" name="Text 706"/>
          <p:cNvSpPr/>
          <p:nvPr/>
        </p:nvSpPr>
        <p:spPr>
          <a:xfrm>
            <a:off x="6781800" y="36322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713" name="Shape 707"/>
          <p:cNvSpPr/>
          <p:nvPr/>
        </p:nvSpPr>
        <p:spPr>
          <a:xfrm>
            <a:off x="6972300" y="3670300"/>
            <a:ext cx="88900" cy="127000"/>
          </a:xfrm>
          <a:prstGeom prst="rect">
            <a:avLst/>
          </a:prstGeom>
          <a:solidFill>
            <a:srgbClr val="FCFED0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714" name="Shape 708"/>
          <p:cNvSpPr/>
          <p:nvPr/>
        </p:nvSpPr>
        <p:spPr>
          <a:xfrm>
            <a:off x="7061200" y="3670300"/>
            <a:ext cx="88900" cy="127000"/>
          </a:xfrm>
          <a:prstGeom prst="rect">
            <a:avLst/>
          </a:prstGeom>
          <a:solidFill>
            <a:srgbClr val="F8DDEF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715" name="Shape 709"/>
          <p:cNvSpPr/>
          <p:nvPr/>
        </p:nvSpPr>
        <p:spPr>
          <a:xfrm>
            <a:off x="7150100" y="3670300"/>
            <a:ext cx="88900" cy="127000"/>
          </a:xfrm>
          <a:prstGeom prst="rect">
            <a:avLst/>
          </a:prstGeom>
          <a:solidFill>
            <a:srgbClr val="E4E6F5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716" name="Shape 710"/>
          <p:cNvSpPr/>
          <p:nvPr/>
        </p:nvSpPr>
        <p:spPr>
          <a:xfrm>
            <a:off x="7778750" y="3676650"/>
            <a:ext cx="723900" cy="254000"/>
          </a:xfrm>
          <a:prstGeom prst="rect">
            <a:avLst/>
          </a:prstGeom>
          <a:ln w="5080">
            <a:solidFill>
              <a:srgbClr val="A65B4F"/>
            </a:solidFill>
            <a:prstDash val="solid"/>
          </a:ln>
        </p:spPr>
      </p:sp>
      <p:sp>
        <p:nvSpPr>
          <p:cNvPr id="717" name="Shape 711"/>
          <p:cNvSpPr/>
          <p:nvPr/>
        </p:nvSpPr>
        <p:spPr>
          <a:xfrm>
            <a:off x="7785100" y="3683000"/>
            <a:ext cx="228600" cy="241300"/>
          </a:xfrm>
          <a:prstGeom prst="rect">
            <a:avLst/>
          </a:prstGeom>
          <a:solidFill>
            <a:srgbClr val="E8F1C6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718" name="Shape 712"/>
          <p:cNvSpPr/>
          <p:nvPr/>
        </p:nvSpPr>
        <p:spPr>
          <a:xfrm>
            <a:off x="8013700" y="3683000"/>
            <a:ext cx="127000" cy="241300"/>
          </a:xfrm>
          <a:prstGeom prst="rect">
            <a:avLst/>
          </a:prstGeom>
          <a:solidFill>
            <a:srgbClr val="FFFFFF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719" name="Shape 713"/>
          <p:cNvSpPr/>
          <p:nvPr/>
        </p:nvSpPr>
        <p:spPr>
          <a:xfrm>
            <a:off x="8140700" y="3683000"/>
            <a:ext cx="241300" cy="241300"/>
          </a:xfrm>
          <a:prstGeom prst="rect">
            <a:avLst/>
          </a:prstGeom>
          <a:solidFill>
            <a:srgbClr val="E2E0EE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720" name="Shape 714"/>
          <p:cNvSpPr/>
          <p:nvPr/>
        </p:nvSpPr>
        <p:spPr>
          <a:xfrm>
            <a:off x="8382000" y="3683000"/>
            <a:ext cx="120650" cy="241300"/>
          </a:xfrm>
          <a:prstGeom prst="rect">
            <a:avLst/>
          </a:prstGeom>
          <a:solidFill>
            <a:srgbClr val="EBD9E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721" name="Text 715"/>
          <p:cNvSpPr/>
          <p:nvPr/>
        </p:nvSpPr>
        <p:spPr>
          <a:xfrm>
            <a:off x="8013700" y="3695700"/>
            <a:ext cx="127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00" dirty="0"/>
          </a:p>
        </p:txBody>
      </p:sp>
      <p:sp>
        <p:nvSpPr>
          <p:cNvPr id="722" name="Shape 716"/>
          <p:cNvSpPr/>
          <p:nvPr/>
        </p:nvSpPr>
        <p:spPr>
          <a:xfrm>
            <a:off x="7277100" y="3987800"/>
            <a:ext cx="431800" cy="304800"/>
          </a:xfrm>
          <a:prstGeom prst="rect">
            <a:avLst/>
          </a:prstGeom>
          <a:solidFill>
            <a:srgbClr val="A9CFDC"/>
          </a:solidFill>
          <a:ln w="12700">
            <a:solidFill>
              <a:srgbClr val="1F3FBF"/>
            </a:solidFill>
            <a:prstDash val="solid"/>
          </a:ln>
        </p:spPr>
      </p:sp>
      <p:sp>
        <p:nvSpPr>
          <p:cNvPr id="723" name="Text 717"/>
          <p:cNvSpPr/>
          <p:nvPr/>
        </p:nvSpPr>
        <p:spPr>
          <a:xfrm>
            <a:off x="7277100" y="3987800"/>
            <a:ext cx="431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500" b="1" baseline="30000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700" dirty="0"/>
          </a:p>
        </p:txBody>
      </p:sp>
      <p:sp>
        <p:nvSpPr>
          <p:cNvPr id="724" name="Text 718"/>
          <p:cNvSpPr/>
          <p:nvPr/>
        </p:nvSpPr>
        <p:spPr>
          <a:xfrm>
            <a:off x="6781800" y="39878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725" name="Shape 719"/>
          <p:cNvSpPr/>
          <p:nvPr/>
        </p:nvSpPr>
        <p:spPr>
          <a:xfrm>
            <a:off x="6972300" y="4025900"/>
            <a:ext cx="88900" cy="127000"/>
          </a:xfrm>
          <a:prstGeom prst="rect">
            <a:avLst/>
          </a:prstGeom>
          <a:solidFill>
            <a:srgbClr val="FCFED0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726" name="Shape 720"/>
          <p:cNvSpPr/>
          <p:nvPr/>
        </p:nvSpPr>
        <p:spPr>
          <a:xfrm>
            <a:off x="7061200" y="4025900"/>
            <a:ext cx="88900" cy="127000"/>
          </a:xfrm>
          <a:prstGeom prst="rect">
            <a:avLst/>
          </a:prstGeom>
          <a:solidFill>
            <a:srgbClr val="F8DDEF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727" name="Shape 721"/>
          <p:cNvSpPr/>
          <p:nvPr/>
        </p:nvSpPr>
        <p:spPr>
          <a:xfrm>
            <a:off x="7150100" y="4025900"/>
            <a:ext cx="88900" cy="127000"/>
          </a:xfrm>
          <a:prstGeom prst="rect">
            <a:avLst/>
          </a:prstGeom>
          <a:solidFill>
            <a:srgbClr val="E4E6F5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728" name="Shape 722"/>
          <p:cNvSpPr/>
          <p:nvPr/>
        </p:nvSpPr>
        <p:spPr>
          <a:xfrm>
            <a:off x="7778750" y="4032250"/>
            <a:ext cx="723900" cy="254000"/>
          </a:xfrm>
          <a:prstGeom prst="rect">
            <a:avLst/>
          </a:prstGeom>
          <a:ln w="5080">
            <a:solidFill>
              <a:srgbClr val="A65B4F"/>
            </a:solidFill>
            <a:prstDash val="solid"/>
          </a:ln>
        </p:spPr>
      </p:sp>
      <p:sp>
        <p:nvSpPr>
          <p:cNvPr id="729" name="Shape 723"/>
          <p:cNvSpPr/>
          <p:nvPr/>
        </p:nvSpPr>
        <p:spPr>
          <a:xfrm>
            <a:off x="7785100" y="4038600"/>
            <a:ext cx="228600" cy="241300"/>
          </a:xfrm>
          <a:prstGeom prst="rect">
            <a:avLst/>
          </a:prstGeom>
          <a:solidFill>
            <a:srgbClr val="E8F1C6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730" name="Shape 724"/>
          <p:cNvSpPr/>
          <p:nvPr/>
        </p:nvSpPr>
        <p:spPr>
          <a:xfrm>
            <a:off x="8013700" y="4038600"/>
            <a:ext cx="127000" cy="241300"/>
          </a:xfrm>
          <a:prstGeom prst="rect">
            <a:avLst/>
          </a:prstGeom>
          <a:solidFill>
            <a:srgbClr val="FFFFFF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731" name="Shape 725"/>
          <p:cNvSpPr/>
          <p:nvPr/>
        </p:nvSpPr>
        <p:spPr>
          <a:xfrm>
            <a:off x="8140700" y="4038600"/>
            <a:ext cx="241300" cy="241300"/>
          </a:xfrm>
          <a:prstGeom prst="rect">
            <a:avLst/>
          </a:prstGeom>
          <a:solidFill>
            <a:srgbClr val="E2E0EE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732" name="Shape 726"/>
          <p:cNvSpPr/>
          <p:nvPr/>
        </p:nvSpPr>
        <p:spPr>
          <a:xfrm>
            <a:off x="8382000" y="4038600"/>
            <a:ext cx="120650" cy="241300"/>
          </a:xfrm>
          <a:prstGeom prst="rect">
            <a:avLst/>
          </a:prstGeom>
          <a:solidFill>
            <a:srgbClr val="EBD9E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733" name="Text 727"/>
          <p:cNvSpPr/>
          <p:nvPr/>
        </p:nvSpPr>
        <p:spPr>
          <a:xfrm>
            <a:off x="8013700" y="4051300"/>
            <a:ext cx="127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" dirty="0"/>
          </a:p>
        </p:txBody>
      </p:sp>
      <p:sp>
        <p:nvSpPr>
          <p:cNvPr id="734" name="Shape 728"/>
          <p:cNvSpPr/>
          <p:nvPr/>
        </p:nvSpPr>
        <p:spPr>
          <a:xfrm>
            <a:off x="7277100" y="4343400"/>
            <a:ext cx="431800" cy="304800"/>
          </a:xfrm>
          <a:prstGeom prst="rect">
            <a:avLst/>
          </a:prstGeom>
          <a:solidFill>
            <a:srgbClr val="A9CFDC"/>
          </a:solidFill>
          <a:ln w="12700">
            <a:solidFill>
              <a:srgbClr val="1F3FBF"/>
            </a:solidFill>
            <a:prstDash val="solid"/>
          </a:ln>
        </p:spPr>
      </p:sp>
      <p:sp>
        <p:nvSpPr>
          <p:cNvPr id="735" name="Text 729"/>
          <p:cNvSpPr/>
          <p:nvPr/>
        </p:nvSpPr>
        <p:spPr>
          <a:xfrm>
            <a:off x="7277100" y="4343400"/>
            <a:ext cx="431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500" b="1" baseline="30000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700" dirty="0"/>
          </a:p>
        </p:txBody>
      </p:sp>
      <p:sp>
        <p:nvSpPr>
          <p:cNvPr id="736" name="Text 730"/>
          <p:cNvSpPr/>
          <p:nvPr/>
        </p:nvSpPr>
        <p:spPr>
          <a:xfrm>
            <a:off x="6781800" y="43434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737" name="Shape 731"/>
          <p:cNvSpPr/>
          <p:nvPr/>
        </p:nvSpPr>
        <p:spPr>
          <a:xfrm>
            <a:off x="6972300" y="4381500"/>
            <a:ext cx="88900" cy="127000"/>
          </a:xfrm>
          <a:prstGeom prst="rect">
            <a:avLst/>
          </a:prstGeom>
          <a:solidFill>
            <a:srgbClr val="FCFED0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738" name="Shape 732"/>
          <p:cNvSpPr/>
          <p:nvPr/>
        </p:nvSpPr>
        <p:spPr>
          <a:xfrm>
            <a:off x="7061200" y="4381500"/>
            <a:ext cx="88900" cy="127000"/>
          </a:xfrm>
          <a:prstGeom prst="rect">
            <a:avLst/>
          </a:prstGeom>
          <a:solidFill>
            <a:srgbClr val="F8DDEF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739" name="Shape 733"/>
          <p:cNvSpPr/>
          <p:nvPr/>
        </p:nvSpPr>
        <p:spPr>
          <a:xfrm>
            <a:off x="7150100" y="4381500"/>
            <a:ext cx="88900" cy="127000"/>
          </a:xfrm>
          <a:prstGeom prst="rect">
            <a:avLst/>
          </a:prstGeom>
          <a:solidFill>
            <a:srgbClr val="E4E6F5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740" name="Shape 734"/>
          <p:cNvSpPr/>
          <p:nvPr/>
        </p:nvSpPr>
        <p:spPr>
          <a:xfrm>
            <a:off x="7778750" y="4387850"/>
            <a:ext cx="723900" cy="254000"/>
          </a:xfrm>
          <a:prstGeom prst="rect">
            <a:avLst/>
          </a:prstGeom>
          <a:ln w="5080">
            <a:solidFill>
              <a:srgbClr val="A65B4F"/>
            </a:solidFill>
            <a:prstDash val="solid"/>
          </a:ln>
        </p:spPr>
      </p:sp>
      <p:sp>
        <p:nvSpPr>
          <p:cNvPr id="741" name="Shape 735"/>
          <p:cNvSpPr/>
          <p:nvPr/>
        </p:nvSpPr>
        <p:spPr>
          <a:xfrm>
            <a:off x="7785100" y="4394200"/>
            <a:ext cx="228600" cy="241300"/>
          </a:xfrm>
          <a:prstGeom prst="rect">
            <a:avLst/>
          </a:prstGeom>
          <a:solidFill>
            <a:srgbClr val="E8F1C6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742" name="Shape 736"/>
          <p:cNvSpPr/>
          <p:nvPr/>
        </p:nvSpPr>
        <p:spPr>
          <a:xfrm>
            <a:off x="8013700" y="4394200"/>
            <a:ext cx="127000" cy="241300"/>
          </a:xfrm>
          <a:prstGeom prst="rect">
            <a:avLst/>
          </a:prstGeom>
          <a:solidFill>
            <a:srgbClr val="FFFFFF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743" name="Shape 737"/>
          <p:cNvSpPr/>
          <p:nvPr/>
        </p:nvSpPr>
        <p:spPr>
          <a:xfrm>
            <a:off x="8140700" y="4394200"/>
            <a:ext cx="241300" cy="241300"/>
          </a:xfrm>
          <a:prstGeom prst="rect">
            <a:avLst/>
          </a:prstGeom>
          <a:solidFill>
            <a:srgbClr val="E2E0EE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744" name="Shape 738"/>
          <p:cNvSpPr/>
          <p:nvPr/>
        </p:nvSpPr>
        <p:spPr>
          <a:xfrm>
            <a:off x="8382000" y="4394200"/>
            <a:ext cx="120650" cy="241300"/>
          </a:xfrm>
          <a:prstGeom prst="rect">
            <a:avLst/>
          </a:prstGeom>
          <a:solidFill>
            <a:srgbClr val="EBD9E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745" name="Text 739"/>
          <p:cNvSpPr/>
          <p:nvPr/>
        </p:nvSpPr>
        <p:spPr>
          <a:xfrm>
            <a:off x="8013700" y="4406900"/>
            <a:ext cx="127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00" dirty="0"/>
          </a:p>
        </p:txBody>
      </p:sp>
      <p:sp>
        <p:nvSpPr>
          <p:cNvPr id="746" name="Shape 740"/>
          <p:cNvSpPr/>
          <p:nvPr/>
        </p:nvSpPr>
        <p:spPr>
          <a:xfrm>
            <a:off x="7277100" y="4724400"/>
            <a:ext cx="431800" cy="304800"/>
          </a:xfrm>
          <a:prstGeom prst="rect">
            <a:avLst/>
          </a:prstGeom>
          <a:solidFill>
            <a:srgbClr val="A9CFDC"/>
          </a:solidFill>
          <a:ln w="12700">
            <a:solidFill>
              <a:srgbClr val="1F3FBF"/>
            </a:solidFill>
            <a:prstDash val="solid"/>
          </a:ln>
        </p:spPr>
      </p:sp>
      <p:sp>
        <p:nvSpPr>
          <p:cNvPr id="747" name="Text 741"/>
          <p:cNvSpPr/>
          <p:nvPr/>
        </p:nvSpPr>
        <p:spPr>
          <a:xfrm>
            <a:off x="7277100" y="4724400"/>
            <a:ext cx="431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500" b="1" baseline="30000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700" dirty="0"/>
          </a:p>
        </p:txBody>
      </p:sp>
      <p:sp>
        <p:nvSpPr>
          <p:cNvPr id="748" name="Text 742"/>
          <p:cNvSpPr/>
          <p:nvPr/>
        </p:nvSpPr>
        <p:spPr>
          <a:xfrm>
            <a:off x="6781800" y="47117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" dirty="0"/>
          </a:p>
        </p:txBody>
      </p:sp>
      <p:sp>
        <p:nvSpPr>
          <p:cNvPr id="749" name="Shape 743"/>
          <p:cNvSpPr/>
          <p:nvPr/>
        </p:nvSpPr>
        <p:spPr>
          <a:xfrm>
            <a:off x="6972300" y="4749800"/>
            <a:ext cx="88900" cy="127000"/>
          </a:xfrm>
          <a:prstGeom prst="rect">
            <a:avLst/>
          </a:prstGeom>
          <a:solidFill>
            <a:srgbClr val="FCFED0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750" name="Shape 744"/>
          <p:cNvSpPr/>
          <p:nvPr/>
        </p:nvSpPr>
        <p:spPr>
          <a:xfrm>
            <a:off x="7061200" y="4749800"/>
            <a:ext cx="88900" cy="127000"/>
          </a:xfrm>
          <a:prstGeom prst="rect">
            <a:avLst/>
          </a:prstGeom>
          <a:solidFill>
            <a:srgbClr val="F8DDEF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751" name="Shape 745"/>
          <p:cNvSpPr/>
          <p:nvPr/>
        </p:nvSpPr>
        <p:spPr>
          <a:xfrm>
            <a:off x="7150100" y="4749800"/>
            <a:ext cx="88900" cy="127000"/>
          </a:xfrm>
          <a:prstGeom prst="rect">
            <a:avLst/>
          </a:prstGeom>
          <a:solidFill>
            <a:srgbClr val="E4E6F5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752" name="Shape 746"/>
          <p:cNvSpPr/>
          <p:nvPr/>
        </p:nvSpPr>
        <p:spPr>
          <a:xfrm>
            <a:off x="7778750" y="4756150"/>
            <a:ext cx="723900" cy="254000"/>
          </a:xfrm>
          <a:prstGeom prst="rect">
            <a:avLst/>
          </a:prstGeom>
          <a:ln w="5080">
            <a:solidFill>
              <a:srgbClr val="A65B4F"/>
            </a:solidFill>
            <a:prstDash val="solid"/>
          </a:ln>
        </p:spPr>
      </p:sp>
      <p:sp>
        <p:nvSpPr>
          <p:cNvPr id="753" name="Shape 747"/>
          <p:cNvSpPr/>
          <p:nvPr/>
        </p:nvSpPr>
        <p:spPr>
          <a:xfrm>
            <a:off x="7785100" y="4762500"/>
            <a:ext cx="228600" cy="241300"/>
          </a:xfrm>
          <a:prstGeom prst="rect">
            <a:avLst/>
          </a:prstGeom>
          <a:solidFill>
            <a:srgbClr val="E8F1C6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754" name="Shape 748"/>
          <p:cNvSpPr/>
          <p:nvPr/>
        </p:nvSpPr>
        <p:spPr>
          <a:xfrm>
            <a:off x="8013700" y="4762500"/>
            <a:ext cx="127000" cy="241300"/>
          </a:xfrm>
          <a:prstGeom prst="rect">
            <a:avLst/>
          </a:prstGeom>
          <a:solidFill>
            <a:srgbClr val="FFFFFF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755" name="Shape 749"/>
          <p:cNvSpPr/>
          <p:nvPr/>
        </p:nvSpPr>
        <p:spPr>
          <a:xfrm>
            <a:off x="8140700" y="4762500"/>
            <a:ext cx="241300" cy="241300"/>
          </a:xfrm>
          <a:prstGeom prst="rect">
            <a:avLst/>
          </a:prstGeom>
          <a:solidFill>
            <a:srgbClr val="E2E0EE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756" name="Shape 750"/>
          <p:cNvSpPr/>
          <p:nvPr/>
        </p:nvSpPr>
        <p:spPr>
          <a:xfrm>
            <a:off x="8382000" y="4762500"/>
            <a:ext cx="120650" cy="241300"/>
          </a:xfrm>
          <a:prstGeom prst="rect">
            <a:avLst/>
          </a:prstGeom>
          <a:solidFill>
            <a:srgbClr val="EBD9E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757" name="Text 751"/>
          <p:cNvSpPr/>
          <p:nvPr/>
        </p:nvSpPr>
        <p:spPr>
          <a:xfrm>
            <a:off x="8013700" y="4775200"/>
            <a:ext cx="127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00" dirty="0"/>
          </a:p>
        </p:txBody>
      </p:sp>
      <p:sp>
        <p:nvSpPr>
          <p:cNvPr id="758" name="Shape 752"/>
          <p:cNvSpPr/>
          <p:nvPr/>
        </p:nvSpPr>
        <p:spPr>
          <a:xfrm>
            <a:off x="5715000" y="3727450"/>
            <a:ext cx="139700" cy="139700"/>
          </a:xfrm>
          <a:prstGeom prst="ellipse">
            <a:avLst/>
          </a:prstGeom>
          <a:ln w="15875">
            <a:solidFill>
              <a:srgbClr val="C00000"/>
            </a:solidFill>
            <a:prstDash val="solid"/>
          </a:ln>
        </p:spPr>
      </p:sp>
      <p:sp>
        <p:nvSpPr>
          <p:cNvPr id="759" name="Shape 753"/>
          <p:cNvSpPr/>
          <p:nvPr/>
        </p:nvSpPr>
        <p:spPr>
          <a:xfrm>
            <a:off x="5746750" y="3759200"/>
            <a:ext cx="76200" cy="762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760" name="Shape 754"/>
          <p:cNvSpPr/>
          <p:nvPr/>
        </p:nvSpPr>
        <p:spPr>
          <a:xfrm flipV="1">
            <a:off x="5746750" y="3759200"/>
            <a:ext cx="76200" cy="762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761" name="Shape 755"/>
          <p:cNvSpPr/>
          <p:nvPr/>
        </p:nvSpPr>
        <p:spPr>
          <a:xfrm>
            <a:off x="5746750" y="3797300"/>
            <a:ext cx="762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762" name="Shape 756"/>
          <p:cNvSpPr/>
          <p:nvPr/>
        </p:nvSpPr>
        <p:spPr>
          <a:xfrm>
            <a:off x="5981700" y="4089400"/>
            <a:ext cx="139700" cy="139700"/>
          </a:xfrm>
          <a:prstGeom prst="ellipse">
            <a:avLst/>
          </a:prstGeom>
          <a:ln w="15875">
            <a:solidFill>
              <a:srgbClr val="C00000"/>
            </a:solidFill>
            <a:prstDash val="solid"/>
          </a:ln>
        </p:spPr>
      </p:sp>
      <p:sp>
        <p:nvSpPr>
          <p:cNvPr id="763" name="Shape 757"/>
          <p:cNvSpPr/>
          <p:nvPr/>
        </p:nvSpPr>
        <p:spPr>
          <a:xfrm>
            <a:off x="6013450" y="4121150"/>
            <a:ext cx="76200" cy="762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764" name="Shape 758"/>
          <p:cNvSpPr/>
          <p:nvPr/>
        </p:nvSpPr>
        <p:spPr>
          <a:xfrm flipV="1">
            <a:off x="6013450" y="4121150"/>
            <a:ext cx="76200" cy="762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765" name="Shape 759"/>
          <p:cNvSpPr/>
          <p:nvPr/>
        </p:nvSpPr>
        <p:spPr>
          <a:xfrm>
            <a:off x="6013450" y="4159250"/>
            <a:ext cx="762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766" name="Shape 760"/>
          <p:cNvSpPr/>
          <p:nvPr/>
        </p:nvSpPr>
        <p:spPr>
          <a:xfrm>
            <a:off x="6235700" y="4432300"/>
            <a:ext cx="139700" cy="139700"/>
          </a:xfrm>
          <a:prstGeom prst="ellipse">
            <a:avLst/>
          </a:prstGeom>
          <a:ln w="15875">
            <a:solidFill>
              <a:srgbClr val="C00000"/>
            </a:solidFill>
            <a:prstDash val="solid"/>
          </a:ln>
        </p:spPr>
      </p:sp>
      <p:sp>
        <p:nvSpPr>
          <p:cNvPr id="767" name="Shape 761"/>
          <p:cNvSpPr/>
          <p:nvPr/>
        </p:nvSpPr>
        <p:spPr>
          <a:xfrm>
            <a:off x="6267450" y="4464050"/>
            <a:ext cx="76200" cy="762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768" name="Shape 762"/>
          <p:cNvSpPr/>
          <p:nvPr/>
        </p:nvSpPr>
        <p:spPr>
          <a:xfrm flipV="1">
            <a:off x="6267450" y="4464050"/>
            <a:ext cx="76200" cy="762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769" name="Shape 763"/>
          <p:cNvSpPr/>
          <p:nvPr/>
        </p:nvSpPr>
        <p:spPr>
          <a:xfrm>
            <a:off x="6267450" y="4502150"/>
            <a:ext cx="762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770" name="Shape 764"/>
          <p:cNvSpPr/>
          <p:nvPr/>
        </p:nvSpPr>
        <p:spPr>
          <a:xfrm>
            <a:off x="6521450" y="4819650"/>
            <a:ext cx="139700" cy="139700"/>
          </a:xfrm>
          <a:prstGeom prst="ellipse">
            <a:avLst/>
          </a:prstGeom>
          <a:ln w="15875">
            <a:solidFill>
              <a:srgbClr val="C00000"/>
            </a:solidFill>
            <a:prstDash val="solid"/>
          </a:ln>
        </p:spPr>
      </p:sp>
      <p:sp>
        <p:nvSpPr>
          <p:cNvPr id="771" name="Shape 765"/>
          <p:cNvSpPr/>
          <p:nvPr/>
        </p:nvSpPr>
        <p:spPr>
          <a:xfrm>
            <a:off x="6553200" y="4851400"/>
            <a:ext cx="76200" cy="762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772" name="Shape 766"/>
          <p:cNvSpPr/>
          <p:nvPr/>
        </p:nvSpPr>
        <p:spPr>
          <a:xfrm flipV="1">
            <a:off x="6553200" y="4851400"/>
            <a:ext cx="76200" cy="762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773" name="Shape 767"/>
          <p:cNvSpPr/>
          <p:nvPr/>
        </p:nvSpPr>
        <p:spPr>
          <a:xfrm>
            <a:off x="6553200" y="4889500"/>
            <a:ext cx="762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774" name="Shape 768"/>
          <p:cNvSpPr/>
          <p:nvPr/>
        </p:nvSpPr>
        <p:spPr>
          <a:xfrm>
            <a:off x="3759200" y="5143500"/>
            <a:ext cx="0" cy="1143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775" name="Shape 769"/>
          <p:cNvSpPr/>
          <p:nvPr/>
        </p:nvSpPr>
        <p:spPr>
          <a:xfrm>
            <a:off x="3810000" y="5245100"/>
            <a:ext cx="266700" cy="114300"/>
          </a:xfrm>
          <a:prstGeom prst="rect">
            <a:avLst/>
          </a:prstGeom>
          <a:solidFill>
            <a:srgbClr val="F7E8B8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776" name="Shape 770"/>
          <p:cNvSpPr/>
          <p:nvPr/>
        </p:nvSpPr>
        <p:spPr>
          <a:xfrm>
            <a:off x="3556000" y="5359400"/>
            <a:ext cx="381000" cy="2921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777" name="Text 771"/>
          <p:cNvSpPr/>
          <p:nvPr/>
        </p:nvSpPr>
        <p:spPr>
          <a:xfrm>
            <a:off x="3556000" y="5359400"/>
            <a:ext cx="381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500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700" dirty="0"/>
          </a:p>
        </p:txBody>
      </p:sp>
      <p:sp>
        <p:nvSpPr>
          <p:cNvPr id="778" name="Text 772"/>
          <p:cNvSpPr/>
          <p:nvPr/>
        </p:nvSpPr>
        <p:spPr>
          <a:xfrm>
            <a:off x="3543300" y="5245100"/>
            <a:ext cx="1651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50" dirty="0"/>
          </a:p>
        </p:txBody>
      </p:sp>
      <p:sp>
        <p:nvSpPr>
          <p:cNvPr id="779" name="Shape 773"/>
          <p:cNvSpPr/>
          <p:nvPr/>
        </p:nvSpPr>
        <p:spPr>
          <a:xfrm>
            <a:off x="3365500" y="5765800"/>
            <a:ext cx="2717800" cy="381000"/>
          </a:xfrm>
          <a:prstGeom prst="roundRect">
            <a:avLst>
              <a:gd name="adj" fmla="val 12000"/>
            </a:avLst>
          </a:prstGeom>
          <a:solidFill>
            <a:srgbClr val="EAF6E1"/>
          </a:solidFill>
          <a:ln w="12700">
            <a:solidFill>
              <a:srgbClr val="00A651"/>
            </a:solidFill>
            <a:prstDash val="dash"/>
          </a:ln>
        </p:spPr>
      </p:sp>
      <p:sp>
        <p:nvSpPr>
          <p:cNvPr id="780" name="Shape 774"/>
          <p:cNvSpPr/>
          <p:nvPr/>
        </p:nvSpPr>
        <p:spPr>
          <a:xfrm>
            <a:off x="3390900" y="5803900"/>
            <a:ext cx="736600" cy="304800"/>
          </a:xfrm>
          <a:prstGeom prst="rect">
            <a:avLst/>
          </a:prstGeom>
          <a:solidFill>
            <a:srgbClr val="EAF6E1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781" name="Shape 775"/>
          <p:cNvSpPr/>
          <p:nvPr/>
        </p:nvSpPr>
        <p:spPr>
          <a:xfrm>
            <a:off x="3441700" y="5854700"/>
            <a:ext cx="584200" cy="228600"/>
          </a:xfrm>
          <a:prstGeom prst="rect">
            <a:avLst/>
          </a:prstGeom>
          <a:solidFill>
            <a:srgbClr val="F2C6DE"/>
          </a:solidFill>
          <a:ln/>
        </p:spPr>
      </p:sp>
      <p:sp>
        <p:nvSpPr>
          <p:cNvPr id="782" name="Shape 776"/>
          <p:cNvSpPr/>
          <p:nvPr/>
        </p:nvSpPr>
        <p:spPr>
          <a:xfrm>
            <a:off x="3556000" y="5854700"/>
            <a:ext cx="38100" cy="228600"/>
          </a:xfrm>
          <a:prstGeom prst="rect">
            <a:avLst/>
          </a:prstGeom>
          <a:solidFill>
            <a:srgbClr val="E8D8EE"/>
          </a:solidFill>
          <a:ln/>
        </p:spPr>
      </p:sp>
      <p:sp>
        <p:nvSpPr>
          <p:cNvPr id="783" name="Shape 777"/>
          <p:cNvSpPr/>
          <p:nvPr/>
        </p:nvSpPr>
        <p:spPr>
          <a:xfrm>
            <a:off x="3873500" y="5854700"/>
            <a:ext cx="38100" cy="228600"/>
          </a:xfrm>
          <a:prstGeom prst="rect">
            <a:avLst/>
          </a:prstGeom>
          <a:solidFill>
            <a:srgbClr val="E8D8EE"/>
          </a:solidFill>
          <a:ln/>
        </p:spPr>
      </p:sp>
      <p:sp>
        <p:nvSpPr>
          <p:cNvPr id="784" name="Shape 778"/>
          <p:cNvSpPr/>
          <p:nvPr/>
        </p:nvSpPr>
        <p:spPr>
          <a:xfrm>
            <a:off x="3473450" y="5905500"/>
            <a:ext cx="0" cy="12700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</a:ln>
        </p:spPr>
      </p:sp>
      <p:sp>
        <p:nvSpPr>
          <p:cNvPr id="785" name="Text 779"/>
          <p:cNvSpPr/>
          <p:nvPr/>
        </p:nvSpPr>
        <p:spPr>
          <a:xfrm>
            <a:off x="3606800" y="5842000"/>
            <a:ext cx="25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786" name="Shape 780"/>
          <p:cNvSpPr/>
          <p:nvPr/>
        </p:nvSpPr>
        <p:spPr>
          <a:xfrm>
            <a:off x="4178300" y="5803900"/>
            <a:ext cx="558800" cy="304800"/>
          </a:xfrm>
          <a:prstGeom prst="rect">
            <a:avLst/>
          </a:prstGeom>
          <a:solidFill>
            <a:srgbClr val="EAF6E1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787" name="Shape 781"/>
          <p:cNvSpPr/>
          <p:nvPr/>
        </p:nvSpPr>
        <p:spPr>
          <a:xfrm>
            <a:off x="4241800" y="5867400"/>
            <a:ext cx="31750" cy="203200"/>
          </a:xfrm>
          <a:prstGeom prst="rect">
            <a:avLst/>
          </a:prstGeom>
          <a:solidFill>
            <a:srgbClr val="F2C6DE"/>
          </a:solidFill>
          <a:ln/>
        </p:spPr>
      </p:sp>
      <p:sp>
        <p:nvSpPr>
          <p:cNvPr id="788" name="Shape 782"/>
          <p:cNvSpPr/>
          <p:nvPr/>
        </p:nvSpPr>
        <p:spPr>
          <a:xfrm>
            <a:off x="4318000" y="5867400"/>
            <a:ext cx="31750" cy="203200"/>
          </a:xfrm>
          <a:prstGeom prst="rect">
            <a:avLst/>
          </a:prstGeom>
          <a:solidFill>
            <a:srgbClr val="DCC8E8"/>
          </a:solidFill>
          <a:ln/>
        </p:spPr>
      </p:sp>
      <p:sp>
        <p:nvSpPr>
          <p:cNvPr id="789" name="Shape 783"/>
          <p:cNvSpPr/>
          <p:nvPr/>
        </p:nvSpPr>
        <p:spPr>
          <a:xfrm>
            <a:off x="4483100" y="5867400"/>
            <a:ext cx="31750" cy="203200"/>
          </a:xfrm>
          <a:prstGeom prst="rect">
            <a:avLst/>
          </a:prstGeom>
          <a:solidFill>
            <a:srgbClr val="DCC8E8"/>
          </a:solidFill>
          <a:ln/>
        </p:spPr>
      </p:sp>
      <p:sp>
        <p:nvSpPr>
          <p:cNvPr id="790" name="Shape 784"/>
          <p:cNvSpPr/>
          <p:nvPr/>
        </p:nvSpPr>
        <p:spPr>
          <a:xfrm>
            <a:off x="4559300" y="5867400"/>
            <a:ext cx="31750" cy="203200"/>
          </a:xfrm>
          <a:prstGeom prst="rect">
            <a:avLst/>
          </a:prstGeom>
          <a:solidFill>
            <a:srgbClr val="F2C6DE"/>
          </a:solidFill>
          <a:ln/>
        </p:spPr>
      </p:sp>
      <p:sp>
        <p:nvSpPr>
          <p:cNvPr id="791" name="Text 785"/>
          <p:cNvSpPr/>
          <p:nvPr/>
        </p:nvSpPr>
        <p:spPr>
          <a:xfrm>
            <a:off x="4279900" y="5829300"/>
            <a:ext cx="254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792" name="Shape 786"/>
          <p:cNvSpPr/>
          <p:nvPr/>
        </p:nvSpPr>
        <p:spPr>
          <a:xfrm>
            <a:off x="4787900" y="5803900"/>
            <a:ext cx="558800" cy="304800"/>
          </a:xfrm>
          <a:prstGeom prst="rect">
            <a:avLst/>
          </a:prstGeom>
          <a:solidFill>
            <a:srgbClr val="EAF6E1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793" name="Shape 787"/>
          <p:cNvSpPr/>
          <p:nvPr/>
        </p:nvSpPr>
        <p:spPr>
          <a:xfrm>
            <a:off x="4851400" y="5867400"/>
            <a:ext cx="31750" cy="203200"/>
          </a:xfrm>
          <a:prstGeom prst="rect">
            <a:avLst/>
          </a:prstGeom>
          <a:solidFill>
            <a:srgbClr val="F2C6DE"/>
          </a:solidFill>
          <a:ln/>
        </p:spPr>
      </p:sp>
      <p:sp>
        <p:nvSpPr>
          <p:cNvPr id="794" name="Shape 788"/>
          <p:cNvSpPr/>
          <p:nvPr/>
        </p:nvSpPr>
        <p:spPr>
          <a:xfrm>
            <a:off x="4927600" y="5867400"/>
            <a:ext cx="31750" cy="203200"/>
          </a:xfrm>
          <a:prstGeom prst="rect">
            <a:avLst/>
          </a:prstGeom>
          <a:solidFill>
            <a:srgbClr val="DCC8E8"/>
          </a:solidFill>
          <a:ln/>
        </p:spPr>
      </p:sp>
      <p:sp>
        <p:nvSpPr>
          <p:cNvPr id="795" name="Shape 789"/>
          <p:cNvSpPr/>
          <p:nvPr/>
        </p:nvSpPr>
        <p:spPr>
          <a:xfrm>
            <a:off x="5092700" y="5867400"/>
            <a:ext cx="31750" cy="203200"/>
          </a:xfrm>
          <a:prstGeom prst="rect">
            <a:avLst/>
          </a:prstGeom>
          <a:solidFill>
            <a:srgbClr val="DCC8E8"/>
          </a:solidFill>
          <a:ln/>
        </p:spPr>
      </p:sp>
      <p:sp>
        <p:nvSpPr>
          <p:cNvPr id="796" name="Shape 790"/>
          <p:cNvSpPr/>
          <p:nvPr/>
        </p:nvSpPr>
        <p:spPr>
          <a:xfrm>
            <a:off x="5168900" y="5867400"/>
            <a:ext cx="31750" cy="203200"/>
          </a:xfrm>
          <a:prstGeom prst="rect">
            <a:avLst/>
          </a:prstGeom>
          <a:solidFill>
            <a:srgbClr val="F2C6DE"/>
          </a:solidFill>
          <a:ln/>
        </p:spPr>
      </p:sp>
      <p:sp>
        <p:nvSpPr>
          <p:cNvPr id="797" name="Text 791"/>
          <p:cNvSpPr/>
          <p:nvPr/>
        </p:nvSpPr>
        <p:spPr>
          <a:xfrm>
            <a:off x="4889500" y="5829300"/>
            <a:ext cx="254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798" name="Shape 792"/>
          <p:cNvSpPr/>
          <p:nvPr/>
        </p:nvSpPr>
        <p:spPr>
          <a:xfrm>
            <a:off x="5397500" y="5803900"/>
            <a:ext cx="558800" cy="304800"/>
          </a:xfrm>
          <a:prstGeom prst="rect">
            <a:avLst/>
          </a:prstGeom>
          <a:solidFill>
            <a:srgbClr val="EAF6E1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799" name="Shape 793"/>
          <p:cNvSpPr/>
          <p:nvPr/>
        </p:nvSpPr>
        <p:spPr>
          <a:xfrm>
            <a:off x="5461000" y="5867400"/>
            <a:ext cx="31750" cy="203200"/>
          </a:xfrm>
          <a:prstGeom prst="rect">
            <a:avLst/>
          </a:prstGeom>
          <a:solidFill>
            <a:srgbClr val="F2C6DE"/>
          </a:solidFill>
          <a:ln/>
        </p:spPr>
      </p:sp>
      <p:sp>
        <p:nvSpPr>
          <p:cNvPr id="800" name="Shape 794"/>
          <p:cNvSpPr/>
          <p:nvPr/>
        </p:nvSpPr>
        <p:spPr>
          <a:xfrm>
            <a:off x="5537200" y="5867400"/>
            <a:ext cx="31750" cy="203200"/>
          </a:xfrm>
          <a:prstGeom prst="rect">
            <a:avLst/>
          </a:prstGeom>
          <a:solidFill>
            <a:srgbClr val="DCC8E8"/>
          </a:solidFill>
          <a:ln/>
        </p:spPr>
      </p:sp>
      <p:sp>
        <p:nvSpPr>
          <p:cNvPr id="801" name="Shape 795"/>
          <p:cNvSpPr/>
          <p:nvPr/>
        </p:nvSpPr>
        <p:spPr>
          <a:xfrm>
            <a:off x="5702300" y="5867400"/>
            <a:ext cx="31750" cy="203200"/>
          </a:xfrm>
          <a:prstGeom prst="rect">
            <a:avLst/>
          </a:prstGeom>
          <a:solidFill>
            <a:srgbClr val="DCC8E8"/>
          </a:solidFill>
          <a:ln/>
        </p:spPr>
      </p:sp>
      <p:sp>
        <p:nvSpPr>
          <p:cNvPr id="802" name="Shape 796"/>
          <p:cNvSpPr/>
          <p:nvPr/>
        </p:nvSpPr>
        <p:spPr>
          <a:xfrm>
            <a:off x="5778500" y="5867400"/>
            <a:ext cx="31750" cy="203200"/>
          </a:xfrm>
          <a:prstGeom prst="rect">
            <a:avLst/>
          </a:prstGeom>
          <a:solidFill>
            <a:srgbClr val="F2C6DE"/>
          </a:solidFill>
          <a:ln/>
        </p:spPr>
      </p:sp>
      <p:sp>
        <p:nvSpPr>
          <p:cNvPr id="803" name="Text 797"/>
          <p:cNvSpPr/>
          <p:nvPr/>
        </p:nvSpPr>
        <p:spPr>
          <a:xfrm>
            <a:off x="5499100" y="5829300"/>
            <a:ext cx="254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804" name="Shape 798"/>
          <p:cNvSpPr/>
          <p:nvPr/>
        </p:nvSpPr>
        <p:spPr>
          <a:xfrm>
            <a:off x="6178550" y="2197100"/>
            <a:ext cx="114300" cy="64008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805" name="Shape 799"/>
          <p:cNvSpPr/>
          <p:nvPr/>
        </p:nvSpPr>
        <p:spPr>
          <a:xfrm>
            <a:off x="6204267" y="2254758"/>
            <a:ext cx="62865" cy="17094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806" name="Shape 800"/>
          <p:cNvSpPr/>
          <p:nvPr/>
        </p:nvSpPr>
        <p:spPr>
          <a:xfrm>
            <a:off x="5753100" y="2451100"/>
            <a:ext cx="965200" cy="215900"/>
          </a:xfrm>
          <a:prstGeom prst="roundRect">
            <a:avLst>
              <a:gd name="adj" fmla="val 21176"/>
            </a:avLst>
          </a:prstGeom>
          <a:ln w="12700">
            <a:solidFill>
              <a:srgbClr val="00A651"/>
            </a:solidFill>
            <a:prstDash val="dash"/>
          </a:ln>
        </p:spPr>
      </p:sp>
      <p:sp>
        <p:nvSpPr>
          <p:cNvPr id="807" name="Shape 801"/>
          <p:cNvSpPr/>
          <p:nvPr/>
        </p:nvSpPr>
        <p:spPr>
          <a:xfrm>
            <a:off x="5791200" y="2476500"/>
            <a:ext cx="196850" cy="165100"/>
          </a:xfrm>
          <a:prstGeom prst="rect">
            <a:avLst/>
          </a:prstGeom>
          <a:solidFill>
            <a:srgbClr val="E3EFE3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808" name="Text 802"/>
          <p:cNvSpPr/>
          <p:nvPr/>
        </p:nvSpPr>
        <p:spPr>
          <a:xfrm>
            <a:off x="5791200" y="2476500"/>
            <a:ext cx="1968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750" dirty="0"/>
          </a:p>
        </p:txBody>
      </p:sp>
      <p:sp>
        <p:nvSpPr>
          <p:cNvPr id="809" name="Shape 803"/>
          <p:cNvSpPr/>
          <p:nvPr/>
        </p:nvSpPr>
        <p:spPr>
          <a:xfrm>
            <a:off x="6013450" y="2476500"/>
            <a:ext cx="196850" cy="165100"/>
          </a:xfrm>
          <a:prstGeom prst="rect">
            <a:avLst/>
          </a:prstGeom>
          <a:solidFill>
            <a:srgbClr val="E3EFE3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810" name="Text 804"/>
          <p:cNvSpPr/>
          <p:nvPr/>
        </p:nvSpPr>
        <p:spPr>
          <a:xfrm>
            <a:off x="6013450" y="2476500"/>
            <a:ext cx="1968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750" dirty="0"/>
          </a:p>
        </p:txBody>
      </p:sp>
      <p:sp>
        <p:nvSpPr>
          <p:cNvPr id="811" name="Shape 805"/>
          <p:cNvSpPr/>
          <p:nvPr/>
        </p:nvSpPr>
        <p:spPr>
          <a:xfrm>
            <a:off x="6235700" y="2476500"/>
            <a:ext cx="196850" cy="165100"/>
          </a:xfrm>
          <a:prstGeom prst="rect">
            <a:avLst/>
          </a:prstGeom>
          <a:solidFill>
            <a:srgbClr val="E3EFE3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812" name="Text 806"/>
          <p:cNvSpPr/>
          <p:nvPr/>
        </p:nvSpPr>
        <p:spPr>
          <a:xfrm>
            <a:off x="6235700" y="2476500"/>
            <a:ext cx="1968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750" dirty="0"/>
          </a:p>
        </p:txBody>
      </p:sp>
      <p:sp>
        <p:nvSpPr>
          <p:cNvPr id="813" name="Shape 807"/>
          <p:cNvSpPr/>
          <p:nvPr/>
        </p:nvSpPr>
        <p:spPr>
          <a:xfrm>
            <a:off x="6457950" y="2476500"/>
            <a:ext cx="196850" cy="165100"/>
          </a:xfrm>
          <a:prstGeom prst="rect">
            <a:avLst/>
          </a:prstGeom>
          <a:solidFill>
            <a:srgbClr val="E3EFE3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814" name="Text 808"/>
          <p:cNvSpPr/>
          <p:nvPr/>
        </p:nvSpPr>
        <p:spPr>
          <a:xfrm>
            <a:off x="6457950" y="2476500"/>
            <a:ext cx="1968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750" dirty="0"/>
          </a:p>
        </p:txBody>
      </p:sp>
      <p:sp>
        <p:nvSpPr>
          <p:cNvPr id="815" name="Shape 809"/>
          <p:cNvSpPr/>
          <p:nvPr/>
        </p:nvSpPr>
        <p:spPr>
          <a:xfrm flipV="1">
            <a:off x="6235700" y="2679700"/>
            <a:ext cx="0" cy="1905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816" name="Text 810"/>
          <p:cNvSpPr/>
          <p:nvPr/>
        </p:nvSpPr>
        <p:spPr>
          <a:xfrm>
            <a:off x="6019800" y="1790700"/>
            <a:ext cx="266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0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120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17" name="Shape 811"/>
          <p:cNvSpPr/>
          <p:nvPr/>
        </p:nvSpPr>
        <p:spPr>
          <a:xfrm>
            <a:off x="7105650" y="1854200"/>
            <a:ext cx="114300" cy="64008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818" name="Shape 812"/>
          <p:cNvSpPr/>
          <p:nvPr/>
        </p:nvSpPr>
        <p:spPr>
          <a:xfrm>
            <a:off x="7131368" y="1911858"/>
            <a:ext cx="62865" cy="17094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819" name="Shape 813"/>
          <p:cNvSpPr/>
          <p:nvPr/>
        </p:nvSpPr>
        <p:spPr>
          <a:xfrm>
            <a:off x="6680200" y="2108200"/>
            <a:ext cx="965200" cy="215900"/>
          </a:xfrm>
          <a:prstGeom prst="roundRect">
            <a:avLst>
              <a:gd name="adj" fmla="val 21176"/>
            </a:avLst>
          </a:prstGeom>
          <a:ln w="12700">
            <a:solidFill>
              <a:srgbClr val="00A651"/>
            </a:solidFill>
            <a:prstDash val="dash"/>
          </a:ln>
        </p:spPr>
      </p:sp>
      <p:sp>
        <p:nvSpPr>
          <p:cNvPr id="820" name="Shape 814"/>
          <p:cNvSpPr/>
          <p:nvPr/>
        </p:nvSpPr>
        <p:spPr>
          <a:xfrm>
            <a:off x="6718300" y="2133600"/>
            <a:ext cx="196850" cy="165100"/>
          </a:xfrm>
          <a:prstGeom prst="rect">
            <a:avLst/>
          </a:prstGeom>
          <a:solidFill>
            <a:srgbClr val="E3EFE3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821" name="Text 815"/>
          <p:cNvSpPr/>
          <p:nvPr/>
        </p:nvSpPr>
        <p:spPr>
          <a:xfrm>
            <a:off x="6718300" y="2133600"/>
            <a:ext cx="1968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750" dirty="0"/>
          </a:p>
        </p:txBody>
      </p:sp>
      <p:sp>
        <p:nvSpPr>
          <p:cNvPr id="822" name="Shape 816"/>
          <p:cNvSpPr/>
          <p:nvPr/>
        </p:nvSpPr>
        <p:spPr>
          <a:xfrm>
            <a:off x="6940550" y="2133600"/>
            <a:ext cx="196850" cy="165100"/>
          </a:xfrm>
          <a:prstGeom prst="rect">
            <a:avLst/>
          </a:prstGeom>
          <a:solidFill>
            <a:srgbClr val="E3EFE3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823" name="Text 817"/>
          <p:cNvSpPr/>
          <p:nvPr/>
        </p:nvSpPr>
        <p:spPr>
          <a:xfrm>
            <a:off x="6940550" y="2133600"/>
            <a:ext cx="1968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750" dirty="0"/>
          </a:p>
        </p:txBody>
      </p:sp>
      <p:sp>
        <p:nvSpPr>
          <p:cNvPr id="824" name="Shape 818"/>
          <p:cNvSpPr/>
          <p:nvPr/>
        </p:nvSpPr>
        <p:spPr>
          <a:xfrm>
            <a:off x="7162800" y="2133600"/>
            <a:ext cx="196850" cy="165100"/>
          </a:xfrm>
          <a:prstGeom prst="rect">
            <a:avLst/>
          </a:prstGeom>
          <a:solidFill>
            <a:srgbClr val="E3EFE3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825" name="Text 819"/>
          <p:cNvSpPr/>
          <p:nvPr/>
        </p:nvSpPr>
        <p:spPr>
          <a:xfrm>
            <a:off x="7162800" y="2133600"/>
            <a:ext cx="1968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750" dirty="0"/>
          </a:p>
        </p:txBody>
      </p:sp>
      <p:sp>
        <p:nvSpPr>
          <p:cNvPr id="826" name="Shape 820"/>
          <p:cNvSpPr/>
          <p:nvPr/>
        </p:nvSpPr>
        <p:spPr>
          <a:xfrm>
            <a:off x="7385050" y="2133600"/>
            <a:ext cx="196850" cy="165100"/>
          </a:xfrm>
          <a:prstGeom prst="rect">
            <a:avLst/>
          </a:prstGeom>
          <a:solidFill>
            <a:srgbClr val="E3EFE3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827" name="Text 821"/>
          <p:cNvSpPr/>
          <p:nvPr/>
        </p:nvSpPr>
        <p:spPr>
          <a:xfrm>
            <a:off x="7385050" y="2133600"/>
            <a:ext cx="1968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750" dirty="0"/>
          </a:p>
        </p:txBody>
      </p:sp>
      <p:sp>
        <p:nvSpPr>
          <p:cNvPr id="828" name="Shape 822"/>
          <p:cNvSpPr/>
          <p:nvPr/>
        </p:nvSpPr>
        <p:spPr>
          <a:xfrm flipV="1">
            <a:off x="7162800" y="2336800"/>
            <a:ext cx="0" cy="1905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829" name="Text 823"/>
          <p:cNvSpPr/>
          <p:nvPr/>
        </p:nvSpPr>
        <p:spPr>
          <a:xfrm>
            <a:off x="7061200" y="1587500"/>
            <a:ext cx="254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0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120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830" name="Shape 824"/>
          <p:cNvSpPr/>
          <p:nvPr/>
        </p:nvSpPr>
        <p:spPr>
          <a:xfrm>
            <a:off x="8032750" y="1511300"/>
            <a:ext cx="114300" cy="64008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831" name="Shape 825"/>
          <p:cNvSpPr/>
          <p:nvPr/>
        </p:nvSpPr>
        <p:spPr>
          <a:xfrm>
            <a:off x="8058468" y="1568958"/>
            <a:ext cx="62865" cy="17094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832" name="Shape 826"/>
          <p:cNvSpPr/>
          <p:nvPr/>
        </p:nvSpPr>
        <p:spPr>
          <a:xfrm>
            <a:off x="7607300" y="1765300"/>
            <a:ext cx="965200" cy="215900"/>
          </a:xfrm>
          <a:prstGeom prst="roundRect">
            <a:avLst>
              <a:gd name="adj" fmla="val 21176"/>
            </a:avLst>
          </a:prstGeom>
          <a:ln w="12700">
            <a:solidFill>
              <a:srgbClr val="00A651"/>
            </a:solidFill>
            <a:prstDash val="dash"/>
          </a:ln>
        </p:spPr>
      </p:sp>
      <p:sp>
        <p:nvSpPr>
          <p:cNvPr id="833" name="Shape 827"/>
          <p:cNvSpPr/>
          <p:nvPr/>
        </p:nvSpPr>
        <p:spPr>
          <a:xfrm>
            <a:off x="7645400" y="1790700"/>
            <a:ext cx="196850" cy="165100"/>
          </a:xfrm>
          <a:prstGeom prst="rect">
            <a:avLst/>
          </a:prstGeom>
          <a:solidFill>
            <a:srgbClr val="E3EFE3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834" name="Text 828"/>
          <p:cNvSpPr/>
          <p:nvPr/>
        </p:nvSpPr>
        <p:spPr>
          <a:xfrm>
            <a:off x="7645400" y="1790700"/>
            <a:ext cx="1968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750" dirty="0"/>
          </a:p>
        </p:txBody>
      </p:sp>
      <p:sp>
        <p:nvSpPr>
          <p:cNvPr id="835" name="Shape 829"/>
          <p:cNvSpPr/>
          <p:nvPr/>
        </p:nvSpPr>
        <p:spPr>
          <a:xfrm>
            <a:off x="7867650" y="1790700"/>
            <a:ext cx="196850" cy="165100"/>
          </a:xfrm>
          <a:prstGeom prst="rect">
            <a:avLst/>
          </a:prstGeom>
          <a:solidFill>
            <a:srgbClr val="E3EFE3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836" name="Text 830"/>
          <p:cNvSpPr/>
          <p:nvPr/>
        </p:nvSpPr>
        <p:spPr>
          <a:xfrm>
            <a:off x="7867650" y="1790700"/>
            <a:ext cx="1968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750" dirty="0"/>
          </a:p>
        </p:txBody>
      </p:sp>
      <p:sp>
        <p:nvSpPr>
          <p:cNvPr id="837" name="Shape 831"/>
          <p:cNvSpPr/>
          <p:nvPr/>
        </p:nvSpPr>
        <p:spPr>
          <a:xfrm>
            <a:off x="8089900" y="1790700"/>
            <a:ext cx="196850" cy="165100"/>
          </a:xfrm>
          <a:prstGeom prst="rect">
            <a:avLst/>
          </a:prstGeom>
          <a:solidFill>
            <a:srgbClr val="E3EFE3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838" name="Text 832"/>
          <p:cNvSpPr/>
          <p:nvPr/>
        </p:nvSpPr>
        <p:spPr>
          <a:xfrm>
            <a:off x="8089900" y="1790700"/>
            <a:ext cx="1968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750" dirty="0"/>
          </a:p>
        </p:txBody>
      </p:sp>
      <p:sp>
        <p:nvSpPr>
          <p:cNvPr id="839" name="Shape 833"/>
          <p:cNvSpPr/>
          <p:nvPr/>
        </p:nvSpPr>
        <p:spPr>
          <a:xfrm>
            <a:off x="8312150" y="1790700"/>
            <a:ext cx="196850" cy="165100"/>
          </a:xfrm>
          <a:prstGeom prst="rect">
            <a:avLst/>
          </a:prstGeom>
          <a:solidFill>
            <a:srgbClr val="E3EFE3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840" name="Text 834"/>
          <p:cNvSpPr/>
          <p:nvPr/>
        </p:nvSpPr>
        <p:spPr>
          <a:xfrm>
            <a:off x="8312150" y="1790700"/>
            <a:ext cx="1968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750" dirty="0"/>
          </a:p>
        </p:txBody>
      </p:sp>
      <p:sp>
        <p:nvSpPr>
          <p:cNvPr id="841" name="Shape 835"/>
          <p:cNvSpPr/>
          <p:nvPr/>
        </p:nvSpPr>
        <p:spPr>
          <a:xfrm flipV="1">
            <a:off x="8089900" y="1993900"/>
            <a:ext cx="0" cy="1905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842" name="Text 836"/>
          <p:cNvSpPr/>
          <p:nvPr/>
        </p:nvSpPr>
        <p:spPr>
          <a:xfrm>
            <a:off x="8026400" y="1270000"/>
            <a:ext cx="2667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0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120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843" name="Shape 837"/>
          <p:cNvSpPr/>
          <p:nvPr/>
        </p:nvSpPr>
        <p:spPr>
          <a:xfrm>
            <a:off x="8959850" y="1168400"/>
            <a:ext cx="114300" cy="64008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844" name="Shape 838"/>
          <p:cNvSpPr/>
          <p:nvPr/>
        </p:nvSpPr>
        <p:spPr>
          <a:xfrm>
            <a:off x="8985567" y="1226058"/>
            <a:ext cx="62865" cy="17094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845" name="Shape 839"/>
          <p:cNvSpPr/>
          <p:nvPr/>
        </p:nvSpPr>
        <p:spPr>
          <a:xfrm>
            <a:off x="8534400" y="1422400"/>
            <a:ext cx="965200" cy="215900"/>
          </a:xfrm>
          <a:prstGeom prst="roundRect">
            <a:avLst>
              <a:gd name="adj" fmla="val 21176"/>
            </a:avLst>
          </a:prstGeom>
          <a:ln w="12700">
            <a:solidFill>
              <a:srgbClr val="00A651"/>
            </a:solidFill>
            <a:prstDash val="dash"/>
          </a:ln>
        </p:spPr>
      </p:sp>
      <p:sp>
        <p:nvSpPr>
          <p:cNvPr id="846" name="Shape 840"/>
          <p:cNvSpPr/>
          <p:nvPr/>
        </p:nvSpPr>
        <p:spPr>
          <a:xfrm>
            <a:off x="8572500" y="1447800"/>
            <a:ext cx="196850" cy="165100"/>
          </a:xfrm>
          <a:prstGeom prst="rect">
            <a:avLst/>
          </a:prstGeom>
          <a:solidFill>
            <a:srgbClr val="E3EFE3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847" name="Text 841"/>
          <p:cNvSpPr/>
          <p:nvPr/>
        </p:nvSpPr>
        <p:spPr>
          <a:xfrm>
            <a:off x="8572500" y="1447800"/>
            <a:ext cx="1968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750" dirty="0"/>
          </a:p>
        </p:txBody>
      </p:sp>
      <p:sp>
        <p:nvSpPr>
          <p:cNvPr id="848" name="Shape 842"/>
          <p:cNvSpPr/>
          <p:nvPr/>
        </p:nvSpPr>
        <p:spPr>
          <a:xfrm>
            <a:off x="8794750" y="1447800"/>
            <a:ext cx="196850" cy="165100"/>
          </a:xfrm>
          <a:prstGeom prst="rect">
            <a:avLst/>
          </a:prstGeom>
          <a:solidFill>
            <a:srgbClr val="E3EFE3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849" name="Text 843"/>
          <p:cNvSpPr/>
          <p:nvPr/>
        </p:nvSpPr>
        <p:spPr>
          <a:xfrm>
            <a:off x="8794750" y="1447800"/>
            <a:ext cx="1968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750" dirty="0"/>
          </a:p>
        </p:txBody>
      </p:sp>
      <p:sp>
        <p:nvSpPr>
          <p:cNvPr id="850" name="Shape 844"/>
          <p:cNvSpPr/>
          <p:nvPr/>
        </p:nvSpPr>
        <p:spPr>
          <a:xfrm>
            <a:off x="9017000" y="1447800"/>
            <a:ext cx="196850" cy="165100"/>
          </a:xfrm>
          <a:prstGeom prst="rect">
            <a:avLst/>
          </a:prstGeom>
          <a:solidFill>
            <a:srgbClr val="E3EFE3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851" name="Text 845"/>
          <p:cNvSpPr/>
          <p:nvPr/>
        </p:nvSpPr>
        <p:spPr>
          <a:xfrm>
            <a:off x="9017000" y="1447800"/>
            <a:ext cx="1968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750" dirty="0"/>
          </a:p>
        </p:txBody>
      </p:sp>
      <p:sp>
        <p:nvSpPr>
          <p:cNvPr id="852" name="Shape 846"/>
          <p:cNvSpPr/>
          <p:nvPr/>
        </p:nvSpPr>
        <p:spPr>
          <a:xfrm>
            <a:off x="9239250" y="1447800"/>
            <a:ext cx="196850" cy="165100"/>
          </a:xfrm>
          <a:prstGeom prst="rect">
            <a:avLst/>
          </a:prstGeom>
          <a:solidFill>
            <a:srgbClr val="E3EFE3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853" name="Text 847"/>
          <p:cNvSpPr/>
          <p:nvPr/>
        </p:nvSpPr>
        <p:spPr>
          <a:xfrm>
            <a:off x="9239250" y="1447800"/>
            <a:ext cx="1968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750" dirty="0"/>
          </a:p>
        </p:txBody>
      </p:sp>
      <p:sp>
        <p:nvSpPr>
          <p:cNvPr id="854" name="Shape 848"/>
          <p:cNvSpPr/>
          <p:nvPr/>
        </p:nvSpPr>
        <p:spPr>
          <a:xfrm flipV="1">
            <a:off x="9017000" y="1651000"/>
            <a:ext cx="0" cy="1905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855" name="Text 849"/>
          <p:cNvSpPr/>
          <p:nvPr/>
        </p:nvSpPr>
        <p:spPr>
          <a:xfrm>
            <a:off x="8902700" y="990600"/>
            <a:ext cx="279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0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120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856" name="Shape 850"/>
          <p:cNvSpPr/>
          <p:nvPr/>
        </p:nvSpPr>
        <p:spPr>
          <a:xfrm flipH="1" flipV="1">
            <a:off x="2730500" y="5867400"/>
            <a:ext cx="609600" cy="127000"/>
          </a:xfrm>
          <a:prstGeom prst="line">
            <a:avLst/>
          </a:prstGeom>
          <a:noFill/>
          <a:ln w="12700">
            <a:solidFill>
              <a:srgbClr val="A5D6A7"/>
            </a:solidFill>
            <a:prstDash val="dash"/>
          </a:ln>
        </p:spPr>
      </p:sp>
      <p:sp>
        <p:nvSpPr>
          <p:cNvPr id="857" name="Shape 851"/>
          <p:cNvSpPr/>
          <p:nvPr/>
        </p:nvSpPr>
        <p:spPr>
          <a:xfrm flipH="1" flipV="1">
            <a:off x="2184400" y="5588000"/>
            <a:ext cx="546100" cy="279400"/>
          </a:xfrm>
          <a:prstGeom prst="line">
            <a:avLst/>
          </a:prstGeom>
          <a:noFill/>
          <a:ln w="12700">
            <a:solidFill>
              <a:srgbClr val="A5D6A7"/>
            </a:solidFill>
            <a:prstDash val="dash"/>
          </a:ln>
        </p:spPr>
      </p:sp>
      <p:sp>
        <p:nvSpPr>
          <p:cNvPr id="858" name="Shape 852"/>
          <p:cNvSpPr/>
          <p:nvPr/>
        </p:nvSpPr>
        <p:spPr>
          <a:xfrm flipH="1" flipV="1">
            <a:off x="2006600" y="5207000"/>
            <a:ext cx="177800" cy="381000"/>
          </a:xfrm>
          <a:prstGeom prst="line">
            <a:avLst/>
          </a:prstGeom>
          <a:noFill/>
          <a:ln w="12700">
            <a:solidFill>
              <a:srgbClr val="A5D6A7"/>
            </a:solidFill>
            <a:prstDash val="dash"/>
            <a:tailEnd type="triangle"/>
          </a:ln>
        </p:spPr>
      </p:sp>
      <p:sp>
        <p:nvSpPr>
          <p:cNvPr id="859" name="Shape 853"/>
          <p:cNvSpPr/>
          <p:nvPr/>
        </p:nvSpPr>
        <p:spPr>
          <a:xfrm flipV="1">
            <a:off x="3454400" y="5943600"/>
            <a:ext cx="2514600" cy="101600"/>
          </a:xfrm>
          <a:prstGeom prst="line">
            <a:avLst/>
          </a:prstGeom>
          <a:noFill/>
          <a:ln w="12700">
            <a:solidFill>
              <a:srgbClr val="A5D6A7"/>
            </a:solidFill>
            <a:prstDash val="dash"/>
          </a:ln>
        </p:spPr>
      </p:sp>
      <p:sp>
        <p:nvSpPr>
          <p:cNvPr id="860" name="Shape 854"/>
          <p:cNvSpPr/>
          <p:nvPr/>
        </p:nvSpPr>
        <p:spPr>
          <a:xfrm>
            <a:off x="5969000" y="5943600"/>
            <a:ext cx="2159000" cy="304800"/>
          </a:xfrm>
          <a:prstGeom prst="line">
            <a:avLst/>
          </a:prstGeom>
          <a:noFill/>
          <a:ln w="12700">
            <a:solidFill>
              <a:srgbClr val="A5D6A7"/>
            </a:solidFill>
            <a:prstDash val="dash"/>
          </a:ln>
        </p:spPr>
      </p:sp>
      <p:sp>
        <p:nvSpPr>
          <p:cNvPr id="861" name="Shape 855"/>
          <p:cNvSpPr/>
          <p:nvPr/>
        </p:nvSpPr>
        <p:spPr>
          <a:xfrm flipV="1">
            <a:off x="8128000" y="6096000"/>
            <a:ext cx="2032000" cy="152400"/>
          </a:xfrm>
          <a:prstGeom prst="line">
            <a:avLst/>
          </a:prstGeom>
          <a:noFill/>
          <a:ln w="12700">
            <a:solidFill>
              <a:srgbClr val="A5D6A7"/>
            </a:solidFill>
            <a:prstDash val="dash"/>
          </a:ln>
        </p:spPr>
      </p:sp>
      <p:sp>
        <p:nvSpPr>
          <p:cNvPr id="862" name="Shape 856"/>
          <p:cNvSpPr/>
          <p:nvPr/>
        </p:nvSpPr>
        <p:spPr>
          <a:xfrm flipV="1">
            <a:off x="10160000" y="5334000"/>
            <a:ext cx="1016000" cy="762000"/>
          </a:xfrm>
          <a:prstGeom prst="line">
            <a:avLst/>
          </a:prstGeom>
          <a:noFill/>
          <a:ln w="12700">
            <a:solidFill>
              <a:srgbClr val="A5D6A7"/>
            </a:solidFill>
            <a:prstDash val="dash"/>
          </a:ln>
        </p:spPr>
      </p:sp>
      <p:sp>
        <p:nvSpPr>
          <p:cNvPr id="863" name="Shape 857"/>
          <p:cNvSpPr/>
          <p:nvPr/>
        </p:nvSpPr>
        <p:spPr>
          <a:xfrm flipH="1" flipV="1">
            <a:off x="11074400" y="4318000"/>
            <a:ext cx="101600" cy="1016000"/>
          </a:xfrm>
          <a:prstGeom prst="line">
            <a:avLst/>
          </a:prstGeom>
          <a:noFill/>
          <a:ln w="12700">
            <a:solidFill>
              <a:srgbClr val="A5D6A7"/>
            </a:solidFill>
            <a:prstDash val="dash"/>
          </a:ln>
        </p:spPr>
      </p:sp>
      <p:sp>
        <p:nvSpPr>
          <p:cNvPr id="864" name="Shape 858"/>
          <p:cNvSpPr/>
          <p:nvPr/>
        </p:nvSpPr>
        <p:spPr>
          <a:xfrm flipV="1">
            <a:off x="8140700" y="5168900"/>
            <a:ext cx="0" cy="292100"/>
          </a:xfrm>
          <a:prstGeom prst="line">
            <a:avLst/>
          </a:prstGeom>
          <a:noFill/>
          <a:ln w="12700">
            <a:solidFill>
              <a:srgbClr val="A5D6A7"/>
            </a:solidFill>
            <a:prstDash val="dash"/>
            <a:tailEnd type="triangle"/>
          </a:ln>
        </p:spPr>
      </p:sp>
      <p:sp>
        <p:nvSpPr>
          <p:cNvPr id="865" name="Shape 859"/>
          <p:cNvSpPr/>
          <p:nvPr/>
        </p:nvSpPr>
        <p:spPr>
          <a:xfrm flipV="1">
            <a:off x="9055100" y="4826000"/>
            <a:ext cx="0" cy="254000"/>
          </a:xfrm>
          <a:prstGeom prst="line">
            <a:avLst/>
          </a:prstGeom>
          <a:noFill/>
          <a:ln w="12700">
            <a:solidFill>
              <a:srgbClr val="A5D6A7"/>
            </a:solidFill>
            <a:prstDash val="dash"/>
            <a:tailEnd type="triangle"/>
          </a:ln>
        </p:spPr>
      </p:sp>
      <p:sp>
        <p:nvSpPr>
          <p:cNvPr id="866" name="Shape 860"/>
          <p:cNvSpPr/>
          <p:nvPr/>
        </p:nvSpPr>
        <p:spPr>
          <a:xfrm flipV="1">
            <a:off x="10007600" y="4470400"/>
            <a:ext cx="0" cy="228600"/>
          </a:xfrm>
          <a:prstGeom prst="line">
            <a:avLst/>
          </a:prstGeom>
          <a:noFill/>
          <a:ln w="12700">
            <a:solidFill>
              <a:srgbClr val="A5D6A7"/>
            </a:solidFill>
            <a:prstDash val="dash"/>
            <a:tailEnd type="triangle"/>
          </a:ln>
        </p:spPr>
      </p:sp>
      <p:sp>
        <p:nvSpPr>
          <p:cNvPr id="867" name="Shape 861"/>
          <p:cNvSpPr/>
          <p:nvPr/>
        </p:nvSpPr>
        <p:spPr>
          <a:xfrm flipV="1">
            <a:off x="10922000" y="4127500"/>
            <a:ext cx="0" cy="190500"/>
          </a:xfrm>
          <a:prstGeom prst="line">
            <a:avLst/>
          </a:prstGeom>
          <a:noFill/>
          <a:ln w="12700">
            <a:solidFill>
              <a:srgbClr val="A5D6A7"/>
            </a:solidFill>
            <a:prstDash val="dash"/>
            <a:tailEnd type="triangle"/>
          </a:ln>
        </p:spPr>
      </p:sp>
      <p:sp>
        <p:nvSpPr>
          <p:cNvPr id="868" name="Shape 862"/>
          <p:cNvSpPr/>
          <p:nvPr/>
        </p:nvSpPr>
        <p:spPr>
          <a:xfrm>
            <a:off x="3797300" y="6223000"/>
            <a:ext cx="139700" cy="304800"/>
          </a:xfrm>
          <a:prstGeom prst="upArrow">
            <a:avLst/>
          </a:prstGeom>
          <a:solidFill>
            <a:srgbClr val="C00000"/>
          </a:solidFill>
          <a:ln/>
        </p:spPr>
      </p:sp>
      <p:sp>
        <p:nvSpPr>
          <p:cNvPr id="869" name="Text 863"/>
          <p:cNvSpPr/>
          <p:nvPr/>
        </p:nvSpPr>
        <p:spPr>
          <a:xfrm>
            <a:off x="3714750" y="6540500"/>
            <a:ext cx="3048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70" name="Shape 864"/>
          <p:cNvSpPr/>
          <p:nvPr/>
        </p:nvSpPr>
        <p:spPr>
          <a:xfrm>
            <a:off x="4953000" y="6223000"/>
            <a:ext cx="101600" cy="3048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871" name="Text 865"/>
          <p:cNvSpPr/>
          <p:nvPr/>
        </p:nvSpPr>
        <p:spPr>
          <a:xfrm>
            <a:off x="4851400" y="6540500"/>
            <a:ext cx="3048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872" name="Shape 866"/>
          <p:cNvSpPr/>
          <p:nvPr/>
        </p:nvSpPr>
        <p:spPr>
          <a:xfrm>
            <a:off x="6121400" y="6223000"/>
            <a:ext cx="101600" cy="3048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873" name="Text 867"/>
          <p:cNvSpPr/>
          <p:nvPr/>
        </p:nvSpPr>
        <p:spPr>
          <a:xfrm>
            <a:off x="6019800" y="6540500"/>
            <a:ext cx="3048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874" name="Shape 868"/>
          <p:cNvSpPr/>
          <p:nvPr/>
        </p:nvSpPr>
        <p:spPr>
          <a:xfrm>
            <a:off x="7486650" y="6223000"/>
            <a:ext cx="101600" cy="3048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875" name="Text 869"/>
          <p:cNvSpPr/>
          <p:nvPr/>
        </p:nvSpPr>
        <p:spPr>
          <a:xfrm>
            <a:off x="7385050" y="6540500"/>
            <a:ext cx="3048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876" name="Shape 870"/>
          <p:cNvSpPr/>
          <p:nvPr/>
        </p:nvSpPr>
        <p:spPr>
          <a:xfrm rot="-1308000">
            <a:off x="8794750" y="5899150"/>
            <a:ext cx="2489200" cy="2540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877" name="Text 871"/>
          <p:cNvSpPr/>
          <p:nvPr/>
        </p:nvSpPr>
        <p:spPr>
          <a:xfrm rot="-1308000">
            <a:off x="8794750" y="5899150"/>
            <a:ext cx="2489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80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 Run In Parallel ***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095500" y="2368550"/>
            <a:ext cx="762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  Attention</a:t>
            </a:r>
            <a:endParaRPr lang="en-US" sz="4900" dirty="0"/>
          </a:p>
        </p:txBody>
      </p:sp>
      <p:sp>
        <p:nvSpPr>
          <p:cNvPr id="6" name="Text 4"/>
          <p:cNvSpPr/>
          <p:nvPr/>
        </p:nvSpPr>
        <p:spPr>
          <a:xfrm>
            <a:off x="2095500" y="4229100"/>
            <a:ext cx="711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50" b="1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 Architecture</a:t>
            </a:r>
            <a:endParaRPr lang="en-US" sz="3550" dirty="0"/>
          </a:p>
        </p:txBody>
      </p:sp>
      <p:sp>
        <p:nvSpPr>
          <p:cNvPr id="7" name="Text 5"/>
          <p:cNvSpPr/>
          <p:nvPr/>
        </p:nvSpPr>
        <p:spPr>
          <a:xfrm>
            <a:off x="2095500" y="5245100"/>
            <a:ext cx="711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50" b="1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Narrow Architecture</a:t>
            </a:r>
            <a:endParaRPr lang="en-US" sz="35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546100"/>
            <a:ext cx="944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– Decoder Transformer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31800" y="2667000"/>
            <a:ext cx="21336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b="1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Scaled Dot-Product</a:t>
            </a:r>
            <a:endParaRPr lang="en-US" sz="13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350" b="1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36600" y="3403600"/>
            <a:ext cx="1676400" cy="2794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64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11400" y="3416300"/>
            <a:ext cx="101600" cy="101600"/>
          </a:xfrm>
          <a:prstGeom prst="rect">
            <a:avLst/>
          </a:prstGeom>
          <a:solidFill>
            <a:srgbClr val="006400"/>
          </a:solidFill>
          <a:ln/>
        </p:spPr>
      </p:sp>
      <p:sp>
        <p:nvSpPr>
          <p:cNvPr id="9" name="Shape 7"/>
          <p:cNvSpPr/>
          <p:nvPr/>
        </p:nvSpPr>
        <p:spPr>
          <a:xfrm>
            <a:off x="2311400" y="6096000"/>
            <a:ext cx="101600" cy="101600"/>
          </a:xfrm>
          <a:prstGeom prst="rect">
            <a:avLst/>
          </a:prstGeom>
          <a:solidFill>
            <a:srgbClr val="006400"/>
          </a:solidFill>
          <a:ln/>
        </p:spPr>
      </p:sp>
      <p:sp>
        <p:nvSpPr>
          <p:cNvPr id="10" name="Shape 8"/>
          <p:cNvSpPr/>
          <p:nvPr/>
        </p:nvSpPr>
        <p:spPr>
          <a:xfrm>
            <a:off x="1333500" y="3759200"/>
            <a:ext cx="863600" cy="203200"/>
          </a:xfrm>
          <a:prstGeom prst="rect">
            <a:avLst/>
          </a:prstGeom>
          <a:solidFill>
            <a:srgbClr val="C5CAE9"/>
          </a:solidFill>
          <a:ln w="9525">
            <a:solidFill>
              <a:srgbClr val="44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33500" y="3759200"/>
            <a:ext cx="863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MatMul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990600" y="4165600"/>
            <a:ext cx="838200" cy="254000"/>
          </a:xfrm>
          <a:prstGeom prst="rect">
            <a:avLst/>
          </a:prstGeom>
          <a:solidFill>
            <a:srgbClr val="C8E6C9"/>
          </a:solidFill>
          <a:ln w="9525">
            <a:solidFill>
              <a:srgbClr val="44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0600" y="4165600"/>
            <a:ext cx="838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914400" y="4572000"/>
            <a:ext cx="965200" cy="254000"/>
          </a:xfrm>
          <a:prstGeom prst="rect">
            <a:avLst/>
          </a:prstGeom>
          <a:solidFill>
            <a:srgbClr val="F8BBD0"/>
          </a:solidFill>
          <a:ln w="9525">
            <a:solidFill>
              <a:srgbClr val="44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572000"/>
            <a:ext cx="965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 (opt.)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1066800" y="4991100"/>
            <a:ext cx="660400" cy="254000"/>
          </a:xfrm>
          <a:prstGeom prst="rect">
            <a:avLst/>
          </a:prstGeom>
          <a:solidFill>
            <a:srgbClr val="FFF9C4"/>
          </a:solidFill>
          <a:ln w="9525">
            <a:solidFill>
              <a:srgbClr val="44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6800" y="4991100"/>
            <a:ext cx="660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990600" y="5435600"/>
            <a:ext cx="838200" cy="228600"/>
          </a:xfrm>
          <a:prstGeom prst="rect">
            <a:avLst/>
          </a:prstGeom>
          <a:solidFill>
            <a:srgbClr val="C5CAE9"/>
          </a:solidFill>
          <a:ln w="9525">
            <a:solidFill>
              <a:srgbClr val="44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0600" y="5435600"/>
            <a:ext cx="83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MatMul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1041400" y="5880100"/>
            <a:ext cx="241300" cy="241300"/>
          </a:xfrm>
          <a:prstGeom prst="ellipse">
            <a:avLst/>
          </a:prstGeom>
          <a:solidFill>
            <a:srgbClr val="CC2222"/>
          </a:solidFill>
          <a:ln w="9525">
            <a:solidFill>
              <a:srgbClr val="CC22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41400" y="5880100"/>
            <a:ext cx="2413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511300" y="5880100"/>
            <a:ext cx="254000" cy="254000"/>
          </a:xfrm>
          <a:prstGeom prst="ellipse">
            <a:avLst/>
          </a:prstGeom>
          <a:solidFill>
            <a:srgbClr val="2222AA"/>
          </a:solidFill>
          <a:ln w="9525">
            <a:solidFill>
              <a:srgbClr val="2222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11300" y="5880100"/>
            <a:ext cx="25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987550" y="5880100"/>
            <a:ext cx="254000" cy="254000"/>
          </a:xfrm>
          <a:prstGeom prst="ellipse">
            <a:avLst/>
          </a:prstGeom>
          <a:solidFill>
            <a:srgbClr val="2222AA"/>
          </a:solidFill>
          <a:ln w="9525">
            <a:solidFill>
              <a:srgbClr val="2222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87550" y="5880100"/>
            <a:ext cx="25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 flipV="1">
            <a:off x="1162050" y="5689600"/>
            <a:ext cx="0" cy="1778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 flipH="1" flipV="1">
            <a:off x="1549400" y="5689600"/>
            <a:ext cx="88900" cy="1778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 flipV="1">
            <a:off x="1409700" y="5270500"/>
            <a:ext cx="0" cy="1524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 flipV="1">
            <a:off x="1397000" y="4851400"/>
            <a:ext cx="0" cy="127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 flipV="1">
            <a:off x="1397000" y="4445000"/>
            <a:ext cx="0" cy="1143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 flipV="1">
            <a:off x="1409700" y="3987800"/>
            <a:ext cx="139700" cy="1651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 flipV="1">
            <a:off x="2114550" y="3987800"/>
            <a:ext cx="0" cy="18796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 flipV="1">
            <a:off x="1765300" y="3429000"/>
            <a:ext cx="0" cy="3175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7327900" y="1346200"/>
            <a:ext cx="2006600" cy="5295900"/>
          </a:xfrm>
          <a:prstGeom prst="rect">
            <a:avLst/>
          </a:prstGeom>
          <a:solidFill>
            <a:srgbClr val="FDEDDD"/>
          </a:solidFill>
          <a:ln/>
        </p:spPr>
      </p:sp>
      <p:sp>
        <p:nvSpPr>
          <p:cNvPr id="35" name="Shape 33"/>
          <p:cNvSpPr/>
          <p:nvPr/>
        </p:nvSpPr>
        <p:spPr>
          <a:xfrm>
            <a:off x="9347200" y="1346200"/>
            <a:ext cx="2006600" cy="5295900"/>
          </a:xfrm>
          <a:prstGeom prst="rect">
            <a:avLst/>
          </a:prstGeom>
          <a:solidFill>
            <a:srgbClr val="CFFFE2"/>
          </a:solidFill>
          <a:ln/>
        </p:spPr>
      </p:sp>
      <p:sp>
        <p:nvSpPr>
          <p:cNvPr id="36" name="Shape 34"/>
          <p:cNvSpPr/>
          <p:nvPr/>
        </p:nvSpPr>
        <p:spPr>
          <a:xfrm>
            <a:off x="7302500" y="1320800"/>
            <a:ext cx="4064000" cy="5346700"/>
          </a:xfrm>
          <a:prstGeom prst="rect">
            <a:avLst/>
          </a:prstGeom>
          <a:ln w="25400">
            <a:solidFill>
              <a:srgbClr val="00A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610600" y="3200400"/>
            <a:ext cx="850900" cy="889000"/>
          </a:xfrm>
          <a:prstGeom prst="rect">
            <a:avLst/>
          </a:prstGeom>
          <a:solidFill>
            <a:srgbClr val="FFFF00">
              <a:alpha val="45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7404100" y="1397000"/>
            <a:ext cx="914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550400" y="1600200"/>
            <a:ext cx="939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 flipV="1">
            <a:off x="9474200" y="1485900"/>
            <a:ext cx="0" cy="292100"/>
          </a:xfrm>
          <a:prstGeom prst="line">
            <a:avLst/>
          </a:prstGeom>
          <a:noFill/>
          <a:ln w="38100">
            <a:solidFill>
              <a:srgbClr val="CC0000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 flipV="1">
            <a:off x="8001000" y="3429000"/>
            <a:ext cx="0" cy="1549400"/>
          </a:xfrm>
          <a:prstGeom prst="line">
            <a:avLst/>
          </a:prstGeom>
          <a:noFill/>
          <a:ln w="15875">
            <a:solidFill>
              <a:srgbClr val="98A86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001000" y="4978400"/>
            <a:ext cx="317500" cy="0"/>
          </a:xfrm>
          <a:prstGeom prst="line">
            <a:avLst/>
          </a:prstGeom>
          <a:noFill/>
          <a:ln w="15875">
            <a:solidFill>
              <a:srgbClr val="98A86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001000" y="3429000"/>
            <a:ext cx="317500" cy="0"/>
          </a:xfrm>
          <a:prstGeom prst="line">
            <a:avLst/>
          </a:prstGeom>
          <a:noFill/>
          <a:ln w="15875">
            <a:solidFill>
              <a:srgbClr val="98A86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32800" y="6299200"/>
            <a:ext cx="6096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 flipV="1">
            <a:off x="8382000" y="6172200"/>
            <a:ext cx="0" cy="317500"/>
          </a:xfrm>
          <a:prstGeom prst="line">
            <a:avLst/>
          </a:prstGeom>
          <a:noFill/>
          <a:ln w="38100">
            <a:solidFill>
              <a:srgbClr val="CC0000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8280400" y="5651500"/>
            <a:ext cx="914400" cy="482600"/>
          </a:xfrm>
          <a:prstGeom prst="rect">
            <a:avLst/>
          </a:prstGeom>
          <a:solidFill>
            <a:srgbClr val="A97C52"/>
          </a:solidFill>
          <a:ln/>
        </p:spPr>
      </p:sp>
      <p:sp>
        <p:nvSpPr>
          <p:cNvPr id="47" name="Text 45"/>
          <p:cNvSpPr/>
          <p:nvPr/>
        </p:nvSpPr>
        <p:spPr>
          <a:xfrm>
            <a:off x="8280400" y="5651500"/>
            <a:ext cx="9144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Embedding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8280400" y="5295900"/>
            <a:ext cx="914400" cy="355600"/>
          </a:xfrm>
          <a:prstGeom prst="rect">
            <a:avLst/>
          </a:prstGeom>
          <a:solidFill>
            <a:srgbClr val="7E5226"/>
          </a:solidFill>
          <a:ln/>
        </p:spPr>
      </p:sp>
      <p:sp>
        <p:nvSpPr>
          <p:cNvPr id="49" name="Shape 47"/>
          <p:cNvSpPr/>
          <p:nvPr/>
        </p:nvSpPr>
        <p:spPr>
          <a:xfrm>
            <a:off x="8572500" y="5359400"/>
            <a:ext cx="228600" cy="228600"/>
          </a:xfrm>
          <a:prstGeom prst="ellipse">
            <a:avLst/>
          </a:prstGeom>
          <a:ln w="15875">
            <a:solidFill>
              <a:srgbClr val="0000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615934" y="5473700"/>
            <a:ext cx="141732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686800" y="5402834"/>
            <a:ext cx="0" cy="141732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331200" y="5384800"/>
            <a:ext cx="177800" cy="177800"/>
          </a:xfrm>
          <a:prstGeom prst="ellipse">
            <a:avLst/>
          </a:prstGeom>
          <a:ln w="12700">
            <a:solidFill>
              <a:srgbClr val="0000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V="1">
            <a:off x="8322310" y="5473700"/>
            <a:ext cx="48895" cy="53785"/>
          </a:xfrm>
          <a:prstGeom prst="line">
            <a:avLst/>
          </a:prstGeom>
          <a:noFill/>
          <a:ln w="11430">
            <a:solidFill>
              <a:srgbClr val="0000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371205" y="5419916"/>
            <a:ext cx="48895" cy="53785"/>
          </a:xfrm>
          <a:prstGeom prst="line">
            <a:avLst/>
          </a:prstGeom>
          <a:noFill/>
          <a:ln w="11430">
            <a:solidFill>
              <a:srgbClr val="0000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543800" y="5207000"/>
            <a:ext cx="7366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800"/>
              </a:lnSpc>
              <a:buNone/>
            </a:pPr>
            <a:r>
              <a:rPr lang="en-US" sz="6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Positional</a:t>
            </a:r>
            <a:endParaRPr lang="en-US" sz="650" dirty="0"/>
          </a:p>
          <a:p>
            <a:pPr algn="r" indent="0" marL="0">
              <a:lnSpc>
                <a:spcPts val="800"/>
              </a:lnSpc>
              <a:buNone/>
            </a:pPr>
            <a:r>
              <a:rPr lang="en-US" sz="6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8312150" y="5010150"/>
            <a:ext cx="190500" cy="190500"/>
          </a:xfrm>
          <a:prstGeom prst="ellipse">
            <a:avLst/>
          </a:prstGeom>
          <a:solidFill>
            <a:srgbClr val="358A22"/>
          </a:solidFill>
          <a:ln w="9525">
            <a:solidFill>
              <a:srgbClr val="358A2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312150" y="501015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600" dirty="0"/>
          </a:p>
        </p:txBody>
      </p:sp>
      <p:sp>
        <p:nvSpPr>
          <p:cNvPr id="58" name="Shape 56"/>
          <p:cNvSpPr/>
          <p:nvPr/>
        </p:nvSpPr>
        <p:spPr>
          <a:xfrm>
            <a:off x="8731250" y="4997450"/>
            <a:ext cx="190500" cy="190500"/>
          </a:xfrm>
          <a:prstGeom prst="ellipse">
            <a:avLst/>
          </a:prstGeom>
          <a:solidFill>
            <a:srgbClr val="2222AA"/>
          </a:solidFill>
          <a:ln w="9525">
            <a:solidFill>
              <a:srgbClr val="2222A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731250" y="499745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600" dirty="0"/>
          </a:p>
        </p:txBody>
      </p:sp>
      <p:sp>
        <p:nvSpPr>
          <p:cNvPr id="60" name="Shape 58"/>
          <p:cNvSpPr/>
          <p:nvPr/>
        </p:nvSpPr>
        <p:spPr>
          <a:xfrm>
            <a:off x="8997950" y="5022850"/>
            <a:ext cx="190500" cy="190500"/>
          </a:xfrm>
          <a:prstGeom prst="ellipse">
            <a:avLst/>
          </a:prstGeom>
          <a:solidFill>
            <a:srgbClr val="CC2222"/>
          </a:solidFill>
          <a:ln w="9525">
            <a:solidFill>
              <a:srgbClr val="CC222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997950" y="502285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600" dirty="0"/>
          </a:p>
        </p:txBody>
      </p:sp>
      <p:sp>
        <p:nvSpPr>
          <p:cNvPr id="62" name="Shape 60"/>
          <p:cNvSpPr/>
          <p:nvPr/>
        </p:nvSpPr>
        <p:spPr>
          <a:xfrm>
            <a:off x="8077200" y="3390900"/>
            <a:ext cx="1092200" cy="1778000"/>
          </a:xfrm>
          <a:prstGeom prst="roundRect">
            <a:avLst>
              <a:gd name="adj" fmla="val 5023"/>
            </a:avLst>
          </a:prstGeom>
          <a:ln w="22225">
            <a:solidFill>
              <a:srgbClr val="6B5E1E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229600" y="4495800"/>
            <a:ext cx="952500" cy="469900"/>
          </a:xfrm>
          <a:prstGeom prst="rect">
            <a:avLst/>
          </a:prstGeom>
          <a:solidFill>
            <a:srgbClr val="CE805A"/>
          </a:solidFill>
          <a:ln w="19050">
            <a:solidFill>
              <a:srgbClr val="CC000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229600" y="4495800"/>
            <a:ext cx="9525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50"/>
              </a:lnSpc>
              <a:buNone/>
            </a:pPr>
            <a:r>
              <a:rPr lang="en-US" sz="650" dirty="0">
                <a:solidFill>
                  <a:srgbClr val="3A20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650" dirty="0"/>
          </a:p>
          <a:p>
            <a:pPr algn="ctr" indent="0" marL="0">
              <a:lnSpc>
                <a:spcPts val="750"/>
              </a:lnSpc>
              <a:buNone/>
            </a:pPr>
            <a:r>
              <a:rPr lang="en-US" sz="650" dirty="0">
                <a:solidFill>
                  <a:srgbClr val="3A20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650" dirty="0"/>
          </a:p>
        </p:txBody>
      </p:sp>
      <p:sp>
        <p:nvSpPr>
          <p:cNvPr id="65" name="Shape 63"/>
          <p:cNvSpPr/>
          <p:nvPr/>
        </p:nvSpPr>
        <p:spPr>
          <a:xfrm>
            <a:off x="8318500" y="4356100"/>
            <a:ext cx="800100" cy="127000"/>
          </a:xfrm>
          <a:prstGeom prst="rect">
            <a:avLst/>
          </a:prstGeom>
          <a:solidFill>
            <a:srgbClr val="6497B5"/>
          </a:solidFill>
          <a:ln/>
        </p:spPr>
      </p:sp>
      <p:sp>
        <p:nvSpPr>
          <p:cNvPr id="66" name="Text 64"/>
          <p:cNvSpPr/>
          <p:nvPr/>
        </p:nvSpPr>
        <p:spPr>
          <a:xfrm>
            <a:off x="8318500" y="4356100"/>
            <a:ext cx="8001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10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550" dirty="0"/>
          </a:p>
        </p:txBody>
      </p:sp>
      <p:sp>
        <p:nvSpPr>
          <p:cNvPr id="67" name="Shape 65"/>
          <p:cNvSpPr/>
          <p:nvPr/>
        </p:nvSpPr>
        <p:spPr>
          <a:xfrm>
            <a:off x="8305800" y="3657600"/>
            <a:ext cx="838200" cy="673100"/>
          </a:xfrm>
          <a:prstGeom prst="rect">
            <a:avLst/>
          </a:prstGeom>
          <a:solidFill>
            <a:srgbClr val="6B5C46"/>
          </a:solidFill>
          <a:ln/>
        </p:spPr>
      </p:sp>
      <p:sp>
        <p:nvSpPr>
          <p:cNvPr id="68" name="Text 66"/>
          <p:cNvSpPr/>
          <p:nvPr/>
        </p:nvSpPr>
        <p:spPr>
          <a:xfrm>
            <a:off x="8305800" y="3657600"/>
            <a:ext cx="838200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50" dirty="0">
                <a:solidFill>
                  <a:srgbClr val="2E2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</a:t>
            </a:r>
            <a:endParaRPr lang="en-US" sz="650" dirty="0"/>
          </a:p>
          <a:p>
            <a:pPr algn="ctr" indent="0" marL="0">
              <a:lnSpc>
                <a:spcPts val="800"/>
              </a:lnSpc>
              <a:buNone/>
            </a:pPr>
            <a:r>
              <a:rPr lang="en-US" sz="650" dirty="0">
                <a:solidFill>
                  <a:srgbClr val="2E2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</a:t>
            </a:r>
            <a:endParaRPr lang="en-US" sz="650" dirty="0"/>
          </a:p>
        </p:txBody>
      </p:sp>
      <p:sp>
        <p:nvSpPr>
          <p:cNvPr id="69" name="Shape 67"/>
          <p:cNvSpPr/>
          <p:nvPr/>
        </p:nvSpPr>
        <p:spPr>
          <a:xfrm>
            <a:off x="8318500" y="3505200"/>
            <a:ext cx="800100" cy="127000"/>
          </a:xfrm>
          <a:prstGeom prst="rect">
            <a:avLst/>
          </a:prstGeom>
          <a:solidFill>
            <a:srgbClr val="6497B5"/>
          </a:solidFill>
          <a:ln/>
        </p:spPr>
      </p:sp>
      <p:sp>
        <p:nvSpPr>
          <p:cNvPr id="70" name="Text 68"/>
          <p:cNvSpPr/>
          <p:nvPr/>
        </p:nvSpPr>
        <p:spPr>
          <a:xfrm>
            <a:off x="8318500" y="3505200"/>
            <a:ext cx="8001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10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550" dirty="0"/>
          </a:p>
        </p:txBody>
      </p:sp>
      <p:sp>
        <p:nvSpPr>
          <p:cNvPr id="71" name="Text 69"/>
          <p:cNvSpPr/>
          <p:nvPr/>
        </p:nvSpPr>
        <p:spPr>
          <a:xfrm>
            <a:off x="7620000" y="3784600"/>
            <a:ext cx="38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N×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 flipV="1">
            <a:off x="8724900" y="5207000"/>
            <a:ext cx="0" cy="635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73" name="Shape 71"/>
          <p:cNvSpPr/>
          <p:nvPr/>
        </p:nvSpPr>
        <p:spPr>
          <a:xfrm flipV="1">
            <a:off x="8724900" y="4978400"/>
            <a:ext cx="0" cy="254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74" name="Shape 72"/>
          <p:cNvSpPr/>
          <p:nvPr/>
        </p:nvSpPr>
        <p:spPr>
          <a:xfrm flipV="1">
            <a:off x="8724900" y="4343400"/>
            <a:ext cx="0" cy="127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flipV="1">
            <a:off x="8724900" y="3644900"/>
            <a:ext cx="0" cy="127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flipV="1">
            <a:off x="8724900" y="3048000"/>
            <a:ext cx="0" cy="3302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77" name="Shape 75"/>
          <p:cNvSpPr/>
          <p:nvPr/>
        </p:nvSpPr>
        <p:spPr>
          <a:xfrm flipV="1">
            <a:off x="10617200" y="2667000"/>
            <a:ext cx="0" cy="2514600"/>
          </a:xfrm>
          <a:prstGeom prst="line">
            <a:avLst/>
          </a:prstGeom>
          <a:noFill/>
          <a:ln w="15875">
            <a:solidFill>
              <a:srgbClr val="7CBF2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 flipH="1">
            <a:off x="10160000" y="5181600"/>
            <a:ext cx="457200" cy="0"/>
          </a:xfrm>
          <a:prstGeom prst="line">
            <a:avLst/>
          </a:prstGeom>
          <a:noFill/>
          <a:ln w="15875">
            <a:solidFill>
              <a:srgbClr val="7CBF2A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 flipH="1">
            <a:off x="10160000" y="2667000"/>
            <a:ext cx="457200" cy="0"/>
          </a:xfrm>
          <a:prstGeom prst="line">
            <a:avLst/>
          </a:prstGeom>
          <a:noFill/>
          <a:ln w="15875">
            <a:solidFill>
              <a:srgbClr val="7CBF2A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423400" y="4140200"/>
            <a:ext cx="1244600" cy="1066800"/>
          </a:xfrm>
          <a:prstGeom prst="roundRect">
            <a:avLst>
              <a:gd name="adj" fmla="val 5143"/>
            </a:avLst>
          </a:prstGeom>
          <a:ln w="12700">
            <a:solidFill>
              <a:srgbClr val="8A9A3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652000" y="6172200"/>
            <a:ext cx="685800" cy="317500"/>
          </a:xfrm>
          <a:prstGeom prst="rect">
            <a:avLst/>
          </a:prstGeom>
          <a:solidFill>
            <a:srgbClr val="FFFF00">
              <a:alpha val="55000"/>
            </a:srgbClr>
          </a:solidFill>
          <a:ln/>
        </p:spPr>
      </p:sp>
      <p:sp>
        <p:nvSpPr>
          <p:cNvPr id="82" name="Text 80"/>
          <p:cNvSpPr/>
          <p:nvPr/>
        </p:nvSpPr>
        <p:spPr>
          <a:xfrm>
            <a:off x="9525000" y="6172200"/>
            <a:ext cx="1016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5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</a:t>
            </a:r>
            <a:endParaRPr lang="en-US" sz="600" dirty="0"/>
          </a:p>
          <a:p>
            <a:pPr algn="ctr" indent="0" marL="0">
              <a:lnSpc>
                <a:spcPts val="75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(shifted right)</a:t>
            </a:r>
            <a:endParaRPr lang="en-US" sz="600" dirty="0"/>
          </a:p>
        </p:txBody>
      </p:sp>
      <p:sp>
        <p:nvSpPr>
          <p:cNvPr id="83" name="Shape 81"/>
          <p:cNvSpPr/>
          <p:nvPr/>
        </p:nvSpPr>
        <p:spPr>
          <a:xfrm>
            <a:off x="9537700" y="5638800"/>
            <a:ext cx="901700" cy="482600"/>
          </a:xfrm>
          <a:prstGeom prst="rect">
            <a:avLst/>
          </a:prstGeom>
          <a:solidFill>
            <a:srgbClr val="9A4F4C"/>
          </a:solidFill>
          <a:ln/>
        </p:spPr>
      </p:sp>
      <p:sp>
        <p:nvSpPr>
          <p:cNvPr id="84" name="Text 82"/>
          <p:cNvSpPr/>
          <p:nvPr/>
        </p:nvSpPr>
        <p:spPr>
          <a:xfrm>
            <a:off x="9537700" y="5638800"/>
            <a:ext cx="9017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650" dirty="0"/>
          </a:p>
          <a:p>
            <a:pPr algn="ctr" indent="0" marL="0">
              <a:lnSpc>
                <a:spcPts val="7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650" dirty="0"/>
          </a:p>
        </p:txBody>
      </p:sp>
      <p:sp>
        <p:nvSpPr>
          <p:cNvPr id="85" name="Shape 83"/>
          <p:cNvSpPr/>
          <p:nvPr/>
        </p:nvSpPr>
        <p:spPr>
          <a:xfrm>
            <a:off x="9550400" y="5283200"/>
            <a:ext cx="889000" cy="330200"/>
          </a:xfrm>
          <a:prstGeom prst="rect">
            <a:avLst/>
          </a:prstGeom>
          <a:solidFill>
            <a:srgbClr val="9A5F58"/>
          </a:solidFill>
          <a:ln/>
        </p:spPr>
      </p:sp>
      <p:sp>
        <p:nvSpPr>
          <p:cNvPr id="86" name="Shape 84"/>
          <p:cNvSpPr/>
          <p:nvPr/>
        </p:nvSpPr>
        <p:spPr>
          <a:xfrm>
            <a:off x="9880600" y="5334000"/>
            <a:ext cx="228600" cy="228600"/>
          </a:xfrm>
          <a:prstGeom prst="ellipse">
            <a:avLst/>
          </a:prstGeom>
          <a:ln w="15875">
            <a:solidFill>
              <a:srgbClr val="00000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924034" y="5448300"/>
            <a:ext cx="141732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994900" y="5377434"/>
            <a:ext cx="0" cy="141732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0172700" y="5359400"/>
            <a:ext cx="177800" cy="177800"/>
          </a:xfrm>
          <a:prstGeom prst="ellipse">
            <a:avLst/>
          </a:prstGeom>
          <a:ln w="12700">
            <a:solidFill>
              <a:srgbClr val="00000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 flipV="1">
            <a:off x="10163810" y="5448300"/>
            <a:ext cx="48895" cy="53785"/>
          </a:xfrm>
          <a:prstGeom prst="line">
            <a:avLst/>
          </a:prstGeom>
          <a:noFill/>
          <a:ln w="11430">
            <a:solidFill>
              <a:srgbClr val="00000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0212705" y="5394516"/>
            <a:ext cx="48895" cy="53785"/>
          </a:xfrm>
          <a:prstGeom prst="line">
            <a:avLst/>
          </a:prstGeom>
          <a:noFill/>
          <a:ln w="11430">
            <a:solidFill>
              <a:srgbClr val="00000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0464800" y="5156200"/>
            <a:ext cx="86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Positional</a:t>
            </a:r>
            <a:endParaRPr lang="en-US" sz="650" dirty="0"/>
          </a:p>
          <a:p>
            <a:pPr algn="l" indent="0" marL="0">
              <a:lnSpc>
                <a:spcPts val="800"/>
              </a:lnSpc>
              <a:buNone/>
            </a:pPr>
            <a:r>
              <a:rPr lang="en-US" sz="6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</a:t>
            </a:r>
            <a:endParaRPr lang="en-US" sz="650" dirty="0"/>
          </a:p>
        </p:txBody>
      </p:sp>
      <p:sp>
        <p:nvSpPr>
          <p:cNvPr id="93" name="Shape 91"/>
          <p:cNvSpPr/>
          <p:nvPr/>
        </p:nvSpPr>
        <p:spPr>
          <a:xfrm>
            <a:off x="9455150" y="4883150"/>
            <a:ext cx="165100" cy="165100"/>
          </a:xfrm>
          <a:prstGeom prst="ellipse">
            <a:avLst/>
          </a:prstGeom>
          <a:solidFill>
            <a:srgbClr val="2222AA"/>
          </a:solidFill>
          <a:ln w="9525">
            <a:solidFill>
              <a:srgbClr val="2222AA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9455150" y="4883150"/>
            <a:ext cx="1651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550" dirty="0"/>
          </a:p>
        </p:txBody>
      </p:sp>
      <p:sp>
        <p:nvSpPr>
          <p:cNvPr id="95" name="Shape 93"/>
          <p:cNvSpPr/>
          <p:nvPr/>
        </p:nvSpPr>
        <p:spPr>
          <a:xfrm>
            <a:off x="9848850" y="4883150"/>
            <a:ext cx="165100" cy="165100"/>
          </a:xfrm>
          <a:prstGeom prst="ellipse">
            <a:avLst/>
          </a:prstGeom>
          <a:solidFill>
            <a:srgbClr val="2222AA"/>
          </a:solidFill>
          <a:ln w="9525">
            <a:solidFill>
              <a:srgbClr val="2222AA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9848850" y="4883150"/>
            <a:ext cx="1651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550" dirty="0"/>
          </a:p>
        </p:txBody>
      </p:sp>
      <p:sp>
        <p:nvSpPr>
          <p:cNvPr id="97" name="Shape 95"/>
          <p:cNvSpPr/>
          <p:nvPr/>
        </p:nvSpPr>
        <p:spPr>
          <a:xfrm>
            <a:off x="10102850" y="4883150"/>
            <a:ext cx="165100" cy="165100"/>
          </a:xfrm>
          <a:prstGeom prst="ellipse">
            <a:avLst/>
          </a:prstGeom>
          <a:solidFill>
            <a:srgbClr val="CC2222"/>
          </a:solidFill>
          <a:ln w="9525">
            <a:solidFill>
              <a:srgbClr val="CC2222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0102850" y="4883150"/>
            <a:ext cx="1651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550" dirty="0"/>
          </a:p>
        </p:txBody>
      </p:sp>
      <p:sp>
        <p:nvSpPr>
          <p:cNvPr id="99" name="Shape 97"/>
          <p:cNvSpPr/>
          <p:nvPr/>
        </p:nvSpPr>
        <p:spPr>
          <a:xfrm>
            <a:off x="9499600" y="4368800"/>
            <a:ext cx="990600" cy="787400"/>
          </a:xfrm>
          <a:prstGeom prst="rect">
            <a:avLst/>
          </a:prstGeom>
          <a:solidFill>
            <a:srgbClr val="BC74C4"/>
          </a:solidFill>
          <a:ln w="15875">
            <a:solidFill>
              <a:srgbClr val="CC000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9499600" y="4368800"/>
            <a:ext cx="9906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</a:t>
            </a:r>
            <a:endParaRPr lang="en-US" sz="600" dirty="0"/>
          </a:p>
          <a:p>
            <a:pPr algn="ctr" indent="0" marL="0">
              <a:lnSpc>
                <a:spcPts val="7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600" dirty="0"/>
          </a:p>
          <a:p>
            <a:pPr algn="ctr" indent="0" marL="0">
              <a:lnSpc>
                <a:spcPts val="7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600" dirty="0"/>
          </a:p>
        </p:txBody>
      </p:sp>
      <p:sp>
        <p:nvSpPr>
          <p:cNvPr id="101" name="Shape 99"/>
          <p:cNvSpPr/>
          <p:nvPr/>
        </p:nvSpPr>
        <p:spPr>
          <a:xfrm>
            <a:off x="9563100" y="4191000"/>
            <a:ext cx="812800" cy="152400"/>
          </a:xfrm>
          <a:prstGeom prst="rect">
            <a:avLst/>
          </a:prstGeom>
          <a:solidFill>
            <a:srgbClr val="6497B5"/>
          </a:solidFill>
          <a:ln/>
        </p:spPr>
      </p:sp>
      <p:sp>
        <p:nvSpPr>
          <p:cNvPr id="102" name="Text 100"/>
          <p:cNvSpPr/>
          <p:nvPr/>
        </p:nvSpPr>
        <p:spPr>
          <a:xfrm>
            <a:off x="9563100" y="4191000"/>
            <a:ext cx="812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10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550" dirty="0"/>
          </a:p>
        </p:txBody>
      </p:sp>
      <p:sp>
        <p:nvSpPr>
          <p:cNvPr id="103" name="Shape 101"/>
          <p:cNvSpPr/>
          <p:nvPr/>
        </p:nvSpPr>
        <p:spPr>
          <a:xfrm>
            <a:off x="9448800" y="2514600"/>
            <a:ext cx="1219200" cy="1612900"/>
          </a:xfrm>
          <a:prstGeom prst="roundRect">
            <a:avLst>
              <a:gd name="adj" fmla="val 4500"/>
            </a:avLst>
          </a:prstGeom>
          <a:ln w="22225">
            <a:solidFill>
              <a:srgbClr val="8A9A3A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9486900" y="3505200"/>
            <a:ext cx="965200" cy="444500"/>
          </a:xfrm>
          <a:prstGeom prst="rect">
            <a:avLst/>
          </a:prstGeom>
          <a:solidFill>
            <a:srgbClr val="B4855A"/>
          </a:solidFill>
          <a:ln w="19050">
            <a:solidFill>
              <a:srgbClr val="CC000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9486900" y="3505200"/>
            <a:ext cx="9652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50"/>
              </a:lnSpc>
              <a:buNone/>
            </a:pPr>
            <a:r>
              <a:rPr lang="en-US" sz="600" dirty="0">
                <a:solidFill>
                  <a:srgbClr val="3A20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600" dirty="0"/>
          </a:p>
          <a:p>
            <a:pPr algn="ctr" indent="0" marL="0">
              <a:lnSpc>
                <a:spcPts val="650"/>
              </a:lnSpc>
              <a:buNone/>
            </a:pPr>
            <a:r>
              <a:rPr lang="en-US" sz="600" dirty="0">
                <a:solidFill>
                  <a:srgbClr val="3A20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600" dirty="0"/>
          </a:p>
        </p:txBody>
      </p:sp>
      <p:sp>
        <p:nvSpPr>
          <p:cNvPr id="106" name="Shape 104"/>
          <p:cNvSpPr/>
          <p:nvPr/>
        </p:nvSpPr>
        <p:spPr>
          <a:xfrm>
            <a:off x="9563100" y="3365500"/>
            <a:ext cx="812800" cy="127000"/>
          </a:xfrm>
          <a:prstGeom prst="rect">
            <a:avLst/>
          </a:prstGeom>
          <a:solidFill>
            <a:srgbClr val="6497B5"/>
          </a:solidFill>
          <a:ln/>
        </p:spPr>
      </p:sp>
      <p:sp>
        <p:nvSpPr>
          <p:cNvPr id="107" name="Text 105"/>
          <p:cNvSpPr/>
          <p:nvPr/>
        </p:nvSpPr>
        <p:spPr>
          <a:xfrm>
            <a:off x="9563100" y="3365500"/>
            <a:ext cx="8128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10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550" dirty="0"/>
          </a:p>
        </p:txBody>
      </p:sp>
      <p:sp>
        <p:nvSpPr>
          <p:cNvPr id="108" name="Shape 106"/>
          <p:cNvSpPr/>
          <p:nvPr/>
        </p:nvSpPr>
        <p:spPr>
          <a:xfrm>
            <a:off x="9537700" y="2819400"/>
            <a:ext cx="850900" cy="381000"/>
          </a:xfrm>
          <a:prstGeom prst="rect">
            <a:avLst/>
          </a:prstGeom>
          <a:solidFill>
            <a:srgbClr val="6B5C46"/>
          </a:solidFill>
          <a:ln/>
        </p:spPr>
      </p:sp>
      <p:sp>
        <p:nvSpPr>
          <p:cNvPr id="109" name="Text 107"/>
          <p:cNvSpPr/>
          <p:nvPr/>
        </p:nvSpPr>
        <p:spPr>
          <a:xfrm>
            <a:off x="9537700" y="2819400"/>
            <a:ext cx="850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600" dirty="0">
                <a:solidFill>
                  <a:srgbClr val="2E2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</a:t>
            </a:r>
            <a:endParaRPr lang="en-US" sz="600" dirty="0"/>
          </a:p>
          <a:p>
            <a:pPr algn="ctr" indent="0" marL="0">
              <a:lnSpc>
                <a:spcPts val="700"/>
              </a:lnSpc>
              <a:buNone/>
            </a:pPr>
            <a:r>
              <a:rPr lang="en-US" sz="600" dirty="0">
                <a:solidFill>
                  <a:srgbClr val="2E2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</a:t>
            </a:r>
            <a:endParaRPr lang="en-US" sz="600" dirty="0"/>
          </a:p>
        </p:txBody>
      </p:sp>
      <p:sp>
        <p:nvSpPr>
          <p:cNvPr id="110" name="Shape 108"/>
          <p:cNvSpPr/>
          <p:nvPr/>
        </p:nvSpPr>
        <p:spPr>
          <a:xfrm>
            <a:off x="9563100" y="2641600"/>
            <a:ext cx="812800" cy="139700"/>
          </a:xfrm>
          <a:prstGeom prst="rect">
            <a:avLst/>
          </a:prstGeom>
          <a:solidFill>
            <a:srgbClr val="6497B5"/>
          </a:solidFill>
          <a:ln/>
        </p:spPr>
      </p:sp>
      <p:sp>
        <p:nvSpPr>
          <p:cNvPr id="111" name="Text 109"/>
          <p:cNvSpPr/>
          <p:nvPr/>
        </p:nvSpPr>
        <p:spPr>
          <a:xfrm>
            <a:off x="9563100" y="2641600"/>
            <a:ext cx="812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10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550" dirty="0"/>
          </a:p>
        </p:txBody>
      </p:sp>
      <p:sp>
        <p:nvSpPr>
          <p:cNvPr id="112" name="Text 110"/>
          <p:cNvSpPr/>
          <p:nvPr/>
        </p:nvSpPr>
        <p:spPr>
          <a:xfrm>
            <a:off x="10642600" y="3810000"/>
            <a:ext cx="355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N×</a:t>
            </a:r>
            <a:endParaRPr lang="en-US" sz="1000" dirty="0"/>
          </a:p>
        </p:txBody>
      </p:sp>
      <p:sp>
        <p:nvSpPr>
          <p:cNvPr id="113" name="Shape 111"/>
          <p:cNvSpPr/>
          <p:nvPr/>
        </p:nvSpPr>
        <p:spPr>
          <a:xfrm>
            <a:off x="9575800" y="2247900"/>
            <a:ext cx="787400" cy="190500"/>
          </a:xfrm>
          <a:prstGeom prst="rect">
            <a:avLst/>
          </a:prstGeom>
          <a:solidFill>
            <a:srgbClr val="AEEFC4"/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9575800" y="2247900"/>
            <a:ext cx="787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650" dirty="0"/>
          </a:p>
        </p:txBody>
      </p:sp>
      <p:sp>
        <p:nvSpPr>
          <p:cNvPr id="115" name="Shape 113"/>
          <p:cNvSpPr/>
          <p:nvPr/>
        </p:nvSpPr>
        <p:spPr>
          <a:xfrm>
            <a:off x="9575800" y="1917700"/>
            <a:ext cx="787400" cy="190500"/>
          </a:xfrm>
          <a:prstGeom prst="rect">
            <a:avLst/>
          </a:prstGeom>
          <a:solidFill>
            <a:srgbClr val="B9EBD2"/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9575800" y="1917700"/>
            <a:ext cx="787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650" dirty="0"/>
          </a:p>
        </p:txBody>
      </p:sp>
      <p:sp>
        <p:nvSpPr>
          <p:cNvPr id="117" name="Shape 115"/>
          <p:cNvSpPr/>
          <p:nvPr/>
        </p:nvSpPr>
        <p:spPr>
          <a:xfrm>
            <a:off x="9652000" y="1397000"/>
            <a:ext cx="685800" cy="241300"/>
          </a:xfrm>
          <a:prstGeom prst="rect">
            <a:avLst/>
          </a:prstGeom>
          <a:solidFill>
            <a:srgbClr val="FFFF00">
              <a:alpha val="55000"/>
            </a:srgbClr>
          </a:solidFill>
          <a:ln/>
        </p:spPr>
      </p:sp>
      <p:sp>
        <p:nvSpPr>
          <p:cNvPr id="118" name="Text 116"/>
          <p:cNvSpPr/>
          <p:nvPr/>
        </p:nvSpPr>
        <p:spPr>
          <a:xfrm>
            <a:off x="9525000" y="1346200"/>
            <a:ext cx="990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650" dirty="0"/>
          </a:p>
          <a:p>
            <a:pPr algn="ctr" indent="0" marL="0">
              <a:lnSpc>
                <a:spcPts val="8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650" dirty="0"/>
          </a:p>
        </p:txBody>
      </p:sp>
      <p:sp>
        <p:nvSpPr>
          <p:cNvPr id="119" name="Shape 117"/>
          <p:cNvSpPr/>
          <p:nvPr/>
        </p:nvSpPr>
        <p:spPr>
          <a:xfrm flipV="1">
            <a:off x="9994900" y="6134100"/>
            <a:ext cx="0" cy="127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 flipV="1">
            <a:off x="9994900" y="5080000"/>
            <a:ext cx="0" cy="1905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21" name="Shape 119"/>
          <p:cNvSpPr/>
          <p:nvPr/>
        </p:nvSpPr>
        <p:spPr>
          <a:xfrm>
            <a:off x="9994900" y="4356100"/>
            <a:ext cx="0" cy="127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 flipV="1">
            <a:off x="9994900" y="4140200"/>
            <a:ext cx="0" cy="381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23" name="Shape 121"/>
          <p:cNvSpPr/>
          <p:nvPr/>
        </p:nvSpPr>
        <p:spPr>
          <a:xfrm flipV="1">
            <a:off x="9994900" y="2451100"/>
            <a:ext cx="0" cy="508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24" name="Shape 122"/>
          <p:cNvSpPr/>
          <p:nvPr/>
        </p:nvSpPr>
        <p:spPr>
          <a:xfrm flipV="1">
            <a:off x="9994900" y="2120900"/>
            <a:ext cx="0" cy="1143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25" name="Shape 123"/>
          <p:cNvSpPr/>
          <p:nvPr/>
        </p:nvSpPr>
        <p:spPr>
          <a:xfrm flipV="1">
            <a:off x="9994900" y="1663700"/>
            <a:ext cx="0" cy="2413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26" name="Shape 124"/>
          <p:cNvSpPr/>
          <p:nvPr/>
        </p:nvSpPr>
        <p:spPr>
          <a:xfrm>
            <a:off x="10160000" y="1346200"/>
            <a:ext cx="1117600" cy="5080000"/>
          </a:xfrm>
          <a:prstGeom prst="arc">
            <a:avLst>
              <a:gd name="adj1" fmla="val 16200000"/>
              <a:gd name="adj2" fmla="val 5400000"/>
            </a:avLst>
          </a:prstGeom>
          <a:noFill/>
          <a:ln w="19050">
            <a:solidFill>
              <a:srgbClr val="8B0000"/>
            </a:solidFill>
            <a:prstDash val="dash"/>
            <a:headEnd type="triangle"/>
          </a:ln>
        </p:spPr>
      </p:sp>
      <p:sp>
        <p:nvSpPr>
          <p:cNvPr id="127" name="Shape 125"/>
          <p:cNvSpPr/>
          <p:nvPr/>
        </p:nvSpPr>
        <p:spPr>
          <a:xfrm>
            <a:off x="3632200" y="2628900"/>
            <a:ext cx="3009900" cy="4051300"/>
          </a:xfrm>
          <a:prstGeom prst="roundRect">
            <a:avLst>
              <a:gd name="adj" fmla="val 2430"/>
            </a:avLst>
          </a:prstGeom>
          <a:solidFill>
            <a:srgbClr val="DFAA75"/>
          </a:solidFill>
          <a:ln/>
        </p:spPr>
      </p:sp>
      <p:sp>
        <p:nvSpPr>
          <p:cNvPr id="128" name="Shape 126"/>
          <p:cNvSpPr/>
          <p:nvPr/>
        </p:nvSpPr>
        <p:spPr>
          <a:xfrm>
            <a:off x="3759200" y="3124200"/>
            <a:ext cx="2730500" cy="3429000"/>
          </a:xfrm>
          <a:prstGeom prst="rect">
            <a:avLst/>
          </a:prstGeom>
          <a:solidFill>
            <a:srgbClr val="E9C084"/>
          </a:solidFill>
          <a:ln w="15875">
            <a:solidFill>
              <a:srgbClr val="7C7A12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3797300" y="3162300"/>
            <a:ext cx="177800" cy="0"/>
          </a:xfrm>
          <a:prstGeom prst="line">
            <a:avLst/>
          </a:prstGeom>
          <a:noFill/>
          <a:ln w="31750">
            <a:solidFill>
              <a:srgbClr val="7C7A12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3975100" y="3162300"/>
            <a:ext cx="0" cy="0"/>
          </a:xfrm>
          <a:prstGeom prst="line">
            <a:avLst/>
          </a:prstGeom>
          <a:noFill/>
          <a:ln w="31750">
            <a:solidFill>
              <a:srgbClr val="7C7A12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3975100" y="3162300"/>
            <a:ext cx="0" cy="0"/>
          </a:xfrm>
          <a:prstGeom prst="line">
            <a:avLst/>
          </a:prstGeom>
          <a:noFill/>
          <a:ln w="31750">
            <a:solidFill>
              <a:srgbClr val="7C7A12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3975100" y="3162300"/>
            <a:ext cx="0" cy="152400"/>
          </a:xfrm>
          <a:prstGeom prst="line">
            <a:avLst/>
          </a:prstGeom>
          <a:noFill/>
          <a:ln w="31750">
            <a:solidFill>
              <a:srgbClr val="7C7A12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 flipH="1">
            <a:off x="6273800" y="3162300"/>
            <a:ext cx="177800" cy="0"/>
          </a:xfrm>
          <a:prstGeom prst="line">
            <a:avLst/>
          </a:prstGeom>
          <a:noFill/>
          <a:ln w="31750">
            <a:solidFill>
              <a:srgbClr val="7C7A12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6273800" y="3162300"/>
            <a:ext cx="0" cy="0"/>
          </a:xfrm>
          <a:prstGeom prst="line">
            <a:avLst/>
          </a:prstGeom>
          <a:noFill/>
          <a:ln w="31750">
            <a:solidFill>
              <a:srgbClr val="7C7A12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6273800" y="3162300"/>
            <a:ext cx="0" cy="0"/>
          </a:xfrm>
          <a:prstGeom prst="line">
            <a:avLst/>
          </a:prstGeom>
          <a:noFill/>
          <a:ln w="31750">
            <a:solidFill>
              <a:srgbClr val="7C7A12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6273800" y="3162300"/>
            <a:ext cx="0" cy="152400"/>
          </a:xfrm>
          <a:prstGeom prst="line">
            <a:avLst/>
          </a:prstGeom>
          <a:noFill/>
          <a:ln w="31750">
            <a:solidFill>
              <a:srgbClr val="7C7A12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3797300" y="6515100"/>
            <a:ext cx="177800" cy="0"/>
          </a:xfrm>
          <a:prstGeom prst="line">
            <a:avLst/>
          </a:prstGeom>
          <a:noFill/>
          <a:ln w="31750">
            <a:solidFill>
              <a:srgbClr val="7C7A12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3975100" y="6515100"/>
            <a:ext cx="0" cy="0"/>
          </a:xfrm>
          <a:prstGeom prst="line">
            <a:avLst/>
          </a:prstGeom>
          <a:noFill/>
          <a:ln w="31750">
            <a:solidFill>
              <a:srgbClr val="7C7A12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3975100" y="6515100"/>
            <a:ext cx="0" cy="0"/>
          </a:xfrm>
          <a:prstGeom prst="line">
            <a:avLst/>
          </a:prstGeom>
          <a:noFill/>
          <a:ln w="31750">
            <a:solidFill>
              <a:srgbClr val="7C7A12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 flipV="1">
            <a:off x="3975100" y="6362700"/>
            <a:ext cx="0" cy="152400"/>
          </a:xfrm>
          <a:prstGeom prst="line">
            <a:avLst/>
          </a:prstGeom>
          <a:noFill/>
          <a:ln w="31750">
            <a:solidFill>
              <a:srgbClr val="7C7A12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 flipH="1">
            <a:off x="6273800" y="6515100"/>
            <a:ext cx="177800" cy="0"/>
          </a:xfrm>
          <a:prstGeom prst="line">
            <a:avLst/>
          </a:prstGeom>
          <a:noFill/>
          <a:ln w="31750">
            <a:solidFill>
              <a:srgbClr val="7C7A12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6273800" y="6515100"/>
            <a:ext cx="0" cy="0"/>
          </a:xfrm>
          <a:prstGeom prst="line">
            <a:avLst/>
          </a:prstGeom>
          <a:noFill/>
          <a:ln w="31750">
            <a:solidFill>
              <a:srgbClr val="7C7A12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6273800" y="6515100"/>
            <a:ext cx="0" cy="0"/>
          </a:xfrm>
          <a:prstGeom prst="line">
            <a:avLst/>
          </a:prstGeom>
          <a:noFill/>
          <a:ln w="31750">
            <a:solidFill>
              <a:srgbClr val="7C7A12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 flipV="1">
            <a:off x="6273800" y="6362700"/>
            <a:ext cx="0" cy="152400"/>
          </a:xfrm>
          <a:prstGeom prst="line">
            <a:avLst/>
          </a:prstGeom>
          <a:noFill/>
          <a:ln w="31750">
            <a:solidFill>
              <a:srgbClr val="7C7A12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3759200" y="2616200"/>
            <a:ext cx="2730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C06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 Attention</a:t>
            </a:r>
            <a:endParaRPr lang="en-US" sz="1300" dirty="0"/>
          </a:p>
        </p:txBody>
      </p:sp>
      <p:sp>
        <p:nvSpPr>
          <p:cNvPr id="146" name="Shape 144"/>
          <p:cNvSpPr/>
          <p:nvPr/>
        </p:nvSpPr>
        <p:spPr>
          <a:xfrm>
            <a:off x="4038600" y="4178300"/>
            <a:ext cx="2197100" cy="546100"/>
          </a:xfrm>
          <a:prstGeom prst="rect">
            <a:avLst/>
          </a:prstGeom>
          <a:solidFill>
            <a:srgbClr val="BC895C"/>
          </a:solidFill>
          <a:ln w="9525">
            <a:solidFill>
              <a:srgbClr val="9A6B3E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3975100" y="4279900"/>
            <a:ext cx="2197100" cy="546100"/>
          </a:xfrm>
          <a:prstGeom prst="rect">
            <a:avLst/>
          </a:prstGeom>
          <a:solidFill>
            <a:srgbClr val="BC895C"/>
          </a:solidFill>
          <a:ln w="9525">
            <a:solidFill>
              <a:srgbClr val="9A6B3E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3911600" y="4381500"/>
            <a:ext cx="2197100" cy="546100"/>
          </a:xfrm>
          <a:prstGeom prst="rect">
            <a:avLst/>
          </a:prstGeom>
          <a:solidFill>
            <a:srgbClr val="BC895C"/>
          </a:solidFill>
          <a:ln w="9525">
            <a:solidFill>
              <a:srgbClr val="9A6B3E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3835400" y="4483100"/>
            <a:ext cx="2273300" cy="546100"/>
          </a:xfrm>
          <a:prstGeom prst="rect">
            <a:avLst/>
          </a:prstGeom>
          <a:solidFill>
            <a:srgbClr val="C8815A"/>
          </a:solidFill>
          <a:ln w="25400">
            <a:solidFill>
              <a:srgbClr val="CC0000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3835400" y="4483100"/>
            <a:ext cx="22733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6E2A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Scaled Dot-Product</a:t>
            </a:r>
            <a:endParaRPr lang="en-US" sz="85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6E2A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850" dirty="0"/>
          </a:p>
        </p:txBody>
      </p:sp>
      <p:sp>
        <p:nvSpPr>
          <p:cNvPr id="151" name="Text 149"/>
          <p:cNvSpPr/>
          <p:nvPr/>
        </p:nvSpPr>
        <p:spPr>
          <a:xfrm>
            <a:off x="6070600" y="4546600"/>
            <a:ext cx="33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3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h</a:t>
            </a:r>
            <a:endParaRPr lang="en-US" sz="900" dirty="0"/>
          </a:p>
        </p:txBody>
      </p:sp>
      <p:sp>
        <p:nvSpPr>
          <p:cNvPr id="152" name="Shape 150"/>
          <p:cNvSpPr/>
          <p:nvPr/>
        </p:nvSpPr>
        <p:spPr>
          <a:xfrm>
            <a:off x="4584700" y="3898900"/>
            <a:ext cx="660400" cy="292100"/>
          </a:xfrm>
          <a:prstGeom prst="rect">
            <a:avLst/>
          </a:prstGeom>
          <a:solidFill>
            <a:srgbClr val="E5B166"/>
          </a:solidFill>
          <a:ln w="12700">
            <a:solidFill>
              <a:srgbClr val="7A470A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4584700" y="3898900"/>
            <a:ext cx="6604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2A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Concat</a:t>
            </a:r>
            <a:endParaRPr lang="en-US" sz="800" dirty="0"/>
          </a:p>
        </p:txBody>
      </p:sp>
      <p:sp>
        <p:nvSpPr>
          <p:cNvPr id="154" name="Shape 152"/>
          <p:cNvSpPr/>
          <p:nvPr/>
        </p:nvSpPr>
        <p:spPr>
          <a:xfrm>
            <a:off x="4584700" y="3378200"/>
            <a:ext cx="673100" cy="292100"/>
          </a:xfrm>
          <a:prstGeom prst="rect">
            <a:avLst/>
          </a:prstGeom>
          <a:solidFill>
            <a:srgbClr val="C3925A"/>
          </a:solidFill>
          <a:ln w="12700">
            <a:solidFill>
              <a:srgbClr val="7A470A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4584700" y="3378200"/>
            <a:ext cx="673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800" dirty="0"/>
          </a:p>
        </p:txBody>
      </p:sp>
      <p:sp>
        <p:nvSpPr>
          <p:cNvPr id="156" name="Shape 154"/>
          <p:cNvSpPr/>
          <p:nvPr/>
        </p:nvSpPr>
        <p:spPr>
          <a:xfrm>
            <a:off x="4216400" y="5118100"/>
            <a:ext cx="508000" cy="431800"/>
          </a:xfrm>
          <a:prstGeom prst="rect">
            <a:avLst/>
          </a:prstGeom>
          <a:solidFill>
            <a:srgbClr val="DFAC78"/>
          </a:solidFill>
          <a:ln w="9525">
            <a:solidFill>
              <a:srgbClr val="7A470A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4140200" y="5194300"/>
            <a:ext cx="508000" cy="431800"/>
          </a:xfrm>
          <a:prstGeom prst="rect">
            <a:avLst/>
          </a:prstGeom>
          <a:solidFill>
            <a:srgbClr val="DFAC78"/>
          </a:solidFill>
          <a:ln w="12700">
            <a:solidFill>
              <a:srgbClr val="7A470A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4140200" y="5194300"/>
            <a:ext cx="508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32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750" dirty="0"/>
          </a:p>
        </p:txBody>
      </p:sp>
      <p:sp>
        <p:nvSpPr>
          <p:cNvPr id="159" name="Shape 157"/>
          <p:cNvSpPr/>
          <p:nvPr/>
        </p:nvSpPr>
        <p:spPr>
          <a:xfrm>
            <a:off x="4927600" y="5118100"/>
            <a:ext cx="508000" cy="431800"/>
          </a:xfrm>
          <a:prstGeom prst="rect">
            <a:avLst/>
          </a:prstGeom>
          <a:solidFill>
            <a:srgbClr val="DFAC78"/>
          </a:solidFill>
          <a:ln w="9525">
            <a:solidFill>
              <a:srgbClr val="7A470A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4851400" y="5194300"/>
            <a:ext cx="508000" cy="431800"/>
          </a:xfrm>
          <a:prstGeom prst="rect">
            <a:avLst/>
          </a:prstGeom>
          <a:solidFill>
            <a:srgbClr val="DFAC78"/>
          </a:solidFill>
          <a:ln w="12700">
            <a:solidFill>
              <a:srgbClr val="7A470A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4851400" y="5194300"/>
            <a:ext cx="508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32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750" dirty="0"/>
          </a:p>
        </p:txBody>
      </p:sp>
      <p:sp>
        <p:nvSpPr>
          <p:cNvPr id="162" name="Shape 160"/>
          <p:cNvSpPr/>
          <p:nvPr/>
        </p:nvSpPr>
        <p:spPr>
          <a:xfrm>
            <a:off x="5638800" y="5118100"/>
            <a:ext cx="508000" cy="431800"/>
          </a:xfrm>
          <a:prstGeom prst="rect">
            <a:avLst/>
          </a:prstGeom>
          <a:solidFill>
            <a:srgbClr val="DFAC78"/>
          </a:solidFill>
          <a:ln w="9525">
            <a:solidFill>
              <a:srgbClr val="7A470A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5562600" y="5194300"/>
            <a:ext cx="508000" cy="431800"/>
          </a:xfrm>
          <a:prstGeom prst="rect">
            <a:avLst/>
          </a:prstGeom>
          <a:solidFill>
            <a:srgbClr val="DFAC78"/>
          </a:solidFill>
          <a:ln w="12700">
            <a:solidFill>
              <a:srgbClr val="7A470A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5562600" y="5194300"/>
            <a:ext cx="508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32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750" dirty="0"/>
          </a:p>
        </p:txBody>
      </p:sp>
      <p:sp>
        <p:nvSpPr>
          <p:cNvPr id="165" name="Shape 163"/>
          <p:cNvSpPr/>
          <p:nvPr/>
        </p:nvSpPr>
        <p:spPr>
          <a:xfrm>
            <a:off x="4064000" y="6178550"/>
            <a:ext cx="266700" cy="266700"/>
          </a:xfrm>
          <a:prstGeom prst="ellipse">
            <a:avLst/>
          </a:prstGeom>
          <a:solidFill>
            <a:srgbClr val="7B4FA0"/>
          </a:solidFill>
          <a:ln w="9525">
            <a:solidFill>
              <a:srgbClr val="7B4FA0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4064000" y="6178550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800" dirty="0"/>
          </a:p>
        </p:txBody>
      </p:sp>
      <p:sp>
        <p:nvSpPr>
          <p:cNvPr id="167" name="Shape 165"/>
          <p:cNvSpPr/>
          <p:nvPr/>
        </p:nvSpPr>
        <p:spPr>
          <a:xfrm>
            <a:off x="4781550" y="6178550"/>
            <a:ext cx="266700" cy="266700"/>
          </a:xfrm>
          <a:prstGeom prst="ellipse">
            <a:avLst/>
          </a:prstGeom>
          <a:solidFill>
            <a:srgbClr val="7B4FA0"/>
          </a:solidFill>
          <a:ln w="9525">
            <a:solidFill>
              <a:srgbClr val="7B4FA0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4781550" y="6178550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800" dirty="0"/>
          </a:p>
        </p:txBody>
      </p:sp>
      <p:sp>
        <p:nvSpPr>
          <p:cNvPr id="169" name="Shape 167"/>
          <p:cNvSpPr/>
          <p:nvPr/>
        </p:nvSpPr>
        <p:spPr>
          <a:xfrm>
            <a:off x="5492750" y="6172200"/>
            <a:ext cx="279400" cy="279400"/>
          </a:xfrm>
          <a:prstGeom prst="ellipse">
            <a:avLst/>
          </a:prstGeom>
          <a:solidFill>
            <a:srgbClr val="CC2222"/>
          </a:solidFill>
          <a:ln w="9525">
            <a:solidFill>
              <a:srgbClr val="CC2222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5492750" y="6172200"/>
            <a:ext cx="279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900" dirty="0"/>
          </a:p>
        </p:txBody>
      </p:sp>
      <p:sp>
        <p:nvSpPr>
          <p:cNvPr id="171" name="Shape 169"/>
          <p:cNvSpPr/>
          <p:nvPr/>
        </p:nvSpPr>
        <p:spPr>
          <a:xfrm flipV="1">
            <a:off x="4203700" y="5651500"/>
            <a:ext cx="0" cy="5207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 flipV="1">
            <a:off x="4914900" y="5651500"/>
            <a:ext cx="0" cy="5207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 flipV="1">
            <a:off x="5626100" y="5740400"/>
            <a:ext cx="0" cy="431800"/>
          </a:xfrm>
          <a:prstGeom prst="line">
            <a:avLst/>
          </a:prstGeom>
          <a:noFill/>
          <a:ln w="50800">
            <a:solidFill>
              <a:srgbClr val="CC0000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5410200" y="5346700"/>
            <a:ext cx="304800" cy="355600"/>
          </a:xfrm>
          <a:prstGeom prst="triangle">
            <a:avLst/>
          </a:prstGeom>
          <a:solidFill>
            <a:srgbClr val="CC0000"/>
          </a:solidFill>
          <a:ln/>
        </p:spPr>
      </p:sp>
      <p:sp>
        <p:nvSpPr>
          <p:cNvPr id="175" name="Shape 173"/>
          <p:cNvSpPr/>
          <p:nvPr/>
        </p:nvSpPr>
        <p:spPr>
          <a:xfrm flipV="1">
            <a:off x="4699000" y="4292600"/>
            <a:ext cx="0" cy="177800"/>
          </a:xfrm>
          <a:prstGeom prst="line">
            <a:avLst/>
          </a:prstGeom>
          <a:noFill/>
          <a:ln w="12700">
            <a:solidFill>
              <a:srgbClr val="4A2A08"/>
            </a:solidFill>
            <a:prstDash val="solid"/>
            <a:tailEnd type="triangle"/>
          </a:ln>
        </p:spPr>
      </p:sp>
      <p:sp>
        <p:nvSpPr>
          <p:cNvPr id="176" name="Shape 174"/>
          <p:cNvSpPr/>
          <p:nvPr/>
        </p:nvSpPr>
        <p:spPr>
          <a:xfrm flipV="1">
            <a:off x="4927600" y="4241800"/>
            <a:ext cx="0" cy="228600"/>
          </a:xfrm>
          <a:prstGeom prst="line">
            <a:avLst/>
          </a:prstGeom>
          <a:noFill/>
          <a:ln w="12700">
            <a:solidFill>
              <a:srgbClr val="4A2A08"/>
            </a:solidFill>
            <a:prstDash val="solid"/>
            <a:tailEnd type="triangle"/>
          </a:ln>
        </p:spPr>
      </p:sp>
      <p:sp>
        <p:nvSpPr>
          <p:cNvPr id="177" name="Shape 175"/>
          <p:cNvSpPr/>
          <p:nvPr/>
        </p:nvSpPr>
        <p:spPr>
          <a:xfrm flipV="1">
            <a:off x="5156200" y="4292600"/>
            <a:ext cx="0" cy="177800"/>
          </a:xfrm>
          <a:prstGeom prst="line">
            <a:avLst/>
          </a:prstGeom>
          <a:noFill/>
          <a:ln w="12700">
            <a:solidFill>
              <a:srgbClr val="4A2A08"/>
            </a:solidFill>
            <a:prstDash val="solid"/>
            <a:tailEnd type="triangle"/>
          </a:ln>
        </p:spPr>
      </p:sp>
      <p:sp>
        <p:nvSpPr>
          <p:cNvPr id="178" name="Shape 176"/>
          <p:cNvSpPr/>
          <p:nvPr/>
        </p:nvSpPr>
        <p:spPr>
          <a:xfrm flipV="1">
            <a:off x="4927600" y="3695700"/>
            <a:ext cx="0" cy="1778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79" name="Shape 177"/>
          <p:cNvSpPr/>
          <p:nvPr/>
        </p:nvSpPr>
        <p:spPr>
          <a:xfrm flipV="1">
            <a:off x="4927600" y="3149600"/>
            <a:ext cx="0" cy="2159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80" name="Shape 178"/>
          <p:cNvSpPr/>
          <p:nvPr/>
        </p:nvSpPr>
        <p:spPr>
          <a:xfrm>
            <a:off x="2438400" y="3810000"/>
            <a:ext cx="1371600" cy="787400"/>
          </a:xfrm>
          <a:prstGeom prst="line">
            <a:avLst/>
          </a:prstGeom>
          <a:noFill/>
          <a:ln w="12700">
            <a:solidFill>
              <a:srgbClr val="CC0000"/>
            </a:solidFill>
            <a:prstDash val="sysDot"/>
          </a:ln>
        </p:spPr>
      </p:sp>
      <p:sp>
        <p:nvSpPr>
          <p:cNvPr id="181" name="Shape 179"/>
          <p:cNvSpPr/>
          <p:nvPr/>
        </p:nvSpPr>
        <p:spPr>
          <a:xfrm flipV="1">
            <a:off x="2438400" y="4953000"/>
            <a:ext cx="1371600" cy="444500"/>
          </a:xfrm>
          <a:prstGeom prst="line">
            <a:avLst/>
          </a:prstGeom>
          <a:noFill/>
          <a:ln w="12700">
            <a:solidFill>
              <a:srgbClr val="CC0000"/>
            </a:solidFill>
            <a:prstDash val="sysDot"/>
          </a:ln>
        </p:spPr>
      </p:sp>
      <p:sp>
        <p:nvSpPr>
          <p:cNvPr id="182" name="Shape 180"/>
          <p:cNvSpPr/>
          <p:nvPr/>
        </p:nvSpPr>
        <p:spPr>
          <a:xfrm flipV="1">
            <a:off x="6654800" y="4470400"/>
            <a:ext cx="1574800" cy="38100"/>
          </a:xfrm>
          <a:prstGeom prst="line">
            <a:avLst/>
          </a:prstGeom>
          <a:noFill/>
          <a:ln w="12700">
            <a:solidFill>
              <a:srgbClr val="CC0000"/>
            </a:solidFill>
            <a:prstDash val="sysDot"/>
          </a:ln>
        </p:spPr>
      </p:sp>
      <p:sp>
        <p:nvSpPr>
          <p:cNvPr id="183" name="Shape 181"/>
          <p:cNvSpPr/>
          <p:nvPr/>
        </p:nvSpPr>
        <p:spPr>
          <a:xfrm flipV="1">
            <a:off x="6654800" y="4826000"/>
            <a:ext cx="1574800" cy="254000"/>
          </a:xfrm>
          <a:prstGeom prst="line">
            <a:avLst/>
          </a:prstGeom>
          <a:noFill/>
          <a:ln w="12700">
            <a:solidFill>
              <a:srgbClr val="CC0000"/>
            </a:solidFill>
            <a:prstDash val="sysDot"/>
          </a:ln>
        </p:spPr>
      </p:sp>
      <p:sp>
        <p:nvSpPr>
          <p:cNvPr id="184" name="Shape 182"/>
          <p:cNvSpPr/>
          <p:nvPr/>
        </p:nvSpPr>
        <p:spPr>
          <a:xfrm flipV="1" rot="19500000">
            <a:off x="3708400" y="2489200"/>
            <a:ext cx="330200" cy="508000"/>
          </a:xfrm>
          <a:prstGeom prst="triangle">
            <a:avLst/>
          </a:prstGeom>
          <a:solidFill>
            <a:srgbClr val="CC0000"/>
          </a:solidFill>
          <a:ln/>
        </p:spPr>
      </p:sp>
      <p:sp>
        <p:nvSpPr>
          <p:cNvPr id="185" name="Shape 183"/>
          <p:cNvSpPr/>
          <p:nvPr/>
        </p:nvSpPr>
        <p:spPr>
          <a:xfrm rot="21120000">
            <a:off x="3136900" y="1663700"/>
            <a:ext cx="787400" cy="787400"/>
          </a:xfrm>
          <a:prstGeom prst="ellipse">
            <a:avLst/>
          </a:prstGeom>
          <a:solidFill>
            <a:srgbClr val="CC0000"/>
          </a:solidFill>
          <a:ln/>
        </p:spPr>
      </p:sp>
      <p:sp>
        <p:nvSpPr>
          <p:cNvPr id="186" name="Text 184"/>
          <p:cNvSpPr/>
          <p:nvPr/>
        </p:nvSpPr>
        <p:spPr>
          <a:xfrm rot="21120000">
            <a:off x="3136900" y="1663700"/>
            <a:ext cx="7874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</a:t>
            </a:r>
            <a:endParaRPr lang="en-US" sz="85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</a:t>
            </a:r>
            <a:endParaRPr lang="en-US" sz="8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914400"/>
            <a:ext cx="1038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 Self Attention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762000" y="1885950"/>
            <a:ext cx="1041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2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Combining several self attention mechanisms  give the self attention greater</a:t>
            </a:r>
            <a:endParaRPr lang="en-US" sz="2000" dirty="0"/>
          </a:p>
          <a:p>
            <a:pPr algn="ctr" indent="0" marL="0">
              <a:lnSpc>
                <a:spcPts val="2250"/>
              </a:lnSpc>
              <a:buNone/>
            </a:pPr>
            <a:r>
              <a:rPr lang="en-US" sz="2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of discrimination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14400" y="2489200"/>
            <a:ext cx="10261600" cy="3644900"/>
          </a:xfrm>
          <a:prstGeom prst="rect">
            <a:avLst/>
          </a:prstGeom>
          <a:solidFill>
            <a:srgbClr val="E9E9E7"/>
          </a:solidFill>
          <a:ln w="25400">
            <a:solidFill>
              <a:srgbClr val="99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1400" y="2889250"/>
            <a:ext cx="9652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5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Head is indexed with “</a:t>
            </a:r>
            <a:pPr algn="l" indent="0" marL="0">
              <a:buNone/>
            </a:pPr>
            <a:r>
              <a:rPr lang="en-US" sz="24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pPr algn="l" indent="0" marL="0">
              <a:buNone/>
            </a:pPr>
            <a:r>
              <a:rPr lang="en-US" sz="245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”</a:t>
            </a:r>
            <a:endParaRPr lang="en-US" sz="2450" dirty="0"/>
          </a:p>
        </p:txBody>
      </p:sp>
      <p:sp>
        <p:nvSpPr>
          <p:cNvPr id="9" name="Text 7"/>
          <p:cNvSpPr/>
          <p:nvPr/>
        </p:nvSpPr>
        <p:spPr>
          <a:xfrm>
            <a:off x="1041400" y="3543300"/>
            <a:ext cx="9652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5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head has its own matrices </a:t>
            </a:r>
            <a:pPr algn="l" indent="0" marL="0">
              <a:buNone/>
            </a:pPr>
            <a:r>
              <a:rPr lang="en-US" sz="245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2400" baseline="43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pPr algn="l" indent="0" marL="0">
              <a:buNone/>
            </a:pPr>
            <a:r>
              <a:rPr lang="en-US" sz="2400" baseline="-40000" dirty="0">
                <a:solidFill>
                  <a:srgbClr val="00A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l" indent="0" marL="0">
              <a:buNone/>
            </a:pPr>
            <a:r>
              <a:rPr lang="en-US" sz="245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,  </a:t>
            </a:r>
            <a:pPr algn="l" indent="0" marL="0">
              <a:buNone/>
            </a:pPr>
            <a:r>
              <a:rPr lang="en-US" sz="245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2400" baseline="43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pPr algn="l" indent="0" marL="0">
              <a:buNone/>
            </a:pPr>
            <a:r>
              <a:rPr lang="en-US" sz="2400" baseline="-40000" dirty="0">
                <a:solidFill>
                  <a:srgbClr val="00A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245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, </a:t>
            </a:r>
            <a:pPr algn="l" indent="0" marL="0">
              <a:buNone/>
            </a:pPr>
            <a:r>
              <a:rPr lang="en-US" sz="245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2400" baseline="43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pPr algn="l" indent="0" marL="0">
              <a:buNone/>
            </a:pPr>
            <a:r>
              <a:rPr lang="en-US" sz="2400" baseline="-40000" dirty="0">
                <a:solidFill>
                  <a:srgbClr val="00A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245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.</a:t>
            </a:r>
            <a:endParaRPr lang="en-US" sz="2450" dirty="0"/>
          </a:p>
        </p:txBody>
      </p:sp>
      <p:sp>
        <p:nvSpPr>
          <p:cNvPr id="10" name="Text 8"/>
          <p:cNvSpPr/>
          <p:nvPr/>
        </p:nvSpPr>
        <p:spPr>
          <a:xfrm>
            <a:off x="1041400" y="4318000"/>
            <a:ext cx="9652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5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input </a:t>
            </a:r>
            <a:pPr algn="l" indent="0" marL="0">
              <a:buNone/>
            </a:pPr>
            <a:r>
              <a:rPr lang="en-US" sz="24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245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each attention head produces a different output vector </a:t>
            </a:r>
            <a:pPr algn="l" indent="0" marL="0">
              <a:buNone/>
            </a:pPr>
            <a:r>
              <a:rPr lang="en-US" sz="24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2400" baseline="43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pPr algn="l" indent="0" marL="0">
              <a:buNone/>
            </a:pPr>
            <a:r>
              <a:rPr lang="en-US" sz="245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450" dirty="0"/>
          </a:p>
        </p:txBody>
      </p:sp>
      <p:sp>
        <p:nvSpPr>
          <p:cNvPr id="11" name="Text 9"/>
          <p:cNvSpPr/>
          <p:nvPr/>
        </p:nvSpPr>
        <p:spPr>
          <a:xfrm>
            <a:off x="1041400" y="4965700"/>
            <a:ext cx="10160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5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Output vectors are concatenated , and pass through a </a:t>
            </a:r>
            <a:pPr algn="l" indent="0" marL="0">
              <a:lnSpc>
                <a:spcPts val="3000"/>
              </a:lnSpc>
              <a:buNone/>
            </a:pPr>
            <a:r>
              <a:rPr lang="en-US" sz="245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2450" dirty="0"/>
          </a:p>
          <a:p>
            <a:pPr algn="l" indent="0" marL="0">
              <a:lnSpc>
                <a:spcPts val="3000"/>
              </a:lnSpc>
              <a:buNone/>
            </a:pPr>
            <a:r>
              <a:rPr lang="en-US" sz="245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transformation</a:t>
            </a:r>
            <a:pPr algn="l" indent="0" marL="0">
              <a:lnSpc>
                <a:spcPts val="3000"/>
              </a:lnSpc>
              <a:buNone/>
            </a:pPr>
            <a:r>
              <a:rPr lang="en-US" sz="245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reduce the dimension back to </a:t>
            </a:r>
            <a:pPr algn="l" indent="0" marL="0">
              <a:lnSpc>
                <a:spcPts val="3000"/>
              </a:lnSpc>
              <a:buNone/>
            </a:pPr>
            <a:r>
              <a:rPr lang="en-US" sz="245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</a:t>
            </a:r>
            <a:pPr algn="l" indent="0" marL="0">
              <a:lnSpc>
                <a:spcPts val="3000"/>
              </a:lnSpc>
              <a:buNone/>
            </a:pPr>
            <a:r>
              <a:rPr lang="en-US" sz="24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lnSpc>
                <a:spcPts val="3000"/>
              </a:lnSpc>
              <a:buNone/>
            </a:pPr>
            <a:r>
              <a:rPr lang="en-US" sz="245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dimension.</a:t>
            </a:r>
            <a:endParaRPr lang="en-US" sz="24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350000" y="609600"/>
            <a:ext cx="508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 Head Self Attention of Word </a:t>
            </a:r>
            <a:pPr algn="ctr"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4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350000" y="977900"/>
            <a:ext cx="508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pPr algn="ctr" indent="0" marL="0">
              <a:buNone/>
            </a:pPr>
            <a:r>
              <a:rPr lang="en-US" sz="2000" b="1" dirty="0">
                <a:solidFill>
                  <a:srgbClr val="1F1F8C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Wide</a:t>
            </a:r>
            <a:pPr algn="ctr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” Architecture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080000" y="635000"/>
            <a:ext cx="889000" cy="279400"/>
          </a:xfrm>
          <a:prstGeom prst="roundRect">
            <a:avLst>
              <a:gd name="adj" fmla="val 13091"/>
            </a:avLst>
          </a:prstGeom>
          <a:solidFill>
            <a:srgbClr val="FFFFFF"/>
          </a:solidFill>
          <a:ln w="15875">
            <a:solidFill>
              <a:srgbClr val="2222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05400" y="666750"/>
            <a:ext cx="165100" cy="215900"/>
          </a:xfrm>
          <a:prstGeom prst="rect">
            <a:avLst/>
          </a:prstGeom>
          <a:solidFill>
            <a:srgbClr val="FCFFCB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75580" y="666750"/>
            <a:ext cx="165100" cy="215900"/>
          </a:xfrm>
          <a:prstGeom prst="rect">
            <a:avLst/>
          </a:prstGeom>
          <a:solidFill>
            <a:srgbClr val="F1FFDB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45760" y="666750"/>
            <a:ext cx="165100" cy="215900"/>
          </a:xfrm>
          <a:prstGeom prst="rect">
            <a:avLst/>
          </a:prstGeom>
          <a:solidFill>
            <a:srgbClr val="DFF0C8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15940" y="666750"/>
            <a:ext cx="165100" cy="2159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86120" y="666750"/>
            <a:ext cx="165100" cy="2159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84800" y="6858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00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007100" y="762000"/>
            <a:ext cx="330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1*d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778500" y="946150"/>
            <a:ext cx="0" cy="18415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6" name="Shape 14"/>
          <p:cNvSpPr/>
          <p:nvPr/>
        </p:nvSpPr>
        <p:spPr>
          <a:xfrm>
            <a:off x="5930900" y="1466850"/>
            <a:ext cx="0" cy="14605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7" name="Shape 15"/>
          <p:cNvSpPr/>
          <p:nvPr/>
        </p:nvSpPr>
        <p:spPr>
          <a:xfrm>
            <a:off x="3987800" y="1143000"/>
            <a:ext cx="3048000" cy="311150"/>
          </a:xfrm>
          <a:prstGeom prst="rect">
            <a:avLst/>
          </a:prstGeom>
          <a:solidFill>
            <a:srgbClr val="F6FAD5"/>
          </a:solidFill>
          <a:ln w="19050">
            <a:solidFill>
              <a:srgbClr val="D269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87800" y="1143000"/>
            <a:ext cx="304800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Transformation    [ T ] 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pPr algn="ctr" indent="0" marL="0">
              <a:buNone/>
            </a:pPr>
            <a:r>
              <a:rPr lang="en-US" sz="65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349500" y="1625600"/>
            <a:ext cx="6337300" cy="298450"/>
          </a:xfrm>
          <a:prstGeom prst="roundRect">
            <a:avLst>
              <a:gd name="adj" fmla="val 49940"/>
            </a:avLst>
          </a:prstGeom>
          <a:solidFill>
            <a:srgbClr val="F9FBBD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62400" y="1644650"/>
            <a:ext cx="914400" cy="260350"/>
          </a:xfrm>
          <a:prstGeom prst="rect">
            <a:avLst/>
          </a:prstGeom>
          <a:solidFill>
            <a:srgbClr val="BB4F07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91000" y="1657350"/>
            <a:ext cx="0" cy="234950"/>
          </a:xfrm>
          <a:prstGeom prst="line">
            <a:avLst/>
          </a:prstGeom>
          <a:noFill/>
          <a:ln w="6350">
            <a:solidFill>
              <a:srgbClr val="C9C9C9"/>
            </a:solidFill>
            <a:prstDash val="sysDot"/>
          </a:ln>
        </p:spPr>
      </p:sp>
      <p:sp>
        <p:nvSpPr>
          <p:cNvPr id="22" name="Shape 20"/>
          <p:cNvSpPr/>
          <p:nvPr/>
        </p:nvSpPr>
        <p:spPr>
          <a:xfrm>
            <a:off x="4419600" y="1657350"/>
            <a:ext cx="0" cy="234950"/>
          </a:xfrm>
          <a:prstGeom prst="line">
            <a:avLst/>
          </a:prstGeom>
          <a:noFill/>
          <a:ln w="6350">
            <a:solidFill>
              <a:srgbClr val="C9C9C9"/>
            </a:solidFill>
            <a:prstDash val="sysDot"/>
          </a:ln>
        </p:spPr>
      </p:sp>
      <p:sp>
        <p:nvSpPr>
          <p:cNvPr id="23" name="Shape 21"/>
          <p:cNvSpPr/>
          <p:nvPr/>
        </p:nvSpPr>
        <p:spPr>
          <a:xfrm>
            <a:off x="4648200" y="1657350"/>
            <a:ext cx="0" cy="234950"/>
          </a:xfrm>
          <a:prstGeom prst="line">
            <a:avLst/>
          </a:prstGeom>
          <a:noFill/>
          <a:ln w="6350">
            <a:solidFill>
              <a:srgbClr val="C9C9C9"/>
            </a:solidFill>
            <a:prstDash val="sysDot"/>
          </a:ln>
        </p:spPr>
      </p:sp>
      <p:sp>
        <p:nvSpPr>
          <p:cNvPr id="24" name="Shape 22"/>
          <p:cNvSpPr/>
          <p:nvPr/>
        </p:nvSpPr>
        <p:spPr>
          <a:xfrm>
            <a:off x="4902200" y="1644650"/>
            <a:ext cx="927100" cy="260350"/>
          </a:xfrm>
          <a:prstGeom prst="rect">
            <a:avLst/>
          </a:prstGeom>
          <a:solidFill>
            <a:srgbClr val="777C5C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33975" y="1657350"/>
            <a:ext cx="0" cy="234950"/>
          </a:xfrm>
          <a:prstGeom prst="line">
            <a:avLst/>
          </a:prstGeom>
          <a:noFill/>
          <a:ln w="6350">
            <a:solidFill>
              <a:srgbClr val="C9C9C9"/>
            </a:solidFill>
            <a:prstDash val="sysDot"/>
          </a:ln>
        </p:spPr>
      </p:sp>
      <p:sp>
        <p:nvSpPr>
          <p:cNvPr id="26" name="Shape 24"/>
          <p:cNvSpPr/>
          <p:nvPr/>
        </p:nvSpPr>
        <p:spPr>
          <a:xfrm>
            <a:off x="5365750" y="1657350"/>
            <a:ext cx="0" cy="234950"/>
          </a:xfrm>
          <a:prstGeom prst="line">
            <a:avLst/>
          </a:prstGeom>
          <a:noFill/>
          <a:ln w="6350">
            <a:solidFill>
              <a:srgbClr val="C9C9C9"/>
            </a:solidFill>
            <a:prstDash val="sysDot"/>
          </a:ln>
        </p:spPr>
      </p:sp>
      <p:sp>
        <p:nvSpPr>
          <p:cNvPr id="27" name="Shape 25"/>
          <p:cNvSpPr/>
          <p:nvPr/>
        </p:nvSpPr>
        <p:spPr>
          <a:xfrm>
            <a:off x="5597525" y="1657350"/>
            <a:ext cx="0" cy="234950"/>
          </a:xfrm>
          <a:prstGeom prst="line">
            <a:avLst/>
          </a:prstGeom>
          <a:noFill/>
          <a:ln w="6350">
            <a:solidFill>
              <a:srgbClr val="C9C9C9"/>
            </a:solidFill>
            <a:prstDash val="sysDot"/>
          </a:ln>
        </p:spPr>
      </p:sp>
      <p:sp>
        <p:nvSpPr>
          <p:cNvPr id="28" name="Shape 26"/>
          <p:cNvSpPr/>
          <p:nvPr/>
        </p:nvSpPr>
        <p:spPr>
          <a:xfrm>
            <a:off x="5854700" y="1644650"/>
            <a:ext cx="914400" cy="260350"/>
          </a:xfrm>
          <a:prstGeom prst="rect">
            <a:avLst/>
          </a:prstGeom>
          <a:solidFill>
            <a:srgbClr val="F2F208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83300" y="1657350"/>
            <a:ext cx="0" cy="234950"/>
          </a:xfrm>
          <a:prstGeom prst="line">
            <a:avLst/>
          </a:prstGeom>
          <a:noFill/>
          <a:ln w="6350">
            <a:solidFill>
              <a:srgbClr val="C9C9C9"/>
            </a:solidFill>
            <a:prstDash val="sysDot"/>
          </a:ln>
        </p:spPr>
      </p:sp>
      <p:sp>
        <p:nvSpPr>
          <p:cNvPr id="30" name="Shape 28"/>
          <p:cNvSpPr/>
          <p:nvPr/>
        </p:nvSpPr>
        <p:spPr>
          <a:xfrm>
            <a:off x="6311900" y="1657350"/>
            <a:ext cx="0" cy="234950"/>
          </a:xfrm>
          <a:prstGeom prst="line">
            <a:avLst/>
          </a:prstGeom>
          <a:noFill/>
          <a:ln w="6350">
            <a:solidFill>
              <a:srgbClr val="C9C9C9"/>
            </a:solidFill>
            <a:prstDash val="sysDot"/>
          </a:ln>
        </p:spPr>
      </p:sp>
      <p:sp>
        <p:nvSpPr>
          <p:cNvPr id="31" name="Shape 29"/>
          <p:cNvSpPr/>
          <p:nvPr/>
        </p:nvSpPr>
        <p:spPr>
          <a:xfrm>
            <a:off x="6540500" y="1657350"/>
            <a:ext cx="0" cy="234950"/>
          </a:xfrm>
          <a:prstGeom prst="line">
            <a:avLst/>
          </a:prstGeom>
          <a:noFill/>
          <a:ln w="6350">
            <a:solidFill>
              <a:srgbClr val="C9C9C9"/>
            </a:solidFill>
            <a:prstDash val="sysDot"/>
          </a:ln>
        </p:spPr>
      </p:sp>
      <p:sp>
        <p:nvSpPr>
          <p:cNvPr id="32" name="Shape 30"/>
          <p:cNvSpPr/>
          <p:nvPr/>
        </p:nvSpPr>
        <p:spPr>
          <a:xfrm>
            <a:off x="6794500" y="1644650"/>
            <a:ext cx="914400" cy="260350"/>
          </a:xfrm>
          <a:prstGeom prst="rect">
            <a:avLst/>
          </a:prstGeom>
          <a:solidFill>
            <a:srgbClr val="AAFF71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023100" y="1657350"/>
            <a:ext cx="0" cy="234950"/>
          </a:xfrm>
          <a:prstGeom prst="line">
            <a:avLst/>
          </a:prstGeom>
          <a:noFill/>
          <a:ln w="6350">
            <a:solidFill>
              <a:srgbClr val="C9C9C9"/>
            </a:solidFill>
            <a:prstDash val="sysDot"/>
          </a:ln>
        </p:spPr>
      </p:sp>
      <p:sp>
        <p:nvSpPr>
          <p:cNvPr id="34" name="Shape 32"/>
          <p:cNvSpPr/>
          <p:nvPr/>
        </p:nvSpPr>
        <p:spPr>
          <a:xfrm>
            <a:off x="7251700" y="1657350"/>
            <a:ext cx="0" cy="234950"/>
          </a:xfrm>
          <a:prstGeom prst="line">
            <a:avLst/>
          </a:prstGeom>
          <a:noFill/>
          <a:ln w="6350">
            <a:solidFill>
              <a:srgbClr val="C9C9C9"/>
            </a:solidFill>
            <a:prstDash val="sysDot"/>
          </a:ln>
        </p:spPr>
      </p:sp>
      <p:sp>
        <p:nvSpPr>
          <p:cNvPr id="35" name="Shape 33"/>
          <p:cNvSpPr/>
          <p:nvPr/>
        </p:nvSpPr>
        <p:spPr>
          <a:xfrm>
            <a:off x="7480300" y="1657350"/>
            <a:ext cx="0" cy="234950"/>
          </a:xfrm>
          <a:prstGeom prst="line">
            <a:avLst/>
          </a:prstGeom>
          <a:noFill/>
          <a:ln w="6350">
            <a:solidFill>
              <a:srgbClr val="C9C9C9"/>
            </a:solidFill>
            <a:prstDash val="sysDot"/>
          </a:ln>
        </p:spPr>
      </p:sp>
      <p:sp>
        <p:nvSpPr>
          <p:cNvPr id="36" name="Shape 34"/>
          <p:cNvSpPr/>
          <p:nvPr/>
        </p:nvSpPr>
        <p:spPr>
          <a:xfrm>
            <a:off x="7734300" y="1644650"/>
            <a:ext cx="939800" cy="260350"/>
          </a:xfrm>
          <a:prstGeom prst="rect">
            <a:avLst/>
          </a:prstGeom>
          <a:solidFill>
            <a:srgbClr val="F3DEBC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969250" y="1657350"/>
            <a:ext cx="0" cy="234950"/>
          </a:xfrm>
          <a:prstGeom prst="line">
            <a:avLst/>
          </a:prstGeom>
          <a:noFill/>
          <a:ln w="6350">
            <a:solidFill>
              <a:srgbClr val="C9C9C9"/>
            </a:solidFill>
            <a:prstDash val="sysDot"/>
          </a:ln>
        </p:spPr>
      </p:sp>
      <p:sp>
        <p:nvSpPr>
          <p:cNvPr id="38" name="Shape 36"/>
          <p:cNvSpPr/>
          <p:nvPr/>
        </p:nvSpPr>
        <p:spPr>
          <a:xfrm>
            <a:off x="8204200" y="1657350"/>
            <a:ext cx="0" cy="234950"/>
          </a:xfrm>
          <a:prstGeom prst="line">
            <a:avLst/>
          </a:prstGeom>
          <a:noFill/>
          <a:ln w="6350">
            <a:solidFill>
              <a:srgbClr val="C9C9C9"/>
            </a:solidFill>
            <a:prstDash val="sysDot"/>
          </a:ln>
        </p:spPr>
      </p:sp>
      <p:sp>
        <p:nvSpPr>
          <p:cNvPr id="39" name="Shape 37"/>
          <p:cNvSpPr/>
          <p:nvPr/>
        </p:nvSpPr>
        <p:spPr>
          <a:xfrm>
            <a:off x="8439150" y="1657350"/>
            <a:ext cx="0" cy="234950"/>
          </a:xfrm>
          <a:prstGeom prst="line">
            <a:avLst/>
          </a:prstGeom>
          <a:noFill/>
          <a:ln w="6350">
            <a:solidFill>
              <a:srgbClr val="C9C9C9"/>
            </a:solidFill>
            <a:prstDash val="sysDot"/>
          </a:ln>
        </p:spPr>
      </p:sp>
      <p:sp>
        <p:nvSpPr>
          <p:cNvPr id="40" name="Text 38"/>
          <p:cNvSpPr/>
          <p:nvPr/>
        </p:nvSpPr>
        <p:spPr>
          <a:xfrm>
            <a:off x="4292600" y="1695450"/>
            <a:ext cx="254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ctr" indent="0" marL="0">
              <a:buNone/>
            </a:pPr>
            <a:r>
              <a:rPr lang="en-US" sz="45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(t)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5238750" y="1695450"/>
            <a:ext cx="254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45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(t)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6184900" y="1695450"/>
            <a:ext cx="254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algn="ctr" indent="0" marL="0">
              <a:buNone/>
            </a:pPr>
            <a:r>
              <a:rPr lang="en-US" sz="45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(t)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7124700" y="1695450"/>
            <a:ext cx="254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pPr algn="ctr" indent="0" marL="0">
              <a:buNone/>
            </a:pPr>
            <a:r>
              <a:rPr lang="en-US" sz="45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(t)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8077200" y="1695450"/>
            <a:ext cx="254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pPr algn="ctr" indent="0" marL="0">
              <a:buNone/>
            </a:pPr>
            <a:r>
              <a:rPr lang="en-US" sz="45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(t)</a:t>
            </a:r>
            <a:endParaRPr lang="en-US" sz="600" dirty="0"/>
          </a:p>
        </p:txBody>
      </p:sp>
      <p:sp>
        <p:nvSpPr>
          <p:cNvPr id="45" name="Shape 43"/>
          <p:cNvSpPr/>
          <p:nvPr/>
        </p:nvSpPr>
        <p:spPr>
          <a:xfrm>
            <a:off x="2349500" y="1625600"/>
            <a:ext cx="6337300" cy="298450"/>
          </a:xfrm>
          <a:prstGeom prst="roundRect">
            <a:avLst>
              <a:gd name="adj" fmla="val 49940"/>
            </a:avLst>
          </a:prstGeom>
          <a:ln w="12700">
            <a:solidFill>
              <a:srgbClr val="3A3A3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387600" y="1651000"/>
            <a:ext cx="1498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Concatenated Vector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3149600" y="1790700"/>
            <a:ext cx="736600" cy="120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1*</a:t>
            </a:r>
            <a:pPr algn="l" indent="0" marL="0">
              <a:buNone/>
            </a:pPr>
            <a:r>
              <a:rPr lang="en-US" sz="700" b="1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4279900" y="1936750"/>
            <a:ext cx="0" cy="1593850"/>
          </a:xfrm>
          <a:prstGeom prst="line">
            <a:avLst/>
          </a:prstGeom>
          <a:noFill/>
          <a:ln w="10160">
            <a:solidFill>
              <a:srgbClr val="B08585"/>
            </a:solidFill>
            <a:prstDash val="solid"/>
            <a:headEnd type="triangle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5219700" y="1936750"/>
            <a:ext cx="0" cy="1390650"/>
          </a:xfrm>
          <a:prstGeom prst="line">
            <a:avLst/>
          </a:prstGeom>
          <a:noFill/>
          <a:ln w="10160">
            <a:solidFill>
              <a:srgbClr val="B08585"/>
            </a:solidFill>
            <a:prstDash val="solid"/>
            <a:headEnd type="triangle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5524500" y="1936750"/>
            <a:ext cx="0" cy="1136650"/>
          </a:xfrm>
          <a:prstGeom prst="line">
            <a:avLst/>
          </a:prstGeom>
          <a:noFill/>
          <a:ln w="10160">
            <a:solidFill>
              <a:srgbClr val="B08585"/>
            </a:solidFill>
            <a:prstDash val="solid"/>
            <a:headEnd type="triangle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6007100" y="1936750"/>
            <a:ext cx="0" cy="819150"/>
          </a:xfrm>
          <a:prstGeom prst="line">
            <a:avLst/>
          </a:prstGeom>
          <a:noFill/>
          <a:ln w="10160">
            <a:solidFill>
              <a:srgbClr val="B08585"/>
            </a:solidFill>
            <a:prstDash val="solid"/>
            <a:headEnd type="triangle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6223000" y="1936750"/>
            <a:ext cx="0" cy="565150"/>
          </a:xfrm>
          <a:prstGeom prst="line">
            <a:avLst/>
          </a:prstGeom>
          <a:noFill/>
          <a:ln w="10160">
            <a:solidFill>
              <a:srgbClr val="B08585"/>
            </a:solidFill>
            <a:prstDash val="solid"/>
            <a:headEnd type="triangle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2971800" y="2438400"/>
            <a:ext cx="6959600" cy="3048000"/>
          </a:xfrm>
          <a:prstGeom prst="roundRect">
            <a:avLst>
              <a:gd name="adj" fmla="val 1800"/>
            </a:avLst>
          </a:prstGeom>
          <a:solidFill>
            <a:srgbClr val="F7E2CD"/>
          </a:solidFill>
          <a:ln/>
        </p:spPr>
      </p:sp>
      <p:sp>
        <p:nvSpPr>
          <p:cNvPr id="54" name="Shape 52"/>
          <p:cNvSpPr/>
          <p:nvPr/>
        </p:nvSpPr>
        <p:spPr>
          <a:xfrm>
            <a:off x="2400300" y="2641600"/>
            <a:ext cx="6959600" cy="3136900"/>
          </a:xfrm>
          <a:prstGeom prst="roundRect">
            <a:avLst>
              <a:gd name="adj" fmla="val 1749"/>
            </a:avLst>
          </a:prstGeom>
          <a:solidFill>
            <a:srgbClr val="D4FFE5"/>
          </a:solidFill>
          <a:ln/>
        </p:spPr>
      </p:sp>
      <p:sp>
        <p:nvSpPr>
          <p:cNvPr id="55" name="Shape 53"/>
          <p:cNvSpPr/>
          <p:nvPr/>
        </p:nvSpPr>
        <p:spPr>
          <a:xfrm>
            <a:off x="1930400" y="2946400"/>
            <a:ext cx="6959600" cy="3175000"/>
          </a:xfrm>
          <a:prstGeom prst="roundRect">
            <a:avLst>
              <a:gd name="adj" fmla="val 1728"/>
            </a:avLst>
          </a:prstGeom>
          <a:solidFill>
            <a:srgbClr val="F8FF9A"/>
          </a:solidFill>
          <a:ln/>
        </p:spPr>
      </p:sp>
      <p:sp>
        <p:nvSpPr>
          <p:cNvPr id="56" name="Shape 54"/>
          <p:cNvSpPr/>
          <p:nvPr/>
        </p:nvSpPr>
        <p:spPr>
          <a:xfrm>
            <a:off x="1320800" y="3200400"/>
            <a:ext cx="6959600" cy="3251200"/>
          </a:xfrm>
          <a:prstGeom prst="roundRect">
            <a:avLst>
              <a:gd name="adj" fmla="val 1688"/>
            </a:avLst>
          </a:prstGeom>
          <a:solidFill>
            <a:srgbClr val="C5C1F4"/>
          </a:solidFill>
          <a:ln/>
        </p:spPr>
      </p:sp>
      <p:sp>
        <p:nvSpPr>
          <p:cNvPr id="57" name="Shape 55"/>
          <p:cNvSpPr/>
          <p:nvPr/>
        </p:nvSpPr>
        <p:spPr>
          <a:xfrm>
            <a:off x="711200" y="3479800"/>
            <a:ext cx="6959600" cy="3200400"/>
          </a:xfrm>
          <a:prstGeom prst="roundRect">
            <a:avLst>
              <a:gd name="adj" fmla="val 1714"/>
            </a:avLst>
          </a:prstGeom>
          <a:solidFill>
            <a:srgbClr val="EF8C96"/>
          </a:solidFill>
          <a:ln/>
        </p:spPr>
      </p:sp>
      <p:sp>
        <p:nvSpPr>
          <p:cNvPr id="58" name="Shape 56"/>
          <p:cNvSpPr/>
          <p:nvPr/>
        </p:nvSpPr>
        <p:spPr>
          <a:xfrm>
            <a:off x="2616200" y="3536950"/>
            <a:ext cx="5588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616200" y="3536950"/>
            <a:ext cx="558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60" name="Shape 58"/>
          <p:cNvSpPr/>
          <p:nvPr/>
        </p:nvSpPr>
        <p:spPr>
          <a:xfrm>
            <a:off x="5435600" y="3536950"/>
            <a:ext cx="8001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435600" y="3536950"/>
            <a:ext cx="800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62" name="Shape 60"/>
          <p:cNvSpPr/>
          <p:nvPr/>
        </p:nvSpPr>
        <p:spPr>
          <a:xfrm>
            <a:off x="3962400" y="3530600"/>
            <a:ext cx="787400" cy="203200"/>
          </a:xfrm>
          <a:prstGeom prst="rect">
            <a:avLst/>
          </a:prstGeom>
          <a:solidFill>
            <a:srgbClr val="FFFFE3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63" name="Text 61"/>
          <p:cNvSpPr/>
          <p:nvPr/>
        </p:nvSpPr>
        <p:spPr>
          <a:xfrm>
            <a:off x="3962400" y="3530600"/>
            <a:ext cx="787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00" dirty="0"/>
          </a:p>
        </p:txBody>
      </p:sp>
      <p:sp>
        <p:nvSpPr>
          <p:cNvPr id="64" name="Shape 62"/>
          <p:cNvSpPr/>
          <p:nvPr/>
        </p:nvSpPr>
        <p:spPr>
          <a:xfrm>
            <a:off x="7157720" y="3552825"/>
            <a:ext cx="381000" cy="18415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65" name="Text 63"/>
          <p:cNvSpPr/>
          <p:nvPr/>
        </p:nvSpPr>
        <p:spPr>
          <a:xfrm>
            <a:off x="7157720" y="3552825"/>
            <a:ext cx="38100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h=1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3175000" y="3276600"/>
            <a:ext cx="5588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175000" y="3276600"/>
            <a:ext cx="558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68" name="Shape 66"/>
          <p:cNvSpPr/>
          <p:nvPr/>
        </p:nvSpPr>
        <p:spPr>
          <a:xfrm>
            <a:off x="5994400" y="3276600"/>
            <a:ext cx="8001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994400" y="3276600"/>
            <a:ext cx="800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70" name="Shape 68"/>
          <p:cNvSpPr/>
          <p:nvPr/>
        </p:nvSpPr>
        <p:spPr>
          <a:xfrm>
            <a:off x="4965700" y="3327400"/>
            <a:ext cx="508000" cy="177800"/>
          </a:xfrm>
          <a:prstGeom prst="rect">
            <a:avLst/>
          </a:prstGeom>
          <a:solidFill>
            <a:srgbClr val="9A86C8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71" name="Text 69"/>
          <p:cNvSpPr/>
          <p:nvPr/>
        </p:nvSpPr>
        <p:spPr>
          <a:xfrm>
            <a:off x="4965700" y="33274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00" dirty="0"/>
          </a:p>
        </p:txBody>
      </p:sp>
      <p:sp>
        <p:nvSpPr>
          <p:cNvPr id="72" name="Shape 70"/>
          <p:cNvSpPr/>
          <p:nvPr/>
        </p:nvSpPr>
        <p:spPr>
          <a:xfrm>
            <a:off x="7833360" y="3272155"/>
            <a:ext cx="381000" cy="18415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73" name="Text 71"/>
          <p:cNvSpPr/>
          <p:nvPr/>
        </p:nvSpPr>
        <p:spPr>
          <a:xfrm>
            <a:off x="7833360" y="3272155"/>
            <a:ext cx="38100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h=2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3733800" y="3016250"/>
            <a:ext cx="5588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733800" y="3016250"/>
            <a:ext cx="558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76" name="Shape 74"/>
          <p:cNvSpPr/>
          <p:nvPr/>
        </p:nvSpPr>
        <p:spPr>
          <a:xfrm>
            <a:off x="6553200" y="3016250"/>
            <a:ext cx="8001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553200" y="3016250"/>
            <a:ext cx="800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78" name="Shape 76"/>
          <p:cNvSpPr/>
          <p:nvPr/>
        </p:nvSpPr>
        <p:spPr>
          <a:xfrm>
            <a:off x="5245100" y="3073400"/>
            <a:ext cx="558800" cy="203200"/>
          </a:xfrm>
          <a:prstGeom prst="rect">
            <a:avLst/>
          </a:prstGeom>
          <a:solidFill>
            <a:srgbClr val="A0400E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79" name="Text 77"/>
          <p:cNvSpPr/>
          <p:nvPr/>
        </p:nvSpPr>
        <p:spPr>
          <a:xfrm>
            <a:off x="5245100" y="3073400"/>
            <a:ext cx="558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" dirty="0"/>
          </a:p>
        </p:txBody>
      </p:sp>
      <p:sp>
        <p:nvSpPr>
          <p:cNvPr id="80" name="Shape 78"/>
          <p:cNvSpPr/>
          <p:nvPr/>
        </p:nvSpPr>
        <p:spPr>
          <a:xfrm>
            <a:off x="8357870" y="2992755"/>
            <a:ext cx="381000" cy="18415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81" name="Text 79"/>
          <p:cNvSpPr/>
          <p:nvPr/>
        </p:nvSpPr>
        <p:spPr>
          <a:xfrm>
            <a:off x="8357870" y="2992755"/>
            <a:ext cx="38100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h=3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4292600" y="2755900"/>
            <a:ext cx="5588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292600" y="2755900"/>
            <a:ext cx="558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84" name="Shape 82"/>
          <p:cNvSpPr/>
          <p:nvPr/>
        </p:nvSpPr>
        <p:spPr>
          <a:xfrm>
            <a:off x="7112000" y="2755900"/>
            <a:ext cx="8001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112000" y="2755900"/>
            <a:ext cx="800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86" name="Shape 84"/>
          <p:cNvSpPr/>
          <p:nvPr/>
        </p:nvSpPr>
        <p:spPr>
          <a:xfrm>
            <a:off x="5651500" y="2755900"/>
            <a:ext cx="711200" cy="190500"/>
          </a:xfrm>
          <a:prstGeom prst="rect">
            <a:avLst/>
          </a:prstGeom>
          <a:solidFill>
            <a:srgbClr val="4A4A4A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87" name="Text 85"/>
          <p:cNvSpPr/>
          <p:nvPr/>
        </p:nvSpPr>
        <p:spPr>
          <a:xfrm>
            <a:off x="5651500" y="2755900"/>
            <a:ext cx="711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00" dirty="0"/>
          </a:p>
        </p:txBody>
      </p:sp>
      <p:sp>
        <p:nvSpPr>
          <p:cNvPr id="88" name="Shape 86"/>
          <p:cNvSpPr/>
          <p:nvPr/>
        </p:nvSpPr>
        <p:spPr>
          <a:xfrm>
            <a:off x="8914130" y="2752725"/>
            <a:ext cx="381000" cy="18415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89" name="Text 87"/>
          <p:cNvSpPr/>
          <p:nvPr/>
        </p:nvSpPr>
        <p:spPr>
          <a:xfrm>
            <a:off x="8914130" y="2752725"/>
            <a:ext cx="38100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h=4</a:t>
            </a:r>
            <a:endParaRPr lang="en-US" sz="700" dirty="0"/>
          </a:p>
        </p:txBody>
      </p:sp>
      <p:sp>
        <p:nvSpPr>
          <p:cNvPr id="90" name="Shape 88"/>
          <p:cNvSpPr/>
          <p:nvPr/>
        </p:nvSpPr>
        <p:spPr>
          <a:xfrm>
            <a:off x="4851400" y="2495550"/>
            <a:ext cx="5588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851400" y="2495550"/>
            <a:ext cx="558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92" name="Shape 90"/>
          <p:cNvSpPr/>
          <p:nvPr/>
        </p:nvSpPr>
        <p:spPr>
          <a:xfrm>
            <a:off x="7670800" y="2495550"/>
            <a:ext cx="8001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670800" y="2495550"/>
            <a:ext cx="800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94" name="Shape 92"/>
          <p:cNvSpPr/>
          <p:nvPr/>
        </p:nvSpPr>
        <p:spPr>
          <a:xfrm>
            <a:off x="5969000" y="2501900"/>
            <a:ext cx="508000" cy="177800"/>
          </a:xfrm>
          <a:prstGeom prst="rect">
            <a:avLst/>
          </a:prstGeom>
          <a:solidFill>
            <a:srgbClr val="E0DC1E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95" name="Text 93"/>
          <p:cNvSpPr/>
          <p:nvPr/>
        </p:nvSpPr>
        <p:spPr>
          <a:xfrm>
            <a:off x="5969000" y="25019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600" dirty="0"/>
          </a:p>
        </p:txBody>
      </p:sp>
      <p:sp>
        <p:nvSpPr>
          <p:cNvPr id="96" name="Shape 94"/>
          <p:cNvSpPr/>
          <p:nvPr/>
        </p:nvSpPr>
        <p:spPr>
          <a:xfrm>
            <a:off x="9474200" y="2511425"/>
            <a:ext cx="381000" cy="18415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97" name="Text 95"/>
          <p:cNvSpPr/>
          <p:nvPr/>
        </p:nvSpPr>
        <p:spPr>
          <a:xfrm>
            <a:off x="9474200" y="2511425"/>
            <a:ext cx="38100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h=5</a:t>
            </a:r>
            <a:endParaRPr lang="en-US" sz="700" dirty="0"/>
          </a:p>
        </p:txBody>
      </p:sp>
      <p:sp>
        <p:nvSpPr>
          <p:cNvPr id="98" name="Shape 96"/>
          <p:cNvSpPr/>
          <p:nvPr/>
        </p:nvSpPr>
        <p:spPr>
          <a:xfrm>
            <a:off x="3733800" y="3175000"/>
            <a:ext cx="1016000" cy="355600"/>
          </a:xfrm>
          <a:prstGeom prst="ellipse">
            <a:avLst/>
          </a:prstGeom>
          <a:solidFill>
            <a:srgbClr val="C4C2F4"/>
          </a:solidFill>
          <a:ln w="9525">
            <a:solidFill>
              <a:srgbClr val="C9B8B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3733800" y="3175000"/>
            <a:ext cx="101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600" dirty="0"/>
          </a:p>
        </p:txBody>
      </p:sp>
      <p:sp>
        <p:nvSpPr>
          <p:cNvPr id="100" name="Shape 98"/>
          <p:cNvSpPr/>
          <p:nvPr/>
        </p:nvSpPr>
        <p:spPr>
          <a:xfrm>
            <a:off x="6172200" y="2247900"/>
            <a:ext cx="558800" cy="190500"/>
          </a:xfrm>
          <a:prstGeom prst="rect">
            <a:avLst/>
          </a:prstGeom>
          <a:solidFill>
            <a:srgbClr val="8ED08A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101" name="Text 99"/>
          <p:cNvSpPr/>
          <p:nvPr/>
        </p:nvSpPr>
        <p:spPr>
          <a:xfrm>
            <a:off x="6172200" y="2247900"/>
            <a:ext cx="558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600" dirty="0"/>
          </a:p>
        </p:txBody>
      </p:sp>
      <p:sp>
        <p:nvSpPr>
          <p:cNvPr id="102" name="Shape 100"/>
          <p:cNvSpPr/>
          <p:nvPr/>
        </p:nvSpPr>
        <p:spPr>
          <a:xfrm>
            <a:off x="1168400" y="4038600"/>
            <a:ext cx="457200" cy="1574800"/>
          </a:xfrm>
          <a:prstGeom prst="roundRect">
            <a:avLst>
              <a:gd name="adj" fmla="val 10000"/>
            </a:avLst>
          </a:prstGeom>
          <a:solidFill>
            <a:srgbClr val="F3F3F0"/>
          </a:solidFill>
          <a:ln w="15875">
            <a:solidFill>
              <a:srgbClr val="2E8B57"/>
            </a:solidFill>
            <a:prstDash val="dash"/>
          </a:ln>
        </p:spPr>
      </p:sp>
      <p:sp>
        <p:nvSpPr>
          <p:cNvPr id="103" name="Shape 101"/>
          <p:cNvSpPr/>
          <p:nvPr/>
        </p:nvSpPr>
        <p:spPr>
          <a:xfrm>
            <a:off x="1193800" y="4114800"/>
            <a:ext cx="190500" cy="2794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1193800" y="4114800"/>
            <a:ext cx="190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105" name="Shape 103"/>
          <p:cNvSpPr/>
          <p:nvPr/>
        </p:nvSpPr>
        <p:spPr>
          <a:xfrm>
            <a:off x="1403350" y="4159250"/>
            <a:ext cx="55880" cy="1905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463040" y="4159250"/>
            <a:ext cx="55880" cy="1905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522730" y="4159250"/>
            <a:ext cx="55880" cy="1905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587500" y="4254500"/>
            <a:ext cx="1143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109" name="Shape 107"/>
          <p:cNvSpPr/>
          <p:nvPr/>
        </p:nvSpPr>
        <p:spPr>
          <a:xfrm>
            <a:off x="1625600" y="4133850"/>
            <a:ext cx="304800" cy="241300"/>
          </a:xfrm>
          <a:prstGeom prst="rect">
            <a:avLst/>
          </a:prstGeom>
          <a:solidFill>
            <a:srgbClr val="F0FFF0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1625600" y="41338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550" dirty="0"/>
          </a:p>
        </p:txBody>
      </p:sp>
      <p:sp>
        <p:nvSpPr>
          <p:cNvPr id="111" name="Shape 109"/>
          <p:cNvSpPr/>
          <p:nvPr/>
        </p:nvSpPr>
        <p:spPr>
          <a:xfrm>
            <a:off x="1981200" y="4159250"/>
            <a:ext cx="120650" cy="1905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2101850" y="4159250"/>
            <a:ext cx="120650" cy="1905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2222500" y="4159250"/>
            <a:ext cx="120650" cy="1905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2247900" y="4000500"/>
            <a:ext cx="2032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00" dirty="0"/>
          </a:p>
        </p:txBody>
      </p:sp>
      <p:sp>
        <p:nvSpPr>
          <p:cNvPr id="115" name="Shape 113"/>
          <p:cNvSpPr/>
          <p:nvPr/>
        </p:nvSpPr>
        <p:spPr>
          <a:xfrm>
            <a:off x="2362200" y="4254500"/>
            <a:ext cx="5969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116" name="Shape 114"/>
          <p:cNvSpPr/>
          <p:nvPr/>
        </p:nvSpPr>
        <p:spPr>
          <a:xfrm>
            <a:off x="1193800" y="4470400"/>
            <a:ext cx="190500" cy="2794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1193800" y="4470400"/>
            <a:ext cx="190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118" name="Shape 116"/>
          <p:cNvSpPr/>
          <p:nvPr/>
        </p:nvSpPr>
        <p:spPr>
          <a:xfrm>
            <a:off x="1403350" y="4514850"/>
            <a:ext cx="55880" cy="1905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1463040" y="4514850"/>
            <a:ext cx="55880" cy="1905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1522730" y="4514850"/>
            <a:ext cx="55880" cy="1905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1587500" y="4610100"/>
            <a:ext cx="1143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122" name="Shape 120"/>
          <p:cNvSpPr/>
          <p:nvPr/>
        </p:nvSpPr>
        <p:spPr>
          <a:xfrm>
            <a:off x="1625600" y="4489450"/>
            <a:ext cx="304800" cy="241300"/>
          </a:xfrm>
          <a:prstGeom prst="rect">
            <a:avLst/>
          </a:prstGeom>
          <a:solidFill>
            <a:srgbClr val="F0FFF0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1625600" y="44894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550" dirty="0"/>
          </a:p>
        </p:txBody>
      </p:sp>
      <p:sp>
        <p:nvSpPr>
          <p:cNvPr id="124" name="Shape 122"/>
          <p:cNvSpPr/>
          <p:nvPr/>
        </p:nvSpPr>
        <p:spPr>
          <a:xfrm>
            <a:off x="1981200" y="4514850"/>
            <a:ext cx="120650" cy="1905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2101850" y="4514850"/>
            <a:ext cx="120650" cy="1905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2222500" y="4514850"/>
            <a:ext cx="120650" cy="1905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2247900" y="4356100"/>
            <a:ext cx="2032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" dirty="0"/>
          </a:p>
        </p:txBody>
      </p:sp>
      <p:sp>
        <p:nvSpPr>
          <p:cNvPr id="128" name="Shape 126"/>
          <p:cNvSpPr/>
          <p:nvPr/>
        </p:nvSpPr>
        <p:spPr>
          <a:xfrm>
            <a:off x="2362200" y="4610100"/>
            <a:ext cx="4445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129" name="Shape 127"/>
          <p:cNvSpPr/>
          <p:nvPr/>
        </p:nvSpPr>
        <p:spPr>
          <a:xfrm>
            <a:off x="1193800" y="4826000"/>
            <a:ext cx="190500" cy="2794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1193800" y="4826000"/>
            <a:ext cx="190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131" name="Shape 129"/>
          <p:cNvSpPr/>
          <p:nvPr/>
        </p:nvSpPr>
        <p:spPr>
          <a:xfrm>
            <a:off x="1403350" y="4870450"/>
            <a:ext cx="55880" cy="1905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1463040" y="4870450"/>
            <a:ext cx="55880" cy="1905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1522730" y="4870450"/>
            <a:ext cx="55880" cy="1905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1587500" y="4965700"/>
            <a:ext cx="1143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135" name="Shape 133"/>
          <p:cNvSpPr/>
          <p:nvPr/>
        </p:nvSpPr>
        <p:spPr>
          <a:xfrm>
            <a:off x="1625600" y="4845050"/>
            <a:ext cx="304800" cy="241300"/>
          </a:xfrm>
          <a:prstGeom prst="rect">
            <a:avLst/>
          </a:prstGeom>
          <a:solidFill>
            <a:srgbClr val="F0FFF0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1625600" y="48450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550" dirty="0"/>
          </a:p>
        </p:txBody>
      </p:sp>
      <p:sp>
        <p:nvSpPr>
          <p:cNvPr id="137" name="Shape 135"/>
          <p:cNvSpPr/>
          <p:nvPr/>
        </p:nvSpPr>
        <p:spPr>
          <a:xfrm>
            <a:off x="1981200" y="4870450"/>
            <a:ext cx="120650" cy="1905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2101850" y="4870450"/>
            <a:ext cx="120650" cy="1905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2222500" y="4870450"/>
            <a:ext cx="120650" cy="1905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2247900" y="4711700"/>
            <a:ext cx="2032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00" dirty="0"/>
          </a:p>
        </p:txBody>
      </p:sp>
      <p:sp>
        <p:nvSpPr>
          <p:cNvPr id="141" name="Shape 139"/>
          <p:cNvSpPr/>
          <p:nvPr/>
        </p:nvSpPr>
        <p:spPr>
          <a:xfrm>
            <a:off x="2362200" y="4965700"/>
            <a:ext cx="3175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142" name="Shape 140"/>
          <p:cNvSpPr/>
          <p:nvPr/>
        </p:nvSpPr>
        <p:spPr>
          <a:xfrm>
            <a:off x="1193800" y="5181600"/>
            <a:ext cx="190500" cy="2794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1193800" y="5181600"/>
            <a:ext cx="190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144" name="Shape 142"/>
          <p:cNvSpPr/>
          <p:nvPr/>
        </p:nvSpPr>
        <p:spPr>
          <a:xfrm>
            <a:off x="1403350" y="5226050"/>
            <a:ext cx="55880" cy="1905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1463040" y="5226050"/>
            <a:ext cx="55880" cy="1905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1522730" y="5226050"/>
            <a:ext cx="55880" cy="1905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1587500" y="5321300"/>
            <a:ext cx="1143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148" name="Shape 146"/>
          <p:cNvSpPr/>
          <p:nvPr/>
        </p:nvSpPr>
        <p:spPr>
          <a:xfrm>
            <a:off x="1625600" y="5200650"/>
            <a:ext cx="304800" cy="241300"/>
          </a:xfrm>
          <a:prstGeom prst="rect">
            <a:avLst/>
          </a:prstGeom>
          <a:solidFill>
            <a:srgbClr val="F0FFF0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1625600" y="52006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550" dirty="0"/>
          </a:p>
        </p:txBody>
      </p:sp>
      <p:sp>
        <p:nvSpPr>
          <p:cNvPr id="150" name="Shape 148"/>
          <p:cNvSpPr/>
          <p:nvPr/>
        </p:nvSpPr>
        <p:spPr>
          <a:xfrm>
            <a:off x="1981200" y="5226050"/>
            <a:ext cx="120650" cy="1905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2101850" y="5226050"/>
            <a:ext cx="120650" cy="1905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2222500" y="5226050"/>
            <a:ext cx="120650" cy="1905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2247900" y="5067300"/>
            <a:ext cx="2032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00" dirty="0"/>
          </a:p>
        </p:txBody>
      </p:sp>
      <p:sp>
        <p:nvSpPr>
          <p:cNvPr id="154" name="Shape 152"/>
          <p:cNvSpPr/>
          <p:nvPr/>
        </p:nvSpPr>
        <p:spPr>
          <a:xfrm>
            <a:off x="2362200" y="5321300"/>
            <a:ext cx="2159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155" name="Shape 153"/>
          <p:cNvSpPr/>
          <p:nvPr/>
        </p:nvSpPr>
        <p:spPr>
          <a:xfrm>
            <a:off x="2476500" y="3822700"/>
            <a:ext cx="736600" cy="1778000"/>
          </a:xfrm>
          <a:prstGeom prst="rect">
            <a:avLst/>
          </a:prstGeom>
          <a:solidFill>
            <a:srgbClr val="D8C0A8"/>
          </a:solidFill>
          <a:ln w="12700">
            <a:solidFill>
              <a:srgbClr val="8A6A48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2476500" y="3848100"/>
            <a:ext cx="7366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650" b="1" dirty="0">
                <a:solidFill>
                  <a:srgbClr val="5C2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</a:t>
            </a:r>
            <a:endParaRPr lang="en-US" sz="650" dirty="0"/>
          </a:p>
          <a:p>
            <a:pPr algn="ctr" indent="0" marL="0">
              <a:lnSpc>
                <a:spcPts val="700"/>
              </a:lnSpc>
              <a:buNone/>
            </a:pPr>
            <a:r>
              <a:rPr lang="en-US" sz="650" b="1" dirty="0">
                <a:solidFill>
                  <a:srgbClr val="5C2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650" dirty="0"/>
          </a:p>
        </p:txBody>
      </p:sp>
      <p:sp>
        <p:nvSpPr>
          <p:cNvPr id="157" name="Shape 155"/>
          <p:cNvSpPr/>
          <p:nvPr/>
        </p:nvSpPr>
        <p:spPr>
          <a:xfrm>
            <a:off x="2844800" y="5562600"/>
            <a:ext cx="-203200" cy="-190500"/>
          </a:xfrm>
          <a:prstGeom prst="line">
            <a:avLst/>
          </a:prstGeom>
          <a:noFill/>
          <a:ln w="1143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158" name="Shape 156"/>
          <p:cNvSpPr/>
          <p:nvPr/>
        </p:nvSpPr>
        <p:spPr>
          <a:xfrm>
            <a:off x="2578100" y="5257800"/>
            <a:ext cx="127000" cy="127000"/>
          </a:xfrm>
          <a:prstGeom prst="ellipse">
            <a:avLst/>
          </a:prstGeom>
          <a:solidFill>
            <a:srgbClr val="BFE0F0"/>
          </a:solidFill>
          <a:ln w="12700">
            <a:solidFill>
              <a:srgbClr val="5A8AC8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2616200" y="5295900"/>
            <a:ext cx="50800" cy="50800"/>
          </a:xfrm>
          <a:prstGeom prst="ellipse">
            <a:avLst/>
          </a:prstGeom>
          <a:solidFill>
            <a:srgbClr val="1F2A5C"/>
          </a:solidFill>
          <a:ln/>
        </p:spPr>
      </p:sp>
      <p:sp>
        <p:nvSpPr>
          <p:cNvPr id="160" name="Shape 158"/>
          <p:cNvSpPr/>
          <p:nvPr/>
        </p:nvSpPr>
        <p:spPr>
          <a:xfrm>
            <a:off x="2844800" y="5562600"/>
            <a:ext cx="-101600" cy="-546100"/>
          </a:xfrm>
          <a:prstGeom prst="line">
            <a:avLst/>
          </a:prstGeom>
          <a:noFill/>
          <a:ln w="1143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161" name="Shape 159"/>
          <p:cNvSpPr/>
          <p:nvPr/>
        </p:nvSpPr>
        <p:spPr>
          <a:xfrm>
            <a:off x="2679700" y="4902200"/>
            <a:ext cx="127000" cy="127000"/>
          </a:xfrm>
          <a:prstGeom prst="ellipse">
            <a:avLst/>
          </a:prstGeom>
          <a:solidFill>
            <a:srgbClr val="BFE0F0"/>
          </a:solidFill>
          <a:ln w="12700">
            <a:solidFill>
              <a:srgbClr val="5A8AC8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2717800" y="4940300"/>
            <a:ext cx="50800" cy="50800"/>
          </a:xfrm>
          <a:prstGeom prst="ellipse">
            <a:avLst/>
          </a:prstGeom>
          <a:solidFill>
            <a:srgbClr val="1F2A5C"/>
          </a:solidFill>
          <a:ln/>
        </p:spPr>
      </p:sp>
      <p:sp>
        <p:nvSpPr>
          <p:cNvPr id="163" name="Shape 161"/>
          <p:cNvSpPr/>
          <p:nvPr/>
        </p:nvSpPr>
        <p:spPr>
          <a:xfrm>
            <a:off x="2844800" y="5562600"/>
            <a:ext cx="25400" cy="-901700"/>
          </a:xfrm>
          <a:prstGeom prst="line">
            <a:avLst/>
          </a:prstGeom>
          <a:noFill/>
          <a:ln w="1143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164" name="Shape 162"/>
          <p:cNvSpPr/>
          <p:nvPr/>
        </p:nvSpPr>
        <p:spPr>
          <a:xfrm>
            <a:off x="2806700" y="4546600"/>
            <a:ext cx="127000" cy="127000"/>
          </a:xfrm>
          <a:prstGeom prst="ellipse">
            <a:avLst/>
          </a:prstGeom>
          <a:solidFill>
            <a:srgbClr val="BFE0F0"/>
          </a:solidFill>
          <a:ln w="12700">
            <a:solidFill>
              <a:srgbClr val="5A8AC8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2844800" y="4584700"/>
            <a:ext cx="50800" cy="50800"/>
          </a:xfrm>
          <a:prstGeom prst="ellipse">
            <a:avLst/>
          </a:prstGeom>
          <a:solidFill>
            <a:srgbClr val="1F2A5C"/>
          </a:solidFill>
          <a:ln/>
        </p:spPr>
      </p:sp>
      <p:sp>
        <p:nvSpPr>
          <p:cNvPr id="166" name="Shape 164"/>
          <p:cNvSpPr/>
          <p:nvPr/>
        </p:nvSpPr>
        <p:spPr>
          <a:xfrm>
            <a:off x="2844800" y="5562600"/>
            <a:ext cx="177800" cy="-1257300"/>
          </a:xfrm>
          <a:prstGeom prst="line">
            <a:avLst/>
          </a:prstGeom>
          <a:noFill/>
          <a:ln w="1143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167" name="Shape 165"/>
          <p:cNvSpPr/>
          <p:nvPr/>
        </p:nvSpPr>
        <p:spPr>
          <a:xfrm>
            <a:off x="2959100" y="4191000"/>
            <a:ext cx="127000" cy="127000"/>
          </a:xfrm>
          <a:prstGeom prst="ellipse">
            <a:avLst/>
          </a:prstGeom>
          <a:solidFill>
            <a:srgbClr val="BFE0F0"/>
          </a:solidFill>
          <a:ln w="12700">
            <a:solidFill>
              <a:srgbClr val="5A8AC8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2997200" y="4229100"/>
            <a:ext cx="50800" cy="50800"/>
          </a:xfrm>
          <a:prstGeom prst="ellipse">
            <a:avLst/>
          </a:prstGeom>
          <a:solidFill>
            <a:srgbClr val="1F2A5C"/>
          </a:solidFill>
          <a:ln/>
        </p:spPr>
      </p:sp>
      <p:sp>
        <p:nvSpPr>
          <p:cNvPr id="169" name="Shape 167"/>
          <p:cNvSpPr/>
          <p:nvPr/>
        </p:nvSpPr>
        <p:spPr>
          <a:xfrm>
            <a:off x="2844800" y="5626100"/>
            <a:ext cx="0" cy="31750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70" name="Shape 168"/>
          <p:cNvSpPr/>
          <p:nvPr/>
        </p:nvSpPr>
        <p:spPr>
          <a:xfrm>
            <a:off x="3213100" y="4254500"/>
            <a:ext cx="3175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171" name="Shape 169"/>
          <p:cNvSpPr/>
          <p:nvPr/>
        </p:nvSpPr>
        <p:spPr>
          <a:xfrm>
            <a:off x="3810000" y="4254500"/>
            <a:ext cx="4064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172" name="Shape 170"/>
          <p:cNvSpPr/>
          <p:nvPr/>
        </p:nvSpPr>
        <p:spPr>
          <a:xfrm>
            <a:off x="4508500" y="4254500"/>
            <a:ext cx="9525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173" name="Shape 171"/>
          <p:cNvSpPr/>
          <p:nvPr/>
        </p:nvSpPr>
        <p:spPr>
          <a:xfrm>
            <a:off x="3213100" y="4610100"/>
            <a:ext cx="3175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174" name="Shape 172"/>
          <p:cNvSpPr/>
          <p:nvPr/>
        </p:nvSpPr>
        <p:spPr>
          <a:xfrm>
            <a:off x="3810000" y="4610100"/>
            <a:ext cx="4064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175" name="Shape 173"/>
          <p:cNvSpPr/>
          <p:nvPr/>
        </p:nvSpPr>
        <p:spPr>
          <a:xfrm>
            <a:off x="4508500" y="4610100"/>
            <a:ext cx="9525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176" name="Shape 174"/>
          <p:cNvSpPr/>
          <p:nvPr/>
        </p:nvSpPr>
        <p:spPr>
          <a:xfrm>
            <a:off x="3213100" y="4965700"/>
            <a:ext cx="3175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177" name="Shape 175"/>
          <p:cNvSpPr/>
          <p:nvPr/>
        </p:nvSpPr>
        <p:spPr>
          <a:xfrm>
            <a:off x="3810000" y="4965700"/>
            <a:ext cx="4064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178" name="Shape 176"/>
          <p:cNvSpPr/>
          <p:nvPr/>
        </p:nvSpPr>
        <p:spPr>
          <a:xfrm>
            <a:off x="4508500" y="4965700"/>
            <a:ext cx="9525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179" name="Shape 177"/>
          <p:cNvSpPr/>
          <p:nvPr/>
        </p:nvSpPr>
        <p:spPr>
          <a:xfrm>
            <a:off x="3213100" y="5321300"/>
            <a:ext cx="3175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180" name="Shape 178"/>
          <p:cNvSpPr/>
          <p:nvPr/>
        </p:nvSpPr>
        <p:spPr>
          <a:xfrm>
            <a:off x="3810000" y="5321300"/>
            <a:ext cx="4064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181" name="Shape 179"/>
          <p:cNvSpPr/>
          <p:nvPr/>
        </p:nvSpPr>
        <p:spPr>
          <a:xfrm>
            <a:off x="4508500" y="5321300"/>
            <a:ext cx="9525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182" name="Text 180"/>
          <p:cNvSpPr/>
          <p:nvPr/>
        </p:nvSpPr>
        <p:spPr>
          <a:xfrm>
            <a:off x="3238500" y="3835400"/>
            <a:ext cx="304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K.q</a:t>
            </a:r>
            <a:endParaRPr lang="en-US" sz="650" dirty="0"/>
          </a:p>
        </p:txBody>
      </p:sp>
      <p:sp>
        <p:nvSpPr>
          <p:cNvPr id="183" name="Shape 181"/>
          <p:cNvSpPr/>
          <p:nvPr/>
        </p:nvSpPr>
        <p:spPr>
          <a:xfrm>
            <a:off x="3530600" y="3822700"/>
            <a:ext cx="279400" cy="1778000"/>
          </a:xfrm>
          <a:prstGeom prst="roundRect">
            <a:avLst>
              <a:gd name="adj" fmla="val 29455"/>
            </a:avLst>
          </a:prstGeom>
          <a:solidFill>
            <a:srgbClr val="FBD8E8"/>
          </a:solidFill>
          <a:ln w="9525">
            <a:solidFill>
              <a:srgbClr val="E8A8C8"/>
            </a:solidFill>
            <a:prstDash val="solid"/>
          </a:ln>
        </p:spPr>
      </p:sp>
      <p:pic>
        <p:nvPicPr>
          <p:cNvPr id="184" name="Image 0" descr="/home/ahmed/Projects/ai_llm_slides/videos/deep-learning/001_transformers_part1/recreated_pptx/build/assets/eq_scaling_pill_r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49650" y="4038600"/>
            <a:ext cx="236217" cy="1126239"/>
          </a:xfrm>
          <a:prstGeom prst="rect">
            <a:avLst/>
          </a:prstGeom>
        </p:spPr>
      </p:pic>
      <p:pic>
        <p:nvPicPr>
          <p:cNvPr id="185" name="Image 1" descr="/home/ahmed/Projects/ai_llm_slides/videos/deep-learning/001_transformers_part1/recreated_pptx/build/assets/eq_kq_sqrt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800" y="3733800"/>
            <a:ext cx="225555" cy="289563"/>
          </a:xfrm>
          <a:prstGeom prst="rect">
            <a:avLst/>
          </a:prstGeom>
        </p:spPr>
      </p:pic>
      <p:sp>
        <p:nvSpPr>
          <p:cNvPr id="186" name="Shape 182"/>
          <p:cNvSpPr/>
          <p:nvPr/>
        </p:nvSpPr>
        <p:spPr>
          <a:xfrm>
            <a:off x="4216400" y="3822700"/>
            <a:ext cx="292100" cy="1778000"/>
          </a:xfrm>
          <a:prstGeom prst="roundRect">
            <a:avLst>
              <a:gd name="adj" fmla="val 28174"/>
            </a:avLst>
          </a:prstGeom>
          <a:solidFill>
            <a:srgbClr val="E4D8F4"/>
          </a:solidFill>
          <a:ln w="9525">
            <a:solidFill>
              <a:srgbClr val="C8B8E8"/>
            </a:solidFill>
            <a:prstDash val="solid"/>
          </a:ln>
        </p:spPr>
      </p:sp>
      <p:pic>
        <p:nvPicPr>
          <p:cNvPr id="187" name="Image 2" descr="/home/ahmed/Projects/ai_llm_slides/videos/deep-learning/001_transformers_part1/recreated_pptx/build/assets/eq_softmax_pill_r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5300" y="4470400"/>
            <a:ext cx="111255" cy="524253"/>
          </a:xfrm>
          <a:prstGeom prst="rect">
            <a:avLst/>
          </a:prstGeom>
        </p:spPr>
      </p:pic>
      <p:sp>
        <p:nvSpPr>
          <p:cNvPr id="188" name="Shape 183"/>
          <p:cNvSpPr/>
          <p:nvPr/>
        </p:nvSpPr>
        <p:spPr>
          <a:xfrm>
            <a:off x="4800600" y="3517900"/>
            <a:ext cx="406400" cy="-76200"/>
          </a:xfrm>
          <a:prstGeom prst="line">
            <a:avLst/>
          </a:prstGeom>
          <a:noFill/>
          <a:ln w="31750">
            <a:solidFill>
              <a:srgbClr val="00AA00"/>
            </a:solidFill>
            <a:prstDash val="solid"/>
            <a:tailEnd type="triangle"/>
          </a:ln>
        </p:spPr>
      </p:sp>
      <p:sp>
        <p:nvSpPr>
          <p:cNvPr id="189" name="Shape 184"/>
          <p:cNvSpPr/>
          <p:nvPr/>
        </p:nvSpPr>
        <p:spPr>
          <a:xfrm>
            <a:off x="5003800" y="3670300"/>
            <a:ext cx="7620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190" name="Text 185"/>
          <p:cNvSpPr/>
          <p:nvPr/>
        </p:nvSpPr>
        <p:spPr>
          <a:xfrm>
            <a:off x="5003800" y="3670300"/>
            <a:ext cx="762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2000" dirty="0"/>
          </a:p>
        </p:txBody>
      </p:sp>
      <p:sp>
        <p:nvSpPr>
          <p:cNvPr id="191" name="Shape 186"/>
          <p:cNvSpPr/>
          <p:nvPr/>
        </p:nvSpPr>
        <p:spPr>
          <a:xfrm>
            <a:off x="5486400" y="4159250"/>
            <a:ext cx="190500" cy="190500"/>
          </a:xfrm>
          <a:prstGeom prst="ellipse">
            <a:avLst/>
          </a:prstGeom>
          <a:solidFill>
            <a:srgbClr val="FCE8E8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92" name="Text 187"/>
          <p:cNvSpPr/>
          <p:nvPr/>
        </p:nvSpPr>
        <p:spPr>
          <a:xfrm>
            <a:off x="5486400" y="415925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900" dirty="0"/>
          </a:p>
        </p:txBody>
      </p:sp>
      <p:sp>
        <p:nvSpPr>
          <p:cNvPr id="193" name="Shape 188"/>
          <p:cNvSpPr/>
          <p:nvPr/>
        </p:nvSpPr>
        <p:spPr>
          <a:xfrm>
            <a:off x="6477000" y="4254500"/>
            <a:ext cx="609600" cy="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94" name="Text 189"/>
          <p:cNvSpPr/>
          <p:nvPr/>
        </p:nvSpPr>
        <p:spPr>
          <a:xfrm>
            <a:off x="5740400" y="4140200"/>
            <a:ext cx="190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13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50" dirty="0"/>
          </a:p>
        </p:txBody>
      </p:sp>
      <p:sp>
        <p:nvSpPr>
          <p:cNvPr id="195" name="Shape 190"/>
          <p:cNvSpPr/>
          <p:nvPr/>
        </p:nvSpPr>
        <p:spPr>
          <a:xfrm>
            <a:off x="5943600" y="4165600"/>
            <a:ext cx="114300" cy="1778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96" name="Shape 191"/>
          <p:cNvSpPr/>
          <p:nvPr/>
        </p:nvSpPr>
        <p:spPr>
          <a:xfrm>
            <a:off x="6057900" y="4165600"/>
            <a:ext cx="114300" cy="1778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97" name="Shape 192"/>
          <p:cNvSpPr/>
          <p:nvPr/>
        </p:nvSpPr>
        <p:spPr>
          <a:xfrm>
            <a:off x="6172200" y="4165600"/>
            <a:ext cx="114300" cy="1778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98" name="Shape 193"/>
          <p:cNvSpPr/>
          <p:nvPr/>
        </p:nvSpPr>
        <p:spPr>
          <a:xfrm>
            <a:off x="6286500" y="4165600"/>
            <a:ext cx="114300" cy="177800"/>
          </a:xfrm>
          <a:prstGeom prst="rect">
            <a:avLst/>
          </a:prstGeom>
          <a:solidFill>
            <a:srgbClr val="EAE4EE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99" name="Shape 194"/>
          <p:cNvSpPr/>
          <p:nvPr/>
        </p:nvSpPr>
        <p:spPr>
          <a:xfrm>
            <a:off x="6477000" y="4114800"/>
            <a:ext cx="533400" cy="279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55C8"/>
            </a:solidFill>
            <a:prstDash val="solid"/>
          </a:ln>
        </p:spPr>
      </p:sp>
      <p:sp>
        <p:nvSpPr>
          <p:cNvPr id="200" name="Text 195"/>
          <p:cNvSpPr/>
          <p:nvPr/>
        </p:nvSpPr>
        <p:spPr>
          <a:xfrm>
            <a:off x="6477000" y="41148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550" dirty="0"/>
          </a:p>
        </p:txBody>
      </p:sp>
      <p:sp>
        <p:nvSpPr>
          <p:cNvPr id="201" name="Shape 196"/>
          <p:cNvSpPr/>
          <p:nvPr/>
        </p:nvSpPr>
        <p:spPr>
          <a:xfrm>
            <a:off x="5486400" y="4514850"/>
            <a:ext cx="190500" cy="190500"/>
          </a:xfrm>
          <a:prstGeom prst="ellipse">
            <a:avLst/>
          </a:prstGeom>
          <a:solidFill>
            <a:srgbClr val="FCE8E8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202" name="Text 197"/>
          <p:cNvSpPr/>
          <p:nvPr/>
        </p:nvSpPr>
        <p:spPr>
          <a:xfrm>
            <a:off x="5486400" y="451485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900" dirty="0"/>
          </a:p>
        </p:txBody>
      </p:sp>
      <p:sp>
        <p:nvSpPr>
          <p:cNvPr id="203" name="Shape 198"/>
          <p:cNvSpPr/>
          <p:nvPr/>
        </p:nvSpPr>
        <p:spPr>
          <a:xfrm>
            <a:off x="6477000" y="4610100"/>
            <a:ext cx="609600" cy="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204" name="Text 199"/>
          <p:cNvSpPr/>
          <p:nvPr/>
        </p:nvSpPr>
        <p:spPr>
          <a:xfrm>
            <a:off x="5740400" y="4495800"/>
            <a:ext cx="190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13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50" dirty="0"/>
          </a:p>
        </p:txBody>
      </p:sp>
      <p:sp>
        <p:nvSpPr>
          <p:cNvPr id="205" name="Shape 200"/>
          <p:cNvSpPr/>
          <p:nvPr/>
        </p:nvSpPr>
        <p:spPr>
          <a:xfrm>
            <a:off x="5943600" y="4521200"/>
            <a:ext cx="114300" cy="1778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06" name="Shape 201"/>
          <p:cNvSpPr/>
          <p:nvPr/>
        </p:nvSpPr>
        <p:spPr>
          <a:xfrm>
            <a:off x="6057900" y="4521200"/>
            <a:ext cx="114300" cy="1778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07" name="Shape 202"/>
          <p:cNvSpPr/>
          <p:nvPr/>
        </p:nvSpPr>
        <p:spPr>
          <a:xfrm>
            <a:off x="6172200" y="4521200"/>
            <a:ext cx="114300" cy="1778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08" name="Shape 203"/>
          <p:cNvSpPr/>
          <p:nvPr/>
        </p:nvSpPr>
        <p:spPr>
          <a:xfrm>
            <a:off x="6286500" y="4521200"/>
            <a:ext cx="114300" cy="177800"/>
          </a:xfrm>
          <a:prstGeom prst="rect">
            <a:avLst/>
          </a:prstGeom>
          <a:solidFill>
            <a:srgbClr val="EAE4EE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09" name="Shape 204"/>
          <p:cNvSpPr/>
          <p:nvPr/>
        </p:nvSpPr>
        <p:spPr>
          <a:xfrm>
            <a:off x="6477000" y="4470400"/>
            <a:ext cx="533400" cy="279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55C8"/>
            </a:solidFill>
            <a:prstDash val="solid"/>
          </a:ln>
        </p:spPr>
      </p:sp>
      <p:sp>
        <p:nvSpPr>
          <p:cNvPr id="210" name="Text 205"/>
          <p:cNvSpPr/>
          <p:nvPr/>
        </p:nvSpPr>
        <p:spPr>
          <a:xfrm>
            <a:off x="6477000" y="44704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550" dirty="0"/>
          </a:p>
        </p:txBody>
      </p:sp>
      <p:sp>
        <p:nvSpPr>
          <p:cNvPr id="211" name="Shape 206"/>
          <p:cNvSpPr/>
          <p:nvPr/>
        </p:nvSpPr>
        <p:spPr>
          <a:xfrm>
            <a:off x="5486400" y="4870450"/>
            <a:ext cx="190500" cy="190500"/>
          </a:xfrm>
          <a:prstGeom prst="ellipse">
            <a:avLst/>
          </a:prstGeom>
          <a:solidFill>
            <a:srgbClr val="FCE8E8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212" name="Text 207"/>
          <p:cNvSpPr/>
          <p:nvPr/>
        </p:nvSpPr>
        <p:spPr>
          <a:xfrm>
            <a:off x="5486400" y="487045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900" dirty="0"/>
          </a:p>
        </p:txBody>
      </p:sp>
      <p:sp>
        <p:nvSpPr>
          <p:cNvPr id="213" name="Shape 208"/>
          <p:cNvSpPr/>
          <p:nvPr/>
        </p:nvSpPr>
        <p:spPr>
          <a:xfrm>
            <a:off x="6477000" y="4965700"/>
            <a:ext cx="609600" cy="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214" name="Text 209"/>
          <p:cNvSpPr/>
          <p:nvPr/>
        </p:nvSpPr>
        <p:spPr>
          <a:xfrm>
            <a:off x="5740400" y="4851400"/>
            <a:ext cx="190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13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50" dirty="0"/>
          </a:p>
        </p:txBody>
      </p:sp>
      <p:sp>
        <p:nvSpPr>
          <p:cNvPr id="215" name="Shape 210"/>
          <p:cNvSpPr/>
          <p:nvPr/>
        </p:nvSpPr>
        <p:spPr>
          <a:xfrm>
            <a:off x="5943600" y="4876800"/>
            <a:ext cx="114300" cy="1778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16" name="Shape 211"/>
          <p:cNvSpPr/>
          <p:nvPr/>
        </p:nvSpPr>
        <p:spPr>
          <a:xfrm>
            <a:off x="6057900" y="4876800"/>
            <a:ext cx="114300" cy="1778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17" name="Shape 212"/>
          <p:cNvSpPr/>
          <p:nvPr/>
        </p:nvSpPr>
        <p:spPr>
          <a:xfrm>
            <a:off x="6172200" y="4876800"/>
            <a:ext cx="114300" cy="1778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18" name="Shape 213"/>
          <p:cNvSpPr/>
          <p:nvPr/>
        </p:nvSpPr>
        <p:spPr>
          <a:xfrm>
            <a:off x="6286500" y="4876800"/>
            <a:ext cx="114300" cy="177800"/>
          </a:xfrm>
          <a:prstGeom prst="rect">
            <a:avLst/>
          </a:prstGeom>
          <a:solidFill>
            <a:srgbClr val="EAE4EE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19" name="Shape 214"/>
          <p:cNvSpPr/>
          <p:nvPr/>
        </p:nvSpPr>
        <p:spPr>
          <a:xfrm>
            <a:off x="6477000" y="4826000"/>
            <a:ext cx="533400" cy="279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55C8"/>
            </a:solidFill>
            <a:prstDash val="solid"/>
          </a:ln>
        </p:spPr>
      </p:sp>
      <p:sp>
        <p:nvSpPr>
          <p:cNvPr id="220" name="Text 215"/>
          <p:cNvSpPr/>
          <p:nvPr/>
        </p:nvSpPr>
        <p:spPr>
          <a:xfrm>
            <a:off x="6477000" y="48260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550" dirty="0"/>
          </a:p>
        </p:txBody>
      </p:sp>
      <p:sp>
        <p:nvSpPr>
          <p:cNvPr id="221" name="Shape 216"/>
          <p:cNvSpPr/>
          <p:nvPr/>
        </p:nvSpPr>
        <p:spPr>
          <a:xfrm>
            <a:off x="5486400" y="5226050"/>
            <a:ext cx="190500" cy="190500"/>
          </a:xfrm>
          <a:prstGeom prst="ellipse">
            <a:avLst/>
          </a:prstGeom>
          <a:solidFill>
            <a:srgbClr val="FCE8E8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222" name="Text 217"/>
          <p:cNvSpPr/>
          <p:nvPr/>
        </p:nvSpPr>
        <p:spPr>
          <a:xfrm>
            <a:off x="5486400" y="522605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endParaRPr lang="en-US" sz="900" dirty="0"/>
          </a:p>
        </p:txBody>
      </p:sp>
      <p:sp>
        <p:nvSpPr>
          <p:cNvPr id="223" name="Shape 218"/>
          <p:cNvSpPr/>
          <p:nvPr/>
        </p:nvSpPr>
        <p:spPr>
          <a:xfrm>
            <a:off x="6477000" y="5321300"/>
            <a:ext cx="609600" cy="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224" name="Text 219"/>
          <p:cNvSpPr/>
          <p:nvPr/>
        </p:nvSpPr>
        <p:spPr>
          <a:xfrm>
            <a:off x="5740400" y="5207000"/>
            <a:ext cx="190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13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50" dirty="0"/>
          </a:p>
        </p:txBody>
      </p:sp>
      <p:sp>
        <p:nvSpPr>
          <p:cNvPr id="225" name="Shape 220"/>
          <p:cNvSpPr/>
          <p:nvPr/>
        </p:nvSpPr>
        <p:spPr>
          <a:xfrm>
            <a:off x="5943600" y="5232400"/>
            <a:ext cx="114300" cy="1778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26" name="Shape 221"/>
          <p:cNvSpPr/>
          <p:nvPr/>
        </p:nvSpPr>
        <p:spPr>
          <a:xfrm>
            <a:off x="6057900" y="5232400"/>
            <a:ext cx="114300" cy="1778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27" name="Shape 222"/>
          <p:cNvSpPr/>
          <p:nvPr/>
        </p:nvSpPr>
        <p:spPr>
          <a:xfrm>
            <a:off x="6172200" y="5232400"/>
            <a:ext cx="114300" cy="1778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28" name="Shape 223"/>
          <p:cNvSpPr/>
          <p:nvPr/>
        </p:nvSpPr>
        <p:spPr>
          <a:xfrm>
            <a:off x="6286500" y="5232400"/>
            <a:ext cx="114300" cy="177800"/>
          </a:xfrm>
          <a:prstGeom prst="rect">
            <a:avLst/>
          </a:prstGeom>
          <a:solidFill>
            <a:srgbClr val="EAE4EE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29" name="Shape 224"/>
          <p:cNvSpPr/>
          <p:nvPr/>
        </p:nvSpPr>
        <p:spPr>
          <a:xfrm>
            <a:off x="6477000" y="5181600"/>
            <a:ext cx="533400" cy="279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55C8"/>
            </a:solidFill>
            <a:prstDash val="solid"/>
          </a:ln>
        </p:spPr>
      </p:sp>
      <p:sp>
        <p:nvSpPr>
          <p:cNvPr id="230" name="Text 225"/>
          <p:cNvSpPr/>
          <p:nvPr/>
        </p:nvSpPr>
        <p:spPr>
          <a:xfrm>
            <a:off x="6477000" y="51816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550" dirty="0"/>
          </a:p>
        </p:txBody>
      </p:sp>
      <p:sp>
        <p:nvSpPr>
          <p:cNvPr id="231" name="Shape 226"/>
          <p:cNvSpPr/>
          <p:nvPr/>
        </p:nvSpPr>
        <p:spPr>
          <a:xfrm>
            <a:off x="5588000" y="4102100"/>
            <a:ext cx="0" cy="1143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232" name="Shape 227"/>
          <p:cNvSpPr/>
          <p:nvPr/>
        </p:nvSpPr>
        <p:spPr>
          <a:xfrm>
            <a:off x="7086600" y="4064000"/>
            <a:ext cx="584200" cy="142240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233" name="Text 228"/>
          <p:cNvSpPr/>
          <p:nvPr/>
        </p:nvSpPr>
        <p:spPr>
          <a:xfrm>
            <a:off x="7124700" y="41402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34" name="Shape 229"/>
          <p:cNvSpPr/>
          <p:nvPr/>
        </p:nvSpPr>
        <p:spPr>
          <a:xfrm>
            <a:off x="7289800" y="4140200"/>
            <a:ext cx="1206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35" name="Shape 230"/>
          <p:cNvSpPr/>
          <p:nvPr/>
        </p:nvSpPr>
        <p:spPr>
          <a:xfrm>
            <a:off x="7410450" y="4140200"/>
            <a:ext cx="1206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36" name="Shape 231"/>
          <p:cNvSpPr/>
          <p:nvPr/>
        </p:nvSpPr>
        <p:spPr>
          <a:xfrm>
            <a:off x="7531100" y="4140200"/>
            <a:ext cx="1206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37" name="Text 232"/>
          <p:cNvSpPr/>
          <p:nvPr/>
        </p:nvSpPr>
        <p:spPr>
          <a:xfrm>
            <a:off x="7124700" y="44831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38" name="Shape 233"/>
          <p:cNvSpPr/>
          <p:nvPr/>
        </p:nvSpPr>
        <p:spPr>
          <a:xfrm>
            <a:off x="7289800" y="4483100"/>
            <a:ext cx="1206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39" name="Shape 234"/>
          <p:cNvSpPr/>
          <p:nvPr/>
        </p:nvSpPr>
        <p:spPr>
          <a:xfrm>
            <a:off x="7410450" y="4483100"/>
            <a:ext cx="1206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40" name="Shape 235"/>
          <p:cNvSpPr/>
          <p:nvPr/>
        </p:nvSpPr>
        <p:spPr>
          <a:xfrm>
            <a:off x="7531100" y="4483100"/>
            <a:ext cx="1206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41" name="Text 236"/>
          <p:cNvSpPr/>
          <p:nvPr/>
        </p:nvSpPr>
        <p:spPr>
          <a:xfrm>
            <a:off x="7124700" y="48260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42" name="Shape 237"/>
          <p:cNvSpPr/>
          <p:nvPr/>
        </p:nvSpPr>
        <p:spPr>
          <a:xfrm>
            <a:off x="7289800" y="4826000"/>
            <a:ext cx="1206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43" name="Shape 238"/>
          <p:cNvSpPr/>
          <p:nvPr/>
        </p:nvSpPr>
        <p:spPr>
          <a:xfrm>
            <a:off x="7410450" y="4826000"/>
            <a:ext cx="1206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44" name="Shape 239"/>
          <p:cNvSpPr/>
          <p:nvPr/>
        </p:nvSpPr>
        <p:spPr>
          <a:xfrm>
            <a:off x="7531100" y="4826000"/>
            <a:ext cx="1206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45" name="Text 240"/>
          <p:cNvSpPr/>
          <p:nvPr/>
        </p:nvSpPr>
        <p:spPr>
          <a:xfrm>
            <a:off x="7124700" y="51689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46" name="Shape 241"/>
          <p:cNvSpPr/>
          <p:nvPr/>
        </p:nvSpPr>
        <p:spPr>
          <a:xfrm>
            <a:off x="7289800" y="5168900"/>
            <a:ext cx="1206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47" name="Shape 242"/>
          <p:cNvSpPr/>
          <p:nvPr/>
        </p:nvSpPr>
        <p:spPr>
          <a:xfrm>
            <a:off x="7410450" y="5168900"/>
            <a:ext cx="1206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48" name="Shape 243"/>
          <p:cNvSpPr/>
          <p:nvPr/>
        </p:nvSpPr>
        <p:spPr>
          <a:xfrm>
            <a:off x="7531100" y="5168900"/>
            <a:ext cx="1206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49" name="Shape 244"/>
          <p:cNvSpPr/>
          <p:nvPr/>
        </p:nvSpPr>
        <p:spPr>
          <a:xfrm>
            <a:off x="2362200" y="5854700"/>
            <a:ext cx="279400" cy="228600"/>
          </a:xfrm>
          <a:prstGeom prst="roundRect">
            <a:avLst>
              <a:gd name="adj" fmla="val 12000"/>
            </a:avLst>
          </a:prstGeom>
          <a:solidFill>
            <a:srgbClr val="F3F0E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50" name="Shape 245"/>
          <p:cNvSpPr/>
          <p:nvPr/>
        </p:nvSpPr>
        <p:spPr>
          <a:xfrm>
            <a:off x="2387600" y="5886450"/>
            <a:ext cx="50800" cy="165100"/>
          </a:xfrm>
          <a:prstGeom prst="rect">
            <a:avLst/>
          </a:prstGeom>
          <a:solidFill>
            <a:srgbClr val="F9FF96"/>
          </a:solidFill>
          <a:ln w="5080">
            <a:solidFill>
              <a:srgbClr val="C9C9C9"/>
            </a:solidFill>
            <a:prstDash val="solid"/>
          </a:ln>
        </p:spPr>
      </p:sp>
      <p:sp>
        <p:nvSpPr>
          <p:cNvPr id="251" name="Shape 246"/>
          <p:cNvSpPr/>
          <p:nvPr/>
        </p:nvSpPr>
        <p:spPr>
          <a:xfrm>
            <a:off x="2444750" y="5886450"/>
            <a:ext cx="50800" cy="165100"/>
          </a:xfrm>
          <a:prstGeom prst="rect">
            <a:avLst/>
          </a:prstGeom>
          <a:solidFill>
            <a:srgbClr val="FFFFFF"/>
          </a:solidFill>
          <a:ln w="5080">
            <a:solidFill>
              <a:srgbClr val="C9C9C9"/>
            </a:solidFill>
            <a:prstDash val="solid"/>
          </a:ln>
        </p:spPr>
      </p:sp>
      <p:sp>
        <p:nvSpPr>
          <p:cNvPr id="252" name="Shape 247"/>
          <p:cNvSpPr/>
          <p:nvPr/>
        </p:nvSpPr>
        <p:spPr>
          <a:xfrm>
            <a:off x="2501900" y="5886450"/>
            <a:ext cx="50800" cy="165100"/>
          </a:xfrm>
          <a:prstGeom prst="rect">
            <a:avLst/>
          </a:prstGeom>
          <a:solidFill>
            <a:srgbClr val="F08B96"/>
          </a:solidFill>
          <a:ln w="5080">
            <a:solidFill>
              <a:srgbClr val="C9C9C9"/>
            </a:solidFill>
            <a:prstDash val="solid"/>
          </a:ln>
        </p:spPr>
      </p:sp>
      <p:sp>
        <p:nvSpPr>
          <p:cNvPr id="253" name="Shape 248"/>
          <p:cNvSpPr/>
          <p:nvPr/>
        </p:nvSpPr>
        <p:spPr>
          <a:xfrm>
            <a:off x="2559050" y="5886450"/>
            <a:ext cx="50800" cy="165100"/>
          </a:xfrm>
          <a:prstGeom prst="rect">
            <a:avLst/>
          </a:prstGeom>
          <a:solidFill>
            <a:srgbClr val="EAE4EE"/>
          </a:solidFill>
          <a:ln w="5080">
            <a:solidFill>
              <a:srgbClr val="C9C9C9"/>
            </a:solidFill>
            <a:prstDash val="solid"/>
          </a:ln>
        </p:spPr>
      </p:sp>
      <p:sp>
        <p:nvSpPr>
          <p:cNvPr id="254" name="Text 249"/>
          <p:cNvSpPr/>
          <p:nvPr/>
        </p:nvSpPr>
        <p:spPr>
          <a:xfrm>
            <a:off x="2057400" y="5816600"/>
            <a:ext cx="279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255" name="Shape 250"/>
          <p:cNvSpPr/>
          <p:nvPr/>
        </p:nvSpPr>
        <p:spPr>
          <a:xfrm>
            <a:off x="2679700" y="5689600"/>
            <a:ext cx="330200" cy="5207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256" name="Text 251"/>
          <p:cNvSpPr/>
          <p:nvPr/>
        </p:nvSpPr>
        <p:spPr>
          <a:xfrm>
            <a:off x="2679700" y="5689600"/>
            <a:ext cx="33020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51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80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600" dirty="0"/>
          </a:p>
        </p:txBody>
      </p:sp>
      <p:sp>
        <p:nvSpPr>
          <p:cNvPr id="257" name="Shape 252"/>
          <p:cNvSpPr/>
          <p:nvPr/>
        </p:nvSpPr>
        <p:spPr>
          <a:xfrm>
            <a:off x="2844800" y="6210300"/>
            <a:ext cx="0" cy="762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258" name="Shape 253"/>
          <p:cNvSpPr/>
          <p:nvPr/>
        </p:nvSpPr>
        <p:spPr>
          <a:xfrm>
            <a:off x="1905000" y="6248400"/>
            <a:ext cx="2514600" cy="368300"/>
          </a:xfrm>
          <a:prstGeom prst="roundRect">
            <a:avLst>
              <a:gd name="adj" fmla="val 12414"/>
            </a:avLst>
          </a:prstGeom>
          <a:solidFill>
            <a:srgbClr val="E8FCE8"/>
          </a:solidFill>
          <a:ln w="15875">
            <a:solidFill>
              <a:srgbClr val="2E8B57"/>
            </a:solidFill>
            <a:prstDash val="dash"/>
          </a:ln>
        </p:spPr>
      </p:sp>
      <p:sp>
        <p:nvSpPr>
          <p:cNvPr id="259" name="Shape 254"/>
          <p:cNvSpPr/>
          <p:nvPr/>
        </p:nvSpPr>
        <p:spPr>
          <a:xfrm>
            <a:off x="1981200" y="6311900"/>
            <a:ext cx="127000" cy="1778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60" name="Shape 255"/>
          <p:cNvSpPr/>
          <p:nvPr/>
        </p:nvSpPr>
        <p:spPr>
          <a:xfrm>
            <a:off x="2114550" y="6311900"/>
            <a:ext cx="127000" cy="177800"/>
          </a:xfrm>
          <a:prstGeom prst="rect">
            <a:avLst/>
          </a:prstGeom>
          <a:solidFill>
            <a:srgbClr val="FFFFF0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61" name="Shape 256"/>
          <p:cNvSpPr/>
          <p:nvPr/>
        </p:nvSpPr>
        <p:spPr>
          <a:xfrm>
            <a:off x="2247900" y="6311900"/>
            <a:ext cx="127000" cy="177800"/>
          </a:xfrm>
          <a:prstGeom prst="rect">
            <a:avLst/>
          </a:prstGeom>
          <a:solidFill>
            <a:srgbClr val="F6DAF3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62" name="Shape 257"/>
          <p:cNvSpPr/>
          <p:nvPr/>
        </p:nvSpPr>
        <p:spPr>
          <a:xfrm>
            <a:off x="2381250" y="6311900"/>
            <a:ext cx="127000" cy="177800"/>
          </a:xfrm>
          <a:prstGeom prst="rect">
            <a:avLst/>
          </a:prstGeom>
          <a:solidFill>
            <a:srgbClr val="EAE4EE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63" name="Text 258"/>
          <p:cNvSpPr/>
          <p:nvPr/>
        </p:nvSpPr>
        <p:spPr>
          <a:xfrm>
            <a:off x="1968500" y="6311900"/>
            <a:ext cx="558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64" name="Shape 259"/>
          <p:cNvSpPr/>
          <p:nvPr/>
        </p:nvSpPr>
        <p:spPr>
          <a:xfrm>
            <a:off x="2590800" y="6311900"/>
            <a:ext cx="127000" cy="177800"/>
          </a:xfrm>
          <a:prstGeom prst="rect">
            <a:avLst/>
          </a:prstGeom>
          <a:solidFill>
            <a:srgbClr val="F6DAF3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65" name="Shape 260"/>
          <p:cNvSpPr/>
          <p:nvPr/>
        </p:nvSpPr>
        <p:spPr>
          <a:xfrm>
            <a:off x="2724150" y="6311900"/>
            <a:ext cx="127000" cy="177800"/>
          </a:xfrm>
          <a:prstGeom prst="rect">
            <a:avLst/>
          </a:prstGeom>
          <a:solidFill>
            <a:srgbClr val="F2C8F0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66" name="Shape 261"/>
          <p:cNvSpPr/>
          <p:nvPr/>
        </p:nvSpPr>
        <p:spPr>
          <a:xfrm>
            <a:off x="2857500" y="6311900"/>
            <a:ext cx="127000" cy="177800"/>
          </a:xfrm>
          <a:prstGeom prst="rect">
            <a:avLst/>
          </a:prstGeom>
          <a:solidFill>
            <a:srgbClr val="F6DAF3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67" name="Shape 262"/>
          <p:cNvSpPr/>
          <p:nvPr/>
        </p:nvSpPr>
        <p:spPr>
          <a:xfrm>
            <a:off x="2990850" y="6311900"/>
            <a:ext cx="127000" cy="177800"/>
          </a:xfrm>
          <a:prstGeom prst="rect">
            <a:avLst/>
          </a:prstGeom>
          <a:solidFill>
            <a:srgbClr val="F2C8F0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68" name="Text 263"/>
          <p:cNvSpPr/>
          <p:nvPr/>
        </p:nvSpPr>
        <p:spPr>
          <a:xfrm>
            <a:off x="2578100" y="6311900"/>
            <a:ext cx="558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488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50" dirty="0"/>
          </a:p>
        </p:txBody>
      </p:sp>
      <p:sp>
        <p:nvSpPr>
          <p:cNvPr id="269" name="Shape 264"/>
          <p:cNvSpPr/>
          <p:nvPr/>
        </p:nvSpPr>
        <p:spPr>
          <a:xfrm>
            <a:off x="2578100" y="6299200"/>
            <a:ext cx="558800" cy="203200"/>
          </a:xfrm>
          <a:prstGeom prst="rect">
            <a:avLst/>
          </a:prstGeom>
          <a:ln w="15875">
            <a:solidFill>
              <a:srgbClr val="C00000"/>
            </a:solidFill>
            <a:prstDash val="sysDot"/>
          </a:ln>
        </p:spPr>
      </p:sp>
      <p:sp>
        <p:nvSpPr>
          <p:cNvPr id="270" name="Shape 265"/>
          <p:cNvSpPr/>
          <p:nvPr/>
        </p:nvSpPr>
        <p:spPr>
          <a:xfrm>
            <a:off x="3200400" y="6311900"/>
            <a:ext cx="127000" cy="1778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71" name="Shape 266"/>
          <p:cNvSpPr/>
          <p:nvPr/>
        </p:nvSpPr>
        <p:spPr>
          <a:xfrm>
            <a:off x="3333750" y="6311900"/>
            <a:ext cx="127000" cy="177800"/>
          </a:xfrm>
          <a:prstGeom prst="rect">
            <a:avLst/>
          </a:prstGeom>
          <a:solidFill>
            <a:srgbClr val="FFFFF0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72" name="Shape 267"/>
          <p:cNvSpPr/>
          <p:nvPr/>
        </p:nvSpPr>
        <p:spPr>
          <a:xfrm>
            <a:off x="3467100" y="6311900"/>
            <a:ext cx="127000" cy="177800"/>
          </a:xfrm>
          <a:prstGeom prst="rect">
            <a:avLst/>
          </a:prstGeom>
          <a:solidFill>
            <a:srgbClr val="F6DAF3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73" name="Shape 268"/>
          <p:cNvSpPr/>
          <p:nvPr/>
        </p:nvSpPr>
        <p:spPr>
          <a:xfrm>
            <a:off x="3600450" y="6311900"/>
            <a:ext cx="127000" cy="177800"/>
          </a:xfrm>
          <a:prstGeom prst="rect">
            <a:avLst/>
          </a:prstGeom>
          <a:solidFill>
            <a:srgbClr val="EAE4EE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74" name="Text 269"/>
          <p:cNvSpPr/>
          <p:nvPr/>
        </p:nvSpPr>
        <p:spPr>
          <a:xfrm>
            <a:off x="3187700" y="6311900"/>
            <a:ext cx="558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75" name="Shape 270"/>
          <p:cNvSpPr/>
          <p:nvPr/>
        </p:nvSpPr>
        <p:spPr>
          <a:xfrm>
            <a:off x="3810000" y="6311900"/>
            <a:ext cx="127000" cy="1778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76" name="Shape 271"/>
          <p:cNvSpPr/>
          <p:nvPr/>
        </p:nvSpPr>
        <p:spPr>
          <a:xfrm>
            <a:off x="3943350" y="6311900"/>
            <a:ext cx="127000" cy="177800"/>
          </a:xfrm>
          <a:prstGeom prst="rect">
            <a:avLst/>
          </a:prstGeom>
          <a:solidFill>
            <a:srgbClr val="FFFFF0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77" name="Shape 272"/>
          <p:cNvSpPr/>
          <p:nvPr/>
        </p:nvSpPr>
        <p:spPr>
          <a:xfrm>
            <a:off x="4076700" y="6311900"/>
            <a:ext cx="127000" cy="177800"/>
          </a:xfrm>
          <a:prstGeom prst="rect">
            <a:avLst/>
          </a:prstGeom>
          <a:solidFill>
            <a:srgbClr val="F6DAF3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78" name="Shape 273"/>
          <p:cNvSpPr/>
          <p:nvPr/>
        </p:nvSpPr>
        <p:spPr>
          <a:xfrm>
            <a:off x="4210050" y="6311900"/>
            <a:ext cx="127000" cy="177800"/>
          </a:xfrm>
          <a:prstGeom prst="rect">
            <a:avLst/>
          </a:prstGeom>
          <a:solidFill>
            <a:srgbClr val="EAE4EE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79" name="Text 274"/>
          <p:cNvSpPr/>
          <p:nvPr/>
        </p:nvSpPr>
        <p:spPr>
          <a:xfrm>
            <a:off x="3797300" y="6311900"/>
            <a:ext cx="558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80" name="Shape 275"/>
          <p:cNvSpPr/>
          <p:nvPr/>
        </p:nvSpPr>
        <p:spPr>
          <a:xfrm>
            <a:off x="2603500" y="6692900"/>
            <a:ext cx="241300" cy="-355600"/>
          </a:xfrm>
          <a:prstGeom prst="line">
            <a:avLst/>
          </a:prstGeom>
          <a:noFill/>
          <a:ln w="28575">
            <a:solidFill>
              <a:srgbClr val="C00000"/>
            </a:solidFill>
            <a:prstDash val="solid"/>
            <a:tailEnd type="triangle"/>
          </a:ln>
        </p:spPr>
      </p:sp>
      <p:pic>
        <p:nvPicPr>
          <p:cNvPr id="281" name="Image 3" descr="/home/ahmed/Projects/ai_llm_slides/videos/deep-learning/001_transformers_part1/recreated_pptx/build/assets/bottom_cur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1000" y="5740400"/>
            <a:ext cx="4762497" cy="1041401"/>
          </a:xfrm>
          <a:prstGeom prst="rect">
            <a:avLst/>
          </a:prstGeom>
        </p:spPr>
      </p:pic>
      <p:sp>
        <p:nvSpPr>
          <p:cNvPr id="282" name="Shape 276"/>
          <p:cNvSpPr/>
          <p:nvPr/>
        </p:nvSpPr>
        <p:spPr>
          <a:xfrm>
            <a:off x="7632700" y="4279900"/>
            <a:ext cx="546100" cy="990600"/>
          </a:xfrm>
          <a:prstGeom prst="roundRect">
            <a:avLst>
              <a:gd name="adj" fmla="val 8372"/>
            </a:avLst>
          </a:prstGeom>
          <a:solidFill>
            <a:srgbClr val="FFFFFF"/>
          </a:solidFill>
          <a:ln w="12700">
            <a:solidFill>
              <a:srgbClr val="1F6B3A"/>
            </a:solidFill>
            <a:prstDash val="sysDot"/>
          </a:ln>
        </p:spPr>
      </p:sp>
      <p:sp>
        <p:nvSpPr>
          <p:cNvPr id="283" name="Shape 277"/>
          <p:cNvSpPr/>
          <p:nvPr/>
        </p:nvSpPr>
        <p:spPr>
          <a:xfrm>
            <a:off x="7651750" y="43561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284" name="Shape 278"/>
          <p:cNvSpPr/>
          <p:nvPr/>
        </p:nvSpPr>
        <p:spPr>
          <a:xfrm>
            <a:off x="7755890" y="43561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285" name="Shape 279"/>
          <p:cNvSpPr/>
          <p:nvPr/>
        </p:nvSpPr>
        <p:spPr>
          <a:xfrm>
            <a:off x="7860030" y="4356100"/>
            <a:ext cx="95250" cy="152400"/>
          </a:xfrm>
          <a:prstGeom prst="rect">
            <a:avLst/>
          </a:prstGeom>
          <a:solidFill>
            <a:srgbClr val="E4D6D8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286" name="Shape 280"/>
          <p:cNvSpPr/>
          <p:nvPr/>
        </p:nvSpPr>
        <p:spPr>
          <a:xfrm>
            <a:off x="7964170" y="43561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287" name="Shape 281"/>
          <p:cNvSpPr/>
          <p:nvPr/>
        </p:nvSpPr>
        <p:spPr>
          <a:xfrm>
            <a:off x="8068310" y="43561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288" name="Shape 282"/>
          <p:cNvSpPr/>
          <p:nvPr/>
        </p:nvSpPr>
        <p:spPr>
          <a:xfrm>
            <a:off x="7651750" y="4356100"/>
            <a:ext cx="95250" cy="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289" name="Shape 283"/>
          <p:cNvSpPr/>
          <p:nvPr/>
        </p:nvSpPr>
        <p:spPr>
          <a:xfrm>
            <a:off x="7651750" y="4356100"/>
            <a:ext cx="95250" cy="-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290" name="Shape 284"/>
          <p:cNvSpPr/>
          <p:nvPr/>
        </p:nvSpPr>
        <p:spPr>
          <a:xfrm>
            <a:off x="7651750" y="45847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291" name="Shape 285"/>
          <p:cNvSpPr/>
          <p:nvPr/>
        </p:nvSpPr>
        <p:spPr>
          <a:xfrm>
            <a:off x="7755890" y="4584700"/>
            <a:ext cx="95250" cy="152400"/>
          </a:xfrm>
          <a:prstGeom prst="rect">
            <a:avLst/>
          </a:prstGeom>
          <a:solidFill>
            <a:srgbClr val="E4D6D8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292" name="Shape 286"/>
          <p:cNvSpPr/>
          <p:nvPr/>
        </p:nvSpPr>
        <p:spPr>
          <a:xfrm>
            <a:off x="7860030" y="45847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293" name="Shape 287"/>
          <p:cNvSpPr/>
          <p:nvPr/>
        </p:nvSpPr>
        <p:spPr>
          <a:xfrm>
            <a:off x="7964170" y="45847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294" name="Shape 288"/>
          <p:cNvSpPr/>
          <p:nvPr/>
        </p:nvSpPr>
        <p:spPr>
          <a:xfrm>
            <a:off x="8068310" y="45847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295" name="Shape 289"/>
          <p:cNvSpPr/>
          <p:nvPr/>
        </p:nvSpPr>
        <p:spPr>
          <a:xfrm>
            <a:off x="7651750" y="4584700"/>
            <a:ext cx="95250" cy="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296" name="Shape 290"/>
          <p:cNvSpPr/>
          <p:nvPr/>
        </p:nvSpPr>
        <p:spPr>
          <a:xfrm>
            <a:off x="7651750" y="4584700"/>
            <a:ext cx="95250" cy="-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297" name="Shape 291"/>
          <p:cNvSpPr/>
          <p:nvPr/>
        </p:nvSpPr>
        <p:spPr>
          <a:xfrm>
            <a:off x="7651750" y="4813300"/>
            <a:ext cx="95250" cy="152400"/>
          </a:xfrm>
          <a:prstGeom prst="rect">
            <a:avLst/>
          </a:prstGeom>
          <a:solidFill>
            <a:srgbClr val="E4D6D8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298" name="Shape 292"/>
          <p:cNvSpPr/>
          <p:nvPr/>
        </p:nvSpPr>
        <p:spPr>
          <a:xfrm>
            <a:off x="7755890" y="48133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299" name="Shape 293"/>
          <p:cNvSpPr/>
          <p:nvPr/>
        </p:nvSpPr>
        <p:spPr>
          <a:xfrm>
            <a:off x="7860030" y="48133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00" name="Shape 294"/>
          <p:cNvSpPr/>
          <p:nvPr/>
        </p:nvSpPr>
        <p:spPr>
          <a:xfrm>
            <a:off x="7964170" y="48133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01" name="Shape 295"/>
          <p:cNvSpPr/>
          <p:nvPr/>
        </p:nvSpPr>
        <p:spPr>
          <a:xfrm>
            <a:off x="8068310" y="48133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02" name="Shape 296"/>
          <p:cNvSpPr/>
          <p:nvPr/>
        </p:nvSpPr>
        <p:spPr>
          <a:xfrm>
            <a:off x="7651750" y="4813300"/>
            <a:ext cx="95250" cy="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303" name="Shape 297"/>
          <p:cNvSpPr/>
          <p:nvPr/>
        </p:nvSpPr>
        <p:spPr>
          <a:xfrm>
            <a:off x="7651750" y="4813300"/>
            <a:ext cx="95250" cy="-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304" name="Shape 298"/>
          <p:cNvSpPr/>
          <p:nvPr/>
        </p:nvSpPr>
        <p:spPr>
          <a:xfrm>
            <a:off x="7651750" y="50419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05" name="Shape 299"/>
          <p:cNvSpPr/>
          <p:nvPr/>
        </p:nvSpPr>
        <p:spPr>
          <a:xfrm>
            <a:off x="7755890" y="50419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06" name="Shape 300"/>
          <p:cNvSpPr/>
          <p:nvPr/>
        </p:nvSpPr>
        <p:spPr>
          <a:xfrm>
            <a:off x="7860030" y="50419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07" name="Shape 301"/>
          <p:cNvSpPr/>
          <p:nvPr/>
        </p:nvSpPr>
        <p:spPr>
          <a:xfrm>
            <a:off x="7964170" y="50419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08" name="Shape 302"/>
          <p:cNvSpPr/>
          <p:nvPr/>
        </p:nvSpPr>
        <p:spPr>
          <a:xfrm>
            <a:off x="8068310" y="5041900"/>
            <a:ext cx="95250" cy="152400"/>
          </a:xfrm>
          <a:prstGeom prst="rect">
            <a:avLst/>
          </a:prstGeom>
          <a:solidFill>
            <a:srgbClr val="E4D6D8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09" name="Shape 303"/>
          <p:cNvSpPr/>
          <p:nvPr/>
        </p:nvSpPr>
        <p:spPr>
          <a:xfrm>
            <a:off x="7651750" y="5041900"/>
            <a:ext cx="95250" cy="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310" name="Shape 304"/>
          <p:cNvSpPr/>
          <p:nvPr/>
        </p:nvSpPr>
        <p:spPr>
          <a:xfrm>
            <a:off x="7651750" y="5041900"/>
            <a:ext cx="95250" cy="-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311" name="Shape 305"/>
          <p:cNvSpPr/>
          <p:nvPr/>
        </p:nvSpPr>
        <p:spPr>
          <a:xfrm>
            <a:off x="8191500" y="4013200"/>
            <a:ext cx="546100" cy="990600"/>
          </a:xfrm>
          <a:prstGeom prst="roundRect">
            <a:avLst>
              <a:gd name="adj" fmla="val 8372"/>
            </a:avLst>
          </a:prstGeom>
          <a:solidFill>
            <a:srgbClr val="FFFFFF"/>
          </a:solidFill>
          <a:ln w="12700">
            <a:solidFill>
              <a:srgbClr val="1F6B3A"/>
            </a:solidFill>
            <a:prstDash val="sysDot"/>
          </a:ln>
        </p:spPr>
      </p:sp>
      <p:sp>
        <p:nvSpPr>
          <p:cNvPr id="312" name="Shape 306"/>
          <p:cNvSpPr/>
          <p:nvPr/>
        </p:nvSpPr>
        <p:spPr>
          <a:xfrm>
            <a:off x="8210550" y="40894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13" name="Shape 307"/>
          <p:cNvSpPr/>
          <p:nvPr/>
        </p:nvSpPr>
        <p:spPr>
          <a:xfrm>
            <a:off x="8314690" y="40894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14" name="Shape 308"/>
          <p:cNvSpPr/>
          <p:nvPr/>
        </p:nvSpPr>
        <p:spPr>
          <a:xfrm>
            <a:off x="8418830" y="4089400"/>
            <a:ext cx="95250" cy="152400"/>
          </a:xfrm>
          <a:prstGeom prst="rect">
            <a:avLst/>
          </a:prstGeom>
          <a:solidFill>
            <a:srgbClr val="E4D6D8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15" name="Shape 309"/>
          <p:cNvSpPr/>
          <p:nvPr/>
        </p:nvSpPr>
        <p:spPr>
          <a:xfrm>
            <a:off x="8522970" y="40894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16" name="Shape 310"/>
          <p:cNvSpPr/>
          <p:nvPr/>
        </p:nvSpPr>
        <p:spPr>
          <a:xfrm>
            <a:off x="8627110" y="40894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17" name="Shape 311"/>
          <p:cNvSpPr/>
          <p:nvPr/>
        </p:nvSpPr>
        <p:spPr>
          <a:xfrm>
            <a:off x="8210550" y="4089400"/>
            <a:ext cx="95250" cy="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318" name="Shape 312"/>
          <p:cNvSpPr/>
          <p:nvPr/>
        </p:nvSpPr>
        <p:spPr>
          <a:xfrm>
            <a:off x="8210550" y="4089400"/>
            <a:ext cx="95250" cy="-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319" name="Shape 313"/>
          <p:cNvSpPr/>
          <p:nvPr/>
        </p:nvSpPr>
        <p:spPr>
          <a:xfrm>
            <a:off x="8210550" y="43180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20" name="Shape 314"/>
          <p:cNvSpPr/>
          <p:nvPr/>
        </p:nvSpPr>
        <p:spPr>
          <a:xfrm>
            <a:off x="8314690" y="4318000"/>
            <a:ext cx="95250" cy="152400"/>
          </a:xfrm>
          <a:prstGeom prst="rect">
            <a:avLst/>
          </a:prstGeom>
          <a:solidFill>
            <a:srgbClr val="E4D6D8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21" name="Shape 315"/>
          <p:cNvSpPr/>
          <p:nvPr/>
        </p:nvSpPr>
        <p:spPr>
          <a:xfrm>
            <a:off x="8418830" y="43180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22" name="Shape 316"/>
          <p:cNvSpPr/>
          <p:nvPr/>
        </p:nvSpPr>
        <p:spPr>
          <a:xfrm>
            <a:off x="8522970" y="43180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23" name="Shape 317"/>
          <p:cNvSpPr/>
          <p:nvPr/>
        </p:nvSpPr>
        <p:spPr>
          <a:xfrm>
            <a:off x="8627110" y="43180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24" name="Shape 318"/>
          <p:cNvSpPr/>
          <p:nvPr/>
        </p:nvSpPr>
        <p:spPr>
          <a:xfrm>
            <a:off x="8210550" y="4318000"/>
            <a:ext cx="95250" cy="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325" name="Shape 319"/>
          <p:cNvSpPr/>
          <p:nvPr/>
        </p:nvSpPr>
        <p:spPr>
          <a:xfrm>
            <a:off x="8210550" y="4318000"/>
            <a:ext cx="95250" cy="-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326" name="Shape 320"/>
          <p:cNvSpPr/>
          <p:nvPr/>
        </p:nvSpPr>
        <p:spPr>
          <a:xfrm>
            <a:off x="8210550" y="4546600"/>
            <a:ext cx="95250" cy="152400"/>
          </a:xfrm>
          <a:prstGeom prst="rect">
            <a:avLst/>
          </a:prstGeom>
          <a:solidFill>
            <a:srgbClr val="E4D6D8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27" name="Shape 321"/>
          <p:cNvSpPr/>
          <p:nvPr/>
        </p:nvSpPr>
        <p:spPr>
          <a:xfrm>
            <a:off x="8314690" y="45466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28" name="Shape 322"/>
          <p:cNvSpPr/>
          <p:nvPr/>
        </p:nvSpPr>
        <p:spPr>
          <a:xfrm>
            <a:off x="8418830" y="45466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29" name="Shape 323"/>
          <p:cNvSpPr/>
          <p:nvPr/>
        </p:nvSpPr>
        <p:spPr>
          <a:xfrm>
            <a:off x="8522970" y="45466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30" name="Shape 324"/>
          <p:cNvSpPr/>
          <p:nvPr/>
        </p:nvSpPr>
        <p:spPr>
          <a:xfrm>
            <a:off x="8627110" y="45466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31" name="Shape 325"/>
          <p:cNvSpPr/>
          <p:nvPr/>
        </p:nvSpPr>
        <p:spPr>
          <a:xfrm>
            <a:off x="8210550" y="4546600"/>
            <a:ext cx="95250" cy="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332" name="Shape 326"/>
          <p:cNvSpPr/>
          <p:nvPr/>
        </p:nvSpPr>
        <p:spPr>
          <a:xfrm>
            <a:off x="8210550" y="4546600"/>
            <a:ext cx="95250" cy="-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333" name="Shape 327"/>
          <p:cNvSpPr/>
          <p:nvPr/>
        </p:nvSpPr>
        <p:spPr>
          <a:xfrm>
            <a:off x="8210550" y="47752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34" name="Shape 328"/>
          <p:cNvSpPr/>
          <p:nvPr/>
        </p:nvSpPr>
        <p:spPr>
          <a:xfrm>
            <a:off x="8314690" y="47752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35" name="Shape 329"/>
          <p:cNvSpPr/>
          <p:nvPr/>
        </p:nvSpPr>
        <p:spPr>
          <a:xfrm>
            <a:off x="8418830" y="47752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36" name="Shape 330"/>
          <p:cNvSpPr/>
          <p:nvPr/>
        </p:nvSpPr>
        <p:spPr>
          <a:xfrm>
            <a:off x="8522970" y="47752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37" name="Shape 331"/>
          <p:cNvSpPr/>
          <p:nvPr/>
        </p:nvSpPr>
        <p:spPr>
          <a:xfrm>
            <a:off x="8627110" y="4775200"/>
            <a:ext cx="95250" cy="152400"/>
          </a:xfrm>
          <a:prstGeom prst="rect">
            <a:avLst/>
          </a:prstGeom>
          <a:solidFill>
            <a:srgbClr val="E4D6D8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38" name="Shape 332"/>
          <p:cNvSpPr/>
          <p:nvPr/>
        </p:nvSpPr>
        <p:spPr>
          <a:xfrm>
            <a:off x="8210550" y="4775200"/>
            <a:ext cx="95250" cy="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339" name="Shape 333"/>
          <p:cNvSpPr/>
          <p:nvPr/>
        </p:nvSpPr>
        <p:spPr>
          <a:xfrm>
            <a:off x="8210550" y="4775200"/>
            <a:ext cx="95250" cy="-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340" name="Shape 334"/>
          <p:cNvSpPr/>
          <p:nvPr/>
        </p:nvSpPr>
        <p:spPr>
          <a:xfrm>
            <a:off x="8737600" y="3746500"/>
            <a:ext cx="546100" cy="990600"/>
          </a:xfrm>
          <a:prstGeom prst="roundRect">
            <a:avLst>
              <a:gd name="adj" fmla="val 8372"/>
            </a:avLst>
          </a:prstGeom>
          <a:solidFill>
            <a:srgbClr val="FFFFFF"/>
          </a:solidFill>
          <a:ln w="12700">
            <a:solidFill>
              <a:srgbClr val="1F6B3A"/>
            </a:solidFill>
            <a:prstDash val="sysDot"/>
          </a:ln>
        </p:spPr>
      </p:sp>
      <p:sp>
        <p:nvSpPr>
          <p:cNvPr id="341" name="Shape 335"/>
          <p:cNvSpPr/>
          <p:nvPr/>
        </p:nvSpPr>
        <p:spPr>
          <a:xfrm>
            <a:off x="8756650" y="38227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42" name="Shape 336"/>
          <p:cNvSpPr/>
          <p:nvPr/>
        </p:nvSpPr>
        <p:spPr>
          <a:xfrm>
            <a:off x="8860790" y="38227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43" name="Shape 337"/>
          <p:cNvSpPr/>
          <p:nvPr/>
        </p:nvSpPr>
        <p:spPr>
          <a:xfrm>
            <a:off x="8964930" y="3822700"/>
            <a:ext cx="95250" cy="152400"/>
          </a:xfrm>
          <a:prstGeom prst="rect">
            <a:avLst/>
          </a:prstGeom>
          <a:solidFill>
            <a:srgbClr val="E4D6D8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44" name="Shape 338"/>
          <p:cNvSpPr/>
          <p:nvPr/>
        </p:nvSpPr>
        <p:spPr>
          <a:xfrm>
            <a:off x="9069070" y="38227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45" name="Shape 339"/>
          <p:cNvSpPr/>
          <p:nvPr/>
        </p:nvSpPr>
        <p:spPr>
          <a:xfrm>
            <a:off x="9173210" y="38227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46" name="Shape 340"/>
          <p:cNvSpPr/>
          <p:nvPr/>
        </p:nvSpPr>
        <p:spPr>
          <a:xfrm>
            <a:off x="8756650" y="3822700"/>
            <a:ext cx="95250" cy="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347" name="Shape 341"/>
          <p:cNvSpPr/>
          <p:nvPr/>
        </p:nvSpPr>
        <p:spPr>
          <a:xfrm>
            <a:off x="8756650" y="3822700"/>
            <a:ext cx="95250" cy="-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348" name="Shape 342"/>
          <p:cNvSpPr/>
          <p:nvPr/>
        </p:nvSpPr>
        <p:spPr>
          <a:xfrm>
            <a:off x="8756650" y="40513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49" name="Shape 343"/>
          <p:cNvSpPr/>
          <p:nvPr/>
        </p:nvSpPr>
        <p:spPr>
          <a:xfrm>
            <a:off x="8860790" y="4051300"/>
            <a:ext cx="95250" cy="152400"/>
          </a:xfrm>
          <a:prstGeom prst="rect">
            <a:avLst/>
          </a:prstGeom>
          <a:solidFill>
            <a:srgbClr val="E4D6D8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50" name="Shape 344"/>
          <p:cNvSpPr/>
          <p:nvPr/>
        </p:nvSpPr>
        <p:spPr>
          <a:xfrm>
            <a:off x="8964930" y="40513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51" name="Shape 345"/>
          <p:cNvSpPr/>
          <p:nvPr/>
        </p:nvSpPr>
        <p:spPr>
          <a:xfrm>
            <a:off x="9069070" y="40513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52" name="Shape 346"/>
          <p:cNvSpPr/>
          <p:nvPr/>
        </p:nvSpPr>
        <p:spPr>
          <a:xfrm>
            <a:off x="9173210" y="40513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53" name="Shape 347"/>
          <p:cNvSpPr/>
          <p:nvPr/>
        </p:nvSpPr>
        <p:spPr>
          <a:xfrm>
            <a:off x="8756650" y="4051300"/>
            <a:ext cx="95250" cy="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354" name="Shape 348"/>
          <p:cNvSpPr/>
          <p:nvPr/>
        </p:nvSpPr>
        <p:spPr>
          <a:xfrm>
            <a:off x="8756650" y="4051300"/>
            <a:ext cx="95250" cy="-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355" name="Shape 349"/>
          <p:cNvSpPr/>
          <p:nvPr/>
        </p:nvSpPr>
        <p:spPr>
          <a:xfrm>
            <a:off x="8756650" y="4279900"/>
            <a:ext cx="95250" cy="152400"/>
          </a:xfrm>
          <a:prstGeom prst="rect">
            <a:avLst/>
          </a:prstGeom>
          <a:solidFill>
            <a:srgbClr val="E4D6D8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56" name="Shape 350"/>
          <p:cNvSpPr/>
          <p:nvPr/>
        </p:nvSpPr>
        <p:spPr>
          <a:xfrm>
            <a:off x="8860790" y="42799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57" name="Shape 351"/>
          <p:cNvSpPr/>
          <p:nvPr/>
        </p:nvSpPr>
        <p:spPr>
          <a:xfrm>
            <a:off x="8964930" y="42799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58" name="Shape 352"/>
          <p:cNvSpPr/>
          <p:nvPr/>
        </p:nvSpPr>
        <p:spPr>
          <a:xfrm>
            <a:off x="9069070" y="42799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59" name="Shape 353"/>
          <p:cNvSpPr/>
          <p:nvPr/>
        </p:nvSpPr>
        <p:spPr>
          <a:xfrm>
            <a:off x="9173210" y="42799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60" name="Shape 354"/>
          <p:cNvSpPr/>
          <p:nvPr/>
        </p:nvSpPr>
        <p:spPr>
          <a:xfrm>
            <a:off x="8756650" y="4279900"/>
            <a:ext cx="95250" cy="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361" name="Shape 355"/>
          <p:cNvSpPr/>
          <p:nvPr/>
        </p:nvSpPr>
        <p:spPr>
          <a:xfrm>
            <a:off x="8756650" y="4279900"/>
            <a:ext cx="95250" cy="-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362" name="Shape 356"/>
          <p:cNvSpPr/>
          <p:nvPr/>
        </p:nvSpPr>
        <p:spPr>
          <a:xfrm>
            <a:off x="8756650" y="45085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63" name="Shape 357"/>
          <p:cNvSpPr/>
          <p:nvPr/>
        </p:nvSpPr>
        <p:spPr>
          <a:xfrm>
            <a:off x="8860790" y="45085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64" name="Shape 358"/>
          <p:cNvSpPr/>
          <p:nvPr/>
        </p:nvSpPr>
        <p:spPr>
          <a:xfrm>
            <a:off x="8964930" y="45085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65" name="Shape 359"/>
          <p:cNvSpPr/>
          <p:nvPr/>
        </p:nvSpPr>
        <p:spPr>
          <a:xfrm>
            <a:off x="9069070" y="45085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66" name="Shape 360"/>
          <p:cNvSpPr/>
          <p:nvPr/>
        </p:nvSpPr>
        <p:spPr>
          <a:xfrm>
            <a:off x="9173210" y="4508500"/>
            <a:ext cx="95250" cy="152400"/>
          </a:xfrm>
          <a:prstGeom prst="rect">
            <a:avLst/>
          </a:prstGeom>
          <a:solidFill>
            <a:srgbClr val="E4D6D8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67" name="Shape 361"/>
          <p:cNvSpPr/>
          <p:nvPr/>
        </p:nvSpPr>
        <p:spPr>
          <a:xfrm>
            <a:off x="8756650" y="4508500"/>
            <a:ext cx="95250" cy="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368" name="Shape 362"/>
          <p:cNvSpPr/>
          <p:nvPr/>
        </p:nvSpPr>
        <p:spPr>
          <a:xfrm>
            <a:off x="8756650" y="4508500"/>
            <a:ext cx="95250" cy="-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369" name="Shape 363"/>
          <p:cNvSpPr/>
          <p:nvPr/>
        </p:nvSpPr>
        <p:spPr>
          <a:xfrm>
            <a:off x="9283700" y="3479800"/>
            <a:ext cx="546100" cy="990600"/>
          </a:xfrm>
          <a:prstGeom prst="roundRect">
            <a:avLst>
              <a:gd name="adj" fmla="val 8372"/>
            </a:avLst>
          </a:prstGeom>
          <a:solidFill>
            <a:srgbClr val="FFFFFF"/>
          </a:solidFill>
          <a:ln w="12700">
            <a:solidFill>
              <a:srgbClr val="1F6B3A"/>
            </a:solidFill>
            <a:prstDash val="sysDot"/>
          </a:ln>
        </p:spPr>
      </p:sp>
      <p:sp>
        <p:nvSpPr>
          <p:cNvPr id="370" name="Shape 364"/>
          <p:cNvSpPr/>
          <p:nvPr/>
        </p:nvSpPr>
        <p:spPr>
          <a:xfrm>
            <a:off x="9302750" y="35560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71" name="Shape 365"/>
          <p:cNvSpPr/>
          <p:nvPr/>
        </p:nvSpPr>
        <p:spPr>
          <a:xfrm>
            <a:off x="9406890" y="35560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72" name="Shape 366"/>
          <p:cNvSpPr/>
          <p:nvPr/>
        </p:nvSpPr>
        <p:spPr>
          <a:xfrm>
            <a:off x="9511030" y="3556000"/>
            <a:ext cx="95250" cy="152400"/>
          </a:xfrm>
          <a:prstGeom prst="rect">
            <a:avLst/>
          </a:prstGeom>
          <a:solidFill>
            <a:srgbClr val="E4D6D8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73" name="Shape 367"/>
          <p:cNvSpPr/>
          <p:nvPr/>
        </p:nvSpPr>
        <p:spPr>
          <a:xfrm>
            <a:off x="9615170" y="35560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74" name="Shape 368"/>
          <p:cNvSpPr/>
          <p:nvPr/>
        </p:nvSpPr>
        <p:spPr>
          <a:xfrm>
            <a:off x="9719310" y="35560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75" name="Shape 369"/>
          <p:cNvSpPr/>
          <p:nvPr/>
        </p:nvSpPr>
        <p:spPr>
          <a:xfrm>
            <a:off x="9302750" y="3556000"/>
            <a:ext cx="95250" cy="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376" name="Shape 370"/>
          <p:cNvSpPr/>
          <p:nvPr/>
        </p:nvSpPr>
        <p:spPr>
          <a:xfrm>
            <a:off x="9302750" y="3556000"/>
            <a:ext cx="95250" cy="-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377" name="Shape 371"/>
          <p:cNvSpPr/>
          <p:nvPr/>
        </p:nvSpPr>
        <p:spPr>
          <a:xfrm>
            <a:off x="9302750" y="37846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78" name="Shape 372"/>
          <p:cNvSpPr/>
          <p:nvPr/>
        </p:nvSpPr>
        <p:spPr>
          <a:xfrm>
            <a:off x="9406890" y="3784600"/>
            <a:ext cx="95250" cy="152400"/>
          </a:xfrm>
          <a:prstGeom prst="rect">
            <a:avLst/>
          </a:prstGeom>
          <a:solidFill>
            <a:srgbClr val="E4D6D8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79" name="Shape 373"/>
          <p:cNvSpPr/>
          <p:nvPr/>
        </p:nvSpPr>
        <p:spPr>
          <a:xfrm>
            <a:off x="9511030" y="37846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80" name="Shape 374"/>
          <p:cNvSpPr/>
          <p:nvPr/>
        </p:nvSpPr>
        <p:spPr>
          <a:xfrm>
            <a:off x="9615170" y="37846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81" name="Shape 375"/>
          <p:cNvSpPr/>
          <p:nvPr/>
        </p:nvSpPr>
        <p:spPr>
          <a:xfrm>
            <a:off x="9719310" y="37846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82" name="Shape 376"/>
          <p:cNvSpPr/>
          <p:nvPr/>
        </p:nvSpPr>
        <p:spPr>
          <a:xfrm>
            <a:off x="9302750" y="3784600"/>
            <a:ext cx="95250" cy="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383" name="Shape 377"/>
          <p:cNvSpPr/>
          <p:nvPr/>
        </p:nvSpPr>
        <p:spPr>
          <a:xfrm>
            <a:off x="9302750" y="3784600"/>
            <a:ext cx="95250" cy="-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384" name="Shape 378"/>
          <p:cNvSpPr/>
          <p:nvPr/>
        </p:nvSpPr>
        <p:spPr>
          <a:xfrm>
            <a:off x="9302750" y="4013200"/>
            <a:ext cx="95250" cy="152400"/>
          </a:xfrm>
          <a:prstGeom prst="rect">
            <a:avLst/>
          </a:prstGeom>
          <a:solidFill>
            <a:srgbClr val="E4D6D8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85" name="Shape 379"/>
          <p:cNvSpPr/>
          <p:nvPr/>
        </p:nvSpPr>
        <p:spPr>
          <a:xfrm>
            <a:off x="9406890" y="40132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86" name="Shape 380"/>
          <p:cNvSpPr/>
          <p:nvPr/>
        </p:nvSpPr>
        <p:spPr>
          <a:xfrm>
            <a:off x="9511030" y="40132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87" name="Shape 381"/>
          <p:cNvSpPr/>
          <p:nvPr/>
        </p:nvSpPr>
        <p:spPr>
          <a:xfrm>
            <a:off x="9615170" y="40132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88" name="Shape 382"/>
          <p:cNvSpPr/>
          <p:nvPr/>
        </p:nvSpPr>
        <p:spPr>
          <a:xfrm>
            <a:off x="9719310" y="40132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89" name="Shape 383"/>
          <p:cNvSpPr/>
          <p:nvPr/>
        </p:nvSpPr>
        <p:spPr>
          <a:xfrm>
            <a:off x="9302750" y="4013200"/>
            <a:ext cx="95250" cy="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390" name="Shape 384"/>
          <p:cNvSpPr/>
          <p:nvPr/>
        </p:nvSpPr>
        <p:spPr>
          <a:xfrm>
            <a:off x="9302750" y="4013200"/>
            <a:ext cx="95250" cy="-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391" name="Shape 385"/>
          <p:cNvSpPr/>
          <p:nvPr/>
        </p:nvSpPr>
        <p:spPr>
          <a:xfrm>
            <a:off x="9302750" y="42418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92" name="Shape 386"/>
          <p:cNvSpPr/>
          <p:nvPr/>
        </p:nvSpPr>
        <p:spPr>
          <a:xfrm>
            <a:off x="9406890" y="42418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93" name="Shape 387"/>
          <p:cNvSpPr/>
          <p:nvPr/>
        </p:nvSpPr>
        <p:spPr>
          <a:xfrm>
            <a:off x="9511030" y="42418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94" name="Shape 388"/>
          <p:cNvSpPr/>
          <p:nvPr/>
        </p:nvSpPr>
        <p:spPr>
          <a:xfrm>
            <a:off x="9615170" y="42418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95" name="Shape 389"/>
          <p:cNvSpPr/>
          <p:nvPr/>
        </p:nvSpPr>
        <p:spPr>
          <a:xfrm>
            <a:off x="9719310" y="4241800"/>
            <a:ext cx="95250" cy="152400"/>
          </a:xfrm>
          <a:prstGeom prst="rect">
            <a:avLst/>
          </a:prstGeom>
          <a:solidFill>
            <a:srgbClr val="E4D6D8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96" name="Shape 390"/>
          <p:cNvSpPr/>
          <p:nvPr/>
        </p:nvSpPr>
        <p:spPr>
          <a:xfrm>
            <a:off x="9302750" y="4241800"/>
            <a:ext cx="95250" cy="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397" name="Shape 391"/>
          <p:cNvSpPr/>
          <p:nvPr/>
        </p:nvSpPr>
        <p:spPr>
          <a:xfrm>
            <a:off x="9302750" y="4241800"/>
            <a:ext cx="95250" cy="-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398" name="Shape 392"/>
          <p:cNvSpPr/>
          <p:nvPr/>
        </p:nvSpPr>
        <p:spPr>
          <a:xfrm>
            <a:off x="9829800" y="3238500"/>
            <a:ext cx="546100" cy="990600"/>
          </a:xfrm>
          <a:prstGeom prst="roundRect">
            <a:avLst>
              <a:gd name="adj" fmla="val 8372"/>
            </a:avLst>
          </a:prstGeom>
          <a:solidFill>
            <a:srgbClr val="FFFFFF"/>
          </a:solidFill>
          <a:ln w="12700">
            <a:solidFill>
              <a:srgbClr val="1F6B3A"/>
            </a:solidFill>
            <a:prstDash val="sysDot"/>
          </a:ln>
        </p:spPr>
      </p:sp>
      <p:sp>
        <p:nvSpPr>
          <p:cNvPr id="399" name="Shape 393"/>
          <p:cNvSpPr/>
          <p:nvPr/>
        </p:nvSpPr>
        <p:spPr>
          <a:xfrm>
            <a:off x="9848850" y="33147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400" name="Shape 394"/>
          <p:cNvSpPr/>
          <p:nvPr/>
        </p:nvSpPr>
        <p:spPr>
          <a:xfrm>
            <a:off x="9952990" y="33147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401" name="Shape 395"/>
          <p:cNvSpPr/>
          <p:nvPr/>
        </p:nvSpPr>
        <p:spPr>
          <a:xfrm>
            <a:off x="10057130" y="3314700"/>
            <a:ext cx="95250" cy="152400"/>
          </a:xfrm>
          <a:prstGeom prst="rect">
            <a:avLst/>
          </a:prstGeom>
          <a:solidFill>
            <a:srgbClr val="E4D6D8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402" name="Shape 396"/>
          <p:cNvSpPr/>
          <p:nvPr/>
        </p:nvSpPr>
        <p:spPr>
          <a:xfrm>
            <a:off x="10161270" y="33147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403" name="Shape 397"/>
          <p:cNvSpPr/>
          <p:nvPr/>
        </p:nvSpPr>
        <p:spPr>
          <a:xfrm>
            <a:off x="10265410" y="33147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404" name="Shape 398"/>
          <p:cNvSpPr/>
          <p:nvPr/>
        </p:nvSpPr>
        <p:spPr>
          <a:xfrm>
            <a:off x="9848850" y="3314700"/>
            <a:ext cx="95250" cy="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405" name="Shape 399"/>
          <p:cNvSpPr/>
          <p:nvPr/>
        </p:nvSpPr>
        <p:spPr>
          <a:xfrm>
            <a:off x="9848850" y="3314700"/>
            <a:ext cx="95250" cy="-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406" name="Shape 400"/>
          <p:cNvSpPr/>
          <p:nvPr/>
        </p:nvSpPr>
        <p:spPr>
          <a:xfrm>
            <a:off x="9848850" y="35433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407" name="Shape 401"/>
          <p:cNvSpPr/>
          <p:nvPr/>
        </p:nvSpPr>
        <p:spPr>
          <a:xfrm>
            <a:off x="9952990" y="3543300"/>
            <a:ext cx="95250" cy="152400"/>
          </a:xfrm>
          <a:prstGeom prst="rect">
            <a:avLst/>
          </a:prstGeom>
          <a:solidFill>
            <a:srgbClr val="E4D6D8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408" name="Shape 402"/>
          <p:cNvSpPr/>
          <p:nvPr/>
        </p:nvSpPr>
        <p:spPr>
          <a:xfrm>
            <a:off x="10057130" y="35433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409" name="Shape 403"/>
          <p:cNvSpPr/>
          <p:nvPr/>
        </p:nvSpPr>
        <p:spPr>
          <a:xfrm>
            <a:off x="10161270" y="35433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410" name="Shape 404"/>
          <p:cNvSpPr/>
          <p:nvPr/>
        </p:nvSpPr>
        <p:spPr>
          <a:xfrm>
            <a:off x="10265410" y="35433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411" name="Shape 405"/>
          <p:cNvSpPr/>
          <p:nvPr/>
        </p:nvSpPr>
        <p:spPr>
          <a:xfrm>
            <a:off x="9848850" y="3543300"/>
            <a:ext cx="95250" cy="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412" name="Shape 406"/>
          <p:cNvSpPr/>
          <p:nvPr/>
        </p:nvSpPr>
        <p:spPr>
          <a:xfrm>
            <a:off x="9848850" y="3543300"/>
            <a:ext cx="95250" cy="-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413" name="Shape 407"/>
          <p:cNvSpPr/>
          <p:nvPr/>
        </p:nvSpPr>
        <p:spPr>
          <a:xfrm>
            <a:off x="9848850" y="3771900"/>
            <a:ext cx="95250" cy="152400"/>
          </a:xfrm>
          <a:prstGeom prst="rect">
            <a:avLst/>
          </a:prstGeom>
          <a:solidFill>
            <a:srgbClr val="E4D6D8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414" name="Shape 408"/>
          <p:cNvSpPr/>
          <p:nvPr/>
        </p:nvSpPr>
        <p:spPr>
          <a:xfrm>
            <a:off x="9952990" y="37719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415" name="Shape 409"/>
          <p:cNvSpPr/>
          <p:nvPr/>
        </p:nvSpPr>
        <p:spPr>
          <a:xfrm>
            <a:off x="10057130" y="37719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416" name="Shape 410"/>
          <p:cNvSpPr/>
          <p:nvPr/>
        </p:nvSpPr>
        <p:spPr>
          <a:xfrm>
            <a:off x="10161270" y="37719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417" name="Shape 411"/>
          <p:cNvSpPr/>
          <p:nvPr/>
        </p:nvSpPr>
        <p:spPr>
          <a:xfrm>
            <a:off x="10265410" y="37719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418" name="Shape 412"/>
          <p:cNvSpPr/>
          <p:nvPr/>
        </p:nvSpPr>
        <p:spPr>
          <a:xfrm>
            <a:off x="9848850" y="3771900"/>
            <a:ext cx="95250" cy="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419" name="Shape 413"/>
          <p:cNvSpPr/>
          <p:nvPr/>
        </p:nvSpPr>
        <p:spPr>
          <a:xfrm>
            <a:off x="9848850" y="3771900"/>
            <a:ext cx="95250" cy="-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420" name="Shape 414"/>
          <p:cNvSpPr/>
          <p:nvPr/>
        </p:nvSpPr>
        <p:spPr>
          <a:xfrm>
            <a:off x="9848850" y="40005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421" name="Shape 415"/>
          <p:cNvSpPr/>
          <p:nvPr/>
        </p:nvSpPr>
        <p:spPr>
          <a:xfrm>
            <a:off x="9952990" y="40005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422" name="Shape 416"/>
          <p:cNvSpPr/>
          <p:nvPr/>
        </p:nvSpPr>
        <p:spPr>
          <a:xfrm>
            <a:off x="10057130" y="40005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423" name="Shape 417"/>
          <p:cNvSpPr/>
          <p:nvPr/>
        </p:nvSpPr>
        <p:spPr>
          <a:xfrm>
            <a:off x="10161270" y="40005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424" name="Shape 418"/>
          <p:cNvSpPr/>
          <p:nvPr/>
        </p:nvSpPr>
        <p:spPr>
          <a:xfrm>
            <a:off x="10265410" y="4000500"/>
            <a:ext cx="95250" cy="152400"/>
          </a:xfrm>
          <a:prstGeom prst="rect">
            <a:avLst/>
          </a:prstGeom>
          <a:solidFill>
            <a:srgbClr val="E4D6D8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425" name="Shape 419"/>
          <p:cNvSpPr/>
          <p:nvPr/>
        </p:nvSpPr>
        <p:spPr>
          <a:xfrm>
            <a:off x="9848850" y="4000500"/>
            <a:ext cx="95250" cy="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426" name="Shape 420"/>
          <p:cNvSpPr/>
          <p:nvPr/>
        </p:nvSpPr>
        <p:spPr>
          <a:xfrm>
            <a:off x="9848850" y="4000500"/>
            <a:ext cx="95250" cy="-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427" name="Shape 421"/>
          <p:cNvSpPr/>
          <p:nvPr/>
        </p:nvSpPr>
        <p:spPr>
          <a:xfrm>
            <a:off x="8458200" y="4953000"/>
            <a:ext cx="0" cy="241300"/>
          </a:xfrm>
          <a:prstGeom prst="line">
            <a:avLst/>
          </a:prstGeom>
          <a:noFill/>
          <a:ln w="15875">
            <a:solidFill>
              <a:srgbClr val="00AA00"/>
            </a:solidFill>
            <a:prstDash val="solid"/>
            <a:headEnd type="triangle"/>
          </a:ln>
        </p:spPr>
      </p:sp>
      <p:sp>
        <p:nvSpPr>
          <p:cNvPr id="428" name="Shape 422"/>
          <p:cNvSpPr/>
          <p:nvPr/>
        </p:nvSpPr>
        <p:spPr>
          <a:xfrm>
            <a:off x="9004300" y="4686300"/>
            <a:ext cx="0" cy="241300"/>
          </a:xfrm>
          <a:prstGeom prst="line">
            <a:avLst/>
          </a:prstGeom>
          <a:noFill/>
          <a:ln w="15875">
            <a:solidFill>
              <a:srgbClr val="00AA00"/>
            </a:solidFill>
            <a:prstDash val="solid"/>
            <a:headEnd type="triangle"/>
          </a:ln>
        </p:spPr>
      </p:sp>
      <p:sp>
        <p:nvSpPr>
          <p:cNvPr id="429" name="Shape 423"/>
          <p:cNvSpPr/>
          <p:nvPr/>
        </p:nvSpPr>
        <p:spPr>
          <a:xfrm>
            <a:off x="9550400" y="4419600"/>
            <a:ext cx="0" cy="241300"/>
          </a:xfrm>
          <a:prstGeom prst="line">
            <a:avLst/>
          </a:prstGeom>
          <a:noFill/>
          <a:ln w="15875">
            <a:solidFill>
              <a:srgbClr val="00AA00"/>
            </a:solidFill>
            <a:prstDash val="solid"/>
            <a:headEnd type="triangle"/>
          </a:ln>
        </p:spPr>
      </p:sp>
      <p:sp>
        <p:nvSpPr>
          <p:cNvPr id="430" name="Shape 424"/>
          <p:cNvSpPr/>
          <p:nvPr/>
        </p:nvSpPr>
        <p:spPr>
          <a:xfrm>
            <a:off x="10337800" y="4178300"/>
            <a:ext cx="0" cy="215900"/>
          </a:xfrm>
          <a:prstGeom prst="line">
            <a:avLst/>
          </a:prstGeom>
          <a:noFill/>
          <a:ln w="15875">
            <a:solidFill>
              <a:srgbClr val="00AA00"/>
            </a:solidFill>
            <a:prstDash val="solid"/>
            <a:headEnd type="triangle"/>
          </a:ln>
        </p:spPr>
      </p:sp>
      <p:sp>
        <p:nvSpPr>
          <p:cNvPr id="431" name="Shape 425"/>
          <p:cNvSpPr/>
          <p:nvPr/>
        </p:nvSpPr>
        <p:spPr>
          <a:xfrm>
            <a:off x="7632700" y="5359400"/>
            <a:ext cx="546100" cy="279400"/>
          </a:xfrm>
          <a:prstGeom prst="rect">
            <a:avLst/>
          </a:prstGeom>
          <a:solidFill>
            <a:srgbClr val="FBD5DC"/>
          </a:solidFill>
          <a:ln w="11430">
            <a:solidFill>
              <a:srgbClr val="CC2222"/>
            </a:solidFill>
            <a:prstDash val="solid"/>
          </a:ln>
        </p:spPr>
      </p:sp>
      <p:sp>
        <p:nvSpPr>
          <p:cNvPr id="432" name="Text 426"/>
          <p:cNvSpPr/>
          <p:nvPr/>
        </p:nvSpPr>
        <p:spPr>
          <a:xfrm>
            <a:off x="7632700" y="5359400"/>
            <a:ext cx="5461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550" dirty="0"/>
          </a:p>
        </p:txBody>
      </p:sp>
      <p:sp>
        <p:nvSpPr>
          <p:cNvPr id="433" name="Shape 427"/>
          <p:cNvSpPr/>
          <p:nvPr/>
        </p:nvSpPr>
        <p:spPr>
          <a:xfrm>
            <a:off x="7632700" y="5867400"/>
            <a:ext cx="546100" cy="279400"/>
          </a:xfrm>
          <a:prstGeom prst="rect">
            <a:avLst/>
          </a:prstGeom>
          <a:solidFill>
            <a:srgbClr val="DFF0D5"/>
          </a:solidFill>
          <a:ln w="11430">
            <a:solidFill>
              <a:srgbClr val="2E8B57"/>
            </a:solidFill>
            <a:prstDash val="solid"/>
          </a:ln>
        </p:spPr>
      </p:sp>
      <p:sp>
        <p:nvSpPr>
          <p:cNvPr id="434" name="Text 428"/>
          <p:cNvSpPr/>
          <p:nvPr/>
        </p:nvSpPr>
        <p:spPr>
          <a:xfrm>
            <a:off x="7632700" y="5867400"/>
            <a:ext cx="5461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550" dirty="0"/>
          </a:p>
        </p:txBody>
      </p:sp>
      <p:sp>
        <p:nvSpPr>
          <p:cNvPr id="435" name="Shape 429"/>
          <p:cNvSpPr/>
          <p:nvPr/>
        </p:nvSpPr>
        <p:spPr>
          <a:xfrm>
            <a:off x="7632700" y="6375400"/>
            <a:ext cx="546100" cy="279400"/>
          </a:xfrm>
          <a:prstGeom prst="rect">
            <a:avLst/>
          </a:prstGeom>
          <a:solidFill>
            <a:srgbClr val="D6E4F7"/>
          </a:solidFill>
          <a:ln w="11430">
            <a:solidFill>
              <a:srgbClr val="2F55C8"/>
            </a:solidFill>
            <a:prstDash val="solid"/>
          </a:ln>
        </p:spPr>
      </p:sp>
      <p:sp>
        <p:nvSpPr>
          <p:cNvPr id="436" name="Text 430"/>
          <p:cNvSpPr/>
          <p:nvPr/>
        </p:nvSpPr>
        <p:spPr>
          <a:xfrm>
            <a:off x="7632700" y="6375400"/>
            <a:ext cx="5461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550" dirty="0"/>
          </a:p>
        </p:txBody>
      </p:sp>
      <p:sp>
        <p:nvSpPr>
          <p:cNvPr id="437" name="Shape 431"/>
          <p:cNvSpPr/>
          <p:nvPr/>
        </p:nvSpPr>
        <p:spPr>
          <a:xfrm>
            <a:off x="8191500" y="5092700"/>
            <a:ext cx="546100" cy="279400"/>
          </a:xfrm>
          <a:prstGeom prst="rect">
            <a:avLst/>
          </a:prstGeom>
          <a:solidFill>
            <a:srgbClr val="FBD5DC"/>
          </a:solidFill>
          <a:ln w="11430">
            <a:solidFill>
              <a:srgbClr val="CC2222"/>
            </a:solidFill>
            <a:prstDash val="solid"/>
          </a:ln>
        </p:spPr>
      </p:sp>
      <p:sp>
        <p:nvSpPr>
          <p:cNvPr id="438" name="Text 432"/>
          <p:cNvSpPr/>
          <p:nvPr/>
        </p:nvSpPr>
        <p:spPr>
          <a:xfrm>
            <a:off x="8191500" y="5092700"/>
            <a:ext cx="5461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439" name="Shape 433"/>
          <p:cNvSpPr/>
          <p:nvPr/>
        </p:nvSpPr>
        <p:spPr>
          <a:xfrm>
            <a:off x="8191500" y="5600700"/>
            <a:ext cx="546100" cy="279400"/>
          </a:xfrm>
          <a:prstGeom prst="rect">
            <a:avLst/>
          </a:prstGeom>
          <a:solidFill>
            <a:srgbClr val="DFF0D5"/>
          </a:solidFill>
          <a:ln w="11430">
            <a:solidFill>
              <a:srgbClr val="2E8B57"/>
            </a:solidFill>
            <a:prstDash val="solid"/>
          </a:ln>
        </p:spPr>
      </p:sp>
      <p:sp>
        <p:nvSpPr>
          <p:cNvPr id="440" name="Text 434"/>
          <p:cNvSpPr/>
          <p:nvPr/>
        </p:nvSpPr>
        <p:spPr>
          <a:xfrm>
            <a:off x="8191500" y="5600700"/>
            <a:ext cx="5461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441" name="Shape 435"/>
          <p:cNvSpPr/>
          <p:nvPr/>
        </p:nvSpPr>
        <p:spPr>
          <a:xfrm>
            <a:off x="8191500" y="6108700"/>
            <a:ext cx="546100" cy="279400"/>
          </a:xfrm>
          <a:prstGeom prst="rect">
            <a:avLst/>
          </a:prstGeom>
          <a:solidFill>
            <a:srgbClr val="D6E4F7"/>
          </a:solidFill>
          <a:ln w="11430">
            <a:solidFill>
              <a:srgbClr val="2F55C8"/>
            </a:solidFill>
            <a:prstDash val="solid"/>
          </a:ln>
        </p:spPr>
      </p:sp>
      <p:sp>
        <p:nvSpPr>
          <p:cNvPr id="442" name="Text 436"/>
          <p:cNvSpPr/>
          <p:nvPr/>
        </p:nvSpPr>
        <p:spPr>
          <a:xfrm>
            <a:off x="8191500" y="6108700"/>
            <a:ext cx="5461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443" name="Shape 437"/>
          <p:cNvSpPr/>
          <p:nvPr/>
        </p:nvSpPr>
        <p:spPr>
          <a:xfrm>
            <a:off x="8737600" y="4826000"/>
            <a:ext cx="546100" cy="279400"/>
          </a:xfrm>
          <a:prstGeom prst="rect">
            <a:avLst/>
          </a:prstGeom>
          <a:solidFill>
            <a:srgbClr val="FBD5DC"/>
          </a:solidFill>
          <a:ln w="11430">
            <a:solidFill>
              <a:srgbClr val="CC2222"/>
            </a:solidFill>
            <a:prstDash val="solid"/>
          </a:ln>
        </p:spPr>
      </p:sp>
      <p:sp>
        <p:nvSpPr>
          <p:cNvPr id="444" name="Text 438"/>
          <p:cNvSpPr/>
          <p:nvPr/>
        </p:nvSpPr>
        <p:spPr>
          <a:xfrm>
            <a:off x="8737600" y="4826000"/>
            <a:ext cx="5461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445" name="Shape 439"/>
          <p:cNvSpPr/>
          <p:nvPr/>
        </p:nvSpPr>
        <p:spPr>
          <a:xfrm>
            <a:off x="8737600" y="5334000"/>
            <a:ext cx="546100" cy="279400"/>
          </a:xfrm>
          <a:prstGeom prst="rect">
            <a:avLst/>
          </a:prstGeom>
          <a:solidFill>
            <a:srgbClr val="DFF0D5"/>
          </a:solidFill>
          <a:ln w="11430">
            <a:solidFill>
              <a:srgbClr val="2E8B57"/>
            </a:solidFill>
            <a:prstDash val="solid"/>
          </a:ln>
        </p:spPr>
      </p:sp>
      <p:sp>
        <p:nvSpPr>
          <p:cNvPr id="446" name="Text 440"/>
          <p:cNvSpPr/>
          <p:nvPr/>
        </p:nvSpPr>
        <p:spPr>
          <a:xfrm>
            <a:off x="8737600" y="5334000"/>
            <a:ext cx="5461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447" name="Shape 441"/>
          <p:cNvSpPr/>
          <p:nvPr/>
        </p:nvSpPr>
        <p:spPr>
          <a:xfrm>
            <a:off x="8737600" y="5842000"/>
            <a:ext cx="546100" cy="279400"/>
          </a:xfrm>
          <a:prstGeom prst="rect">
            <a:avLst/>
          </a:prstGeom>
          <a:solidFill>
            <a:srgbClr val="D6E4F7"/>
          </a:solidFill>
          <a:ln w="11430">
            <a:solidFill>
              <a:srgbClr val="2F55C8"/>
            </a:solidFill>
            <a:prstDash val="solid"/>
          </a:ln>
        </p:spPr>
      </p:sp>
      <p:sp>
        <p:nvSpPr>
          <p:cNvPr id="448" name="Text 442"/>
          <p:cNvSpPr/>
          <p:nvPr/>
        </p:nvSpPr>
        <p:spPr>
          <a:xfrm>
            <a:off x="8737600" y="5842000"/>
            <a:ext cx="5461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449" name="Shape 443"/>
          <p:cNvSpPr/>
          <p:nvPr/>
        </p:nvSpPr>
        <p:spPr>
          <a:xfrm>
            <a:off x="9283700" y="4559300"/>
            <a:ext cx="546100" cy="279400"/>
          </a:xfrm>
          <a:prstGeom prst="rect">
            <a:avLst/>
          </a:prstGeom>
          <a:solidFill>
            <a:srgbClr val="FBD5DC"/>
          </a:solidFill>
          <a:ln w="11430">
            <a:solidFill>
              <a:srgbClr val="CC2222"/>
            </a:solidFill>
            <a:prstDash val="solid"/>
          </a:ln>
        </p:spPr>
      </p:sp>
      <p:sp>
        <p:nvSpPr>
          <p:cNvPr id="450" name="Text 444"/>
          <p:cNvSpPr/>
          <p:nvPr/>
        </p:nvSpPr>
        <p:spPr>
          <a:xfrm>
            <a:off x="9283700" y="4559300"/>
            <a:ext cx="5461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550" dirty="0"/>
          </a:p>
        </p:txBody>
      </p:sp>
      <p:sp>
        <p:nvSpPr>
          <p:cNvPr id="451" name="Shape 445"/>
          <p:cNvSpPr/>
          <p:nvPr/>
        </p:nvSpPr>
        <p:spPr>
          <a:xfrm>
            <a:off x="9283700" y="5067300"/>
            <a:ext cx="546100" cy="279400"/>
          </a:xfrm>
          <a:prstGeom prst="rect">
            <a:avLst/>
          </a:prstGeom>
          <a:solidFill>
            <a:srgbClr val="DFF0D5"/>
          </a:solidFill>
          <a:ln w="11430">
            <a:solidFill>
              <a:srgbClr val="2E8B57"/>
            </a:solidFill>
            <a:prstDash val="solid"/>
          </a:ln>
        </p:spPr>
      </p:sp>
      <p:sp>
        <p:nvSpPr>
          <p:cNvPr id="452" name="Text 446"/>
          <p:cNvSpPr/>
          <p:nvPr/>
        </p:nvSpPr>
        <p:spPr>
          <a:xfrm>
            <a:off x="9283700" y="5067300"/>
            <a:ext cx="5461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550" dirty="0"/>
          </a:p>
        </p:txBody>
      </p:sp>
      <p:sp>
        <p:nvSpPr>
          <p:cNvPr id="453" name="Shape 447"/>
          <p:cNvSpPr/>
          <p:nvPr/>
        </p:nvSpPr>
        <p:spPr>
          <a:xfrm>
            <a:off x="9283700" y="5575300"/>
            <a:ext cx="546100" cy="279400"/>
          </a:xfrm>
          <a:prstGeom prst="rect">
            <a:avLst/>
          </a:prstGeom>
          <a:solidFill>
            <a:srgbClr val="D6E4F7"/>
          </a:solidFill>
          <a:ln w="11430">
            <a:solidFill>
              <a:srgbClr val="2F55C8"/>
            </a:solidFill>
            <a:prstDash val="solid"/>
          </a:ln>
        </p:spPr>
      </p:sp>
      <p:sp>
        <p:nvSpPr>
          <p:cNvPr id="454" name="Text 448"/>
          <p:cNvSpPr/>
          <p:nvPr/>
        </p:nvSpPr>
        <p:spPr>
          <a:xfrm>
            <a:off x="9283700" y="5575300"/>
            <a:ext cx="5461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550" dirty="0"/>
          </a:p>
        </p:txBody>
      </p:sp>
      <p:sp>
        <p:nvSpPr>
          <p:cNvPr id="455" name="Shape 449"/>
          <p:cNvSpPr/>
          <p:nvPr/>
        </p:nvSpPr>
        <p:spPr>
          <a:xfrm>
            <a:off x="9829800" y="4292600"/>
            <a:ext cx="546100" cy="279400"/>
          </a:xfrm>
          <a:prstGeom prst="rect">
            <a:avLst/>
          </a:prstGeom>
          <a:solidFill>
            <a:srgbClr val="FBD5DC"/>
          </a:solidFill>
          <a:ln w="11430">
            <a:solidFill>
              <a:srgbClr val="CC2222"/>
            </a:solidFill>
            <a:prstDash val="solid"/>
          </a:ln>
        </p:spPr>
      </p:sp>
      <p:sp>
        <p:nvSpPr>
          <p:cNvPr id="456" name="Text 450"/>
          <p:cNvSpPr/>
          <p:nvPr/>
        </p:nvSpPr>
        <p:spPr>
          <a:xfrm>
            <a:off x="9829800" y="4292600"/>
            <a:ext cx="5461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550" dirty="0"/>
          </a:p>
        </p:txBody>
      </p:sp>
      <p:sp>
        <p:nvSpPr>
          <p:cNvPr id="457" name="Shape 451"/>
          <p:cNvSpPr/>
          <p:nvPr/>
        </p:nvSpPr>
        <p:spPr>
          <a:xfrm>
            <a:off x="9829800" y="4800600"/>
            <a:ext cx="546100" cy="279400"/>
          </a:xfrm>
          <a:prstGeom prst="rect">
            <a:avLst/>
          </a:prstGeom>
          <a:solidFill>
            <a:srgbClr val="DFF0D5"/>
          </a:solidFill>
          <a:ln w="11430">
            <a:solidFill>
              <a:srgbClr val="2E8B57"/>
            </a:solidFill>
            <a:prstDash val="solid"/>
          </a:ln>
        </p:spPr>
      </p:sp>
      <p:sp>
        <p:nvSpPr>
          <p:cNvPr id="458" name="Text 452"/>
          <p:cNvSpPr/>
          <p:nvPr/>
        </p:nvSpPr>
        <p:spPr>
          <a:xfrm>
            <a:off x="9829800" y="4800600"/>
            <a:ext cx="5461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550" dirty="0"/>
          </a:p>
        </p:txBody>
      </p:sp>
      <p:sp>
        <p:nvSpPr>
          <p:cNvPr id="459" name="Shape 453"/>
          <p:cNvSpPr/>
          <p:nvPr/>
        </p:nvSpPr>
        <p:spPr>
          <a:xfrm>
            <a:off x="9829800" y="5308600"/>
            <a:ext cx="546100" cy="279400"/>
          </a:xfrm>
          <a:prstGeom prst="rect">
            <a:avLst/>
          </a:prstGeom>
          <a:solidFill>
            <a:srgbClr val="D6E4F7"/>
          </a:solidFill>
          <a:ln w="11430">
            <a:solidFill>
              <a:srgbClr val="2F55C8"/>
            </a:solidFill>
            <a:prstDash val="solid"/>
          </a:ln>
        </p:spPr>
      </p:sp>
      <p:sp>
        <p:nvSpPr>
          <p:cNvPr id="460" name="Text 454"/>
          <p:cNvSpPr/>
          <p:nvPr/>
        </p:nvSpPr>
        <p:spPr>
          <a:xfrm>
            <a:off x="9829800" y="5308600"/>
            <a:ext cx="5461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550" dirty="0"/>
          </a:p>
        </p:txBody>
      </p:sp>
      <p:pic>
        <p:nvPicPr>
          <p:cNvPr id="461" name="Image 4" descr="/home/ahmed/Projects/ai_llm_slides/videos/deep-learning/001_transformers_part1/recreated_pptx/build/assets/swoos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4200" y="4102100"/>
            <a:ext cx="3251204" cy="2108204"/>
          </a:xfrm>
          <a:prstGeom prst="rect">
            <a:avLst/>
          </a:prstGeom>
        </p:spPr>
      </p:pic>
      <p:sp>
        <p:nvSpPr>
          <p:cNvPr id="462" name="Text 455"/>
          <p:cNvSpPr/>
          <p:nvPr/>
        </p:nvSpPr>
        <p:spPr>
          <a:xfrm rot="20280000">
            <a:off x="8813800" y="5524500"/>
            <a:ext cx="1295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0033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“H” Heads</a:t>
            </a:r>
            <a:endParaRPr lang="en-US" sz="1100" dirty="0"/>
          </a:p>
        </p:txBody>
      </p:sp>
      <p:sp>
        <p:nvSpPr>
          <p:cNvPr id="463" name="Shape 456"/>
          <p:cNvSpPr/>
          <p:nvPr/>
        </p:nvSpPr>
        <p:spPr>
          <a:xfrm>
            <a:off x="9321800" y="5918200"/>
            <a:ext cx="2146300" cy="825500"/>
          </a:xfrm>
          <a:prstGeom prst="roundRect">
            <a:avLst>
              <a:gd name="adj" fmla="val 6646"/>
            </a:avLst>
          </a:prstGeom>
          <a:solidFill>
            <a:srgbClr val="E6FCE6"/>
          </a:solidFill>
          <a:ln w="15875">
            <a:solidFill>
              <a:srgbClr val="2E8B57"/>
            </a:solidFill>
            <a:prstDash val="sysDot"/>
          </a:ln>
        </p:spPr>
      </p:sp>
      <p:sp>
        <p:nvSpPr>
          <p:cNvPr id="464" name="Shape 457"/>
          <p:cNvSpPr/>
          <p:nvPr/>
        </p:nvSpPr>
        <p:spPr>
          <a:xfrm>
            <a:off x="9448800" y="6045200"/>
            <a:ext cx="63500" cy="1524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465" name="Shape 458"/>
          <p:cNvSpPr/>
          <p:nvPr/>
        </p:nvSpPr>
        <p:spPr>
          <a:xfrm>
            <a:off x="10744200" y="6045200"/>
            <a:ext cx="63500" cy="1524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466" name="Shape 459"/>
          <p:cNvSpPr/>
          <p:nvPr/>
        </p:nvSpPr>
        <p:spPr>
          <a:xfrm>
            <a:off x="9512300" y="6045200"/>
            <a:ext cx="63500" cy="152400"/>
          </a:xfrm>
          <a:prstGeom prst="rect">
            <a:avLst/>
          </a:prstGeom>
          <a:solidFill>
            <a:srgbClr val="FFFFFF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467" name="Shape 460"/>
          <p:cNvSpPr/>
          <p:nvPr/>
        </p:nvSpPr>
        <p:spPr>
          <a:xfrm>
            <a:off x="10807700" y="6045200"/>
            <a:ext cx="63500" cy="152400"/>
          </a:xfrm>
          <a:prstGeom prst="rect">
            <a:avLst/>
          </a:prstGeom>
          <a:solidFill>
            <a:srgbClr val="FFFFFF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468" name="Shape 461"/>
          <p:cNvSpPr/>
          <p:nvPr/>
        </p:nvSpPr>
        <p:spPr>
          <a:xfrm>
            <a:off x="9575800" y="6045200"/>
            <a:ext cx="63500" cy="1524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469" name="Shape 462"/>
          <p:cNvSpPr/>
          <p:nvPr/>
        </p:nvSpPr>
        <p:spPr>
          <a:xfrm>
            <a:off x="10871200" y="6045200"/>
            <a:ext cx="63500" cy="1524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470" name="Shape 463"/>
          <p:cNvSpPr/>
          <p:nvPr/>
        </p:nvSpPr>
        <p:spPr>
          <a:xfrm>
            <a:off x="9639300" y="6045200"/>
            <a:ext cx="63500" cy="1524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471" name="Shape 464"/>
          <p:cNvSpPr/>
          <p:nvPr/>
        </p:nvSpPr>
        <p:spPr>
          <a:xfrm>
            <a:off x="10934700" y="6045200"/>
            <a:ext cx="63500" cy="1524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472" name="Shape 465"/>
          <p:cNvSpPr/>
          <p:nvPr/>
        </p:nvSpPr>
        <p:spPr>
          <a:xfrm>
            <a:off x="9702800" y="6045200"/>
            <a:ext cx="63500" cy="1524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473" name="Shape 466"/>
          <p:cNvSpPr/>
          <p:nvPr/>
        </p:nvSpPr>
        <p:spPr>
          <a:xfrm>
            <a:off x="10998200" y="6045200"/>
            <a:ext cx="63500" cy="1524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474" name="Shape 467"/>
          <p:cNvSpPr/>
          <p:nvPr/>
        </p:nvSpPr>
        <p:spPr>
          <a:xfrm>
            <a:off x="9766300" y="6045200"/>
            <a:ext cx="63500" cy="152400"/>
          </a:xfrm>
          <a:prstGeom prst="rect">
            <a:avLst/>
          </a:prstGeom>
          <a:solidFill>
            <a:srgbClr val="FFFFFF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475" name="Shape 468"/>
          <p:cNvSpPr/>
          <p:nvPr/>
        </p:nvSpPr>
        <p:spPr>
          <a:xfrm>
            <a:off x="11061700" y="6045200"/>
            <a:ext cx="63500" cy="152400"/>
          </a:xfrm>
          <a:prstGeom prst="rect">
            <a:avLst/>
          </a:prstGeom>
          <a:solidFill>
            <a:srgbClr val="FFFFFF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476" name="Shape 469"/>
          <p:cNvSpPr/>
          <p:nvPr/>
        </p:nvSpPr>
        <p:spPr>
          <a:xfrm>
            <a:off x="9829800" y="6045200"/>
            <a:ext cx="63500" cy="1524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477" name="Shape 470"/>
          <p:cNvSpPr/>
          <p:nvPr/>
        </p:nvSpPr>
        <p:spPr>
          <a:xfrm>
            <a:off x="11125200" y="6045200"/>
            <a:ext cx="63500" cy="1524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478" name="Shape 471"/>
          <p:cNvSpPr/>
          <p:nvPr/>
        </p:nvSpPr>
        <p:spPr>
          <a:xfrm>
            <a:off x="9893300" y="6045200"/>
            <a:ext cx="63500" cy="1524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479" name="Shape 472"/>
          <p:cNvSpPr/>
          <p:nvPr/>
        </p:nvSpPr>
        <p:spPr>
          <a:xfrm>
            <a:off x="11188700" y="6045200"/>
            <a:ext cx="63500" cy="1524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480" name="Text 473"/>
          <p:cNvSpPr/>
          <p:nvPr/>
        </p:nvSpPr>
        <p:spPr>
          <a:xfrm>
            <a:off x="9448800" y="6248400"/>
            <a:ext cx="508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1*d</a:t>
            </a:r>
            <a:endParaRPr lang="en-US" sz="600" dirty="0"/>
          </a:p>
        </p:txBody>
      </p:sp>
      <p:sp>
        <p:nvSpPr>
          <p:cNvPr id="481" name="Text 474"/>
          <p:cNvSpPr/>
          <p:nvPr/>
        </p:nvSpPr>
        <p:spPr>
          <a:xfrm>
            <a:off x="10998200" y="6248400"/>
            <a:ext cx="508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1*d</a:t>
            </a:r>
            <a:endParaRPr lang="en-US" sz="600" dirty="0"/>
          </a:p>
        </p:txBody>
      </p:sp>
      <p:sp>
        <p:nvSpPr>
          <p:cNvPr id="482" name="Shape 475"/>
          <p:cNvSpPr/>
          <p:nvPr/>
        </p:nvSpPr>
        <p:spPr>
          <a:xfrm>
            <a:off x="10109200" y="6007100"/>
            <a:ext cx="406400" cy="355600"/>
          </a:xfrm>
          <a:prstGeom prst="rect">
            <a:avLst/>
          </a:prstGeom>
          <a:solidFill>
            <a:srgbClr val="FBE8B8"/>
          </a:solidFill>
          <a:ln w="15875">
            <a:solidFill>
              <a:srgbClr val="333333"/>
            </a:solidFill>
            <a:prstDash val="solid"/>
          </a:ln>
        </p:spPr>
      </p:sp>
      <p:sp>
        <p:nvSpPr>
          <p:cNvPr id="483" name="Text 476"/>
          <p:cNvSpPr/>
          <p:nvPr/>
        </p:nvSpPr>
        <p:spPr>
          <a:xfrm>
            <a:off x="10109200" y="6007100"/>
            <a:ext cx="406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200" dirty="0"/>
          </a:p>
        </p:txBody>
      </p:sp>
      <p:sp>
        <p:nvSpPr>
          <p:cNvPr id="484" name="Text 477"/>
          <p:cNvSpPr/>
          <p:nvPr/>
        </p:nvSpPr>
        <p:spPr>
          <a:xfrm>
            <a:off x="10185400" y="6388100"/>
            <a:ext cx="6096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d*d</a:t>
            </a:r>
            <a:endParaRPr lang="en-US" sz="600" dirty="0"/>
          </a:p>
        </p:txBody>
      </p:sp>
      <p:sp>
        <p:nvSpPr>
          <p:cNvPr id="485" name="Text 478"/>
          <p:cNvSpPr/>
          <p:nvPr/>
        </p:nvSpPr>
        <p:spPr>
          <a:xfrm>
            <a:off x="10541000" y="6070600"/>
            <a:ext cx="177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200" dirty="0"/>
          </a:p>
        </p:txBody>
      </p:sp>
      <p:sp>
        <p:nvSpPr>
          <p:cNvPr id="486" name="Text 479"/>
          <p:cNvSpPr/>
          <p:nvPr/>
        </p:nvSpPr>
        <p:spPr>
          <a:xfrm>
            <a:off x="9398000" y="6527800"/>
            <a:ext cx="19939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d: Embedding Length</a:t>
            </a:r>
            <a:endParaRPr lang="en-US" sz="7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80000" y="635000"/>
            <a:ext cx="889000" cy="279400"/>
          </a:xfrm>
          <a:prstGeom prst="roundRect">
            <a:avLst>
              <a:gd name="adj" fmla="val 13091"/>
            </a:avLst>
          </a:prstGeom>
          <a:solidFill>
            <a:srgbClr val="FFFFFF"/>
          </a:solidFill>
          <a:ln w="15875">
            <a:solidFill>
              <a:srgbClr val="2222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05400" y="666750"/>
            <a:ext cx="165100" cy="215900"/>
          </a:xfrm>
          <a:prstGeom prst="rect">
            <a:avLst/>
          </a:prstGeom>
          <a:solidFill>
            <a:srgbClr val="FCFFCB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75580" y="666750"/>
            <a:ext cx="165100" cy="215900"/>
          </a:xfrm>
          <a:prstGeom prst="rect">
            <a:avLst/>
          </a:prstGeom>
          <a:solidFill>
            <a:srgbClr val="F1FFDB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45760" y="666750"/>
            <a:ext cx="165100" cy="215900"/>
          </a:xfrm>
          <a:prstGeom prst="rect">
            <a:avLst/>
          </a:prstGeom>
          <a:solidFill>
            <a:srgbClr val="DFF0C8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15940" y="666750"/>
            <a:ext cx="165100" cy="2159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86120" y="666750"/>
            <a:ext cx="165100" cy="2159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84800" y="6858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00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007100" y="762000"/>
            <a:ext cx="330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1*d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778500" y="946150"/>
            <a:ext cx="0" cy="18415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4" name="Shape 12"/>
          <p:cNvSpPr/>
          <p:nvPr/>
        </p:nvSpPr>
        <p:spPr>
          <a:xfrm>
            <a:off x="5930900" y="1466850"/>
            <a:ext cx="0" cy="14605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5" name="Shape 13"/>
          <p:cNvSpPr/>
          <p:nvPr/>
        </p:nvSpPr>
        <p:spPr>
          <a:xfrm>
            <a:off x="3987800" y="1143000"/>
            <a:ext cx="3048000" cy="311150"/>
          </a:xfrm>
          <a:prstGeom prst="rect">
            <a:avLst/>
          </a:prstGeom>
          <a:solidFill>
            <a:srgbClr val="F6FAD5"/>
          </a:solidFill>
          <a:ln w="19050">
            <a:solidFill>
              <a:srgbClr val="D269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87800" y="1143000"/>
            <a:ext cx="304800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Transformation    [ T ] 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pPr algn="ctr" indent="0" marL="0">
              <a:buNone/>
            </a:pPr>
            <a:r>
              <a:rPr lang="en-US" sz="65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349500" y="1625600"/>
            <a:ext cx="6337300" cy="298450"/>
          </a:xfrm>
          <a:prstGeom prst="roundRect">
            <a:avLst>
              <a:gd name="adj" fmla="val 49940"/>
            </a:avLst>
          </a:prstGeom>
          <a:solidFill>
            <a:srgbClr val="F9FBBD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62400" y="1644650"/>
            <a:ext cx="914400" cy="260350"/>
          </a:xfrm>
          <a:prstGeom prst="rect">
            <a:avLst/>
          </a:prstGeom>
          <a:solidFill>
            <a:srgbClr val="BB4F07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91000" y="1657350"/>
            <a:ext cx="0" cy="234950"/>
          </a:xfrm>
          <a:prstGeom prst="line">
            <a:avLst/>
          </a:prstGeom>
          <a:noFill/>
          <a:ln w="6350">
            <a:solidFill>
              <a:srgbClr val="C9C9C9"/>
            </a:solidFill>
            <a:prstDash val="sysDot"/>
          </a:ln>
        </p:spPr>
      </p:sp>
      <p:sp>
        <p:nvSpPr>
          <p:cNvPr id="20" name="Shape 18"/>
          <p:cNvSpPr/>
          <p:nvPr/>
        </p:nvSpPr>
        <p:spPr>
          <a:xfrm>
            <a:off x="4419600" y="1657350"/>
            <a:ext cx="0" cy="234950"/>
          </a:xfrm>
          <a:prstGeom prst="line">
            <a:avLst/>
          </a:prstGeom>
          <a:noFill/>
          <a:ln w="6350">
            <a:solidFill>
              <a:srgbClr val="C9C9C9"/>
            </a:solidFill>
            <a:prstDash val="sysDot"/>
          </a:ln>
        </p:spPr>
      </p:sp>
      <p:sp>
        <p:nvSpPr>
          <p:cNvPr id="21" name="Shape 19"/>
          <p:cNvSpPr/>
          <p:nvPr/>
        </p:nvSpPr>
        <p:spPr>
          <a:xfrm>
            <a:off x="4648200" y="1657350"/>
            <a:ext cx="0" cy="234950"/>
          </a:xfrm>
          <a:prstGeom prst="line">
            <a:avLst/>
          </a:prstGeom>
          <a:noFill/>
          <a:ln w="6350">
            <a:solidFill>
              <a:srgbClr val="C9C9C9"/>
            </a:solidFill>
            <a:prstDash val="sysDot"/>
          </a:ln>
        </p:spPr>
      </p:sp>
      <p:sp>
        <p:nvSpPr>
          <p:cNvPr id="22" name="Shape 20"/>
          <p:cNvSpPr/>
          <p:nvPr/>
        </p:nvSpPr>
        <p:spPr>
          <a:xfrm>
            <a:off x="4902200" y="1644650"/>
            <a:ext cx="927100" cy="260350"/>
          </a:xfrm>
          <a:prstGeom prst="rect">
            <a:avLst/>
          </a:prstGeom>
          <a:solidFill>
            <a:srgbClr val="777C5C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33975" y="1657350"/>
            <a:ext cx="0" cy="234950"/>
          </a:xfrm>
          <a:prstGeom prst="line">
            <a:avLst/>
          </a:prstGeom>
          <a:noFill/>
          <a:ln w="6350">
            <a:solidFill>
              <a:srgbClr val="C9C9C9"/>
            </a:solidFill>
            <a:prstDash val="sysDot"/>
          </a:ln>
        </p:spPr>
      </p:sp>
      <p:sp>
        <p:nvSpPr>
          <p:cNvPr id="24" name="Shape 22"/>
          <p:cNvSpPr/>
          <p:nvPr/>
        </p:nvSpPr>
        <p:spPr>
          <a:xfrm>
            <a:off x="5365750" y="1657350"/>
            <a:ext cx="0" cy="234950"/>
          </a:xfrm>
          <a:prstGeom prst="line">
            <a:avLst/>
          </a:prstGeom>
          <a:noFill/>
          <a:ln w="6350">
            <a:solidFill>
              <a:srgbClr val="C9C9C9"/>
            </a:solidFill>
            <a:prstDash val="sysDot"/>
          </a:ln>
        </p:spPr>
      </p:sp>
      <p:sp>
        <p:nvSpPr>
          <p:cNvPr id="25" name="Shape 23"/>
          <p:cNvSpPr/>
          <p:nvPr/>
        </p:nvSpPr>
        <p:spPr>
          <a:xfrm>
            <a:off x="5597525" y="1657350"/>
            <a:ext cx="0" cy="234950"/>
          </a:xfrm>
          <a:prstGeom prst="line">
            <a:avLst/>
          </a:prstGeom>
          <a:noFill/>
          <a:ln w="6350">
            <a:solidFill>
              <a:srgbClr val="C9C9C9"/>
            </a:solidFill>
            <a:prstDash val="sysDot"/>
          </a:ln>
        </p:spPr>
      </p:sp>
      <p:sp>
        <p:nvSpPr>
          <p:cNvPr id="26" name="Shape 24"/>
          <p:cNvSpPr/>
          <p:nvPr/>
        </p:nvSpPr>
        <p:spPr>
          <a:xfrm>
            <a:off x="5854700" y="1644650"/>
            <a:ext cx="914400" cy="260350"/>
          </a:xfrm>
          <a:prstGeom prst="rect">
            <a:avLst/>
          </a:prstGeom>
          <a:solidFill>
            <a:srgbClr val="F2F208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83300" y="1657350"/>
            <a:ext cx="0" cy="234950"/>
          </a:xfrm>
          <a:prstGeom prst="line">
            <a:avLst/>
          </a:prstGeom>
          <a:noFill/>
          <a:ln w="6350">
            <a:solidFill>
              <a:srgbClr val="C9C9C9"/>
            </a:solidFill>
            <a:prstDash val="sysDot"/>
          </a:ln>
        </p:spPr>
      </p:sp>
      <p:sp>
        <p:nvSpPr>
          <p:cNvPr id="28" name="Shape 26"/>
          <p:cNvSpPr/>
          <p:nvPr/>
        </p:nvSpPr>
        <p:spPr>
          <a:xfrm>
            <a:off x="6311900" y="1657350"/>
            <a:ext cx="0" cy="234950"/>
          </a:xfrm>
          <a:prstGeom prst="line">
            <a:avLst/>
          </a:prstGeom>
          <a:noFill/>
          <a:ln w="6350">
            <a:solidFill>
              <a:srgbClr val="C9C9C9"/>
            </a:solidFill>
            <a:prstDash val="sysDot"/>
          </a:ln>
        </p:spPr>
      </p:sp>
      <p:sp>
        <p:nvSpPr>
          <p:cNvPr id="29" name="Shape 27"/>
          <p:cNvSpPr/>
          <p:nvPr/>
        </p:nvSpPr>
        <p:spPr>
          <a:xfrm>
            <a:off x="6540500" y="1657350"/>
            <a:ext cx="0" cy="234950"/>
          </a:xfrm>
          <a:prstGeom prst="line">
            <a:avLst/>
          </a:prstGeom>
          <a:noFill/>
          <a:ln w="6350">
            <a:solidFill>
              <a:srgbClr val="C9C9C9"/>
            </a:solidFill>
            <a:prstDash val="sysDot"/>
          </a:ln>
        </p:spPr>
      </p:sp>
      <p:sp>
        <p:nvSpPr>
          <p:cNvPr id="30" name="Shape 28"/>
          <p:cNvSpPr/>
          <p:nvPr/>
        </p:nvSpPr>
        <p:spPr>
          <a:xfrm>
            <a:off x="6794500" y="1644650"/>
            <a:ext cx="914400" cy="260350"/>
          </a:xfrm>
          <a:prstGeom prst="rect">
            <a:avLst/>
          </a:prstGeom>
          <a:solidFill>
            <a:srgbClr val="AAFF71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23100" y="1657350"/>
            <a:ext cx="0" cy="234950"/>
          </a:xfrm>
          <a:prstGeom prst="line">
            <a:avLst/>
          </a:prstGeom>
          <a:noFill/>
          <a:ln w="6350">
            <a:solidFill>
              <a:srgbClr val="C9C9C9"/>
            </a:solidFill>
            <a:prstDash val="sysDot"/>
          </a:ln>
        </p:spPr>
      </p:sp>
      <p:sp>
        <p:nvSpPr>
          <p:cNvPr id="32" name="Shape 30"/>
          <p:cNvSpPr/>
          <p:nvPr/>
        </p:nvSpPr>
        <p:spPr>
          <a:xfrm>
            <a:off x="7251700" y="1657350"/>
            <a:ext cx="0" cy="234950"/>
          </a:xfrm>
          <a:prstGeom prst="line">
            <a:avLst/>
          </a:prstGeom>
          <a:noFill/>
          <a:ln w="6350">
            <a:solidFill>
              <a:srgbClr val="C9C9C9"/>
            </a:solidFill>
            <a:prstDash val="sysDot"/>
          </a:ln>
        </p:spPr>
      </p:sp>
      <p:sp>
        <p:nvSpPr>
          <p:cNvPr id="33" name="Shape 31"/>
          <p:cNvSpPr/>
          <p:nvPr/>
        </p:nvSpPr>
        <p:spPr>
          <a:xfrm>
            <a:off x="7480300" y="1657350"/>
            <a:ext cx="0" cy="234950"/>
          </a:xfrm>
          <a:prstGeom prst="line">
            <a:avLst/>
          </a:prstGeom>
          <a:noFill/>
          <a:ln w="6350">
            <a:solidFill>
              <a:srgbClr val="C9C9C9"/>
            </a:solidFill>
            <a:prstDash val="sysDot"/>
          </a:ln>
        </p:spPr>
      </p:sp>
      <p:sp>
        <p:nvSpPr>
          <p:cNvPr id="34" name="Shape 32"/>
          <p:cNvSpPr/>
          <p:nvPr/>
        </p:nvSpPr>
        <p:spPr>
          <a:xfrm>
            <a:off x="7734300" y="1644650"/>
            <a:ext cx="939800" cy="260350"/>
          </a:xfrm>
          <a:prstGeom prst="rect">
            <a:avLst/>
          </a:prstGeom>
          <a:solidFill>
            <a:srgbClr val="F3DEBC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969250" y="1657350"/>
            <a:ext cx="0" cy="234950"/>
          </a:xfrm>
          <a:prstGeom prst="line">
            <a:avLst/>
          </a:prstGeom>
          <a:noFill/>
          <a:ln w="6350">
            <a:solidFill>
              <a:srgbClr val="C9C9C9"/>
            </a:solidFill>
            <a:prstDash val="sysDot"/>
          </a:ln>
        </p:spPr>
      </p:sp>
      <p:sp>
        <p:nvSpPr>
          <p:cNvPr id="36" name="Shape 34"/>
          <p:cNvSpPr/>
          <p:nvPr/>
        </p:nvSpPr>
        <p:spPr>
          <a:xfrm>
            <a:off x="8204200" y="1657350"/>
            <a:ext cx="0" cy="234950"/>
          </a:xfrm>
          <a:prstGeom prst="line">
            <a:avLst/>
          </a:prstGeom>
          <a:noFill/>
          <a:ln w="6350">
            <a:solidFill>
              <a:srgbClr val="C9C9C9"/>
            </a:solidFill>
            <a:prstDash val="sysDot"/>
          </a:ln>
        </p:spPr>
      </p:sp>
      <p:sp>
        <p:nvSpPr>
          <p:cNvPr id="37" name="Shape 35"/>
          <p:cNvSpPr/>
          <p:nvPr/>
        </p:nvSpPr>
        <p:spPr>
          <a:xfrm>
            <a:off x="8439150" y="1657350"/>
            <a:ext cx="0" cy="234950"/>
          </a:xfrm>
          <a:prstGeom prst="line">
            <a:avLst/>
          </a:prstGeom>
          <a:noFill/>
          <a:ln w="6350">
            <a:solidFill>
              <a:srgbClr val="C9C9C9"/>
            </a:solidFill>
            <a:prstDash val="sysDot"/>
          </a:ln>
        </p:spPr>
      </p:sp>
      <p:sp>
        <p:nvSpPr>
          <p:cNvPr id="38" name="Text 36"/>
          <p:cNvSpPr/>
          <p:nvPr/>
        </p:nvSpPr>
        <p:spPr>
          <a:xfrm>
            <a:off x="4292600" y="1695450"/>
            <a:ext cx="254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ctr" indent="0" marL="0">
              <a:buNone/>
            </a:pPr>
            <a:r>
              <a:rPr lang="en-US" sz="45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(t)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5238750" y="1695450"/>
            <a:ext cx="254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45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(t)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6184900" y="1695450"/>
            <a:ext cx="254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algn="ctr" indent="0" marL="0">
              <a:buNone/>
            </a:pPr>
            <a:r>
              <a:rPr lang="en-US" sz="45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(t)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7124700" y="1695450"/>
            <a:ext cx="254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pPr algn="ctr" indent="0" marL="0">
              <a:buNone/>
            </a:pPr>
            <a:r>
              <a:rPr lang="en-US" sz="45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(t)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8077200" y="1695450"/>
            <a:ext cx="254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pPr algn="ctr" indent="0" marL="0">
              <a:buNone/>
            </a:pPr>
            <a:r>
              <a:rPr lang="en-US" sz="45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(t)</a:t>
            </a:r>
            <a:endParaRPr lang="en-US" sz="600" dirty="0"/>
          </a:p>
        </p:txBody>
      </p:sp>
      <p:sp>
        <p:nvSpPr>
          <p:cNvPr id="43" name="Shape 41"/>
          <p:cNvSpPr/>
          <p:nvPr/>
        </p:nvSpPr>
        <p:spPr>
          <a:xfrm>
            <a:off x="2349500" y="1625600"/>
            <a:ext cx="6337300" cy="298450"/>
          </a:xfrm>
          <a:prstGeom prst="roundRect">
            <a:avLst>
              <a:gd name="adj" fmla="val 49940"/>
            </a:avLst>
          </a:prstGeom>
          <a:ln w="12700">
            <a:solidFill>
              <a:srgbClr val="3A3A3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387600" y="1651000"/>
            <a:ext cx="1498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Concatenated Vector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149600" y="1790700"/>
            <a:ext cx="736600" cy="120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1*</a:t>
            </a:r>
            <a:pPr algn="l" indent="0" marL="0">
              <a:buNone/>
            </a:pPr>
            <a:r>
              <a:rPr lang="en-US" sz="700" b="1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4279900" y="1936750"/>
            <a:ext cx="0" cy="1593850"/>
          </a:xfrm>
          <a:prstGeom prst="line">
            <a:avLst/>
          </a:prstGeom>
          <a:noFill/>
          <a:ln w="10160">
            <a:solidFill>
              <a:srgbClr val="B08585"/>
            </a:solidFill>
            <a:prstDash val="solid"/>
            <a:headEnd type="triangle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5219700" y="1936750"/>
            <a:ext cx="0" cy="1390650"/>
          </a:xfrm>
          <a:prstGeom prst="line">
            <a:avLst/>
          </a:prstGeom>
          <a:noFill/>
          <a:ln w="10160">
            <a:solidFill>
              <a:srgbClr val="B08585"/>
            </a:solidFill>
            <a:prstDash val="solid"/>
            <a:headEnd type="triangl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5524500" y="1936750"/>
            <a:ext cx="0" cy="1136650"/>
          </a:xfrm>
          <a:prstGeom prst="line">
            <a:avLst/>
          </a:prstGeom>
          <a:noFill/>
          <a:ln w="10160">
            <a:solidFill>
              <a:srgbClr val="B08585"/>
            </a:solidFill>
            <a:prstDash val="solid"/>
            <a:headEnd type="triangle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6007100" y="1936750"/>
            <a:ext cx="0" cy="819150"/>
          </a:xfrm>
          <a:prstGeom prst="line">
            <a:avLst/>
          </a:prstGeom>
          <a:noFill/>
          <a:ln w="10160">
            <a:solidFill>
              <a:srgbClr val="B08585"/>
            </a:solidFill>
            <a:prstDash val="solid"/>
            <a:headEnd type="triangle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6223000" y="1936750"/>
            <a:ext cx="0" cy="565150"/>
          </a:xfrm>
          <a:prstGeom prst="line">
            <a:avLst/>
          </a:prstGeom>
          <a:noFill/>
          <a:ln w="10160">
            <a:solidFill>
              <a:srgbClr val="B08585"/>
            </a:solidFill>
            <a:prstDash val="solid"/>
            <a:headEnd type="triangle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2971800" y="2438400"/>
            <a:ext cx="6959600" cy="3048000"/>
          </a:xfrm>
          <a:prstGeom prst="roundRect">
            <a:avLst>
              <a:gd name="adj" fmla="val 1800"/>
            </a:avLst>
          </a:prstGeom>
          <a:solidFill>
            <a:srgbClr val="F7E2CD"/>
          </a:solidFill>
          <a:ln/>
        </p:spPr>
      </p:sp>
      <p:sp>
        <p:nvSpPr>
          <p:cNvPr id="52" name="Shape 50"/>
          <p:cNvSpPr/>
          <p:nvPr/>
        </p:nvSpPr>
        <p:spPr>
          <a:xfrm>
            <a:off x="2400300" y="2641600"/>
            <a:ext cx="6959600" cy="3136900"/>
          </a:xfrm>
          <a:prstGeom prst="roundRect">
            <a:avLst>
              <a:gd name="adj" fmla="val 1749"/>
            </a:avLst>
          </a:prstGeom>
          <a:solidFill>
            <a:srgbClr val="D4FFE5"/>
          </a:solidFill>
          <a:ln/>
        </p:spPr>
      </p:sp>
      <p:sp>
        <p:nvSpPr>
          <p:cNvPr id="53" name="Shape 51"/>
          <p:cNvSpPr/>
          <p:nvPr/>
        </p:nvSpPr>
        <p:spPr>
          <a:xfrm>
            <a:off x="1930400" y="2946400"/>
            <a:ext cx="6959600" cy="3175000"/>
          </a:xfrm>
          <a:prstGeom prst="roundRect">
            <a:avLst>
              <a:gd name="adj" fmla="val 1728"/>
            </a:avLst>
          </a:prstGeom>
          <a:solidFill>
            <a:srgbClr val="F8FF9A"/>
          </a:solidFill>
          <a:ln/>
        </p:spPr>
      </p:sp>
      <p:sp>
        <p:nvSpPr>
          <p:cNvPr id="54" name="Shape 52"/>
          <p:cNvSpPr/>
          <p:nvPr/>
        </p:nvSpPr>
        <p:spPr>
          <a:xfrm>
            <a:off x="1320800" y="3200400"/>
            <a:ext cx="6959600" cy="3251200"/>
          </a:xfrm>
          <a:prstGeom prst="roundRect">
            <a:avLst>
              <a:gd name="adj" fmla="val 1688"/>
            </a:avLst>
          </a:prstGeom>
          <a:solidFill>
            <a:srgbClr val="C5C1F4"/>
          </a:solidFill>
          <a:ln/>
        </p:spPr>
      </p:sp>
      <p:sp>
        <p:nvSpPr>
          <p:cNvPr id="55" name="Shape 53"/>
          <p:cNvSpPr/>
          <p:nvPr/>
        </p:nvSpPr>
        <p:spPr>
          <a:xfrm>
            <a:off x="711200" y="3479800"/>
            <a:ext cx="6959600" cy="3200400"/>
          </a:xfrm>
          <a:prstGeom prst="roundRect">
            <a:avLst>
              <a:gd name="adj" fmla="val 1714"/>
            </a:avLst>
          </a:prstGeom>
          <a:solidFill>
            <a:srgbClr val="EF8C96"/>
          </a:solidFill>
          <a:ln/>
        </p:spPr>
      </p:sp>
      <p:sp>
        <p:nvSpPr>
          <p:cNvPr id="56" name="Shape 54"/>
          <p:cNvSpPr/>
          <p:nvPr/>
        </p:nvSpPr>
        <p:spPr>
          <a:xfrm>
            <a:off x="2616200" y="3536950"/>
            <a:ext cx="5588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616200" y="3536950"/>
            <a:ext cx="558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58" name="Shape 56"/>
          <p:cNvSpPr/>
          <p:nvPr/>
        </p:nvSpPr>
        <p:spPr>
          <a:xfrm>
            <a:off x="5435600" y="3536950"/>
            <a:ext cx="8001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435600" y="3536950"/>
            <a:ext cx="800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60" name="Shape 58"/>
          <p:cNvSpPr/>
          <p:nvPr/>
        </p:nvSpPr>
        <p:spPr>
          <a:xfrm>
            <a:off x="3962400" y="3530600"/>
            <a:ext cx="787400" cy="203200"/>
          </a:xfrm>
          <a:prstGeom prst="rect">
            <a:avLst/>
          </a:prstGeom>
          <a:solidFill>
            <a:srgbClr val="FFFFE3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61" name="Text 59"/>
          <p:cNvSpPr/>
          <p:nvPr/>
        </p:nvSpPr>
        <p:spPr>
          <a:xfrm>
            <a:off x="3962400" y="3530600"/>
            <a:ext cx="787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00" dirty="0"/>
          </a:p>
        </p:txBody>
      </p:sp>
      <p:sp>
        <p:nvSpPr>
          <p:cNvPr id="62" name="Shape 60"/>
          <p:cNvSpPr/>
          <p:nvPr/>
        </p:nvSpPr>
        <p:spPr>
          <a:xfrm>
            <a:off x="7157720" y="3552825"/>
            <a:ext cx="381000" cy="18415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63" name="Text 61"/>
          <p:cNvSpPr/>
          <p:nvPr/>
        </p:nvSpPr>
        <p:spPr>
          <a:xfrm>
            <a:off x="7157720" y="3552825"/>
            <a:ext cx="38100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h=1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3175000" y="3276600"/>
            <a:ext cx="5588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175000" y="3276600"/>
            <a:ext cx="558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66" name="Shape 64"/>
          <p:cNvSpPr/>
          <p:nvPr/>
        </p:nvSpPr>
        <p:spPr>
          <a:xfrm>
            <a:off x="5994400" y="3276600"/>
            <a:ext cx="8001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994400" y="3276600"/>
            <a:ext cx="800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68" name="Shape 66"/>
          <p:cNvSpPr/>
          <p:nvPr/>
        </p:nvSpPr>
        <p:spPr>
          <a:xfrm>
            <a:off x="4965700" y="3327400"/>
            <a:ext cx="508000" cy="177800"/>
          </a:xfrm>
          <a:prstGeom prst="rect">
            <a:avLst/>
          </a:prstGeom>
          <a:solidFill>
            <a:srgbClr val="9A86C8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69" name="Text 67"/>
          <p:cNvSpPr/>
          <p:nvPr/>
        </p:nvSpPr>
        <p:spPr>
          <a:xfrm>
            <a:off x="4965700" y="33274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00" dirty="0"/>
          </a:p>
        </p:txBody>
      </p:sp>
      <p:sp>
        <p:nvSpPr>
          <p:cNvPr id="70" name="Shape 68"/>
          <p:cNvSpPr/>
          <p:nvPr/>
        </p:nvSpPr>
        <p:spPr>
          <a:xfrm>
            <a:off x="7833360" y="3272155"/>
            <a:ext cx="381000" cy="18415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71" name="Text 69"/>
          <p:cNvSpPr/>
          <p:nvPr/>
        </p:nvSpPr>
        <p:spPr>
          <a:xfrm>
            <a:off x="7833360" y="3272155"/>
            <a:ext cx="38100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h=2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3733800" y="3016250"/>
            <a:ext cx="5588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733800" y="3016250"/>
            <a:ext cx="558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74" name="Shape 72"/>
          <p:cNvSpPr/>
          <p:nvPr/>
        </p:nvSpPr>
        <p:spPr>
          <a:xfrm>
            <a:off x="6553200" y="3016250"/>
            <a:ext cx="8001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53200" y="3016250"/>
            <a:ext cx="800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76" name="Shape 74"/>
          <p:cNvSpPr/>
          <p:nvPr/>
        </p:nvSpPr>
        <p:spPr>
          <a:xfrm>
            <a:off x="5245100" y="3073400"/>
            <a:ext cx="558800" cy="203200"/>
          </a:xfrm>
          <a:prstGeom prst="rect">
            <a:avLst/>
          </a:prstGeom>
          <a:solidFill>
            <a:srgbClr val="A0400E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77" name="Text 75"/>
          <p:cNvSpPr/>
          <p:nvPr/>
        </p:nvSpPr>
        <p:spPr>
          <a:xfrm>
            <a:off x="5245100" y="3073400"/>
            <a:ext cx="558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" dirty="0"/>
          </a:p>
        </p:txBody>
      </p:sp>
      <p:sp>
        <p:nvSpPr>
          <p:cNvPr id="78" name="Shape 76"/>
          <p:cNvSpPr/>
          <p:nvPr/>
        </p:nvSpPr>
        <p:spPr>
          <a:xfrm>
            <a:off x="8357870" y="2992755"/>
            <a:ext cx="381000" cy="18415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79" name="Text 77"/>
          <p:cNvSpPr/>
          <p:nvPr/>
        </p:nvSpPr>
        <p:spPr>
          <a:xfrm>
            <a:off x="8357870" y="2992755"/>
            <a:ext cx="38100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h=3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4292600" y="2755900"/>
            <a:ext cx="5588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292600" y="2755900"/>
            <a:ext cx="558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82" name="Shape 80"/>
          <p:cNvSpPr/>
          <p:nvPr/>
        </p:nvSpPr>
        <p:spPr>
          <a:xfrm>
            <a:off x="7112000" y="2755900"/>
            <a:ext cx="8001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112000" y="2755900"/>
            <a:ext cx="800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84" name="Shape 82"/>
          <p:cNvSpPr/>
          <p:nvPr/>
        </p:nvSpPr>
        <p:spPr>
          <a:xfrm>
            <a:off x="5651500" y="2755900"/>
            <a:ext cx="711200" cy="190500"/>
          </a:xfrm>
          <a:prstGeom prst="rect">
            <a:avLst/>
          </a:prstGeom>
          <a:solidFill>
            <a:srgbClr val="4A4A4A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85" name="Text 83"/>
          <p:cNvSpPr/>
          <p:nvPr/>
        </p:nvSpPr>
        <p:spPr>
          <a:xfrm>
            <a:off x="5651500" y="2755900"/>
            <a:ext cx="711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00" dirty="0"/>
          </a:p>
        </p:txBody>
      </p:sp>
      <p:sp>
        <p:nvSpPr>
          <p:cNvPr id="86" name="Shape 84"/>
          <p:cNvSpPr/>
          <p:nvPr/>
        </p:nvSpPr>
        <p:spPr>
          <a:xfrm>
            <a:off x="8914130" y="2752725"/>
            <a:ext cx="381000" cy="18415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87" name="Text 85"/>
          <p:cNvSpPr/>
          <p:nvPr/>
        </p:nvSpPr>
        <p:spPr>
          <a:xfrm>
            <a:off x="8914130" y="2752725"/>
            <a:ext cx="38100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h=4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4851400" y="2495550"/>
            <a:ext cx="5588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851400" y="2495550"/>
            <a:ext cx="558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90" name="Shape 88"/>
          <p:cNvSpPr/>
          <p:nvPr/>
        </p:nvSpPr>
        <p:spPr>
          <a:xfrm>
            <a:off x="7670800" y="2495550"/>
            <a:ext cx="8001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670800" y="2495550"/>
            <a:ext cx="800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92" name="Shape 90"/>
          <p:cNvSpPr/>
          <p:nvPr/>
        </p:nvSpPr>
        <p:spPr>
          <a:xfrm>
            <a:off x="5969000" y="2501900"/>
            <a:ext cx="508000" cy="177800"/>
          </a:xfrm>
          <a:prstGeom prst="rect">
            <a:avLst/>
          </a:prstGeom>
          <a:solidFill>
            <a:srgbClr val="E0DC1E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93" name="Text 91"/>
          <p:cNvSpPr/>
          <p:nvPr/>
        </p:nvSpPr>
        <p:spPr>
          <a:xfrm>
            <a:off x="5969000" y="25019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600" dirty="0"/>
          </a:p>
        </p:txBody>
      </p:sp>
      <p:sp>
        <p:nvSpPr>
          <p:cNvPr id="94" name="Shape 92"/>
          <p:cNvSpPr/>
          <p:nvPr/>
        </p:nvSpPr>
        <p:spPr>
          <a:xfrm>
            <a:off x="9474200" y="2511425"/>
            <a:ext cx="381000" cy="18415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95" name="Text 93"/>
          <p:cNvSpPr/>
          <p:nvPr/>
        </p:nvSpPr>
        <p:spPr>
          <a:xfrm>
            <a:off x="9474200" y="2511425"/>
            <a:ext cx="38100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h=5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3733800" y="3175000"/>
            <a:ext cx="1016000" cy="355600"/>
          </a:xfrm>
          <a:prstGeom prst="ellipse">
            <a:avLst/>
          </a:prstGeom>
          <a:solidFill>
            <a:srgbClr val="C4C2F4"/>
          </a:solidFill>
          <a:ln w="9525">
            <a:solidFill>
              <a:srgbClr val="C9B8B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733800" y="3175000"/>
            <a:ext cx="101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600" dirty="0"/>
          </a:p>
        </p:txBody>
      </p:sp>
      <p:sp>
        <p:nvSpPr>
          <p:cNvPr id="98" name="Shape 96"/>
          <p:cNvSpPr/>
          <p:nvPr/>
        </p:nvSpPr>
        <p:spPr>
          <a:xfrm>
            <a:off x="6172200" y="2247900"/>
            <a:ext cx="558800" cy="190500"/>
          </a:xfrm>
          <a:prstGeom prst="rect">
            <a:avLst/>
          </a:prstGeom>
          <a:solidFill>
            <a:srgbClr val="8ED08A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99" name="Text 97"/>
          <p:cNvSpPr/>
          <p:nvPr/>
        </p:nvSpPr>
        <p:spPr>
          <a:xfrm>
            <a:off x="6172200" y="2247900"/>
            <a:ext cx="558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600" dirty="0"/>
          </a:p>
        </p:txBody>
      </p:sp>
      <p:sp>
        <p:nvSpPr>
          <p:cNvPr id="100" name="Shape 98"/>
          <p:cNvSpPr/>
          <p:nvPr/>
        </p:nvSpPr>
        <p:spPr>
          <a:xfrm>
            <a:off x="1168400" y="4038600"/>
            <a:ext cx="457200" cy="1574800"/>
          </a:xfrm>
          <a:prstGeom prst="roundRect">
            <a:avLst>
              <a:gd name="adj" fmla="val 10000"/>
            </a:avLst>
          </a:prstGeom>
          <a:solidFill>
            <a:srgbClr val="F3F3F0"/>
          </a:solidFill>
          <a:ln w="15875">
            <a:solidFill>
              <a:srgbClr val="2E8B57"/>
            </a:solidFill>
            <a:prstDash val="dash"/>
          </a:ln>
        </p:spPr>
      </p:sp>
      <p:sp>
        <p:nvSpPr>
          <p:cNvPr id="101" name="Shape 99"/>
          <p:cNvSpPr/>
          <p:nvPr/>
        </p:nvSpPr>
        <p:spPr>
          <a:xfrm>
            <a:off x="1193800" y="4114800"/>
            <a:ext cx="190500" cy="2794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1193800" y="4114800"/>
            <a:ext cx="190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103" name="Shape 101"/>
          <p:cNvSpPr/>
          <p:nvPr/>
        </p:nvSpPr>
        <p:spPr>
          <a:xfrm>
            <a:off x="1403350" y="4159250"/>
            <a:ext cx="55880" cy="1905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463040" y="4159250"/>
            <a:ext cx="55880" cy="1905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522730" y="4159250"/>
            <a:ext cx="55880" cy="1905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587500" y="4254500"/>
            <a:ext cx="1143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107" name="Shape 105"/>
          <p:cNvSpPr/>
          <p:nvPr/>
        </p:nvSpPr>
        <p:spPr>
          <a:xfrm>
            <a:off x="1625600" y="4133850"/>
            <a:ext cx="304800" cy="241300"/>
          </a:xfrm>
          <a:prstGeom prst="rect">
            <a:avLst/>
          </a:prstGeom>
          <a:solidFill>
            <a:srgbClr val="F0FFF0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1625600" y="41338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550" dirty="0"/>
          </a:p>
        </p:txBody>
      </p:sp>
      <p:sp>
        <p:nvSpPr>
          <p:cNvPr id="109" name="Shape 107"/>
          <p:cNvSpPr/>
          <p:nvPr/>
        </p:nvSpPr>
        <p:spPr>
          <a:xfrm>
            <a:off x="1981200" y="4159250"/>
            <a:ext cx="120650" cy="1905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2101850" y="4159250"/>
            <a:ext cx="120650" cy="1905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2222500" y="4159250"/>
            <a:ext cx="120650" cy="1905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2247900" y="4000500"/>
            <a:ext cx="2032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00" dirty="0"/>
          </a:p>
        </p:txBody>
      </p:sp>
      <p:sp>
        <p:nvSpPr>
          <p:cNvPr id="113" name="Shape 111"/>
          <p:cNvSpPr/>
          <p:nvPr/>
        </p:nvSpPr>
        <p:spPr>
          <a:xfrm>
            <a:off x="2362200" y="4254500"/>
            <a:ext cx="5969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114" name="Shape 112"/>
          <p:cNvSpPr/>
          <p:nvPr/>
        </p:nvSpPr>
        <p:spPr>
          <a:xfrm>
            <a:off x="1193800" y="4470400"/>
            <a:ext cx="190500" cy="2794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1193800" y="4470400"/>
            <a:ext cx="190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116" name="Shape 114"/>
          <p:cNvSpPr/>
          <p:nvPr/>
        </p:nvSpPr>
        <p:spPr>
          <a:xfrm>
            <a:off x="1403350" y="4514850"/>
            <a:ext cx="55880" cy="1905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1463040" y="4514850"/>
            <a:ext cx="55880" cy="1905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1522730" y="4514850"/>
            <a:ext cx="55880" cy="1905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1587500" y="4610100"/>
            <a:ext cx="1143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120" name="Shape 118"/>
          <p:cNvSpPr/>
          <p:nvPr/>
        </p:nvSpPr>
        <p:spPr>
          <a:xfrm>
            <a:off x="1625600" y="4489450"/>
            <a:ext cx="304800" cy="241300"/>
          </a:xfrm>
          <a:prstGeom prst="rect">
            <a:avLst/>
          </a:prstGeom>
          <a:solidFill>
            <a:srgbClr val="F0FFF0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1625600" y="44894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550" dirty="0"/>
          </a:p>
        </p:txBody>
      </p:sp>
      <p:sp>
        <p:nvSpPr>
          <p:cNvPr id="122" name="Shape 120"/>
          <p:cNvSpPr/>
          <p:nvPr/>
        </p:nvSpPr>
        <p:spPr>
          <a:xfrm>
            <a:off x="1981200" y="4514850"/>
            <a:ext cx="120650" cy="1905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2101850" y="4514850"/>
            <a:ext cx="120650" cy="1905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2222500" y="4514850"/>
            <a:ext cx="120650" cy="1905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2247900" y="4356100"/>
            <a:ext cx="2032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" dirty="0"/>
          </a:p>
        </p:txBody>
      </p:sp>
      <p:sp>
        <p:nvSpPr>
          <p:cNvPr id="126" name="Shape 124"/>
          <p:cNvSpPr/>
          <p:nvPr/>
        </p:nvSpPr>
        <p:spPr>
          <a:xfrm>
            <a:off x="2362200" y="4610100"/>
            <a:ext cx="4445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127" name="Shape 125"/>
          <p:cNvSpPr/>
          <p:nvPr/>
        </p:nvSpPr>
        <p:spPr>
          <a:xfrm>
            <a:off x="1193800" y="4826000"/>
            <a:ext cx="190500" cy="2794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1193800" y="4826000"/>
            <a:ext cx="190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129" name="Shape 127"/>
          <p:cNvSpPr/>
          <p:nvPr/>
        </p:nvSpPr>
        <p:spPr>
          <a:xfrm>
            <a:off x="1403350" y="4870450"/>
            <a:ext cx="55880" cy="1905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1463040" y="4870450"/>
            <a:ext cx="55880" cy="1905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1522730" y="4870450"/>
            <a:ext cx="55880" cy="1905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1587500" y="4965700"/>
            <a:ext cx="1143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133" name="Shape 131"/>
          <p:cNvSpPr/>
          <p:nvPr/>
        </p:nvSpPr>
        <p:spPr>
          <a:xfrm>
            <a:off x="1625600" y="4845050"/>
            <a:ext cx="304800" cy="241300"/>
          </a:xfrm>
          <a:prstGeom prst="rect">
            <a:avLst/>
          </a:prstGeom>
          <a:solidFill>
            <a:srgbClr val="F0FFF0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1625600" y="48450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550" dirty="0"/>
          </a:p>
        </p:txBody>
      </p:sp>
      <p:sp>
        <p:nvSpPr>
          <p:cNvPr id="135" name="Shape 133"/>
          <p:cNvSpPr/>
          <p:nvPr/>
        </p:nvSpPr>
        <p:spPr>
          <a:xfrm>
            <a:off x="1981200" y="4870450"/>
            <a:ext cx="120650" cy="1905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2101850" y="4870450"/>
            <a:ext cx="120650" cy="1905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2222500" y="4870450"/>
            <a:ext cx="120650" cy="1905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2247900" y="4711700"/>
            <a:ext cx="2032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00" dirty="0"/>
          </a:p>
        </p:txBody>
      </p:sp>
      <p:sp>
        <p:nvSpPr>
          <p:cNvPr id="139" name="Shape 137"/>
          <p:cNvSpPr/>
          <p:nvPr/>
        </p:nvSpPr>
        <p:spPr>
          <a:xfrm>
            <a:off x="2362200" y="4965700"/>
            <a:ext cx="3175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140" name="Shape 138"/>
          <p:cNvSpPr/>
          <p:nvPr/>
        </p:nvSpPr>
        <p:spPr>
          <a:xfrm>
            <a:off x="1193800" y="5181600"/>
            <a:ext cx="190500" cy="2794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1193800" y="5181600"/>
            <a:ext cx="190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142" name="Shape 140"/>
          <p:cNvSpPr/>
          <p:nvPr/>
        </p:nvSpPr>
        <p:spPr>
          <a:xfrm>
            <a:off x="1403350" y="5226050"/>
            <a:ext cx="55880" cy="1905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1463040" y="5226050"/>
            <a:ext cx="55880" cy="1905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1522730" y="5226050"/>
            <a:ext cx="55880" cy="1905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1587500" y="5321300"/>
            <a:ext cx="1143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146" name="Shape 144"/>
          <p:cNvSpPr/>
          <p:nvPr/>
        </p:nvSpPr>
        <p:spPr>
          <a:xfrm>
            <a:off x="1625600" y="5200650"/>
            <a:ext cx="304800" cy="241300"/>
          </a:xfrm>
          <a:prstGeom prst="rect">
            <a:avLst/>
          </a:prstGeom>
          <a:solidFill>
            <a:srgbClr val="F0FFF0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1625600" y="52006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550" dirty="0"/>
          </a:p>
        </p:txBody>
      </p:sp>
      <p:sp>
        <p:nvSpPr>
          <p:cNvPr id="148" name="Shape 146"/>
          <p:cNvSpPr/>
          <p:nvPr/>
        </p:nvSpPr>
        <p:spPr>
          <a:xfrm>
            <a:off x="1981200" y="5226050"/>
            <a:ext cx="120650" cy="1905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2101850" y="5226050"/>
            <a:ext cx="120650" cy="1905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2222500" y="5226050"/>
            <a:ext cx="120650" cy="1905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2247900" y="5067300"/>
            <a:ext cx="2032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00" dirty="0"/>
          </a:p>
        </p:txBody>
      </p:sp>
      <p:sp>
        <p:nvSpPr>
          <p:cNvPr id="152" name="Shape 150"/>
          <p:cNvSpPr/>
          <p:nvPr/>
        </p:nvSpPr>
        <p:spPr>
          <a:xfrm>
            <a:off x="2362200" y="5321300"/>
            <a:ext cx="2159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153" name="Shape 151"/>
          <p:cNvSpPr/>
          <p:nvPr/>
        </p:nvSpPr>
        <p:spPr>
          <a:xfrm>
            <a:off x="2476500" y="3822700"/>
            <a:ext cx="736600" cy="1778000"/>
          </a:xfrm>
          <a:prstGeom prst="rect">
            <a:avLst/>
          </a:prstGeom>
          <a:solidFill>
            <a:srgbClr val="D8C0A8"/>
          </a:solidFill>
          <a:ln w="12700">
            <a:solidFill>
              <a:srgbClr val="8A6A48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2476500" y="3848100"/>
            <a:ext cx="7366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650" b="1" dirty="0">
                <a:solidFill>
                  <a:srgbClr val="5C2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</a:t>
            </a:r>
            <a:endParaRPr lang="en-US" sz="650" dirty="0"/>
          </a:p>
          <a:p>
            <a:pPr algn="ctr" indent="0" marL="0">
              <a:lnSpc>
                <a:spcPts val="700"/>
              </a:lnSpc>
              <a:buNone/>
            </a:pPr>
            <a:r>
              <a:rPr lang="en-US" sz="650" b="1" dirty="0">
                <a:solidFill>
                  <a:srgbClr val="5C2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650" dirty="0"/>
          </a:p>
        </p:txBody>
      </p:sp>
      <p:sp>
        <p:nvSpPr>
          <p:cNvPr id="155" name="Shape 153"/>
          <p:cNvSpPr/>
          <p:nvPr/>
        </p:nvSpPr>
        <p:spPr>
          <a:xfrm>
            <a:off x="2844800" y="5562600"/>
            <a:ext cx="-203200" cy="-190500"/>
          </a:xfrm>
          <a:prstGeom prst="line">
            <a:avLst/>
          </a:prstGeom>
          <a:noFill/>
          <a:ln w="1143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156" name="Shape 154"/>
          <p:cNvSpPr/>
          <p:nvPr/>
        </p:nvSpPr>
        <p:spPr>
          <a:xfrm>
            <a:off x="2578100" y="5257800"/>
            <a:ext cx="127000" cy="127000"/>
          </a:xfrm>
          <a:prstGeom prst="ellipse">
            <a:avLst/>
          </a:prstGeom>
          <a:solidFill>
            <a:srgbClr val="BFE0F0"/>
          </a:solidFill>
          <a:ln w="12700">
            <a:solidFill>
              <a:srgbClr val="5A8AC8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2616200" y="5295900"/>
            <a:ext cx="50800" cy="50800"/>
          </a:xfrm>
          <a:prstGeom prst="ellipse">
            <a:avLst/>
          </a:prstGeom>
          <a:solidFill>
            <a:srgbClr val="1F2A5C"/>
          </a:solidFill>
          <a:ln/>
        </p:spPr>
      </p:sp>
      <p:sp>
        <p:nvSpPr>
          <p:cNvPr id="158" name="Shape 156"/>
          <p:cNvSpPr/>
          <p:nvPr/>
        </p:nvSpPr>
        <p:spPr>
          <a:xfrm>
            <a:off x="2844800" y="5562600"/>
            <a:ext cx="-101600" cy="-546100"/>
          </a:xfrm>
          <a:prstGeom prst="line">
            <a:avLst/>
          </a:prstGeom>
          <a:noFill/>
          <a:ln w="1143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159" name="Shape 157"/>
          <p:cNvSpPr/>
          <p:nvPr/>
        </p:nvSpPr>
        <p:spPr>
          <a:xfrm>
            <a:off x="2679700" y="4902200"/>
            <a:ext cx="127000" cy="127000"/>
          </a:xfrm>
          <a:prstGeom prst="ellipse">
            <a:avLst/>
          </a:prstGeom>
          <a:solidFill>
            <a:srgbClr val="BFE0F0"/>
          </a:solidFill>
          <a:ln w="12700">
            <a:solidFill>
              <a:srgbClr val="5A8AC8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2717800" y="4940300"/>
            <a:ext cx="50800" cy="50800"/>
          </a:xfrm>
          <a:prstGeom prst="ellipse">
            <a:avLst/>
          </a:prstGeom>
          <a:solidFill>
            <a:srgbClr val="1F2A5C"/>
          </a:solidFill>
          <a:ln/>
        </p:spPr>
      </p:sp>
      <p:sp>
        <p:nvSpPr>
          <p:cNvPr id="161" name="Shape 159"/>
          <p:cNvSpPr/>
          <p:nvPr/>
        </p:nvSpPr>
        <p:spPr>
          <a:xfrm>
            <a:off x="2844800" y="5562600"/>
            <a:ext cx="25400" cy="-901700"/>
          </a:xfrm>
          <a:prstGeom prst="line">
            <a:avLst/>
          </a:prstGeom>
          <a:noFill/>
          <a:ln w="1143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162" name="Shape 160"/>
          <p:cNvSpPr/>
          <p:nvPr/>
        </p:nvSpPr>
        <p:spPr>
          <a:xfrm>
            <a:off x="2806700" y="4546600"/>
            <a:ext cx="127000" cy="127000"/>
          </a:xfrm>
          <a:prstGeom prst="ellipse">
            <a:avLst/>
          </a:prstGeom>
          <a:solidFill>
            <a:srgbClr val="BFE0F0"/>
          </a:solidFill>
          <a:ln w="12700">
            <a:solidFill>
              <a:srgbClr val="5A8AC8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2844800" y="4584700"/>
            <a:ext cx="50800" cy="50800"/>
          </a:xfrm>
          <a:prstGeom prst="ellipse">
            <a:avLst/>
          </a:prstGeom>
          <a:solidFill>
            <a:srgbClr val="1F2A5C"/>
          </a:solidFill>
          <a:ln/>
        </p:spPr>
      </p:sp>
      <p:sp>
        <p:nvSpPr>
          <p:cNvPr id="164" name="Shape 162"/>
          <p:cNvSpPr/>
          <p:nvPr/>
        </p:nvSpPr>
        <p:spPr>
          <a:xfrm>
            <a:off x="2844800" y="5562600"/>
            <a:ext cx="177800" cy="-1257300"/>
          </a:xfrm>
          <a:prstGeom prst="line">
            <a:avLst/>
          </a:prstGeom>
          <a:noFill/>
          <a:ln w="1143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165" name="Shape 163"/>
          <p:cNvSpPr/>
          <p:nvPr/>
        </p:nvSpPr>
        <p:spPr>
          <a:xfrm>
            <a:off x="2959100" y="4191000"/>
            <a:ext cx="127000" cy="127000"/>
          </a:xfrm>
          <a:prstGeom prst="ellipse">
            <a:avLst/>
          </a:prstGeom>
          <a:solidFill>
            <a:srgbClr val="BFE0F0"/>
          </a:solidFill>
          <a:ln w="12700">
            <a:solidFill>
              <a:srgbClr val="5A8AC8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2997200" y="4229100"/>
            <a:ext cx="50800" cy="50800"/>
          </a:xfrm>
          <a:prstGeom prst="ellipse">
            <a:avLst/>
          </a:prstGeom>
          <a:solidFill>
            <a:srgbClr val="1F2A5C"/>
          </a:solidFill>
          <a:ln/>
        </p:spPr>
      </p:sp>
      <p:sp>
        <p:nvSpPr>
          <p:cNvPr id="167" name="Shape 165"/>
          <p:cNvSpPr/>
          <p:nvPr/>
        </p:nvSpPr>
        <p:spPr>
          <a:xfrm>
            <a:off x="2844800" y="5626100"/>
            <a:ext cx="0" cy="31750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68" name="Shape 166"/>
          <p:cNvSpPr/>
          <p:nvPr/>
        </p:nvSpPr>
        <p:spPr>
          <a:xfrm>
            <a:off x="3213100" y="4254500"/>
            <a:ext cx="3175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169" name="Shape 167"/>
          <p:cNvSpPr/>
          <p:nvPr/>
        </p:nvSpPr>
        <p:spPr>
          <a:xfrm>
            <a:off x="3810000" y="4254500"/>
            <a:ext cx="4064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170" name="Shape 168"/>
          <p:cNvSpPr/>
          <p:nvPr/>
        </p:nvSpPr>
        <p:spPr>
          <a:xfrm>
            <a:off x="4508500" y="4254500"/>
            <a:ext cx="9525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171" name="Shape 169"/>
          <p:cNvSpPr/>
          <p:nvPr/>
        </p:nvSpPr>
        <p:spPr>
          <a:xfrm>
            <a:off x="3213100" y="4610100"/>
            <a:ext cx="3175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172" name="Shape 170"/>
          <p:cNvSpPr/>
          <p:nvPr/>
        </p:nvSpPr>
        <p:spPr>
          <a:xfrm>
            <a:off x="3810000" y="4610100"/>
            <a:ext cx="4064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173" name="Shape 171"/>
          <p:cNvSpPr/>
          <p:nvPr/>
        </p:nvSpPr>
        <p:spPr>
          <a:xfrm>
            <a:off x="4508500" y="4610100"/>
            <a:ext cx="9525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174" name="Shape 172"/>
          <p:cNvSpPr/>
          <p:nvPr/>
        </p:nvSpPr>
        <p:spPr>
          <a:xfrm>
            <a:off x="3213100" y="4965700"/>
            <a:ext cx="3175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175" name="Shape 173"/>
          <p:cNvSpPr/>
          <p:nvPr/>
        </p:nvSpPr>
        <p:spPr>
          <a:xfrm>
            <a:off x="3810000" y="4965700"/>
            <a:ext cx="4064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176" name="Shape 174"/>
          <p:cNvSpPr/>
          <p:nvPr/>
        </p:nvSpPr>
        <p:spPr>
          <a:xfrm>
            <a:off x="4508500" y="4965700"/>
            <a:ext cx="9525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177" name="Shape 175"/>
          <p:cNvSpPr/>
          <p:nvPr/>
        </p:nvSpPr>
        <p:spPr>
          <a:xfrm>
            <a:off x="3213100" y="5321300"/>
            <a:ext cx="3175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178" name="Shape 176"/>
          <p:cNvSpPr/>
          <p:nvPr/>
        </p:nvSpPr>
        <p:spPr>
          <a:xfrm>
            <a:off x="3810000" y="5321300"/>
            <a:ext cx="4064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179" name="Shape 177"/>
          <p:cNvSpPr/>
          <p:nvPr/>
        </p:nvSpPr>
        <p:spPr>
          <a:xfrm>
            <a:off x="4508500" y="5321300"/>
            <a:ext cx="9525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180" name="Text 178"/>
          <p:cNvSpPr/>
          <p:nvPr/>
        </p:nvSpPr>
        <p:spPr>
          <a:xfrm>
            <a:off x="3238500" y="3835400"/>
            <a:ext cx="304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K.q</a:t>
            </a:r>
            <a:endParaRPr lang="en-US" sz="650" dirty="0"/>
          </a:p>
        </p:txBody>
      </p:sp>
      <p:sp>
        <p:nvSpPr>
          <p:cNvPr id="181" name="Shape 179"/>
          <p:cNvSpPr/>
          <p:nvPr/>
        </p:nvSpPr>
        <p:spPr>
          <a:xfrm>
            <a:off x="3530600" y="3822700"/>
            <a:ext cx="279400" cy="1778000"/>
          </a:xfrm>
          <a:prstGeom prst="roundRect">
            <a:avLst>
              <a:gd name="adj" fmla="val 29455"/>
            </a:avLst>
          </a:prstGeom>
          <a:solidFill>
            <a:srgbClr val="FBD8E8"/>
          </a:solidFill>
          <a:ln w="9525">
            <a:solidFill>
              <a:srgbClr val="E8A8C8"/>
            </a:solidFill>
            <a:prstDash val="solid"/>
          </a:ln>
        </p:spPr>
      </p:sp>
      <p:pic>
        <p:nvPicPr>
          <p:cNvPr id="182" name="Image 0" descr="/home/ahmed/Projects/ai_llm_slides/videos/deep-learning/001_transformers_part1/recreated_pptx/build/assets/eq_scaling_pill_r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49650" y="4038600"/>
            <a:ext cx="236217" cy="1126239"/>
          </a:xfrm>
          <a:prstGeom prst="rect">
            <a:avLst/>
          </a:prstGeom>
        </p:spPr>
      </p:pic>
      <p:pic>
        <p:nvPicPr>
          <p:cNvPr id="183" name="Image 1" descr="/home/ahmed/Projects/ai_llm_slides/videos/deep-learning/001_transformers_part1/recreated_pptx/build/assets/eq_kq_sqrt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800" y="3733800"/>
            <a:ext cx="225555" cy="289563"/>
          </a:xfrm>
          <a:prstGeom prst="rect">
            <a:avLst/>
          </a:prstGeom>
        </p:spPr>
      </p:pic>
      <p:sp>
        <p:nvSpPr>
          <p:cNvPr id="184" name="Shape 180"/>
          <p:cNvSpPr/>
          <p:nvPr/>
        </p:nvSpPr>
        <p:spPr>
          <a:xfrm>
            <a:off x="4216400" y="3822700"/>
            <a:ext cx="292100" cy="1778000"/>
          </a:xfrm>
          <a:prstGeom prst="roundRect">
            <a:avLst>
              <a:gd name="adj" fmla="val 28174"/>
            </a:avLst>
          </a:prstGeom>
          <a:solidFill>
            <a:srgbClr val="E4D8F4"/>
          </a:solidFill>
          <a:ln w="9525">
            <a:solidFill>
              <a:srgbClr val="C8B8E8"/>
            </a:solidFill>
            <a:prstDash val="solid"/>
          </a:ln>
        </p:spPr>
      </p:sp>
      <p:pic>
        <p:nvPicPr>
          <p:cNvPr id="185" name="Image 2" descr="/home/ahmed/Projects/ai_llm_slides/videos/deep-learning/001_transformers_part1/recreated_pptx/build/assets/eq_softmax_pill_r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5300" y="4470400"/>
            <a:ext cx="111255" cy="524253"/>
          </a:xfrm>
          <a:prstGeom prst="rect">
            <a:avLst/>
          </a:prstGeom>
        </p:spPr>
      </p:pic>
      <p:sp>
        <p:nvSpPr>
          <p:cNvPr id="186" name="Shape 181"/>
          <p:cNvSpPr/>
          <p:nvPr/>
        </p:nvSpPr>
        <p:spPr>
          <a:xfrm>
            <a:off x="4800600" y="3517900"/>
            <a:ext cx="406400" cy="-76200"/>
          </a:xfrm>
          <a:prstGeom prst="line">
            <a:avLst/>
          </a:prstGeom>
          <a:noFill/>
          <a:ln w="31750">
            <a:solidFill>
              <a:srgbClr val="00AA00"/>
            </a:solidFill>
            <a:prstDash val="solid"/>
            <a:tailEnd type="triangle"/>
          </a:ln>
        </p:spPr>
      </p:sp>
      <p:sp>
        <p:nvSpPr>
          <p:cNvPr id="187" name="Shape 182"/>
          <p:cNvSpPr/>
          <p:nvPr/>
        </p:nvSpPr>
        <p:spPr>
          <a:xfrm>
            <a:off x="5003800" y="3670300"/>
            <a:ext cx="7620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188" name="Text 183"/>
          <p:cNvSpPr/>
          <p:nvPr/>
        </p:nvSpPr>
        <p:spPr>
          <a:xfrm>
            <a:off x="5003800" y="3670300"/>
            <a:ext cx="762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2000" dirty="0"/>
          </a:p>
        </p:txBody>
      </p:sp>
      <p:sp>
        <p:nvSpPr>
          <p:cNvPr id="189" name="Shape 184"/>
          <p:cNvSpPr/>
          <p:nvPr/>
        </p:nvSpPr>
        <p:spPr>
          <a:xfrm>
            <a:off x="5486400" y="4159250"/>
            <a:ext cx="190500" cy="190500"/>
          </a:xfrm>
          <a:prstGeom prst="ellipse">
            <a:avLst/>
          </a:prstGeom>
          <a:solidFill>
            <a:srgbClr val="FCE8E8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90" name="Text 185"/>
          <p:cNvSpPr/>
          <p:nvPr/>
        </p:nvSpPr>
        <p:spPr>
          <a:xfrm>
            <a:off x="5486400" y="415925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900" dirty="0"/>
          </a:p>
        </p:txBody>
      </p:sp>
      <p:sp>
        <p:nvSpPr>
          <p:cNvPr id="191" name="Shape 186"/>
          <p:cNvSpPr/>
          <p:nvPr/>
        </p:nvSpPr>
        <p:spPr>
          <a:xfrm>
            <a:off x="6477000" y="4254500"/>
            <a:ext cx="609600" cy="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92" name="Text 187"/>
          <p:cNvSpPr/>
          <p:nvPr/>
        </p:nvSpPr>
        <p:spPr>
          <a:xfrm>
            <a:off x="5740400" y="4140200"/>
            <a:ext cx="190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13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50" dirty="0"/>
          </a:p>
        </p:txBody>
      </p:sp>
      <p:sp>
        <p:nvSpPr>
          <p:cNvPr id="193" name="Shape 188"/>
          <p:cNvSpPr/>
          <p:nvPr/>
        </p:nvSpPr>
        <p:spPr>
          <a:xfrm>
            <a:off x="5943600" y="4165600"/>
            <a:ext cx="114300" cy="1778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94" name="Shape 189"/>
          <p:cNvSpPr/>
          <p:nvPr/>
        </p:nvSpPr>
        <p:spPr>
          <a:xfrm>
            <a:off x="6057900" y="4165600"/>
            <a:ext cx="114300" cy="1778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95" name="Shape 190"/>
          <p:cNvSpPr/>
          <p:nvPr/>
        </p:nvSpPr>
        <p:spPr>
          <a:xfrm>
            <a:off x="6172200" y="4165600"/>
            <a:ext cx="114300" cy="1778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96" name="Shape 191"/>
          <p:cNvSpPr/>
          <p:nvPr/>
        </p:nvSpPr>
        <p:spPr>
          <a:xfrm>
            <a:off x="6286500" y="4165600"/>
            <a:ext cx="114300" cy="177800"/>
          </a:xfrm>
          <a:prstGeom prst="rect">
            <a:avLst/>
          </a:prstGeom>
          <a:solidFill>
            <a:srgbClr val="EAE4EE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97" name="Shape 192"/>
          <p:cNvSpPr/>
          <p:nvPr/>
        </p:nvSpPr>
        <p:spPr>
          <a:xfrm>
            <a:off x="6477000" y="4114800"/>
            <a:ext cx="533400" cy="279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55C8"/>
            </a:solidFill>
            <a:prstDash val="solid"/>
          </a:ln>
        </p:spPr>
      </p:sp>
      <p:sp>
        <p:nvSpPr>
          <p:cNvPr id="198" name="Text 193"/>
          <p:cNvSpPr/>
          <p:nvPr/>
        </p:nvSpPr>
        <p:spPr>
          <a:xfrm>
            <a:off x="6477000" y="41148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550" dirty="0"/>
          </a:p>
        </p:txBody>
      </p:sp>
      <p:sp>
        <p:nvSpPr>
          <p:cNvPr id="199" name="Shape 194"/>
          <p:cNvSpPr/>
          <p:nvPr/>
        </p:nvSpPr>
        <p:spPr>
          <a:xfrm>
            <a:off x="5486400" y="4514850"/>
            <a:ext cx="190500" cy="190500"/>
          </a:xfrm>
          <a:prstGeom prst="ellipse">
            <a:avLst/>
          </a:prstGeom>
          <a:solidFill>
            <a:srgbClr val="FCE8E8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200" name="Text 195"/>
          <p:cNvSpPr/>
          <p:nvPr/>
        </p:nvSpPr>
        <p:spPr>
          <a:xfrm>
            <a:off x="5486400" y="451485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900" dirty="0"/>
          </a:p>
        </p:txBody>
      </p:sp>
      <p:sp>
        <p:nvSpPr>
          <p:cNvPr id="201" name="Shape 196"/>
          <p:cNvSpPr/>
          <p:nvPr/>
        </p:nvSpPr>
        <p:spPr>
          <a:xfrm>
            <a:off x="6477000" y="4610100"/>
            <a:ext cx="609600" cy="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202" name="Text 197"/>
          <p:cNvSpPr/>
          <p:nvPr/>
        </p:nvSpPr>
        <p:spPr>
          <a:xfrm>
            <a:off x="5740400" y="4495800"/>
            <a:ext cx="190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13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50" dirty="0"/>
          </a:p>
        </p:txBody>
      </p:sp>
      <p:sp>
        <p:nvSpPr>
          <p:cNvPr id="203" name="Shape 198"/>
          <p:cNvSpPr/>
          <p:nvPr/>
        </p:nvSpPr>
        <p:spPr>
          <a:xfrm>
            <a:off x="5943600" y="4521200"/>
            <a:ext cx="114300" cy="1778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04" name="Shape 199"/>
          <p:cNvSpPr/>
          <p:nvPr/>
        </p:nvSpPr>
        <p:spPr>
          <a:xfrm>
            <a:off x="6057900" y="4521200"/>
            <a:ext cx="114300" cy="1778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05" name="Shape 200"/>
          <p:cNvSpPr/>
          <p:nvPr/>
        </p:nvSpPr>
        <p:spPr>
          <a:xfrm>
            <a:off x="6172200" y="4521200"/>
            <a:ext cx="114300" cy="1778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06" name="Shape 201"/>
          <p:cNvSpPr/>
          <p:nvPr/>
        </p:nvSpPr>
        <p:spPr>
          <a:xfrm>
            <a:off x="6286500" y="4521200"/>
            <a:ext cx="114300" cy="177800"/>
          </a:xfrm>
          <a:prstGeom prst="rect">
            <a:avLst/>
          </a:prstGeom>
          <a:solidFill>
            <a:srgbClr val="EAE4EE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07" name="Shape 202"/>
          <p:cNvSpPr/>
          <p:nvPr/>
        </p:nvSpPr>
        <p:spPr>
          <a:xfrm>
            <a:off x="6477000" y="4470400"/>
            <a:ext cx="533400" cy="279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55C8"/>
            </a:solidFill>
            <a:prstDash val="solid"/>
          </a:ln>
        </p:spPr>
      </p:sp>
      <p:sp>
        <p:nvSpPr>
          <p:cNvPr id="208" name="Text 203"/>
          <p:cNvSpPr/>
          <p:nvPr/>
        </p:nvSpPr>
        <p:spPr>
          <a:xfrm>
            <a:off x="6477000" y="44704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550" dirty="0"/>
          </a:p>
        </p:txBody>
      </p:sp>
      <p:sp>
        <p:nvSpPr>
          <p:cNvPr id="209" name="Shape 204"/>
          <p:cNvSpPr/>
          <p:nvPr/>
        </p:nvSpPr>
        <p:spPr>
          <a:xfrm>
            <a:off x="5486400" y="4870450"/>
            <a:ext cx="190500" cy="190500"/>
          </a:xfrm>
          <a:prstGeom prst="ellipse">
            <a:avLst/>
          </a:prstGeom>
          <a:solidFill>
            <a:srgbClr val="FCE8E8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210" name="Text 205"/>
          <p:cNvSpPr/>
          <p:nvPr/>
        </p:nvSpPr>
        <p:spPr>
          <a:xfrm>
            <a:off x="5486400" y="487045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900" dirty="0"/>
          </a:p>
        </p:txBody>
      </p:sp>
      <p:sp>
        <p:nvSpPr>
          <p:cNvPr id="211" name="Shape 206"/>
          <p:cNvSpPr/>
          <p:nvPr/>
        </p:nvSpPr>
        <p:spPr>
          <a:xfrm>
            <a:off x="6477000" y="4965700"/>
            <a:ext cx="609600" cy="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212" name="Text 207"/>
          <p:cNvSpPr/>
          <p:nvPr/>
        </p:nvSpPr>
        <p:spPr>
          <a:xfrm>
            <a:off x="5740400" y="4851400"/>
            <a:ext cx="190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13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50" dirty="0"/>
          </a:p>
        </p:txBody>
      </p:sp>
      <p:sp>
        <p:nvSpPr>
          <p:cNvPr id="213" name="Shape 208"/>
          <p:cNvSpPr/>
          <p:nvPr/>
        </p:nvSpPr>
        <p:spPr>
          <a:xfrm>
            <a:off x="5943600" y="4876800"/>
            <a:ext cx="114300" cy="1778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14" name="Shape 209"/>
          <p:cNvSpPr/>
          <p:nvPr/>
        </p:nvSpPr>
        <p:spPr>
          <a:xfrm>
            <a:off x="6057900" y="4876800"/>
            <a:ext cx="114300" cy="1778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15" name="Shape 210"/>
          <p:cNvSpPr/>
          <p:nvPr/>
        </p:nvSpPr>
        <p:spPr>
          <a:xfrm>
            <a:off x="6172200" y="4876800"/>
            <a:ext cx="114300" cy="1778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16" name="Shape 211"/>
          <p:cNvSpPr/>
          <p:nvPr/>
        </p:nvSpPr>
        <p:spPr>
          <a:xfrm>
            <a:off x="6286500" y="4876800"/>
            <a:ext cx="114300" cy="177800"/>
          </a:xfrm>
          <a:prstGeom prst="rect">
            <a:avLst/>
          </a:prstGeom>
          <a:solidFill>
            <a:srgbClr val="EAE4EE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17" name="Shape 212"/>
          <p:cNvSpPr/>
          <p:nvPr/>
        </p:nvSpPr>
        <p:spPr>
          <a:xfrm>
            <a:off x="6477000" y="4826000"/>
            <a:ext cx="533400" cy="279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55C8"/>
            </a:solidFill>
            <a:prstDash val="solid"/>
          </a:ln>
        </p:spPr>
      </p:sp>
      <p:sp>
        <p:nvSpPr>
          <p:cNvPr id="218" name="Text 213"/>
          <p:cNvSpPr/>
          <p:nvPr/>
        </p:nvSpPr>
        <p:spPr>
          <a:xfrm>
            <a:off x="6477000" y="48260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550" dirty="0"/>
          </a:p>
        </p:txBody>
      </p:sp>
      <p:sp>
        <p:nvSpPr>
          <p:cNvPr id="219" name="Shape 214"/>
          <p:cNvSpPr/>
          <p:nvPr/>
        </p:nvSpPr>
        <p:spPr>
          <a:xfrm>
            <a:off x="5486400" y="5226050"/>
            <a:ext cx="190500" cy="190500"/>
          </a:xfrm>
          <a:prstGeom prst="ellipse">
            <a:avLst/>
          </a:prstGeom>
          <a:solidFill>
            <a:srgbClr val="FCE8E8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220" name="Text 215"/>
          <p:cNvSpPr/>
          <p:nvPr/>
        </p:nvSpPr>
        <p:spPr>
          <a:xfrm>
            <a:off x="5486400" y="522605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endParaRPr lang="en-US" sz="900" dirty="0"/>
          </a:p>
        </p:txBody>
      </p:sp>
      <p:sp>
        <p:nvSpPr>
          <p:cNvPr id="221" name="Shape 216"/>
          <p:cNvSpPr/>
          <p:nvPr/>
        </p:nvSpPr>
        <p:spPr>
          <a:xfrm>
            <a:off x="6477000" y="5321300"/>
            <a:ext cx="609600" cy="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222" name="Text 217"/>
          <p:cNvSpPr/>
          <p:nvPr/>
        </p:nvSpPr>
        <p:spPr>
          <a:xfrm>
            <a:off x="5740400" y="5207000"/>
            <a:ext cx="190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13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50" dirty="0"/>
          </a:p>
        </p:txBody>
      </p:sp>
      <p:sp>
        <p:nvSpPr>
          <p:cNvPr id="223" name="Shape 218"/>
          <p:cNvSpPr/>
          <p:nvPr/>
        </p:nvSpPr>
        <p:spPr>
          <a:xfrm>
            <a:off x="5943600" y="5232400"/>
            <a:ext cx="114300" cy="1778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24" name="Shape 219"/>
          <p:cNvSpPr/>
          <p:nvPr/>
        </p:nvSpPr>
        <p:spPr>
          <a:xfrm>
            <a:off x="6057900" y="5232400"/>
            <a:ext cx="114300" cy="1778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25" name="Shape 220"/>
          <p:cNvSpPr/>
          <p:nvPr/>
        </p:nvSpPr>
        <p:spPr>
          <a:xfrm>
            <a:off x="6172200" y="5232400"/>
            <a:ext cx="114300" cy="1778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26" name="Shape 221"/>
          <p:cNvSpPr/>
          <p:nvPr/>
        </p:nvSpPr>
        <p:spPr>
          <a:xfrm>
            <a:off x="6286500" y="5232400"/>
            <a:ext cx="114300" cy="177800"/>
          </a:xfrm>
          <a:prstGeom prst="rect">
            <a:avLst/>
          </a:prstGeom>
          <a:solidFill>
            <a:srgbClr val="EAE4EE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27" name="Shape 222"/>
          <p:cNvSpPr/>
          <p:nvPr/>
        </p:nvSpPr>
        <p:spPr>
          <a:xfrm>
            <a:off x="6477000" y="5181600"/>
            <a:ext cx="533400" cy="279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55C8"/>
            </a:solidFill>
            <a:prstDash val="solid"/>
          </a:ln>
        </p:spPr>
      </p:sp>
      <p:sp>
        <p:nvSpPr>
          <p:cNvPr id="228" name="Text 223"/>
          <p:cNvSpPr/>
          <p:nvPr/>
        </p:nvSpPr>
        <p:spPr>
          <a:xfrm>
            <a:off x="6477000" y="51816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550" dirty="0"/>
          </a:p>
        </p:txBody>
      </p:sp>
      <p:sp>
        <p:nvSpPr>
          <p:cNvPr id="229" name="Shape 224"/>
          <p:cNvSpPr/>
          <p:nvPr/>
        </p:nvSpPr>
        <p:spPr>
          <a:xfrm>
            <a:off x="5588000" y="4102100"/>
            <a:ext cx="0" cy="1143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230" name="Shape 225"/>
          <p:cNvSpPr/>
          <p:nvPr/>
        </p:nvSpPr>
        <p:spPr>
          <a:xfrm>
            <a:off x="7086600" y="4064000"/>
            <a:ext cx="584200" cy="142240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231" name="Text 226"/>
          <p:cNvSpPr/>
          <p:nvPr/>
        </p:nvSpPr>
        <p:spPr>
          <a:xfrm>
            <a:off x="7124700" y="41402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32" name="Shape 227"/>
          <p:cNvSpPr/>
          <p:nvPr/>
        </p:nvSpPr>
        <p:spPr>
          <a:xfrm>
            <a:off x="7289800" y="4140200"/>
            <a:ext cx="1206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33" name="Shape 228"/>
          <p:cNvSpPr/>
          <p:nvPr/>
        </p:nvSpPr>
        <p:spPr>
          <a:xfrm>
            <a:off x="7410450" y="4140200"/>
            <a:ext cx="1206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34" name="Shape 229"/>
          <p:cNvSpPr/>
          <p:nvPr/>
        </p:nvSpPr>
        <p:spPr>
          <a:xfrm>
            <a:off x="7531100" y="4140200"/>
            <a:ext cx="1206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35" name="Text 230"/>
          <p:cNvSpPr/>
          <p:nvPr/>
        </p:nvSpPr>
        <p:spPr>
          <a:xfrm>
            <a:off x="7124700" y="44831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36" name="Shape 231"/>
          <p:cNvSpPr/>
          <p:nvPr/>
        </p:nvSpPr>
        <p:spPr>
          <a:xfrm>
            <a:off x="7289800" y="4483100"/>
            <a:ext cx="1206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37" name="Shape 232"/>
          <p:cNvSpPr/>
          <p:nvPr/>
        </p:nvSpPr>
        <p:spPr>
          <a:xfrm>
            <a:off x="7410450" y="4483100"/>
            <a:ext cx="1206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38" name="Shape 233"/>
          <p:cNvSpPr/>
          <p:nvPr/>
        </p:nvSpPr>
        <p:spPr>
          <a:xfrm>
            <a:off x="7531100" y="4483100"/>
            <a:ext cx="1206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39" name="Text 234"/>
          <p:cNvSpPr/>
          <p:nvPr/>
        </p:nvSpPr>
        <p:spPr>
          <a:xfrm>
            <a:off x="7124700" y="48260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40" name="Shape 235"/>
          <p:cNvSpPr/>
          <p:nvPr/>
        </p:nvSpPr>
        <p:spPr>
          <a:xfrm>
            <a:off x="7289800" y="4826000"/>
            <a:ext cx="1206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41" name="Shape 236"/>
          <p:cNvSpPr/>
          <p:nvPr/>
        </p:nvSpPr>
        <p:spPr>
          <a:xfrm>
            <a:off x="7410450" y="4826000"/>
            <a:ext cx="1206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42" name="Shape 237"/>
          <p:cNvSpPr/>
          <p:nvPr/>
        </p:nvSpPr>
        <p:spPr>
          <a:xfrm>
            <a:off x="7531100" y="4826000"/>
            <a:ext cx="1206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43" name="Text 238"/>
          <p:cNvSpPr/>
          <p:nvPr/>
        </p:nvSpPr>
        <p:spPr>
          <a:xfrm>
            <a:off x="7124700" y="51689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44" name="Shape 239"/>
          <p:cNvSpPr/>
          <p:nvPr/>
        </p:nvSpPr>
        <p:spPr>
          <a:xfrm>
            <a:off x="7289800" y="5168900"/>
            <a:ext cx="1206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45" name="Shape 240"/>
          <p:cNvSpPr/>
          <p:nvPr/>
        </p:nvSpPr>
        <p:spPr>
          <a:xfrm>
            <a:off x="7410450" y="5168900"/>
            <a:ext cx="1206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46" name="Shape 241"/>
          <p:cNvSpPr/>
          <p:nvPr/>
        </p:nvSpPr>
        <p:spPr>
          <a:xfrm>
            <a:off x="7531100" y="5168900"/>
            <a:ext cx="1206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47" name="Shape 242"/>
          <p:cNvSpPr/>
          <p:nvPr/>
        </p:nvSpPr>
        <p:spPr>
          <a:xfrm>
            <a:off x="2362200" y="5854700"/>
            <a:ext cx="279400" cy="228600"/>
          </a:xfrm>
          <a:prstGeom prst="roundRect">
            <a:avLst>
              <a:gd name="adj" fmla="val 12000"/>
            </a:avLst>
          </a:prstGeom>
          <a:solidFill>
            <a:srgbClr val="F3F0E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48" name="Shape 243"/>
          <p:cNvSpPr/>
          <p:nvPr/>
        </p:nvSpPr>
        <p:spPr>
          <a:xfrm>
            <a:off x="2387600" y="5886450"/>
            <a:ext cx="50800" cy="165100"/>
          </a:xfrm>
          <a:prstGeom prst="rect">
            <a:avLst/>
          </a:prstGeom>
          <a:solidFill>
            <a:srgbClr val="F9FF96"/>
          </a:solidFill>
          <a:ln w="5080">
            <a:solidFill>
              <a:srgbClr val="C9C9C9"/>
            </a:solidFill>
            <a:prstDash val="solid"/>
          </a:ln>
        </p:spPr>
      </p:sp>
      <p:sp>
        <p:nvSpPr>
          <p:cNvPr id="249" name="Shape 244"/>
          <p:cNvSpPr/>
          <p:nvPr/>
        </p:nvSpPr>
        <p:spPr>
          <a:xfrm>
            <a:off x="2444750" y="5886450"/>
            <a:ext cx="50800" cy="165100"/>
          </a:xfrm>
          <a:prstGeom prst="rect">
            <a:avLst/>
          </a:prstGeom>
          <a:solidFill>
            <a:srgbClr val="FFFFFF"/>
          </a:solidFill>
          <a:ln w="5080">
            <a:solidFill>
              <a:srgbClr val="C9C9C9"/>
            </a:solidFill>
            <a:prstDash val="solid"/>
          </a:ln>
        </p:spPr>
      </p:sp>
      <p:sp>
        <p:nvSpPr>
          <p:cNvPr id="250" name="Shape 245"/>
          <p:cNvSpPr/>
          <p:nvPr/>
        </p:nvSpPr>
        <p:spPr>
          <a:xfrm>
            <a:off x="2501900" y="5886450"/>
            <a:ext cx="50800" cy="165100"/>
          </a:xfrm>
          <a:prstGeom prst="rect">
            <a:avLst/>
          </a:prstGeom>
          <a:solidFill>
            <a:srgbClr val="F08B96"/>
          </a:solidFill>
          <a:ln w="5080">
            <a:solidFill>
              <a:srgbClr val="C9C9C9"/>
            </a:solidFill>
            <a:prstDash val="solid"/>
          </a:ln>
        </p:spPr>
      </p:sp>
      <p:sp>
        <p:nvSpPr>
          <p:cNvPr id="251" name="Shape 246"/>
          <p:cNvSpPr/>
          <p:nvPr/>
        </p:nvSpPr>
        <p:spPr>
          <a:xfrm>
            <a:off x="2559050" y="5886450"/>
            <a:ext cx="50800" cy="165100"/>
          </a:xfrm>
          <a:prstGeom prst="rect">
            <a:avLst/>
          </a:prstGeom>
          <a:solidFill>
            <a:srgbClr val="EAE4EE"/>
          </a:solidFill>
          <a:ln w="5080">
            <a:solidFill>
              <a:srgbClr val="C9C9C9"/>
            </a:solidFill>
            <a:prstDash val="solid"/>
          </a:ln>
        </p:spPr>
      </p:sp>
      <p:sp>
        <p:nvSpPr>
          <p:cNvPr id="252" name="Text 247"/>
          <p:cNvSpPr/>
          <p:nvPr/>
        </p:nvSpPr>
        <p:spPr>
          <a:xfrm>
            <a:off x="2057400" y="5816600"/>
            <a:ext cx="279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253" name="Shape 248"/>
          <p:cNvSpPr/>
          <p:nvPr/>
        </p:nvSpPr>
        <p:spPr>
          <a:xfrm>
            <a:off x="2679700" y="5689600"/>
            <a:ext cx="330200" cy="5207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254" name="Text 249"/>
          <p:cNvSpPr/>
          <p:nvPr/>
        </p:nvSpPr>
        <p:spPr>
          <a:xfrm>
            <a:off x="2679700" y="5689600"/>
            <a:ext cx="33020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51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80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600" dirty="0"/>
          </a:p>
        </p:txBody>
      </p:sp>
      <p:sp>
        <p:nvSpPr>
          <p:cNvPr id="255" name="Shape 250"/>
          <p:cNvSpPr/>
          <p:nvPr/>
        </p:nvSpPr>
        <p:spPr>
          <a:xfrm>
            <a:off x="2844800" y="6210300"/>
            <a:ext cx="0" cy="762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256" name="Shape 251"/>
          <p:cNvSpPr/>
          <p:nvPr/>
        </p:nvSpPr>
        <p:spPr>
          <a:xfrm>
            <a:off x="1905000" y="6248400"/>
            <a:ext cx="2514600" cy="368300"/>
          </a:xfrm>
          <a:prstGeom prst="roundRect">
            <a:avLst>
              <a:gd name="adj" fmla="val 12414"/>
            </a:avLst>
          </a:prstGeom>
          <a:solidFill>
            <a:srgbClr val="E8FCE8"/>
          </a:solidFill>
          <a:ln w="15875">
            <a:solidFill>
              <a:srgbClr val="2E8B57"/>
            </a:solidFill>
            <a:prstDash val="dash"/>
          </a:ln>
        </p:spPr>
      </p:sp>
      <p:sp>
        <p:nvSpPr>
          <p:cNvPr id="257" name="Shape 252"/>
          <p:cNvSpPr/>
          <p:nvPr/>
        </p:nvSpPr>
        <p:spPr>
          <a:xfrm>
            <a:off x="1981200" y="6311900"/>
            <a:ext cx="127000" cy="1778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58" name="Shape 253"/>
          <p:cNvSpPr/>
          <p:nvPr/>
        </p:nvSpPr>
        <p:spPr>
          <a:xfrm>
            <a:off x="2114550" y="6311900"/>
            <a:ext cx="127000" cy="177800"/>
          </a:xfrm>
          <a:prstGeom prst="rect">
            <a:avLst/>
          </a:prstGeom>
          <a:solidFill>
            <a:srgbClr val="FFFFF0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59" name="Shape 254"/>
          <p:cNvSpPr/>
          <p:nvPr/>
        </p:nvSpPr>
        <p:spPr>
          <a:xfrm>
            <a:off x="2247900" y="6311900"/>
            <a:ext cx="127000" cy="177800"/>
          </a:xfrm>
          <a:prstGeom prst="rect">
            <a:avLst/>
          </a:prstGeom>
          <a:solidFill>
            <a:srgbClr val="F6DAF3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60" name="Shape 255"/>
          <p:cNvSpPr/>
          <p:nvPr/>
        </p:nvSpPr>
        <p:spPr>
          <a:xfrm>
            <a:off x="2381250" y="6311900"/>
            <a:ext cx="127000" cy="177800"/>
          </a:xfrm>
          <a:prstGeom prst="rect">
            <a:avLst/>
          </a:prstGeom>
          <a:solidFill>
            <a:srgbClr val="EAE4EE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61" name="Text 256"/>
          <p:cNvSpPr/>
          <p:nvPr/>
        </p:nvSpPr>
        <p:spPr>
          <a:xfrm>
            <a:off x="1968500" y="6311900"/>
            <a:ext cx="558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62" name="Shape 257"/>
          <p:cNvSpPr/>
          <p:nvPr/>
        </p:nvSpPr>
        <p:spPr>
          <a:xfrm>
            <a:off x="2590800" y="6311900"/>
            <a:ext cx="127000" cy="177800"/>
          </a:xfrm>
          <a:prstGeom prst="rect">
            <a:avLst/>
          </a:prstGeom>
          <a:solidFill>
            <a:srgbClr val="F6DAF3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63" name="Shape 258"/>
          <p:cNvSpPr/>
          <p:nvPr/>
        </p:nvSpPr>
        <p:spPr>
          <a:xfrm>
            <a:off x="2724150" y="6311900"/>
            <a:ext cx="127000" cy="177800"/>
          </a:xfrm>
          <a:prstGeom prst="rect">
            <a:avLst/>
          </a:prstGeom>
          <a:solidFill>
            <a:srgbClr val="F2C8F0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64" name="Shape 259"/>
          <p:cNvSpPr/>
          <p:nvPr/>
        </p:nvSpPr>
        <p:spPr>
          <a:xfrm>
            <a:off x="2857500" y="6311900"/>
            <a:ext cx="127000" cy="177800"/>
          </a:xfrm>
          <a:prstGeom prst="rect">
            <a:avLst/>
          </a:prstGeom>
          <a:solidFill>
            <a:srgbClr val="F6DAF3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65" name="Shape 260"/>
          <p:cNvSpPr/>
          <p:nvPr/>
        </p:nvSpPr>
        <p:spPr>
          <a:xfrm>
            <a:off x="2990850" y="6311900"/>
            <a:ext cx="127000" cy="177800"/>
          </a:xfrm>
          <a:prstGeom prst="rect">
            <a:avLst/>
          </a:prstGeom>
          <a:solidFill>
            <a:srgbClr val="F2C8F0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66" name="Text 261"/>
          <p:cNvSpPr/>
          <p:nvPr/>
        </p:nvSpPr>
        <p:spPr>
          <a:xfrm>
            <a:off x="2578100" y="6311900"/>
            <a:ext cx="558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488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50" dirty="0"/>
          </a:p>
        </p:txBody>
      </p:sp>
      <p:sp>
        <p:nvSpPr>
          <p:cNvPr id="267" name="Shape 262"/>
          <p:cNvSpPr/>
          <p:nvPr/>
        </p:nvSpPr>
        <p:spPr>
          <a:xfrm>
            <a:off x="2578100" y="6299200"/>
            <a:ext cx="558800" cy="203200"/>
          </a:xfrm>
          <a:prstGeom prst="rect">
            <a:avLst/>
          </a:prstGeom>
          <a:ln w="15875">
            <a:solidFill>
              <a:srgbClr val="C00000"/>
            </a:solidFill>
            <a:prstDash val="sysDot"/>
          </a:ln>
        </p:spPr>
      </p:sp>
      <p:sp>
        <p:nvSpPr>
          <p:cNvPr id="268" name="Shape 263"/>
          <p:cNvSpPr/>
          <p:nvPr/>
        </p:nvSpPr>
        <p:spPr>
          <a:xfrm>
            <a:off x="3200400" y="6311900"/>
            <a:ext cx="127000" cy="1778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69" name="Shape 264"/>
          <p:cNvSpPr/>
          <p:nvPr/>
        </p:nvSpPr>
        <p:spPr>
          <a:xfrm>
            <a:off x="3333750" y="6311900"/>
            <a:ext cx="127000" cy="177800"/>
          </a:xfrm>
          <a:prstGeom prst="rect">
            <a:avLst/>
          </a:prstGeom>
          <a:solidFill>
            <a:srgbClr val="FFFFF0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70" name="Shape 265"/>
          <p:cNvSpPr/>
          <p:nvPr/>
        </p:nvSpPr>
        <p:spPr>
          <a:xfrm>
            <a:off x="3467100" y="6311900"/>
            <a:ext cx="127000" cy="177800"/>
          </a:xfrm>
          <a:prstGeom prst="rect">
            <a:avLst/>
          </a:prstGeom>
          <a:solidFill>
            <a:srgbClr val="F6DAF3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71" name="Shape 266"/>
          <p:cNvSpPr/>
          <p:nvPr/>
        </p:nvSpPr>
        <p:spPr>
          <a:xfrm>
            <a:off x="3600450" y="6311900"/>
            <a:ext cx="127000" cy="177800"/>
          </a:xfrm>
          <a:prstGeom prst="rect">
            <a:avLst/>
          </a:prstGeom>
          <a:solidFill>
            <a:srgbClr val="EAE4EE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72" name="Text 267"/>
          <p:cNvSpPr/>
          <p:nvPr/>
        </p:nvSpPr>
        <p:spPr>
          <a:xfrm>
            <a:off x="3187700" y="6311900"/>
            <a:ext cx="558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73" name="Shape 268"/>
          <p:cNvSpPr/>
          <p:nvPr/>
        </p:nvSpPr>
        <p:spPr>
          <a:xfrm>
            <a:off x="3810000" y="6311900"/>
            <a:ext cx="127000" cy="1778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74" name="Shape 269"/>
          <p:cNvSpPr/>
          <p:nvPr/>
        </p:nvSpPr>
        <p:spPr>
          <a:xfrm>
            <a:off x="3943350" y="6311900"/>
            <a:ext cx="127000" cy="177800"/>
          </a:xfrm>
          <a:prstGeom prst="rect">
            <a:avLst/>
          </a:prstGeom>
          <a:solidFill>
            <a:srgbClr val="FFFFF0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75" name="Shape 270"/>
          <p:cNvSpPr/>
          <p:nvPr/>
        </p:nvSpPr>
        <p:spPr>
          <a:xfrm>
            <a:off x="4076700" y="6311900"/>
            <a:ext cx="127000" cy="177800"/>
          </a:xfrm>
          <a:prstGeom prst="rect">
            <a:avLst/>
          </a:prstGeom>
          <a:solidFill>
            <a:srgbClr val="F6DAF3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76" name="Shape 271"/>
          <p:cNvSpPr/>
          <p:nvPr/>
        </p:nvSpPr>
        <p:spPr>
          <a:xfrm>
            <a:off x="4210050" y="6311900"/>
            <a:ext cx="127000" cy="177800"/>
          </a:xfrm>
          <a:prstGeom prst="rect">
            <a:avLst/>
          </a:prstGeom>
          <a:solidFill>
            <a:srgbClr val="EAE4EE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77" name="Text 272"/>
          <p:cNvSpPr/>
          <p:nvPr/>
        </p:nvSpPr>
        <p:spPr>
          <a:xfrm>
            <a:off x="3797300" y="6311900"/>
            <a:ext cx="558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78" name="Shape 273"/>
          <p:cNvSpPr/>
          <p:nvPr/>
        </p:nvSpPr>
        <p:spPr>
          <a:xfrm>
            <a:off x="2603500" y="6692900"/>
            <a:ext cx="241300" cy="-355600"/>
          </a:xfrm>
          <a:prstGeom prst="line">
            <a:avLst/>
          </a:prstGeom>
          <a:noFill/>
          <a:ln w="28575">
            <a:solidFill>
              <a:srgbClr val="C00000"/>
            </a:solidFill>
            <a:prstDash val="solid"/>
            <a:tailEnd type="triangle"/>
          </a:ln>
        </p:spPr>
      </p:sp>
      <p:pic>
        <p:nvPicPr>
          <p:cNvPr id="279" name="Image 3" descr="/home/ahmed/Projects/ai_llm_slides/videos/deep-learning/001_transformers_part1/recreated_pptx/build/assets/bottom_cur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1000" y="5740400"/>
            <a:ext cx="4762497" cy="1041401"/>
          </a:xfrm>
          <a:prstGeom prst="rect">
            <a:avLst/>
          </a:prstGeom>
        </p:spPr>
      </p:pic>
      <p:sp>
        <p:nvSpPr>
          <p:cNvPr id="280" name="Shape 274"/>
          <p:cNvSpPr/>
          <p:nvPr/>
        </p:nvSpPr>
        <p:spPr>
          <a:xfrm>
            <a:off x="7632700" y="4279900"/>
            <a:ext cx="546100" cy="990600"/>
          </a:xfrm>
          <a:prstGeom prst="roundRect">
            <a:avLst>
              <a:gd name="adj" fmla="val 8372"/>
            </a:avLst>
          </a:prstGeom>
          <a:solidFill>
            <a:srgbClr val="FFFFFF"/>
          </a:solidFill>
          <a:ln w="12700">
            <a:solidFill>
              <a:srgbClr val="1F6B3A"/>
            </a:solidFill>
            <a:prstDash val="sysDot"/>
          </a:ln>
        </p:spPr>
      </p:sp>
      <p:sp>
        <p:nvSpPr>
          <p:cNvPr id="281" name="Shape 275"/>
          <p:cNvSpPr/>
          <p:nvPr/>
        </p:nvSpPr>
        <p:spPr>
          <a:xfrm>
            <a:off x="7651750" y="43561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282" name="Shape 276"/>
          <p:cNvSpPr/>
          <p:nvPr/>
        </p:nvSpPr>
        <p:spPr>
          <a:xfrm>
            <a:off x="7755890" y="43561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283" name="Shape 277"/>
          <p:cNvSpPr/>
          <p:nvPr/>
        </p:nvSpPr>
        <p:spPr>
          <a:xfrm>
            <a:off x="7860030" y="4356100"/>
            <a:ext cx="95250" cy="152400"/>
          </a:xfrm>
          <a:prstGeom prst="rect">
            <a:avLst/>
          </a:prstGeom>
          <a:solidFill>
            <a:srgbClr val="E4D6D8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284" name="Shape 278"/>
          <p:cNvSpPr/>
          <p:nvPr/>
        </p:nvSpPr>
        <p:spPr>
          <a:xfrm>
            <a:off x="7964170" y="43561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285" name="Shape 279"/>
          <p:cNvSpPr/>
          <p:nvPr/>
        </p:nvSpPr>
        <p:spPr>
          <a:xfrm>
            <a:off x="8068310" y="43561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286" name="Shape 280"/>
          <p:cNvSpPr/>
          <p:nvPr/>
        </p:nvSpPr>
        <p:spPr>
          <a:xfrm>
            <a:off x="7651750" y="4356100"/>
            <a:ext cx="95250" cy="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287" name="Shape 281"/>
          <p:cNvSpPr/>
          <p:nvPr/>
        </p:nvSpPr>
        <p:spPr>
          <a:xfrm>
            <a:off x="7651750" y="4356100"/>
            <a:ext cx="95250" cy="-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288" name="Shape 282"/>
          <p:cNvSpPr/>
          <p:nvPr/>
        </p:nvSpPr>
        <p:spPr>
          <a:xfrm>
            <a:off x="7651750" y="45847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289" name="Shape 283"/>
          <p:cNvSpPr/>
          <p:nvPr/>
        </p:nvSpPr>
        <p:spPr>
          <a:xfrm>
            <a:off x="7755890" y="4584700"/>
            <a:ext cx="95250" cy="152400"/>
          </a:xfrm>
          <a:prstGeom prst="rect">
            <a:avLst/>
          </a:prstGeom>
          <a:solidFill>
            <a:srgbClr val="E4D6D8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290" name="Shape 284"/>
          <p:cNvSpPr/>
          <p:nvPr/>
        </p:nvSpPr>
        <p:spPr>
          <a:xfrm>
            <a:off x="7860030" y="45847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291" name="Shape 285"/>
          <p:cNvSpPr/>
          <p:nvPr/>
        </p:nvSpPr>
        <p:spPr>
          <a:xfrm>
            <a:off x="7964170" y="45847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292" name="Shape 286"/>
          <p:cNvSpPr/>
          <p:nvPr/>
        </p:nvSpPr>
        <p:spPr>
          <a:xfrm>
            <a:off x="8068310" y="45847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293" name="Shape 287"/>
          <p:cNvSpPr/>
          <p:nvPr/>
        </p:nvSpPr>
        <p:spPr>
          <a:xfrm>
            <a:off x="7651750" y="4584700"/>
            <a:ext cx="95250" cy="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294" name="Shape 288"/>
          <p:cNvSpPr/>
          <p:nvPr/>
        </p:nvSpPr>
        <p:spPr>
          <a:xfrm>
            <a:off x="7651750" y="4584700"/>
            <a:ext cx="95250" cy="-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295" name="Shape 289"/>
          <p:cNvSpPr/>
          <p:nvPr/>
        </p:nvSpPr>
        <p:spPr>
          <a:xfrm>
            <a:off x="7651750" y="4813300"/>
            <a:ext cx="95250" cy="152400"/>
          </a:xfrm>
          <a:prstGeom prst="rect">
            <a:avLst/>
          </a:prstGeom>
          <a:solidFill>
            <a:srgbClr val="E4D6D8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296" name="Shape 290"/>
          <p:cNvSpPr/>
          <p:nvPr/>
        </p:nvSpPr>
        <p:spPr>
          <a:xfrm>
            <a:off x="7755890" y="48133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297" name="Shape 291"/>
          <p:cNvSpPr/>
          <p:nvPr/>
        </p:nvSpPr>
        <p:spPr>
          <a:xfrm>
            <a:off x="7860030" y="48133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298" name="Shape 292"/>
          <p:cNvSpPr/>
          <p:nvPr/>
        </p:nvSpPr>
        <p:spPr>
          <a:xfrm>
            <a:off x="7964170" y="48133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299" name="Shape 293"/>
          <p:cNvSpPr/>
          <p:nvPr/>
        </p:nvSpPr>
        <p:spPr>
          <a:xfrm>
            <a:off x="8068310" y="48133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00" name="Shape 294"/>
          <p:cNvSpPr/>
          <p:nvPr/>
        </p:nvSpPr>
        <p:spPr>
          <a:xfrm>
            <a:off x="7651750" y="4813300"/>
            <a:ext cx="95250" cy="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301" name="Shape 295"/>
          <p:cNvSpPr/>
          <p:nvPr/>
        </p:nvSpPr>
        <p:spPr>
          <a:xfrm>
            <a:off x="7651750" y="4813300"/>
            <a:ext cx="95250" cy="-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302" name="Shape 296"/>
          <p:cNvSpPr/>
          <p:nvPr/>
        </p:nvSpPr>
        <p:spPr>
          <a:xfrm>
            <a:off x="7651750" y="50419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03" name="Shape 297"/>
          <p:cNvSpPr/>
          <p:nvPr/>
        </p:nvSpPr>
        <p:spPr>
          <a:xfrm>
            <a:off x="7755890" y="50419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04" name="Shape 298"/>
          <p:cNvSpPr/>
          <p:nvPr/>
        </p:nvSpPr>
        <p:spPr>
          <a:xfrm>
            <a:off x="7860030" y="50419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05" name="Shape 299"/>
          <p:cNvSpPr/>
          <p:nvPr/>
        </p:nvSpPr>
        <p:spPr>
          <a:xfrm>
            <a:off x="7964170" y="50419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06" name="Shape 300"/>
          <p:cNvSpPr/>
          <p:nvPr/>
        </p:nvSpPr>
        <p:spPr>
          <a:xfrm>
            <a:off x="8068310" y="5041900"/>
            <a:ext cx="95250" cy="152400"/>
          </a:xfrm>
          <a:prstGeom prst="rect">
            <a:avLst/>
          </a:prstGeom>
          <a:solidFill>
            <a:srgbClr val="E4D6D8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07" name="Shape 301"/>
          <p:cNvSpPr/>
          <p:nvPr/>
        </p:nvSpPr>
        <p:spPr>
          <a:xfrm>
            <a:off x="7651750" y="5041900"/>
            <a:ext cx="95250" cy="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308" name="Shape 302"/>
          <p:cNvSpPr/>
          <p:nvPr/>
        </p:nvSpPr>
        <p:spPr>
          <a:xfrm>
            <a:off x="7651750" y="5041900"/>
            <a:ext cx="95250" cy="-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309" name="Shape 303"/>
          <p:cNvSpPr/>
          <p:nvPr/>
        </p:nvSpPr>
        <p:spPr>
          <a:xfrm>
            <a:off x="8191500" y="4013200"/>
            <a:ext cx="546100" cy="990600"/>
          </a:xfrm>
          <a:prstGeom prst="roundRect">
            <a:avLst>
              <a:gd name="adj" fmla="val 8372"/>
            </a:avLst>
          </a:prstGeom>
          <a:solidFill>
            <a:srgbClr val="FFFFFF"/>
          </a:solidFill>
          <a:ln w="12700">
            <a:solidFill>
              <a:srgbClr val="1F6B3A"/>
            </a:solidFill>
            <a:prstDash val="sysDot"/>
          </a:ln>
        </p:spPr>
      </p:sp>
      <p:sp>
        <p:nvSpPr>
          <p:cNvPr id="310" name="Shape 304"/>
          <p:cNvSpPr/>
          <p:nvPr/>
        </p:nvSpPr>
        <p:spPr>
          <a:xfrm>
            <a:off x="8210550" y="40894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11" name="Shape 305"/>
          <p:cNvSpPr/>
          <p:nvPr/>
        </p:nvSpPr>
        <p:spPr>
          <a:xfrm>
            <a:off x="8314690" y="40894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12" name="Shape 306"/>
          <p:cNvSpPr/>
          <p:nvPr/>
        </p:nvSpPr>
        <p:spPr>
          <a:xfrm>
            <a:off x="8418830" y="4089400"/>
            <a:ext cx="95250" cy="152400"/>
          </a:xfrm>
          <a:prstGeom prst="rect">
            <a:avLst/>
          </a:prstGeom>
          <a:solidFill>
            <a:srgbClr val="E4D6D8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13" name="Shape 307"/>
          <p:cNvSpPr/>
          <p:nvPr/>
        </p:nvSpPr>
        <p:spPr>
          <a:xfrm>
            <a:off x="8522970" y="40894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14" name="Shape 308"/>
          <p:cNvSpPr/>
          <p:nvPr/>
        </p:nvSpPr>
        <p:spPr>
          <a:xfrm>
            <a:off x="8627110" y="40894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15" name="Shape 309"/>
          <p:cNvSpPr/>
          <p:nvPr/>
        </p:nvSpPr>
        <p:spPr>
          <a:xfrm>
            <a:off x="8210550" y="4089400"/>
            <a:ext cx="95250" cy="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316" name="Shape 310"/>
          <p:cNvSpPr/>
          <p:nvPr/>
        </p:nvSpPr>
        <p:spPr>
          <a:xfrm>
            <a:off x="8210550" y="4089400"/>
            <a:ext cx="95250" cy="-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317" name="Shape 311"/>
          <p:cNvSpPr/>
          <p:nvPr/>
        </p:nvSpPr>
        <p:spPr>
          <a:xfrm>
            <a:off x="8210550" y="43180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18" name="Shape 312"/>
          <p:cNvSpPr/>
          <p:nvPr/>
        </p:nvSpPr>
        <p:spPr>
          <a:xfrm>
            <a:off x="8314690" y="4318000"/>
            <a:ext cx="95250" cy="152400"/>
          </a:xfrm>
          <a:prstGeom prst="rect">
            <a:avLst/>
          </a:prstGeom>
          <a:solidFill>
            <a:srgbClr val="E4D6D8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19" name="Shape 313"/>
          <p:cNvSpPr/>
          <p:nvPr/>
        </p:nvSpPr>
        <p:spPr>
          <a:xfrm>
            <a:off x="8418830" y="43180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20" name="Shape 314"/>
          <p:cNvSpPr/>
          <p:nvPr/>
        </p:nvSpPr>
        <p:spPr>
          <a:xfrm>
            <a:off x="8522970" y="43180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21" name="Shape 315"/>
          <p:cNvSpPr/>
          <p:nvPr/>
        </p:nvSpPr>
        <p:spPr>
          <a:xfrm>
            <a:off x="8627110" y="43180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22" name="Shape 316"/>
          <p:cNvSpPr/>
          <p:nvPr/>
        </p:nvSpPr>
        <p:spPr>
          <a:xfrm>
            <a:off x="8210550" y="4318000"/>
            <a:ext cx="95250" cy="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323" name="Shape 317"/>
          <p:cNvSpPr/>
          <p:nvPr/>
        </p:nvSpPr>
        <p:spPr>
          <a:xfrm>
            <a:off x="8210550" y="4318000"/>
            <a:ext cx="95250" cy="-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324" name="Shape 318"/>
          <p:cNvSpPr/>
          <p:nvPr/>
        </p:nvSpPr>
        <p:spPr>
          <a:xfrm>
            <a:off x="8210550" y="4546600"/>
            <a:ext cx="95250" cy="152400"/>
          </a:xfrm>
          <a:prstGeom prst="rect">
            <a:avLst/>
          </a:prstGeom>
          <a:solidFill>
            <a:srgbClr val="E4D6D8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25" name="Shape 319"/>
          <p:cNvSpPr/>
          <p:nvPr/>
        </p:nvSpPr>
        <p:spPr>
          <a:xfrm>
            <a:off x="8314690" y="45466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26" name="Shape 320"/>
          <p:cNvSpPr/>
          <p:nvPr/>
        </p:nvSpPr>
        <p:spPr>
          <a:xfrm>
            <a:off x="8418830" y="45466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27" name="Shape 321"/>
          <p:cNvSpPr/>
          <p:nvPr/>
        </p:nvSpPr>
        <p:spPr>
          <a:xfrm>
            <a:off x="8522970" y="45466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28" name="Shape 322"/>
          <p:cNvSpPr/>
          <p:nvPr/>
        </p:nvSpPr>
        <p:spPr>
          <a:xfrm>
            <a:off x="8627110" y="45466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29" name="Shape 323"/>
          <p:cNvSpPr/>
          <p:nvPr/>
        </p:nvSpPr>
        <p:spPr>
          <a:xfrm>
            <a:off x="8210550" y="4546600"/>
            <a:ext cx="95250" cy="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330" name="Shape 324"/>
          <p:cNvSpPr/>
          <p:nvPr/>
        </p:nvSpPr>
        <p:spPr>
          <a:xfrm>
            <a:off x="8210550" y="4546600"/>
            <a:ext cx="95250" cy="-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331" name="Shape 325"/>
          <p:cNvSpPr/>
          <p:nvPr/>
        </p:nvSpPr>
        <p:spPr>
          <a:xfrm>
            <a:off x="8210550" y="47752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32" name="Shape 326"/>
          <p:cNvSpPr/>
          <p:nvPr/>
        </p:nvSpPr>
        <p:spPr>
          <a:xfrm>
            <a:off x="8314690" y="47752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33" name="Shape 327"/>
          <p:cNvSpPr/>
          <p:nvPr/>
        </p:nvSpPr>
        <p:spPr>
          <a:xfrm>
            <a:off x="8418830" y="47752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34" name="Shape 328"/>
          <p:cNvSpPr/>
          <p:nvPr/>
        </p:nvSpPr>
        <p:spPr>
          <a:xfrm>
            <a:off x="8522970" y="47752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35" name="Shape 329"/>
          <p:cNvSpPr/>
          <p:nvPr/>
        </p:nvSpPr>
        <p:spPr>
          <a:xfrm>
            <a:off x="8627110" y="4775200"/>
            <a:ext cx="95250" cy="152400"/>
          </a:xfrm>
          <a:prstGeom prst="rect">
            <a:avLst/>
          </a:prstGeom>
          <a:solidFill>
            <a:srgbClr val="E4D6D8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36" name="Shape 330"/>
          <p:cNvSpPr/>
          <p:nvPr/>
        </p:nvSpPr>
        <p:spPr>
          <a:xfrm>
            <a:off x="8210550" y="4775200"/>
            <a:ext cx="95250" cy="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337" name="Shape 331"/>
          <p:cNvSpPr/>
          <p:nvPr/>
        </p:nvSpPr>
        <p:spPr>
          <a:xfrm>
            <a:off x="8210550" y="4775200"/>
            <a:ext cx="95250" cy="-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338" name="Shape 332"/>
          <p:cNvSpPr/>
          <p:nvPr/>
        </p:nvSpPr>
        <p:spPr>
          <a:xfrm>
            <a:off x="8737600" y="3746500"/>
            <a:ext cx="546100" cy="990600"/>
          </a:xfrm>
          <a:prstGeom prst="roundRect">
            <a:avLst>
              <a:gd name="adj" fmla="val 8372"/>
            </a:avLst>
          </a:prstGeom>
          <a:solidFill>
            <a:srgbClr val="FFFFFF"/>
          </a:solidFill>
          <a:ln w="12700">
            <a:solidFill>
              <a:srgbClr val="1F6B3A"/>
            </a:solidFill>
            <a:prstDash val="sysDot"/>
          </a:ln>
        </p:spPr>
      </p:sp>
      <p:sp>
        <p:nvSpPr>
          <p:cNvPr id="339" name="Shape 333"/>
          <p:cNvSpPr/>
          <p:nvPr/>
        </p:nvSpPr>
        <p:spPr>
          <a:xfrm>
            <a:off x="8756650" y="38227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40" name="Shape 334"/>
          <p:cNvSpPr/>
          <p:nvPr/>
        </p:nvSpPr>
        <p:spPr>
          <a:xfrm>
            <a:off x="8860790" y="38227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41" name="Shape 335"/>
          <p:cNvSpPr/>
          <p:nvPr/>
        </p:nvSpPr>
        <p:spPr>
          <a:xfrm>
            <a:off x="8964930" y="3822700"/>
            <a:ext cx="95250" cy="152400"/>
          </a:xfrm>
          <a:prstGeom prst="rect">
            <a:avLst/>
          </a:prstGeom>
          <a:solidFill>
            <a:srgbClr val="E4D6D8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42" name="Shape 336"/>
          <p:cNvSpPr/>
          <p:nvPr/>
        </p:nvSpPr>
        <p:spPr>
          <a:xfrm>
            <a:off x="9069070" y="38227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43" name="Shape 337"/>
          <p:cNvSpPr/>
          <p:nvPr/>
        </p:nvSpPr>
        <p:spPr>
          <a:xfrm>
            <a:off x="9173210" y="38227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44" name="Shape 338"/>
          <p:cNvSpPr/>
          <p:nvPr/>
        </p:nvSpPr>
        <p:spPr>
          <a:xfrm>
            <a:off x="8756650" y="3822700"/>
            <a:ext cx="95250" cy="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345" name="Shape 339"/>
          <p:cNvSpPr/>
          <p:nvPr/>
        </p:nvSpPr>
        <p:spPr>
          <a:xfrm>
            <a:off x="8756650" y="3822700"/>
            <a:ext cx="95250" cy="-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346" name="Shape 340"/>
          <p:cNvSpPr/>
          <p:nvPr/>
        </p:nvSpPr>
        <p:spPr>
          <a:xfrm>
            <a:off x="8756650" y="40513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47" name="Shape 341"/>
          <p:cNvSpPr/>
          <p:nvPr/>
        </p:nvSpPr>
        <p:spPr>
          <a:xfrm>
            <a:off x="8860790" y="4051300"/>
            <a:ext cx="95250" cy="152400"/>
          </a:xfrm>
          <a:prstGeom prst="rect">
            <a:avLst/>
          </a:prstGeom>
          <a:solidFill>
            <a:srgbClr val="E4D6D8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48" name="Shape 342"/>
          <p:cNvSpPr/>
          <p:nvPr/>
        </p:nvSpPr>
        <p:spPr>
          <a:xfrm>
            <a:off x="8964930" y="40513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49" name="Shape 343"/>
          <p:cNvSpPr/>
          <p:nvPr/>
        </p:nvSpPr>
        <p:spPr>
          <a:xfrm>
            <a:off x="9069070" y="40513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50" name="Shape 344"/>
          <p:cNvSpPr/>
          <p:nvPr/>
        </p:nvSpPr>
        <p:spPr>
          <a:xfrm>
            <a:off x="9173210" y="40513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51" name="Shape 345"/>
          <p:cNvSpPr/>
          <p:nvPr/>
        </p:nvSpPr>
        <p:spPr>
          <a:xfrm>
            <a:off x="8756650" y="4051300"/>
            <a:ext cx="95250" cy="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352" name="Shape 346"/>
          <p:cNvSpPr/>
          <p:nvPr/>
        </p:nvSpPr>
        <p:spPr>
          <a:xfrm>
            <a:off x="8756650" y="4051300"/>
            <a:ext cx="95250" cy="-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353" name="Shape 347"/>
          <p:cNvSpPr/>
          <p:nvPr/>
        </p:nvSpPr>
        <p:spPr>
          <a:xfrm>
            <a:off x="8756650" y="4279900"/>
            <a:ext cx="95250" cy="152400"/>
          </a:xfrm>
          <a:prstGeom prst="rect">
            <a:avLst/>
          </a:prstGeom>
          <a:solidFill>
            <a:srgbClr val="E4D6D8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54" name="Shape 348"/>
          <p:cNvSpPr/>
          <p:nvPr/>
        </p:nvSpPr>
        <p:spPr>
          <a:xfrm>
            <a:off x="8860790" y="42799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55" name="Shape 349"/>
          <p:cNvSpPr/>
          <p:nvPr/>
        </p:nvSpPr>
        <p:spPr>
          <a:xfrm>
            <a:off x="8964930" y="42799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56" name="Shape 350"/>
          <p:cNvSpPr/>
          <p:nvPr/>
        </p:nvSpPr>
        <p:spPr>
          <a:xfrm>
            <a:off x="9069070" y="42799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57" name="Shape 351"/>
          <p:cNvSpPr/>
          <p:nvPr/>
        </p:nvSpPr>
        <p:spPr>
          <a:xfrm>
            <a:off x="9173210" y="42799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58" name="Shape 352"/>
          <p:cNvSpPr/>
          <p:nvPr/>
        </p:nvSpPr>
        <p:spPr>
          <a:xfrm>
            <a:off x="8756650" y="4279900"/>
            <a:ext cx="95250" cy="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359" name="Shape 353"/>
          <p:cNvSpPr/>
          <p:nvPr/>
        </p:nvSpPr>
        <p:spPr>
          <a:xfrm>
            <a:off x="8756650" y="4279900"/>
            <a:ext cx="95250" cy="-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360" name="Shape 354"/>
          <p:cNvSpPr/>
          <p:nvPr/>
        </p:nvSpPr>
        <p:spPr>
          <a:xfrm>
            <a:off x="8756650" y="45085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61" name="Shape 355"/>
          <p:cNvSpPr/>
          <p:nvPr/>
        </p:nvSpPr>
        <p:spPr>
          <a:xfrm>
            <a:off x="8860790" y="45085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62" name="Shape 356"/>
          <p:cNvSpPr/>
          <p:nvPr/>
        </p:nvSpPr>
        <p:spPr>
          <a:xfrm>
            <a:off x="8964930" y="45085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63" name="Shape 357"/>
          <p:cNvSpPr/>
          <p:nvPr/>
        </p:nvSpPr>
        <p:spPr>
          <a:xfrm>
            <a:off x="9069070" y="45085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64" name="Shape 358"/>
          <p:cNvSpPr/>
          <p:nvPr/>
        </p:nvSpPr>
        <p:spPr>
          <a:xfrm>
            <a:off x="9173210" y="4508500"/>
            <a:ext cx="95250" cy="152400"/>
          </a:xfrm>
          <a:prstGeom prst="rect">
            <a:avLst/>
          </a:prstGeom>
          <a:solidFill>
            <a:srgbClr val="E4D6D8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65" name="Shape 359"/>
          <p:cNvSpPr/>
          <p:nvPr/>
        </p:nvSpPr>
        <p:spPr>
          <a:xfrm>
            <a:off x="8756650" y="4508500"/>
            <a:ext cx="95250" cy="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366" name="Shape 360"/>
          <p:cNvSpPr/>
          <p:nvPr/>
        </p:nvSpPr>
        <p:spPr>
          <a:xfrm>
            <a:off x="8756650" y="4508500"/>
            <a:ext cx="95250" cy="-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367" name="Shape 361"/>
          <p:cNvSpPr/>
          <p:nvPr/>
        </p:nvSpPr>
        <p:spPr>
          <a:xfrm>
            <a:off x="9283700" y="3479800"/>
            <a:ext cx="546100" cy="990600"/>
          </a:xfrm>
          <a:prstGeom prst="roundRect">
            <a:avLst>
              <a:gd name="adj" fmla="val 8372"/>
            </a:avLst>
          </a:prstGeom>
          <a:solidFill>
            <a:srgbClr val="FFFFFF"/>
          </a:solidFill>
          <a:ln w="12700">
            <a:solidFill>
              <a:srgbClr val="1F6B3A"/>
            </a:solidFill>
            <a:prstDash val="sysDot"/>
          </a:ln>
        </p:spPr>
      </p:sp>
      <p:sp>
        <p:nvSpPr>
          <p:cNvPr id="368" name="Shape 362"/>
          <p:cNvSpPr/>
          <p:nvPr/>
        </p:nvSpPr>
        <p:spPr>
          <a:xfrm>
            <a:off x="9302750" y="35560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69" name="Shape 363"/>
          <p:cNvSpPr/>
          <p:nvPr/>
        </p:nvSpPr>
        <p:spPr>
          <a:xfrm>
            <a:off x="9406890" y="35560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70" name="Shape 364"/>
          <p:cNvSpPr/>
          <p:nvPr/>
        </p:nvSpPr>
        <p:spPr>
          <a:xfrm>
            <a:off x="9511030" y="3556000"/>
            <a:ext cx="95250" cy="152400"/>
          </a:xfrm>
          <a:prstGeom prst="rect">
            <a:avLst/>
          </a:prstGeom>
          <a:solidFill>
            <a:srgbClr val="E4D6D8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71" name="Shape 365"/>
          <p:cNvSpPr/>
          <p:nvPr/>
        </p:nvSpPr>
        <p:spPr>
          <a:xfrm>
            <a:off x="9615170" y="35560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72" name="Shape 366"/>
          <p:cNvSpPr/>
          <p:nvPr/>
        </p:nvSpPr>
        <p:spPr>
          <a:xfrm>
            <a:off x="9719310" y="35560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73" name="Shape 367"/>
          <p:cNvSpPr/>
          <p:nvPr/>
        </p:nvSpPr>
        <p:spPr>
          <a:xfrm>
            <a:off x="9302750" y="3556000"/>
            <a:ext cx="95250" cy="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374" name="Shape 368"/>
          <p:cNvSpPr/>
          <p:nvPr/>
        </p:nvSpPr>
        <p:spPr>
          <a:xfrm>
            <a:off x="9302750" y="3556000"/>
            <a:ext cx="95250" cy="-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375" name="Shape 369"/>
          <p:cNvSpPr/>
          <p:nvPr/>
        </p:nvSpPr>
        <p:spPr>
          <a:xfrm>
            <a:off x="9302750" y="37846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76" name="Shape 370"/>
          <p:cNvSpPr/>
          <p:nvPr/>
        </p:nvSpPr>
        <p:spPr>
          <a:xfrm>
            <a:off x="9406890" y="3784600"/>
            <a:ext cx="95250" cy="152400"/>
          </a:xfrm>
          <a:prstGeom prst="rect">
            <a:avLst/>
          </a:prstGeom>
          <a:solidFill>
            <a:srgbClr val="E4D6D8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77" name="Shape 371"/>
          <p:cNvSpPr/>
          <p:nvPr/>
        </p:nvSpPr>
        <p:spPr>
          <a:xfrm>
            <a:off x="9511030" y="37846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78" name="Shape 372"/>
          <p:cNvSpPr/>
          <p:nvPr/>
        </p:nvSpPr>
        <p:spPr>
          <a:xfrm>
            <a:off x="9615170" y="37846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79" name="Shape 373"/>
          <p:cNvSpPr/>
          <p:nvPr/>
        </p:nvSpPr>
        <p:spPr>
          <a:xfrm>
            <a:off x="9719310" y="37846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80" name="Shape 374"/>
          <p:cNvSpPr/>
          <p:nvPr/>
        </p:nvSpPr>
        <p:spPr>
          <a:xfrm>
            <a:off x="9302750" y="3784600"/>
            <a:ext cx="95250" cy="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381" name="Shape 375"/>
          <p:cNvSpPr/>
          <p:nvPr/>
        </p:nvSpPr>
        <p:spPr>
          <a:xfrm>
            <a:off x="9302750" y="3784600"/>
            <a:ext cx="95250" cy="-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382" name="Shape 376"/>
          <p:cNvSpPr/>
          <p:nvPr/>
        </p:nvSpPr>
        <p:spPr>
          <a:xfrm>
            <a:off x="9302750" y="4013200"/>
            <a:ext cx="95250" cy="152400"/>
          </a:xfrm>
          <a:prstGeom prst="rect">
            <a:avLst/>
          </a:prstGeom>
          <a:solidFill>
            <a:srgbClr val="E4D6D8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83" name="Shape 377"/>
          <p:cNvSpPr/>
          <p:nvPr/>
        </p:nvSpPr>
        <p:spPr>
          <a:xfrm>
            <a:off x="9406890" y="40132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84" name="Shape 378"/>
          <p:cNvSpPr/>
          <p:nvPr/>
        </p:nvSpPr>
        <p:spPr>
          <a:xfrm>
            <a:off x="9511030" y="40132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85" name="Shape 379"/>
          <p:cNvSpPr/>
          <p:nvPr/>
        </p:nvSpPr>
        <p:spPr>
          <a:xfrm>
            <a:off x="9615170" y="40132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86" name="Shape 380"/>
          <p:cNvSpPr/>
          <p:nvPr/>
        </p:nvSpPr>
        <p:spPr>
          <a:xfrm>
            <a:off x="9719310" y="40132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87" name="Shape 381"/>
          <p:cNvSpPr/>
          <p:nvPr/>
        </p:nvSpPr>
        <p:spPr>
          <a:xfrm>
            <a:off x="9302750" y="4013200"/>
            <a:ext cx="95250" cy="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388" name="Shape 382"/>
          <p:cNvSpPr/>
          <p:nvPr/>
        </p:nvSpPr>
        <p:spPr>
          <a:xfrm>
            <a:off x="9302750" y="4013200"/>
            <a:ext cx="95250" cy="-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389" name="Shape 383"/>
          <p:cNvSpPr/>
          <p:nvPr/>
        </p:nvSpPr>
        <p:spPr>
          <a:xfrm>
            <a:off x="9302750" y="42418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90" name="Shape 384"/>
          <p:cNvSpPr/>
          <p:nvPr/>
        </p:nvSpPr>
        <p:spPr>
          <a:xfrm>
            <a:off x="9406890" y="42418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91" name="Shape 385"/>
          <p:cNvSpPr/>
          <p:nvPr/>
        </p:nvSpPr>
        <p:spPr>
          <a:xfrm>
            <a:off x="9511030" y="42418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92" name="Shape 386"/>
          <p:cNvSpPr/>
          <p:nvPr/>
        </p:nvSpPr>
        <p:spPr>
          <a:xfrm>
            <a:off x="9615170" y="42418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93" name="Shape 387"/>
          <p:cNvSpPr/>
          <p:nvPr/>
        </p:nvSpPr>
        <p:spPr>
          <a:xfrm>
            <a:off x="9719310" y="4241800"/>
            <a:ext cx="95250" cy="152400"/>
          </a:xfrm>
          <a:prstGeom prst="rect">
            <a:avLst/>
          </a:prstGeom>
          <a:solidFill>
            <a:srgbClr val="E4D6D8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94" name="Shape 388"/>
          <p:cNvSpPr/>
          <p:nvPr/>
        </p:nvSpPr>
        <p:spPr>
          <a:xfrm>
            <a:off x="9302750" y="4241800"/>
            <a:ext cx="95250" cy="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395" name="Shape 389"/>
          <p:cNvSpPr/>
          <p:nvPr/>
        </p:nvSpPr>
        <p:spPr>
          <a:xfrm>
            <a:off x="9302750" y="4241800"/>
            <a:ext cx="95250" cy="-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396" name="Shape 390"/>
          <p:cNvSpPr/>
          <p:nvPr/>
        </p:nvSpPr>
        <p:spPr>
          <a:xfrm>
            <a:off x="9829800" y="3238500"/>
            <a:ext cx="546100" cy="990600"/>
          </a:xfrm>
          <a:prstGeom prst="roundRect">
            <a:avLst>
              <a:gd name="adj" fmla="val 8372"/>
            </a:avLst>
          </a:prstGeom>
          <a:solidFill>
            <a:srgbClr val="FFFFFF"/>
          </a:solidFill>
          <a:ln w="12700">
            <a:solidFill>
              <a:srgbClr val="1F6B3A"/>
            </a:solidFill>
            <a:prstDash val="sysDot"/>
          </a:ln>
        </p:spPr>
      </p:sp>
      <p:sp>
        <p:nvSpPr>
          <p:cNvPr id="397" name="Shape 391"/>
          <p:cNvSpPr/>
          <p:nvPr/>
        </p:nvSpPr>
        <p:spPr>
          <a:xfrm>
            <a:off x="9848850" y="33147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98" name="Shape 392"/>
          <p:cNvSpPr/>
          <p:nvPr/>
        </p:nvSpPr>
        <p:spPr>
          <a:xfrm>
            <a:off x="9952990" y="33147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99" name="Shape 393"/>
          <p:cNvSpPr/>
          <p:nvPr/>
        </p:nvSpPr>
        <p:spPr>
          <a:xfrm>
            <a:off x="10057130" y="3314700"/>
            <a:ext cx="95250" cy="152400"/>
          </a:xfrm>
          <a:prstGeom prst="rect">
            <a:avLst/>
          </a:prstGeom>
          <a:solidFill>
            <a:srgbClr val="E4D6D8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400" name="Shape 394"/>
          <p:cNvSpPr/>
          <p:nvPr/>
        </p:nvSpPr>
        <p:spPr>
          <a:xfrm>
            <a:off x="10161270" y="33147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401" name="Shape 395"/>
          <p:cNvSpPr/>
          <p:nvPr/>
        </p:nvSpPr>
        <p:spPr>
          <a:xfrm>
            <a:off x="10265410" y="33147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402" name="Shape 396"/>
          <p:cNvSpPr/>
          <p:nvPr/>
        </p:nvSpPr>
        <p:spPr>
          <a:xfrm>
            <a:off x="9848850" y="3314700"/>
            <a:ext cx="95250" cy="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403" name="Shape 397"/>
          <p:cNvSpPr/>
          <p:nvPr/>
        </p:nvSpPr>
        <p:spPr>
          <a:xfrm>
            <a:off x="9848850" y="3314700"/>
            <a:ext cx="95250" cy="-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404" name="Shape 398"/>
          <p:cNvSpPr/>
          <p:nvPr/>
        </p:nvSpPr>
        <p:spPr>
          <a:xfrm>
            <a:off x="9848850" y="35433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405" name="Shape 399"/>
          <p:cNvSpPr/>
          <p:nvPr/>
        </p:nvSpPr>
        <p:spPr>
          <a:xfrm>
            <a:off x="9952990" y="3543300"/>
            <a:ext cx="95250" cy="152400"/>
          </a:xfrm>
          <a:prstGeom prst="rect">
            <a:avLst/>
          </a:prstGeom>
          <a:solidFill>
            <a:srgbClr val="E4D6D8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406" name="Shape 400"/>
          <p:cNvSpPr/>
          <p:nvPr/>
        </p:nvSpPr>
        <p:spPr>
          <a:xfrm>
            <a:off x="10057130" y="35433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407" name="Shape 401"/>
          <p:cNvSpPr/>
          <p:nvPr/>
        </p:nvSpPr>
        <p:spPr>
          <a:xfrm>
            <a:off x="10161270" y="35433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408" name="Shape 402"/>
          <p:cNvSpPr/>
          <p:nvPr/>
        </p:nvSpPr>
        <p:spPr>
          <a:xfrm>
            <a:off x="10265410" y="35433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409" name="Shape 403"/>
          <p:cNvSpPr/>
          <p:nvPr/>
        </p:nvSpPr>
        <p:spPr>
          <a:xfrm>
            <a:off x="9848850" y="3543300"/>
            <a:ext cx="95250" cy="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410" name="Shape 404"/>
          <p:cNvSpPr/>
          <p:nvPr/>
        </p:nvSpPr>
        <p:spPr>
          <a:xfrm>
            <a:off x="9848850" y="3543300"/>
            <a:ext cx="95250" cy="-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411" name="Shape 405"/>
          <p:cNvSpPr/>
          <p:nvPr/>
        </p:nvSpPr>
        <p:spPr>
          <a:xfrm>
            <a:off x="9848850" y="3771900"/>
            <a:ext cx="95250" cy="152400"/>
          </a:xfrm>
          <a:prstGeom prst="rect">
            <a:avLst/>
          </a:prstGeom>
          <a:solidFill>
            <a:srgbClr val="E4D6D8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412" name="Shape 406"/>
          <p:cNvSpPr/>
          <p:nvPr/>
        </p:nvSpPr>
        <p:spPr>
          <a:xfrm>
            <a:off x="9952990" y="37719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413" name="Shape 407"/>
          <p:cNvSpPr/>
          <p:nvPr/>
        </p:nvSpPr>
        <p:spPr>
          <a:xfrm>
            <a:off x="10057130" y="37719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414" name="Shape 408"/>
          <p:cNvSpPr/>
          <p:nvPr/>
        </p:nvSpPr>
        <p:spPr>
          <a:xfrm>
            <a:off x="10161270" y="37719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415" name="Shape 409"/>
          <p:cNvSpPr/>
          <p:nvPr/>
        </p:nvSpPr>
        <p:spPr>
          <a:xfrm>
            <a:off x="10265410" y="37719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416" name="Shape 410"/>
          <p:cNvSpPr/>
          <p:nvPr/>
        </p:nvSpPr>
        <p:spPr>
          <a:xfrm>
            <a:off x="9848850" y="3771900"/>
            <a:ext cx="95250" cy="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417" name="Shape 411"/>
          <p:cNvSpPr/>
          <p:nvPr/>
        </p:nvSpPr>
        <p:spPr>
          <a:xfrm>
            <a:off x="9848850" y="3771900"/>
            <a:ext cx="95250" cy="-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418" name="Shape 412"/>
          <p:cNvSpPr/>
          <p:nvPr/>
        </p:nvSpPr>
        <p:spPr>
          <a:xfrm>
            <a:off x="9848850" y="40005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419" name="Shape 413"/>
          <p:cNvSpPr/>
          <p:nvPr/>
        </p:nvSpPr>
        <p:spPr>
          <a:xfrm>
            <a:off x="9952990" y="40005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420" name="Shape 414"/>
          <p:cNvSpPr/>
          <p:nvPr/>
        </p:nvSpPr>
        <p:spPr>
          <a:xfrm>
            <a:off x="10057130" y="40005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421" name="Shape 415"/>
          <p:cNvSpPr/>
          <p:nvPr/>
        </p:nvSpPr>
        <p:spPr>
          <a:xfrm>
            <a:off x="10161270" y="40005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422" name="Shape 416"/>
          <p:cNvSpPr/>
          <p:nvPr/>
        </p:nvSpPr>
        <p:spPr>
          <a:xfrm>
            <a:off x="10265410" y="4000500"/>
            <a:ext cx="95250" cy="152400"/>
          </a:xfrm>
          <a:prstGeom prst="rect">
            <a:avLst/>
          </a:prstGeom>
          <a:solidFill>
            <a:srgbClr val="E4D6D8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423" name="Shape 417"/>
          <p:cNvSpPr/>
          <p:nvPr/>
        </p:nvSpPr>
        <p:spPr>
          <a:xfrm>
            <a:off x="9848850" y="4000500"/>
            <a:ext cx="95250" cy="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424" name="Shape 418"/>
          <p:cNvSpPr/>
          <p:nvPr/>
        </p:nvSpPr>
        <p:spPr>
          <a:xfrm>
            <a:off x="9848850" y="4000500"/>
            <a:ext cx="95250" cy="-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425" name="Shape 419"/>
          <p:cNvSpPr/>
          <p:nvPr/>
        </p:nvSpPr>
        <p:spPr>
          <a:xfrm>
            <a:off x="8458200" y="4953000"/>
            <a:ext cx="0" cy="241300"/>
          </a:xfrm>
          <a:prstGeom prst="line">
            <a:avLst/>
          </a:prstGeom>
          <a:noFill/>
          <a:ln w="15875">
            <a:solidFill>
              <a:srgbClr val="00AA00"/>
            </a:solidFill>
            <a:prstDash val="solid"/>
            <a:headEnd type="triangle"/>
          </a:ln>
        </p:spPr>
      </p:sp>
      <p:sp>
        <p:nvSpPr>
          <p:cNvPr id="426" name="Shape 420"/>
          <p:cNvSpPr/>
          <p:nvPr/>
        </p:nvSpPr>
        <p:spPr>
          <a:xfrm>
            <a:off x="9004300" y="4686300"/>
            <a:ext cx="0" cy="241300"/>
          </a:xfrm>
          <a:prstGeom prst="line">
            <a:avLst/>
          </a:prstGeom>
          <a:noFill/>
          <a:ln w="15875">
            <a:solidFill>
              <a:srgbClr val="00AA00"/>
            </a:solidFill>
            <a:prstDash val="solid"/>
            <a:headEnd type="triangle"/>
          </a:ln>
        </p:spPr>
      </p:sp>
      <p:sp>
        <p:nvSpPr>
          <p:cNvPr id="427" name="Shape 421"/>
          <p:cNvSpPr/>
          <p:nvPr/>
        </p:nvSpPr>
        <p:spPr>
          <a:xfrm>
            <a:off x="9550400" y="4419600"/>
            <a:ext cx="0" cy="241300"/>
          </a:xfrm>
          <a:prstGeom prst="line">
            <a:avLst/>
          </a:prstGeom>
          <a:noFill/>
          <a:ln w="15875">
            <a:solidFill>
              <a:srgbClr val="00AA00"/>
            </a:solidFill>
            <a:prstDash val="solid"/>
            <a:headEnd type="triangle"/>
          </a:ln>
        </p:spPr>
      </p:sp>
      <p:sp>
        <p:nvSpPr>
          <p:cNvPr id="428" name="Shape 422"/>
          <p:cNvSpPr/>
          <p:nvPr/>
        </p:nvSpPr>
        <p:spPr>
          <a:xfrm>
            <a:off x="10337800" y="4178300"/>
            <a:ext cx="0" cy="215900"/>
          </a:xfrm>
          <a:prstGeom prst="line">
            <a:avLst/>
          </a:prstGeom>
          <a:noFill/>
          <a:ln w="15875">
            <a:solidFill>
              <a:srgbClr val="00AA00"/>
            </a:solidFill>
            <a:prstDash val="solid"/>
            <a:headEnd type="triangle"/>
          </a:ln>
        </p:spPr>
      </p:sp>
      <p:sp>
        <p:nvSpPr>
          <p:cNvPr id="429" name="Shape 423"/>
          <p:cNvSpPr/>
          <p:nvPr/>
        </p:nvSpPr>
        <p:spPr>
          <a:xfrm>
            <a:off x="7632700" y="5359400"/>
            <a:ext cx="546100" cy="279400"/>
          </a:xfrm>
          <a:prstGeom prst="rect">
            <a:avLst/>
          </a:prstGeom>
          <a:solidFill>
            <a:srgbClr val="FBD5DC"/>
          </a:solidFill>
          <a:ln w="11430">
            <a:solidFill>
              <a:srgbClr val="CC2222"/>
            </a:solidFill>
            <a:prstDash val="solid"/>
          </a:ln>
        </p:spPr>
      </p:sp>
      <p:sp>
        <p:nvSpPr>
          <p:cNvPr id="430" name="Text 424"/>
          <p:cNvSpPr/>
          <p:nvPr/>
        </p:nvSpPr>
        <p:spPr>
          <a:xfrm>
            <a:off x="7632700" y="5359400"/>
            <a:ext cx="5461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550" dirty="0"/>
          </a:p>
        </p:txBody>
      </p:sp>
      <p:sp>
        <p:nvSpPr>
          <p:cNvPr id="431" name="Shape 425"/>
          <p:cNvSpPr/>
          <p:nvPr/>
        </p:nvSpPr>
        <p:spPr>
          <a:xfrm>
            <a:off x="7632700" y="5867400"/>
            <a:ext cx="546100" cy="279400"/>
          </a:xfrm>
          <a:prstGeom prst="rect">
            <a:avLst/>
          </a:prstGeom>
          <a:solidFill>
            <a:srgbClr val="DFF0D5"/>
          </a:solidFill>
          <a:ln w="11430">
            <a:solidFill>
              <a:srgbClr val="2E8B57"/>
            </a:solidFill>
            <a:prstDash val="solid"/>
          </a:ln>
        </p:spPr>
      </p:sp>
      <p:sp>
        <p:nvSpPr>
          <p:cNvPr id="432" name="Text 426"/>
          <p:cNvSpPr/>
          <p:nvPr/>
        </p:nvSpPr>
        <p:spPr>
          <a:xfrm>
            <a:off x="7632700" y="5867400"/>
            <a:ext cx="5461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550" dirty="0"/>
          </a:p>
        </p:txBody>
      </p:sp>
      <p:sp>
        <p:nvSpPr>
          <p:cNvPr id="433" name="Shape 427"/>
          <p:cNvSpPr/>
          <p:nvPr/>
        </p:nvSpPr>
        <p:spPr>
          <a:xfrm>
            <a:off x="7632700" y="6375400"/>
            <a:ext cx="546100" cy="279400"/>
          </a:xfrm>
          <a:prstGeom prst="rect">
            <a:avLst/>
          </a:prstGeom>
          <a:solidFill>
            <a:srgbClr val="D6E4F7"/>
          </a:solidFill>
          <a:ln w="11430">
            <a:solidFill>
              <a:srgbClr val="2F55C8"/>
            </a:solidFill>
            <a:prstDash val="solid"/>
          </a:ln>
        </p:spPr>
      </p:sp>
      <p:sp>
        <p:nvSpPr>
          <p:cNvPr id="434" name="Text 428"/>
          <p:cNvSpPr/>
          <p:nvPr/>
        </p:nvSpPr>
        <p:spPr>
          <a:xfrm>
            <a:off x="7632700" y="6375400"/>
            <a:ext cx="5461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550" dirty="0"/>
          </a:p>
        </p:txBody>
      </p:sp>
      <p:sp>
        <p:nvSpPr>
          <p:cNvPr id="435" name="Shape 429"/>
          <p:cNvSpPr/>
          <p:nvPr/>
        </p:nvSpPr>
        <p:spPr>
          <a:xfrm>
            <a:off x="8191500" y="5092700"/>
            <a:ext cx="546100" cy="279400"/>
          </a:xfrm>
          <a:prstGeom prst="rect">
            <a:avLst/>
          </a:prstGeom>
          <a:solidFill>
            <a:srgbClr val="FBD5DC"/>
          </a:solidFill>
          <a:ln w="11430">
            <a:solidFill>
              <a:srgbClr val="CC2222"/>
            </a:solidFill>
            <a:prstDash val="solid"/>
          </a:ln>
        </p:spPr>
      </p:sp>
      <p:sp>
        <p:nvSpPr>
          <p:cNvPr id="436" name="Text 430"/>
          <p:cNvSpPr/>
          <p:nvPr/>
        </p:nvSpPr>
        <p:spPr>
          <a:xfrm>
            <a:off x="8191500" y="5092700"/>
            <a:ext cx="5461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437" name="Shape 431"/>
          <p:cNvSpPr/>
          <p:nvPr/>
        </p:nvSpPr>
        <p:spPr>
          <a:xfrm>
            <a:off x="8191500" y="5600700"/>
            <a:ext cx="546100" cy="279400"/>
          </a:xfrm>
          <a:prstGeom prst="rect">
            <a:avLst/>
          </a:prstGeom>
          <a:solidFill>
            <a:srgbClr val="DFF0D5"/>
          </a:solidFill>
          <a:ln w="11430">
            <a:solidFill>
              <a:srgbClr val="2E8B57"/>
            </a:solidFill>
            <a:prstDash val="solid"/>
          </a:ln>
        </p:spPr>
      </p:sp>
      <p:sp>
        <p:nvSpPr>
          <p:cNvPr id="438" name="Text 432"/>
          <p:cNvSpPr/>
          <p:nvPr/>
        </p:nvSpPr>
        <p:spPr>
          <a:xfrm>
            <a:off x="8191500" y="5600700"/>
            <a:ext cx="5461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439" name="Shape 433"/>
          <p:cNvSpPr/>
          <p:nvPr/>
        </p:nvSpPr>
        <p:spPr>
          <a:xfrm>
            <a:off x="8191500" y="6108700"/>
            <a:ext cx="546100" cy="279400"/>
          </a:xfrm>
          <a:prstGeom prst="rect">
            <a:avLst/>
          </a:prstGeom>
          <a:solidFill>
            <a:srgbClr val="D6E4F7"/>
          </a:solidFill>
          <a:ln w="11430">
            <a:solidFill>
              <a:srgbClr val="2F55C8"/>
            </a:solidFill>
            <a:prstDash val="solid"/>
          </a:ln>
        </p:spPr>
      </p:sp>
      <p:sp>
        <p:nvSpPr>
          <p:cNvPr id="440" name="Text 434"/>
          <p:cNvSpPr/>
          <p:nvPr/>
        </p:nvSpPr>
        <p:spPr>
          <a:xfrm>
            <a:off x="8191500" y="6108700"/>
            <a:ext cx="5461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441" name="Shape 435"/>
          <p:cNvSpPr/>
          <p:nvPr/>
        </p:nvSpPr>
        <p:spPr>
          <a:xfrm>
            <a:off x="8737600" y="4826000"/>
            <a:ext cx="546100" cy="279400"/>
          </a:xfrm>
          <a:prstGeom prst="rect">
            <a:avLst/>
          </a:prstGeom>
          <a:solidFill>
            <a:srgbClr val="FBD5DC"/>
          </a:solidFill>
          <a:ln w="11430">
            <a:solidFill>
              <a:srgbClr val="CC2222"/>
            </a:solidFill>
            <a:prstDash val="solid"/>
          </a:ln>
        </p:spPr>
      </p:sp>
      <p:sp>
        <p:nvSpPr>
          <p:cNvPr id="442" name="Text 436"/>
          <p:cNvSpPr/>
          <p:nvPr/>
        </p:nvSpPr>
        <p:spPr>
          <a:xfrm>
            <a:off x="8737600" y="4826000"/>
            <a:ext cx="5461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443" name="Shape 437"/>
          <p:cNvSpPr/>
          <p:nvPr/>
        </p:nvSpPr>
        <p:spPr>
          <a:xfrm>
            <a:off x="8737600" y="5334000"/>
            <a:ext cx="546100" cy="279400"/>
          </a:xfrm>
          <a:prstGeom prst="rect">
            <a:avLst/>
          </a:prstGeom>
          <a:solidFill>
            <a:srgbClr val="DFF0D5"/>
          </a:solidFill>
          <a:ln w="11430">
            <a:solidFill>
              <a:srgbClr val="2E8B57"/>
            </a:solidFill>
            <a:prstDash val="solid"/>
          </a:ln>
        </p:spPr>
      </p:sp>
      <p:sp>
        <p:nvSpPr>
          <p:cNvPr id="444" name="Text 438"/>
          <p:cNvSpPr/>
          <p:nvPr/>
        </p:nvSpPr>
        <p:spPr>
          <a:xfrm>
            <a:off x="8737600" y="5334000"/>
            <a:ext cx="5461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445" name="Shape 439"/>
          <p:cNvSpPr/>
          <p:nvPr/>
        </p:nvSpPr>
        <p:spPr>
          <a:xfrm>
            <a:off x="8737600" y="5842000"/>
            <a:ext cx="546100" cy="279400"/>
          </a:xfrm>
          <a:prstGeom prst="rect">
            <a:avLst/>
          </a:prstGeom>
          <a:solidFill>
            <a:srgbClr val="D6E4F7"/>
          </a:solidFill>
          <a:ln w="11430">
            <a:solidFill>
              <a:srgbClr val="2F55C8"/>
            </a:solidFill>
            <a:prstDash val="solid"/>
          </a:ln>
        </p:spPr>
      </p:sp>
      <p:sp>
        <p:nvSpPr>
          <p:cNvPr id="446" name="Text 440"/>
          <p:cNvSpPr/>
          <p:nvPr/>
        </p:nvSpPr>
        <p:spPr>
          <a:xfrm>
            <a:off x="8737600" y="5842000"/>
            <a:ext cx="5461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447" name="Shape 441"/>
          <p:cNvSpPr/>
          <p:nvPr/>
        </p:nvSpPr>
        <p:spPr>
          <a:xfrm>
            <a:off x="9283700" y="4559300"/>
            <a:ext cx="546100" cy="279400"/>
          </a:xfrm>
          <a:prstGeom prst="rect">
            <a:avLst/>
          </a:prstGeom>
          <a:solidFill>
            <a:srgbClr val="FBD5DC"/>
          </a:solidFill>
          <a:ln w="11430">
            <a:solidFill>
              <a:srgbClr val="CC2222"/>
            </a:solidFill>
            <a:prstDash val="solid"/>
          </a:ln>
        </p:spPr>
      </p:sp>
      <p:sp>
        <p:nvSpPr>
          <p:cNvPr id="448" name="Text 442"/>
          <p:cNvSpPr/>
          <p:nvPr/>
        </p:nvSpPr>
        <p:spPr>
          <a:xfrm>
            <a:off x="9283700" y="4559300"/>
            <a:ext cx="5461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550" dirty="0"/>
          </a:p>
        </p:txBody>
      </p:sp>
      <p:sp>
        <p:nvSpPr>
          <p:cNvPr id="449" name="Shape 443"/>
          <p:cNvSpPr/>
          <p:nvPr/>
        </p:nvSpPr>
        <p:spPr>
          <a:xfrm>
            <a:off x="9283700" y="5067300"/>
            <a:ext cx="546100" cy="279400"/>
          </a:xfrm>
          <a:prstGeom prst="rect">
            <a:avLst/>
          </a:prstGeom>
          <a:solidFill>
            <a:srgbClr val="DFF0D5"/>
          </a:solidFill>
          <a:ln w="11430">
            <a:solidFill>
              <a:srgbClr val="2E8B57"/>
            </a:solidFill>
            <a:prstDash val="solid"/>
          </a:ln>
        </p:spPr>
      </p:sp>
      <p:sp>
        <p:nvSpPr>
          <p:cNvPr id="450" name="Text 444"/>
          <p:cNvSpPr/>
          <p:nvPr/>
        </p:nvSpPr>
        <p:spPr>
          <a:xfrm>
            <a:off x="9283700" y="5067300"/>
            <a:ext cx="5461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550" dirty="0"/>
          </a:p>
        </p:txBody>
      </p:sp>
      <p:sp>
        <p:nvSpPr>
          <p:cNvPr id="451" name="Shape 445"/>
          <p:cNvSpPr/>
          <p:nvPr/>
        </p:nvSpPr>
        <p:spPr>
          <a:xfrm>
            <a:off x="9283700" y="5575300"/>
            <a:ext cx="546100" cy="279400"/>
          </a:xfrm>
          <a:prstGeom prst="rect">
            <a:avLst/>
          </a:prstGeom>
          <a:solidFill>
            <a:srgbClr val="D6E4F7"/>
          </a:solidFill>
          <a:ln w="11430">
            <a:solidFill>
              <a:srgbClr val="2F55C8"/>
            </a:solidFill>
            <a:prstDash val="solid"/>
          </a:ln>
        </p:spPr>
      </p:sp>
      <p:sp>
        <p:nvSpPr>
          <p:cNvPr id="452" name="Text 446"/>
          <p:cNvSpPr/>
          <p:nvPr/>
        </p:nvSpPr>
        <p:spPr>
          <a:xfrm>
            <a:off x="9283700" y="5575300"/>
            <a:ext cx="5461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550" dirty="0"/>
          </a:p>
        </p:txBody>
      </p:sp>
      <p:sp>
        <p:nvSpPr>
          <p:cNvPr id="453" name="Shape 447"/>
          <p:cNvSpPr/>
          <p:nvPr/>
        </p:nvSpPr>
        <p:spPr>
          <a:xfrm>
            <a:off x="9829800" y="4292600"/>
            <a:ext cx="546100" cy="279400"/>
          </a:xfrm>
          <a:prstGeom prst="rect">
            <a:avLst/>
          </a:prstGeom>
          <a:solidFill>
            <a:srgbClr val="FBD5DC"/>
          </a:solidFill>
          <a:ln w="11430">
            <a:solidFill>
              <a:srgbClr val="CC2222"/>
            </a:solidFill>
            <a:prstDash val="solid"/>
          </a:ln>
        </p:spPr>
      </p:sp>
      <p:sp>
        <p:nvSpPr>
          <p:cNvPr id="454" name="Text 448"/>
          <p:cNvSpPr/>
          <p:nvPr/>
        </p:nvSpPr>
        <p:spPr>
          <a:xfrm>
            <a:off x="9829800" y="4292600"/>
            <a:ext cx="5461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550" dirty="0"/>
          </a:p>
        </p:txBody>
      </p:sp>
      <p:sp>
        <p:nvSpPr>
          <p:cNvPr id="455" name="Shape 449"/>
          <p:cNvSpPr/>
          <p:nvPr/>
        </p:nvSpPr>
        <p:spPr>
          <a:xfrm>
            <a:off x="9829800" y="4800600"/>
            <a:ext cx="546100" cy="279400"/>
          </a:xfrm>
          <a:prstGeom prst="rect">
            <a:avLst/>
          </a:prstGeom>
          <a:solidFill>
            <a:srgbClr val="DFF0D5"/>
          </a:solidFill>
          <a:ln w="11430">
            <a:solidFill>
              <a:srgbClr val="2E8B57"/>
            </a:solidFill>
            <a:prstDash val="solid"/>
          </a:ln>
        </p:spPr>
      </p:sp>
      <p:sp>
        <p:nvSpPr>
          <p:cNvPr id="456" name="Text 450"/>
          <p:cNvSpPr/>
          <p:nvPr/>
        </p:nvSpPr>
        <p:spPr>
          <a:xfrm>
            <a:off x="9829800" y="4800600"/>
            <a:ext cx="5461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550" dirty="0"/>
          </a:p>
        </p:txBody>
      </p:sp>
      <p:sp>
        <p:nvSpPr>
          <p:cNvPr id="457" name="Shape 451"/>
          <p:cNvSpPr/>
          <p:nvPr/>
        </p:nvSpPr>
        <p:spPr>
          <a:xfrm>
            <a:off x="9829800" y="5308600"/>
            <a:ext cx="546100" cy="279400"/>
          </a:xfrm>
          <a:prstGeom prst="rect">
            <a:avLst/>
          </a:prstGeom>
          <a:solidFill>
            <a:srgbClr val="D6E4F7"/>
          </a:solidFill>
          <a:ln w="11430">
            <a:solidFill>
              <a:srgbClr val="2F55C8"/>
            </a:solidFill>
            <a:prstDash val="solid"/>
          </a:ln>
        </p:spPr>
      </p:sp>
      <p:sp>
        <p:nvSpPr>
          <p:cNvPr id="458" name="Text 452"/>
          <p:cNvSpPr/>
          <p:nvPr/>
        </p:nvSpPr>
        <p:spPr>
          <a:xfrm>
            <a:off x="9829800" y="5308600"/>
            <a:ext cx="5461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550" dirty="0"/>
          </a:p>
        </p:txBody>
      </p:sp>
      <p:pic>
        <p:nvPicPr>
          <p:cNvPr id="459" name="Image 4" descr="/home/ahmed/Projects/ai_llm_slides/videos/deep-learning/001_transformers_part1/recreated_pptx/build/assets/swoos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4200" y="4102100"/>
            <a:ext cx="3251204" cy="2108204"/>
          </a:xfrm>
          <a:prstGeom prst="rect">
            <a:avLst/>
          </a:prstGeom>
        </p:spPr>
      </p:pic>
      <p:sp>
        <p:nvSpPr>
          <p:cNvPr id="460" name="Text 453"/>
          <p:cNvSpPr/>
          <p:nvPr/>
        </p:nvSpPr>
        <p:spPr>
          <a:xfrm rot="20280000">
            <a:off x="8813800" y="5524500"/>
            <a:ext cx="1295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0033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“H” Heads</a:t>
            </a:r>
            <a:endParaRPr lang="en-US" sz="1100" dirty="0"/>
          </a:p>
        </p:txBody>
      </p:sp>
      <p:sp>
        <p:nvSpPr>
          <p:cNvPr id="461" name="Shape 454"/>
          <p:cNvSpPr/>
          <p:nvPr/>
        </p:nvSpPr>
        <p:spPr>
          <a:xfrm>
            <a:off x="9321800" y="5918200"/>
            <a:ext cx="2146300" cy="825500"/>
          </a:xfrm>
          <a:prstGeom prst="roundRect">
            <a:avLst>
              <a:gd name="adj" fmla="val 6646"/>
            </a:avLst>
          </a:prstGeom>
          <a:solidFill>
            <a:srgbClr val="E6FCE6"/>
          </a:solidFill>
          <a:ln w="15875">
            <a:solidFill>
              <a:srgbClr val="2E8B57"/>
            </a:solidFill>
            <a:prstDash val="sysDot"/>
          </a:ln>
        </p:spPr>
      </p:sp>
      <p:sp>
        <p:nvSpPr>
          <p:cNvPr id="462" name="Shape 455"/>
          <p:cNvSpPr/>
          <p:nvPr/>
        </p:nvSpPr>
        <p:spPr>
          <a:xfrm>
            <a:off x="9448800" y="6045200"/>
            <a:ext cx="63500" cy="1524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463" name="Shape 456"/>
          <p:cNvSpPr/>
          <p:nvPr/>
        </p:nvSpPr>
        <p:spPr>
          <a:xfrm>
            <a:off x="10744200" y="6045200"/>
            <a:ext cx="63500" cy="1524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464" name="Shape 457"/>
          <p:cNvSpPr/>
          <p:nvPr/>
        </p:nvSpPr>
        <p:spPr>
          <a:xfrm>
            <a:off x="9512300" y="6045200"/>
            <a:ext cx="63500" cy="152400"/>
          </a:xfrm>
          <a:prstGeom prst="rect">
            <a:avLst/>
          </a:prstGeom>
          <a:solidFill>
            <a:srgbClr val="FFFFFF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465" name="Shape 458"/>
          <p:cNvSpPr/>
          <p:nvPr/>
        </p:nvSpPr>
        <p:spPr>
          <a:xfrm>
            <a:off x="10807700" y="6045200"/>
            <a:ext cx="63500" cy="152400"/>
          </a:xfrm>
          <a:prstGeom prst="rect">
            <a:avLst/>
          </a:prstGeom>
          <a:solidFill>
            <a:srgbClr val="FFFFFF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466" name="Shape 459"/>
          <p:cNvSpPr/>
          <p:nvPr/>
        </p:nvSpPr>
        <p:spPr>
          <a:xfrm>
            <a:off x="9575800" y="6045200"/>
            <a:ext cx="63500" cy="1524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467" name="Shape 460"/>
          <p:cNvSpPr/>
          <p:nvPr/>
        </p:nvSpPr>
        <p:spPr>
          <a:xfrm>
            <a:off x="10871200" y="6045200"/>
            <a:ext cx="63500" cy="1524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468" name="Shape 461"/>
          <p:cNvSpPr/>
          <p:nvPr/>
        </p:nvSpPr>
        <p:spPr>
          <a:xfrm>
            <a:off x="9639300" y="6045200"/>
            <a:ext cx="63500" cy="1524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469" name="Shape 462"/>
          <p:cNvSpPr/>
          <p:nvPr/>
        </p:nvSpPr>
        <p:spPr>
          <a:xfrm>
            <a:off x="10934700" y="6045200"/>
            <a:ext cx="63500" cy="1524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470" name="Shape 463"/>
          <p:cNvSpPr/>
          <p:nvPr/>
        </p:nvSpPr>
        <p:spPr>
          <a:xfrm>
            <a:off x="9702800" y="6045200"/>
            <a:ext cx="63500" cy="1524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471" name="Shape 464"/>
          <p:cNvSpPr/>
          <p:nvPr/>
        </p:nvSpPr>
        <p:spPr>
          <a:xfrm>
            <a:off x="10998200" y="6045200"/>
            <a:ext cx="63500" cy="1524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472" name="Shape 465"/>
          <p:cNvSpPr/>
          <p:nvPr/>
        </p:nvSpPr>
        <p:spPr>
          <a:xfrm>
            <a:off x="9766300" y="6045200"/>
            <a:ext cx="63500" cy="152400"/>
          </a:xfrm>
          <a:prstGeom prst="rect">
            <a:avLst/>
          </a:prstGeom>
          <a:solidFill>
            <a:srgbClr val="FFFFFF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473" name="Shape 466"/>
          <p:cNvSpPr/>
          <p:nvPr/>
        </p:nvSpPr>
        <p:spPr>
          <a:xfrm>
            <a:off x="11061700" y="6045200"/>
            <a:ext cx="63500" cy="152400"/>
          </a:xfrm>
          <a:prstGeom prst="rect">
            <a:avLst/>
          </a:prstGeom>
          <a:solidFill>
            <a:srgbClr val="FFFFFF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474" name="Shape 467"/>
          <p:cNvSpPr/>
          <p:nvPr/>
        </p:nvSpPr>
        <p:spPr>
          <a:xfrm>
            <a:off x="9829800" y="6045200"/>
            <a:ext cx="63500" cy="1524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475" name="Shape 468"/>
          <p:cNvSpPr/>
          <p:nvPr/>
        </p:nvSpPr>
        <p:spPr>
          <a:xfrm>
            <a:off x="11125200" y="6045200"/>
            <a:ext cx="63500" cy="1524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476" name="Shape 469"/>
          <p:cNvSpPr/>
          <p:nvPr/>
        </p:nvSpPr>
        <p:spPr>
          <a:xfrm>
            <a:off x="9893300" y="6045200"/>
            <a:ext cx="63500" cy="1524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477" name="Shape 470"/>
          <p:cNvSpPr/>
          <p:nvPr/>
        </p:nvSpPr>
        <p:spPr>
          <a:xfrm>
            <a:off x="11188700" y="6045200"/>
            <a:ext cx="63500" cy="1524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478" name="Text 471"/>
          <p:cNvSpPr/>
          <p:nvPr/>
        </p:nvSpPr>
        <p:spPr>
          <a:xfrm>
            <a:off x="9448800" y="6248400"/>
            <a:ext cx="508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1*d</a:t>
            </a:r>
            <a:endParaRPr lang="en-US" sz="600" dirty="0"/>
          </a:p>
        </p:txBody>
      </p:sp>
      <p:sp>
        <p:nvSpPr>
          <p:cNvPr id="479" name="Text 472"/>
          <p:cNvSpPr/>
          <p:nvPr/>
        </p:nvSpPr>
        <p:spPr>
          <a:xfrm>
            <a:off x="10998200" y="6248400"/>
            <a:ext cx="508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1*d</a:t>
            </a:r>
            <a:endParaRPr lang="en-US" sz="600" dirty="0"/>
          </a:p>
        </p:txBody>
      </p:sp>
      <p:sp>
        <p:nvSpPr>
          <p:cNvPr id="480" name="Shape 473"/>
          <p:cNvSpPr/>
          <p:nvPr/>
        </p:nvSpPr>
        <p:spPr>
          <a:xfrm>
            <a:off x="10109200" y="6007100"/>
            <a:ext cx="406400" cy="355600"/>
          </a:xfrm>
          <a:prstGeom prst="rect">
            <a:avLst/>
          </a:prstGeom>
          <a:solidFill>
            <a:srgbClr val="FBE8B8"/>
          </a:solidFill>
          <a:ln w="15875">
            <a:solidFill>
              <a:srgbClr val="333333"/>
            </a:solidFill>
            <a:prstDash val="solid"/>
          </a:ln>
        </p:spPr>
      </p:sp>
      <p:sp>
        <p:nvSpPr>
          <p:cNvPr id="481" name="Text 474"/>
          <p:cNvSpPr/>
          <p:nvPr/>
        </p:nvSpPr>
        <p:spPr>
          <a:xfrm>
            <a:off x="10109200" y="6007100"/>
            <a:ext cx="406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200" dirty="0"/>
          </a:p>
        </p:txBody>
      </p:sp>
      <p:sp>
        <p:nvSpPr>
          <p:cNvPr id="482" name="Text 475"/>
          <p:cNvSpPr/>
          <p:nvPr/>
        </p:nvSpPr>
        <p:spPr>
          <a:xfrm>
            <a:off x="10185400" y="6388100"/>
            <a:ext cx="6096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d*d</a:t>
            </a:r>
            <a:endParaRPr lang="en-US" sz="600" dirty="0"/>
          </a:p>
        </p:txBody>
      </p:sp>
      <p:sp>
        <p:nvSpPr>
          <p:cNvPr id="483" name="Text 476"/>
          <p:cNvSpPr/>
          <p:nvPr/>
        </p:nvSpPr>
        <p:spPr>
          <a:xfrm>
            <a:off x="10541000" y="6070600"/>
            <a:ext cx="177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200" dirty="0"/>
          </a:p>
        </p:txBody>
      </p:sp>
      <p:sp>
        <p:nvSpPr>
          <p:cNvPr id="484" name="Text 477"/>
          <p:cNvSpPr/>
          <p:nvPr/>
        </p:nvSpPr>
        <p:spPr>
          <a:xfrm>
            <a:off x="9398000" y="6527800"/>
            <a:ext cx="19939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d: Embedding Length</a:t>
            </a:r>
            <a:endParaRPr lang="en-US" sz="700" dirty="0"/>
          </a:p>
        </p:txBody>
      </p:sp>
      <p:sp>
        <p:nvSpPr>
          <p:cNvPr id="485" name="Text 478"/>
          <p:cNvSpPr/>
          <p:nvPr/>
        </p:nvSpPr>
        <p:spPr>
          <a:xfrm>
            <a:off x="6235700" y="609600"/>
            <a:ext cx="508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 Head Self Attention of Word </a:t>
            </a:r>
            <a:pPr algn="ctr"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4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486" name="Text 479"/>
          <p:cNvSpPr/>
          <p:nvPr/>
        </p:nvSpPr>
        <p:spPr>
          <a:xfrm>
            <a:off x="6235700" y="977900"/>
            <a:ext cx="508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pPr algn="ctr" indent="0" marL="0">
              <a:buNone/>
            </a:pPr>
            <a:r>
              <a:rPr lang="en-US" sz="2000" b="1" dirty="0">
                <a:solidFill>
                  <a:srgbClr val="1F1F8C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Wide</a:t>
            </a:r>
            <a:pPr algn="ctr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” Architecture</a:t>
            </a:r>
            <a:endParaRPr lang="en-US" sz="2000" dirty="0"/>
          </a:p>
        </p:txBody>
      </p:sp>
      <p:sp>
        <p:nvSpPr>
          <p:cNvPr id="487" name="Shape 480"/>
          <p:cNvSpPr/>
          <p:nvPr/>
        </p:nvSpPr>
        <p:spPr>
          <a:xfrm>
            <a:off x="9398000" y="1041400"/>
            <a:ext cx="2108200" cy="2717800"/>
          </a:xfrm>
          <a:prstGeom prst="rect">
            <a:avLst/>
          </a:prstGeom>
          <a:solidFill>
            <a:srgbClr val="FFFFFF"/>
          </a:solidFill>
          <a:ln w="44450">
            <a:solidFill>
              <a:srgbClr val="1F8A1C"/>
            </a:solidFill>
            <a:prstDash val="solid"/>
          </a:ln>
        </p:spPr>
      </p:sp>
      <p:sp>
        <p:nvSpPr>
          <p:cNvPr id="488" name="Shape 481"/>
          <p:cNvSpPr/>
          <p:nvPr/>
        </p:nvSpPr>
        <p:spPr>
          <a:xfrm>
            <a:off x="10293350" y="1085850"/>
            <a:ext cx="0" cy="133350"/>
          </a:xfrm>
          <a:prstGeom prst="line">
            <a:avLst/>
          </a:prstGeom>
          <a:noFill/>
          <a:ln w="19050">
            <a:solidFill>
              <a:srgbClr val="222222"/>
            </a:solidFill>
            <a:prstDash val="solid"/>
            <a:headEnd type="triangle"/>
          </a:ln>
        </p:spPr>
      </p:sp>
      <p:sp>
        <p:nvSpPr>
          <p:cNvPr id="489" name="Shape 482"/>
          <p:cNvSpPr/>
          <p:nvPr/>
        </p:nvSpPr>
        <p:spPr>
          <a:xfrm>
            <a:off x="10033000" y="1219200"/>
            <a:ext cx="520700" cy="254000"/>
          </a:xfrm>
          <a:prstGeom prst="rect">
            <a:avLst/>
          </a:prstGeom>
          <a:solidFill>
            <a:srgbClr val="FFFFFF"/>
          </a:solidFill>
          <a:ln w="22225">
            <a:solidFill>
              <a:srgbClr val="1A1A1A"/>
            </a:solidFill>
            <a:prstDash val="solid"/>
          </a:ln>
        </p:spPr>
      </p:sp>
      <p:sp>
        <p:nvSpPr>
          <p:cNvPr id="490" name="Text 483"/>
          <p:cNvSpPr/>
          <p:nvPr/>
        </p:nvSpPr>
        <p:spPr>
          <a:xfrm>
            <a:off x="10033000" y="1219200"/>
            <a:ext cx="520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800" dirty="0"/>
          </a:p>
        </p:txBody>
      </p:sp>
      <p:sp>
        <p:nvSpPr>
          <p:cNvPr id="491" name="Shape 484"/>
          <p:cNvSpPr/>
          <p:nvPr/>
        </p:nvSpPr>
        <p:spPr>
          <a:xfrm>
            <a:off x="10293350" y="1473200"/>
            <a:ext cx="0" cy="152400"/>
          </a:xfrm>
          <a:prstGeom prst="line">
            <a:avLst/>
          </a:prstGeom>
          <a:noFill/>
          <a:ln w="19050">
            <a:solidFill>
              <a:srgbClr val="222222"/>
            </a:solidFill>
            <a:prstDash val="solid"/>
            <a:tailEnd type="triangle"/>
          </a:ln>
        </p:spPr>
      </p:sp>
      <p:sp>
        <p:nvSpPr>
          <p:cNvPr id="492" name="Shape 485"/>
          <p:cNvSpPr/>
          <p:nvPr/>
        </p:nvSpPr>
        <p:spPr>
          <a:xfrm>
            <a:off x="9982200" y="1625600"/>
            <a:ext cx="584200" cy="266700"/>
          </a:xfrm>
          <a:prstGeom prst="rect">
            <a:avLst/>
          </a:prstGeom>
          <a:solidFill>
            <a:srgbClr val="F5FEC7"/>
          </a:solidFill>
          <a:ln w="22225">
            <a:solidFill>
              <a:srgbClr val="1A1A1A"/>
            </a:solidFill>
            <a:prstDash val="solid"/>
          </a:ln>
        </p:spPr>
      </p:sp>
      <p:sp>
        <p:nvSpPr>
          <p:cNvPr id="493" name="Text 486"/>
          <p:cNvSpPr/>
          <p:nvPr/>
        </p:nvSpPr>
        <p:spPr>
          <a:xfrm>
            <a:off x="9982200" y="1625600"/>
            <a:ext cx="584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Concat</a:t>
            </a:r>
            <a:endParaRPr lang="en-US" sz="850" dirty="0"/>
          </a:p>
        </p:txBody>
      </p:sp>
      <p:sp>
        <p:nvSpPr>
          <p:cNvPr id="494" name="Shape 487"/>
          <p:cNvSpPr/>
          <p:nvPr/>
        </p:nvSpPr>
        <p:spPr>
          <a:xfrm>
            <a:off x="9652000" y="1993900"/>
            <a:ext cx="1638300" cy="393700"/>
          </a:xfrm>
          <a:prstGeom prst="roundRect">
            <a:avLst>
              <a:gd name="adj" fmla="val 13935"/>
            </a:avLst>
          </a:prstGeom>
          <a:solidFill>
            <a:srgbClr val="ECECF2"/>
          </a:solidFill>
          <a:ln w="9525">
            <a:solidFill>
              <a:srgbClr val="A8A8B2"/>
            </a:solidFill>
            <a:prstDash val="solid"/>
          </a:ln>
        </p:spPr>
      </p:sp>
      <p:sp>
        <p:nvSpPr>
          <p:cNvPr id="495" name="Shape 488"/>
          <p:cNvSpPr/>
          <p:nvPr/>
        </p:nvSpPr>
        <p:spPr>
          <a:xfrm>
            <a:off x="9563100" y="2070100"/>
            <a:ext cx="1638300" cy="393700"/>
          </a:xfrm>
          <a:prstGeom prst="roundRect">
            <a:avLst>
              <a:gd name="adj" fmla="val 13935"/>
            </a:avLst>
          </a:prstGeom>
          <a:solidFill>
            <a:srgbClr val="E4E4EE"/>
          </a:solidFill>
          <a:ln w="12700">
            <a:solidFill>
              <a:srgbClr val="999AA4"/>
            </a:solidFill>
            <a:prstDash val="solid"/>
          </a:ln>
        </p:spPr>
      </p:sp>
      <p:sp>
        <p:nvSpPr>
          <p:cNvPr id="496" name="Shape 489"/>
          <p:cNvSpPr/>
          <p:nvPr/>
        </p:nvSpPr>
        <p:spPr>
          <a:xfrm>
            <a:off x="10229850" y="1898650"/>
            <a:ext cx="0" cy="19685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triangle"/>
          </a:ln>
        </p:spPr>
      </p:sp>
      <p:sp>
        <p:nvSpPr>
          <p:cNvPr id="497" name="Shape 490"/>
          <p:cNvSpPr/>
          <p:nvPr/>
        </p:nvSpPr>
        <p:spPr>
          <a:xfrm>
            <a:off x="10293350" y="1898650"/>
            <a:ext cx="0" cy="19685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headEnd type="triangle"/>
          </a:ln>
        </p:spPr>
      </p:sp>
      <p:sp>
        <p:nvSpPr>
          <p:cNvPr id="498" name="Shape 491"/>
          <p:cNvSpPr/>
          <p:nvPr/>
        </p:nvSpPr>
        <p:spPr>
          <a:xfrm>
            <a:off x="10356850" y="1898650"/>
            <a:ext cx="0" cy="19685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triangle"/>
          </a:ln>
        </p:spPr>
      </p:sp>
      <p:sp>
        <p:nvSpPr>
          <p:cNvPr id="499" name="Shape 492"/>
          <p:cNvSpPr/>
          <p:nvPr/>
        </p:nvSpPr>
        <p:spPr>
          <a:xfrm>
            <a:off x="10033000" y="1968500"/>
            <a:ext cx="120650" cy="15875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500" name="Shape 493"/>
          <p:cNvSpPr/>
          <p:nvPr/>
        </p:nvSpPr>
        <p:spPr>
          <a:xfrm>
            <a:off x="9474200" y="2152650"/>
            <a:ext cx="1638300" cy="387350"/>
          </a:xfrm>
          <a:prstGeom prst="roundRect">
            <a:avLst>
              <a:gd name="adj" fmla="val 18885"/>
            </a:avLst>
          </a:prstGeom>
          <a:solidFill>
            <a:srgbClr val="BEB4D4"/>
          </a:solidFill>
          <a:ln w="22225">
            <a:solidFill>
              <a:srgbClr val="141414"/>
            </a:solidFill>
            <a:prstDash val="solid"/>
          </a:ln>
        </p:spPr>
      </p:sp>
      <p:sp>
        <p:nvSpPr>
          <p:cNvPr id="501" name="Text 494"/>
          <p:cNvSpPr/>
          <p:nvPr/>
        </p:nvSpPr>
        <p:spPr>
          <a:xfrm>
            <a:off x="9474200" y="2152650"/>
            <a:ext cx="1638300" cy="38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Scaled Dot-Product</a:t>
            </a:r>
            <a:endParaRPr lang="en-US" sz="80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800" dirty="0"/>
          </a:p>
        </p:txBody>
      </p:sp>
      <p:sp>
        <p:nvSpPr>
          <p:cNvPr id="502" name="Shape 495"/>
          <p:cNvSpPr/>
          <p:nvPr/>
        </p:nvSpPr>
        <p:spPr>
          <a:xfrm flipH="1">
            <a:off x="11226800" y="2184400"/>
            <a:ext cx="76200" cy="139700"/>
          </a:xfrm>
          <a:prstGeom prst="line">
            <a:avLst/>
          </a:prstGeom>
          <a:noFill/>
          <a:ln w="15875">
            <a:solidFill>
              <a:srgbClr val="333333"/>
            </a:solidFill>
            <a:prstDash val="solid"/>
          </a:ln>
        </p:spPr>
      </p:sp>
      <p:sp>
        <p:nvSpPr>
          <p:cNvPr id="503" name="Shape 496"/>
          <p:cNvSpPr/>
          <p:nvPr/>
        </p:nvSpPr>
        <p:spPr>
          <a:xfrm>
            <a:off x="11150600" y="2343150"/>
            <a:ext cx="13970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504" name="Text 497"/>
          <p:cNvSpPr/>
          <p:nvPr/>
        </p:nvSpPr>
        <p:spPr>
          <a:xfrm>
            <a:off x="11188700" y="2349500"/>
            <a:ext cx="152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800" dirty="0"/>
          </a:p>
        </p:txBody>
      </p:sp>
      <p:sp>
        <p:nvSpPr>
          <p:cNvPr id="505" name="Shape 498"/>
          <p:cNvSpPr/>
          <p:nvPr/>
        </p:nvSpPr>
        <p:spPr>
          <a:xfrm>
            <a:off x="9563100" y="2654300"/>
            <a:ext cx="520700" cy="254000"/>
          </a:xfrm>
          <a:prstGeom prst="roundRect">
            <a:avLst>
              <a:gd name="adj" fmla="val 21600"/>
            </a:avLst>
          </a:prstGeom>
          <a:solidFill>
            <a:srgbClr val="D6D8D5"/>
          </a:solidFill>
          <a:ln w="9525">
            <a:solidFill>
              <a:srgbClr val="9A9C98"/>
            </a:solidFill>
            <a:prstDash val="solid"/>
          </a:ln>
        </p:spPr>
      </p:sp>
      <p:sp>
        <p:nvSpPr>
          <p:cNvPr id="506" name="Shape 499"/>
          <p:cNvSpPr/>
          <p:nvPr/>
        </p:nvSpPr>
        <p:spPr>
          <a:xfrm>
            <a:off x="9512300" y="2717800"/>
            <a:ext cx="546100" cy="254000"/>
          </a:xfrm>
          <a:prstGeom prst="roundRect">
            <a:avLst>
              <a:gd name="adj" fmla="val 21600"/>
            </a:avLst>
          </a:prstGeom>
          <a:solidFill>
            <a:srgbClr val="C6C8C5"/>
          </a:solidFill>
          <a:ln w="12700">
            <a:solidFill>
              <a:srgbClr val="8A8C88"/>
            </a:solidFill>
            <a:prstDash val="solid"/>
          </a:ln>
        </p:spPr>
      </p:sp>
      <p:sp>
        <p:nvSpPr>
          <p:cNvPr id="507" name="Shape 500"/>
          <p:cNvSpPr/>
          <p:nvPr/>
        </p:nvSpPr>
        <p:spPr>
          <a:xfrm>
            <a:off x="9461500" y="2794000"/>
            <a:ext cx="495300" cy="254000"/>
          </a:xfrm>
          <a:prstGeom prst="rect">
            <a:avLst/>
          </a:prstGeom>
          <a:solidFill>
            <a:srgbClr val="E9EDE9"/>
          </a:solidFill>
          <a:ln w="22225">
            <a:solidFill>
              <a:srgbClr val="1A1A1A"/>
            </a:solidFill>
            <a:prstDash val="solid"/>
          </a:ln>
        </p:spPr>
      </p:sp>
      <p:sp>
        <p:nvSpPr>
          <p:cNvPr id="508" name="Text 501"/>
          <p:cNvSpPr/>
          <p:nvPr/>
        </p:nvSpPr>
        <p:spPr>
          <a:xfrm>
            <a:off x="9461500" y="2794000"/>
            <a:ext cx="495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750" dirty="0"/>
          </a:p>
        </p:txBody>
      </p:sp>
      <p:sp>
        <p:nvSpPr>
          <p:cNvPr id="509" name="Shape 502"/>
          <p:cNvSpPr/>
          <p:nvPr/>
        </p:nvSpPr>
        <p:spPr>
          <a:xfrm>
            <a:off x="10147300" y="2654300"/>
            <a:ext cx="520700" cy="254000"/>
          </a:xfrm>
          <a:prstGeom prst="roundRect">
            <a:avLst>
              <a:gd name="adj" fmla="val 21600"/>
            </a:avLst>
          </a:prstGeom>
          <a:solidFill>
            <a:srgbClr val="D6D8D5"/>
          </a:solidFill>
          <a:ln w="9525">
            <a:solidFill>
              <a:srgbClr val="9A9C98"/>
            </a:solidFill>
            <a:prstDash val="solid"/>
          </a:ln>
        </p:spPr>
      </p:sp>
      <p:sp>
        <p:nvSpPr>
          <p:cNvPr id="510" name="Shape 503"/>
          <p:cNvSpPr/>
          <p:nvPr/>
        </p:nvSpPr>
        <p:spPr>
          <a:xfrm>
            <a:off x="10096500" y="2717800"/>
            <a:ext cx="546100" cy="254000"/>
          </a:xfrm>
          <a:prstGeom prst="roundRect">
            <a:avLst>
              <a:gd name="adj" fmla="val 21600"/>
            </a:avLst>
          </a:prstGeom>
          <a:solidFill>
            <a:srgbClr val="C6C8C5"/>
          </a:solidFill>
          <a:ln w="12700">
            <a:solidFill>
              <a:srgbClr val="8A8C88"/>
            </a:solidFill>
            <a:prstDash val="solid"/>
          </a:ln>
        </p:spPr>
      </p:sp>
      <p:sp>
        <p:nvSpPr>
          <p:cNvPr id="511" name="Shape 504"/>
          <p:cNvSpPr/>
          <p:nvPr/>
        </p:nvSpPr>
        <p:spPr>
          <a:xfrm>
            <a:off x="10045700" y="2794000"/>
            <a:ext cx="495300" cy="254000"/>
          </a:xfrm>
          <a:prstGeom prst="rect">
            <a:avLst/>
          </a:prstGeom>
          <a:solidFill>
            <a:srgbClr val="E9EDE9"/>
          </a:solidFill>
          <a:ln w="22225">
            <a:solidFill>
              <a:srgbClr val="1A1A1A"/>
            </a:solidFill>
            <a:prstDash val="solid"/>
          </a:ln>
        </p:spPr>
      </p:sp>
      <p:sp>
        <p:nvSpPr>
          <p:cNvPr id="512" name="Text 505"/>
          <p:cNvSpPr/>
          <p:nvPr/>
        </p:nvSpPr>
        <p:spPr>
          <a:xfrm>
            <a:off x="10045700" y="2794000"/>
            <a:ext cx="495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750" dirty="0"/>
          </a:p>
        </p:txBody>
      </p:sp>
      <p:sp>
        <p:nvSpPr>
          <p:cNvPr id="513" name="Shape 506"/>
          <p:cNvSpPr/>
          <p:nvPr/>
        </p:nvSpPr>
        <p:spPr>
          <a:xfrm>
            <a:off x="10731500" y="2654300"/>
            <a:ext cx="520700" cy="254000"/>
          </a:xfrm>
          <a:prstGeom prst="roundRect">
            <a:avLst>
              <a:gd name="adj" fmla="val 21600"/>
            </a:avLst>
          </a:prstGeom>
          <a:solidFill>
            <a:srgbClr val="D6D8D5"/>
          </a:solidFill>
          <a:ln w="9525">
            <a:solidFill>
              <a:srgbClr val="9A9C98"/>
            </a:solidFill>
            <a:prstDash val="solid"/>
          </a:ln>
        </p:spPr>
      </p:sp>
      <p:sp>
        <p:nvSpPr>
          <p:cNvPr id="514" name="Shape 507"/>
          <p:cNvSpPr/>
          <p:nvPr/>
        </p:nvSpPr>
        <p:spPr>
          <a:xfrm>
            <a:off x="10680700" y="2717800"/>
            <a:ext cx="546100" cy="254000"/>
          </a:xfrm>
          <a:prstGeom prst="roundRect">
            <a:avLst>
              <a:gd name="adj" fmla="val 21600"/>
            </a:avLst>
          </a:prstGeom>
          <a:solidFill>
            <a:srgbClr val="C6C8C5"/>
          </a:solidFill>
          <a:ln w="12700">
            <a:solidFill>
              <a:srgbClr val="8A8C88"/>
            </a:solidFill>
            <a:prstDash val="solid"/>
          </a:ln>
        </p:spPr>
      </p:sp>
      <p:sp>
        <p:nvSpPr>
          <p:cNvPr id="515" name="Shape 508"/>
          <p:cNvSpPr/>
          <p:nvPr/>
        </p:nvSpPr>
        <p:spPr>
          <a:xfrm>
            <a:off x="10629900" y="2794000"/>
            <a:ext cx="495300" cy="254000"/>
          </a:xfrm>
          <a:prstGeom prst="rect">
            <a:avLst/>
          </a:prstGeom>
          <a:solidFill>
            <a:srgbClr val="E9EDE9"/>
          </a:solidFill>
          <a:ln w="22225">
            <a:solidFill>
              <a:srgbClr val="1A1A1A"/>
            </a:solidFill>
            <a:prstDash val="solid"/>
          </a:ln>
        </p:spPr>
      </p:sp>
      <p:sp>
        <p:nvSpPr>
          <p:cNvPr id="516" name="Text 509"/>
          <p:cNvSpPr/>
          <p:nvPr/>
        </p:nvSpPr>
        <p:spPr>
          <a:xfrm>
            <a:off x="10629900" y="2794000"/>
            <a:ext cx="495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750" dirty="0"/>
          </a:p>
        </p:txBody>
      </p:sp>
      <p:sp>
        <p:nvSpPr>
          <p:cNvPr id="517" name="Shape 510"/>
          <p:cNvSpPr/>
          <p:nvPr/>
        </p:nvSpPr>
        <p:spPr>
          <a:xfrm>
            <a:off x="9677400" y="2552700"/>
            <a:ext cx="101600" cy="241300"/>
          </a:xfrm>
          <a:prstGeom prst="rect">
            <a:avLst/>
          </a:prstGeom>
          <a:ln w="12700">
            <a:solidFill>
              <a:srgbClr val="3A3A3A"/>
            </a:solidFill>
            <a:prstDash val="solid"/>
          </a:ln>
        </p:spPr>
      </p:sp>
      <p:sp>
        <p:nvSpPr>
          <p:cNvPr id="518" name="Shape 511"/>
          <p:cNvSpPr/>
          <p:nvPr/>
        </p:nvSpPr>
        <p:spPr>
          <a:xfrm>
            <a:off x="9671050" y="2552700"/>
            <a:ext cx="114300" cy="57150"/>
          </a:xfrm>
          <a:prstGeom prst="triangle">
            <a:avLst/>
          </a:prstGeom>
          <a:solidFill>
            <a:srgbClr val="333333"/>
          </a:solidFill>
          <a:ln/>
        </p:spPr>
      </p:sp>
      <p:sp>
        <p:nvSpPr>
          <p:cNvPr id="519" name="Shape 512"/>
          <p:cNvSpPr/>
          <p:nvPr/>
        </p:nvSpPr>
        <p:spPr>
          <a:xfrm>
            <a:off x="10261600" y="2552700"/>
            <a:ext cx="101600" cy="241300"/>
          </a:xfrm>
          <a:prstGeom prst="rect">
            <a:avLst/>
          </a:prstGeom>
          <a:ln w="12700">
            <a:solidFill>
              <a:srgbClr val="3A3A3A"/>
            </a:solidFill>
            <a:prstDash val="solid"/>
          </a:ln>
        </p:spPr>
      </p:sp>
      <p:sp>
        <p:nvSpPr>
          <p:cNvPr id="520" name="Shape 513"/>
          <p:cNvSpPr/>
          <p:nvPr/>
        </p:nvSpPr>
        <p:spPr>
          <a:xfrm>
            <a:off x="10255250" y="2552700"/>
            <a:ext cx="114300" cy="57150"/>
          </a:xfrm>
          <a:prstGeom prst="triangle">
            <a:avLst/>
          </a:prstGeom>
          <a:solidFill>
            <a:srgbClr val="333333"/>
          </a:solidFill>
          <a:ln/>
        </p:spPr>
      </p:sp>
      <p:sp>
        <p:nvSpPr>
          <p:cNvPr id="521" name="Shape 514"/>
          <p:cNvSpPr/>
          <p:nvPr/>
        </p:nvSpPr>
        <p:spPr>
          <a:xfrm>
            <a:off x="10845800" y="2552700"/>
            <a:ext cx="101600" cy="241300"/>
          </a:xfrm>
          <a:prstGeom prst="rect">
            <a:avLst/>
          </a:prstGeom>
          <a:ln w="12700">
            <a:solidFill>
              <a:srgbClr val="3A3A3A"/>
            </a:solidFill>
            <a:prstDash val="solid"/>
          </a:ln>
        </p:spPr>
      </p:sp>
      <p:sp>
        <p:nvSpPr>
          <p:cNvPr id="522" name="Shape 515"/>
          <p:cNvSpPr/>
          <p:nvPr/>
        </p:nvSpPr>
        <p:spPr>
          <a:xfrm>
            <a:off x="10839450" y="2552700"/>
            <a:ext cx="114300" cy="57150"/>
          </a:xfrm>
          <a:prstGeom prst="triangle">
            <a:avLst/>
          </a:prstGeom>
          <a:solidFill>
            <a:srgbClr val="333333"/>
          </a:solidFill>
          <a:ln/>
        </p:spPr>
      </p:sp>
      <p:sp>
        <p:nvSpPr>
          <p:cNvPr id="523" name="Shape 516"/>
          <p:cNvSpPr/>
          <p:nvPr/>
        </p:nvSpPr>
        <p:spPr>
          <a:xfrm>
            <a:off x="9696450" y="3048000"/>
            <a:ext cx="0" cy="48260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headEnd type="triangle"/>
          </a:ln>
        </p:spPr>
      </p:sp>
      <p:sp>
        <p:nvSpPr>
          <p:cNvPr id="524" name="Shape 517"/>
          <p:cNvSpPr/>
          <p:nvPr/>
        </p:nvSpPr>
        <p:spPr>
          <a:xfrm>
            <a:off x="10280650" y="3048000"/>
            <a:ext cx="0" cy="48260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headEnd type="triangle"/>
          </a:ln>
        </p:spPr>
      </p:sp>
      <p:sp>
        <p:nvSpPr>
          <p:cNvPr id="525" name="Shape 518"/>
          <p:cNvSpPr/>
          <p:nvPr/>
        </p:nvSpPr>
        <p:spPr>
          <a:xfrm>
            <a:off x="10864850" y="3048000"/>
            <a:ext cx="0" cy="48260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headEnd type="triangle"/>
          </a:ln>
        </p:spPr>
      </p:sp>
      <p:sp>
        <p:nvSpPr>
          <p:cNvPr id="526" name="Text 519"/>
          <p:cNvSpPr/>
          <p:nvPr/>
        </p:nvSpPr>
        <p:spPr>
          <a:xfrm>
            <a:off x="9594850" y="3543300"/>
            <a:ext cx="203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800" dirty="0"/>
          </a:p>
        </p:txBody>
      </p:sp>
      <p:sp>
        <p:nvSpPr>
          <p:cNvPr id="527" name="Text 520"/>
          <p:cNvSpPr/>
          <p:nvPr/>
        </p:nvSpPr>
        <p:spPr>
          <a:xfrm>
            <a:off x="10179050" y="3543300"/>
            <a:ext cx="203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800" dirty="0"/>
          </a:p>
        </p:txBody>
      </p:sp>
      <p:sp>
        <p:nvSpPr>
          <p:cNvPr id="528" name="Text 521"/>
          <p:cNvSpPr/>
          <p:nvPr/>
        </p:nvSpPr>
        <p:spPr>
          <a:xfrm>
            <a:off x="10763250" y="3543300"/>
            <a:ext cx="203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800" dirty="0"/>
          </a:p>
        </p:txBody>
      </p:sp>
      <p:sp>
        <p:nvSpPr>
          <p:cNvPr id="529" name="Shape 522"/>
          <p:cNvSpPr/>
          <p:nvPr/>
        </p:nvSpPr>
        <p:spPr>
          <a:xfrm>
            <a:off x="3947160" y="3512820"/>
            <a:ext cx="824230" cy="24130"/>
          </a:xfrm>
          <a:prstGeom prst="rect">
            <a:avLst/>
          </a:prstGeom>
          <a:solidFill>
            <a:srgbClr val="C4C2F4"/>
          </a:solidFill>
          <a:ln/>
        </p:spPr>
      </p:sp>
      <p:sp>
        <p:nvSpPr>
          <p:cNvPr id="530" name="Shape 523"/>
          <p:cNvSpPr/>
          <p:nvPr/>
        </p:nvSpPr>
        <p:spPr>
          <a:xfrm>
            <a:off x="3947160" y="3533140"/>
            <a:ext cx="824230" cy="223520"/>
          </a:xfrm>
          <a:prstGeom prst="rect">
            <a:avLst/>
          </a:prstGeom>
          <a:solidFill>
            <a:srgbClr val="EF8C96"/>
          </a:solidFill>
          <a:ln/>
        </p:spPr>
      </p:sp>
      <p:sp>
        <p:nvSpPr>
          <p:cNvPr id="531" name="Shape 524"/>
          <p:cNvSpPr/>
          <p:nvPr/>
        </p:nvSpPr>
        <p:spPr>
          <a:xfrm>
            <a:off x="3975100" y="3533775"/>
            <a:ext cx="736600" cy="184150"/>
          </a:xfrm>
          <a:prstGeom prst="roundRect">
            <a:avLst>
              <a:gd name="adj" fmla="val 37490"/>
            </a:avLst>
          </a:prstGeom>
          <a:solidFill>
            <a:srgbClr val="FFFFE3"/>
          </a:solidFill>
          <a:ln/>
        </p:spPr>
      </p:sp>
      <p:sp>
        <p:nvSpPr>
          <p:cNvPr id="532" name="Text 525"/>
          <p:cNvSpPr/>
          <p:nvPr/>
        </p:nvSpPr>
        <p:spPr>
          <a:xfrm>
            <a:off x="3962400" y="3530600"/>
            <a:ext cx="787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600" dirty="0"/>
          </a:p>
        </p:txBody>
      </p:sp>
      <p:sp>
        <p:nvSpPr>
          <p:cNvPr id="533" name="Shape 526"/>
          <p:cNvSpPr/>
          <p:nvPr/>
        </p:nvSpPr>
        <p:spPr>
          <a:xfrm>
            <a:off x="3208020" y="4221480"/>
            <a:ext cx="318770" cy="66040"/>
          </a:xfrm>
          <a:prstGeom prst="rect">
            <a:avLst/>
          </a:prstGeom>
          <a:solidFill>
            <a:srgbClr val="EF8C96"/>
          </a:solidFill>
          <a:ln/>
        </p:spPr>
      </p:sp>
      <p:sp>
        <p:nvSpPr>
          <p:cNvPr id="534" name="Shape 527"/>
          <p:cNvSpPr/>
          <p:nvPr/>
        </p:nvSpPr>
        <p:spPr>
          <a:xfrm>
            <a:off x="3213100" y="4254500"/>
            <a:ext cx="317500" cy="0"/>
          </a:xfrm>
          <a:prstGeom prst="line">
            <a:avLst/>
          </a:prstGeom>
          <a:noFill/>
          <a:ln w="635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535" name="Shape 528"/>
          <p:cNvSpPr/>
          <p:nvPr/>
        </p:nvSpPr>
        <p:spPr>
          <a:xfrm>
            <a:off x="3815080" y="4221480"/>
            <a:ext cx="397510" cy="66040"/>
          </a:xfrm>
          <a:prstGeom prst="rect">
            <a:avLst/>
          </a:prstGeom>
          <a:solidFill>
            <a:srgbClr val="EF8C96"/>
          </a:solidFill>
          <a:ln/>
        </p:spPr>
      </p:sp>
      <p:sp>
        <p:nvSpPr>
          <p:cNvPr id="536" name="Shape 529"/>
          <p:cNvSpPr/>
          <p:nvPr/>
        </p:nvSpPr>
        <p:spPr>
          <a:xfrm>
            <a:off x="3810000" y="4254500"/>
            <a:ext cx="406400" cy="0"/>
          </a:xfrm>
          <a:prstGeom prst="line">
            <a:avLst/>
          </a:prstGeom>
          <a:noFill/>
          <a:ln w="635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537" name="Shape 530"/>
          <p:cNvSpPr/>
          <p:nvPr/>
        </p:nvSpPr>
        <p:spPr>
          <a:xfrm>
            <a:off x="4513580" y="4221480"/>
            <a:ext cx="955040" cy="66040"/>
          </a:xfrm>
          <a:prstGeom prst="rect">
            <a:avLst/>
          </a:prstGeom>
          <a:solidFill>
            <a:srgbClr val="EF8C96"/>
          </a:solidFill>
          <a:ln/>
        </p:spPr>
      </p:sp>
      <p:sp>
        <p:nvSpPr>
          <p:cNvPr id="538" name="Shape 531"/>
          <p:cNvSpPr/>
          <p:nvPr/>
        </p:nvSpPr>
        <p:spPr>
          <a:xfrm>
            <a:off x="4508500" y="4254500"/>
            <a:ext cx="952500" cy="0"/>
          </a:xfrm>
          <a:prstGeom prst="line">
            <a:avLst/>
          </a:prstGeom>
          <a:noFill/>
          <a:ln w="635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539" name="Shape 532"/>
          <p:cNvSpPr/>
          <p:nvPr/>
        </p:nvSpPr>
        <p:spPr>
          <a:xfrm>
            <a:off x="3208020" y="4577080"/>
            <a:ext cx="318770" cy="66040"/>
          </a:xfrm>
          <a:prstGeom prst="rect">
            <a:avLst/>
          </a:prstGeom>
          <a:solidFill>
            <a:srgbClr val="EF8C96"/>
          </a:solidFill>
          <a:ln/>
        </p:spPr>
      </p:sp>
      <p:sp>
        <p:nvSpPr>
          <p:cNvPr id="540" name="Shape 533"/>
          <p:cNvSpPr/>
          <p:nvPr/>
        </p:nvSpPr>
        <p:spPr>
          <a:xfrm>
            <a:off x="3213100" y="4610100"/>
            <a:ext cx="317500" cy="0"/>
          </a:xfrm>
          <a:prstGeom prst="line">
            <a:avLst/>
          </a:prstGeom>
          <a:noFill/>
          <a:ln w="635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541" name="Shape 534"/>
          <p:cNvSpPr/>
          <p:nvPr/>
        </p:nvSpPr>
        <p:spPr>
          <a:xfrm>
            <a:off x="3815080" y="4577080"/>
            <a:ext cx="397510" cy="66040"/>
          </a:xfrm>
          <a:prstGeom prst="rect">
            <a:avLst/>
          </a:prstGeom>
          <a:solidFill>
            <a:srgbClr val="EF8C96"/>
          </a:solidFill>
          <a:ln/>
        </p:spPr>
      </p:sp>
      <p:sp>
        <p:nvSpPr>
          <p:cNvPr id="542" name="Shape 535"/>
          <p:cNvSpPr/>
          <p:nvPr/>
        </p:nvSpPr>
        <p:spPr>
          <a:xfrm>
            <a:off x="3810000" y="4610100"/>
            <a:ext cx="406400" cy="0"/>
          </a:xfrm>
          <a:prstGeom prst="line">
            <a:avLst/>
          </a:prstGeom>
          <a:noFill/>
          <a:ln w="635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543" name="Shape 536"/>
          <p:cNvSpPr/>
          <p:nvPr/>
        </p:nvSpPr>
        <p:spPr>
          <a:xfrm>
            <a:off x="4513580" y="4577080"/>
            <a:ext cx="955040" cy="66040"/>
          </a:xfrm>
          <a:prstGeom prst="rect">
            <a:avLst/>
          </a:prstGeom>
          <a:solidFill>
            <a:srgbClr val="EF8C96"/>
          </a:solidFill>
          <a:ln/>
        </p:spPr>
      </p:sp>
      <p:sp>
        <p:nvSpPr>
          <p:cNvPr id="544" name="Shape 537"/>
          <p:cNvSpPr/>
          <p:nvPr/>
        </p:nvSpPr>
        <p:spPr>
          <a:xfrm>
            <a:off x="4508500" y="4610100"/>
            <a:ext cx="952500" cy="0"/>
          </a:xfrm>
          <a:prstGeom prst="line">
            <a:avLst/>
          </a:prstGeom>
          <a:noFill/>
          <a:ln w="635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545" name="Shape 538"/>
          <p:cNvSpPr/>
          <p:nvPr/>
        </p:nvSpPr>
        <p:spPr>
          <a:xfrm>
            <a:off x="3208020" y="4932680"/>
            <a:ext cx="318770" cy="66040"/>
          </a:xfrm>
          <a:prstGeom prst="rect">
            <a:avLst/>
          </a:prstGeom>
          <a:solidFill>
            <a:srgbClr val="EF8C96"/>
          </a:solidFill>
          <a:ln/>
        </p:spPr>
      </p:sp>
      <p:sp>
        <p:nvSpPr>
          <p:cNvPr id="546" name="Shape 539"/>
          <p:cNvSpPr/>
          <p:nvPr/>
        </p:nvSpPr>
        <p:spPr>
          <a:xfrm>
            <a:off x="3213100" y="4965700"/>
            <a:ext cx="317500" cy="0"/>
          </a:xfrm>
          <a:prstGeom prst="line">
            <a:avLst/>
          </a:prstGeom>
          <a:noFill/>
          <a:ln w="635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547" name="Shape 540"/>
          <p:cNvSpPr/>
          <p:nvPr/>
        </p:nvSpPr>
        <p:spPr>
          <a:xfrm>
            <a:off x="3815080" y="4932680"/>
            <a:ext cx="397510" cy="66040"/>
          </a:xfrm>
          <a:prstGeom prst="rect">
            <a:avLst/>
          </a:prstGeom>
          <a:solidFill>
            <a:srgbClr val="EF8C96"/>
          </a:solidFill>
          <a:ln/>
        </p:spPr>
      </p:sp>
      <p:sp>
        <p:nvSpPr>
          <p:cNvPr id="548" name="Shape 541"/>
          <p:cNvSpPr/>
          <p:nvPr/>
        </p:nvSpPr>
        <p:spPr>
          <a:xfrm>
            <a:off x="3810000" y="4965700"/>
            <a:ext cx="406400" cy="0"/>
          </a:xfrm>
          <a:prstGeom prst="line">
            <a:avLst/>
          </a:prstGeom>
          <a:noFill/>
          <a:ln w="635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549" name="Shape 542"/>
          <p:cNvSpPr/>
          <p:nvPr/>
        </p:nvSpPr>
        <p:spPr>
          <a:xfrm>
            <a:off x="4513580" y="4932680"/>
            <a:ext cx="955040" cy="66040"/>
          </a:xfrm>
          <a:prstGeom prst="rect">
            <a:avLst/>
          </a:prstGeom>
          <a:solidFill>
            <a:srgbClr val="EF8C96"/>
          </a:solidFill>
          <a:ln/>
        </p:spPr>
      </p:sp>
      <p:sp>
        <p:nvSpPr>
          <p:cNvPr id="550" name="Shape 543"/>
          <p:cNvSpPr/>
          <p:nvPr/>
        </p:nvSpPr>
        <p:spPr>
          <a:xfrm>
            <a:off x="4508500" y="4965700"/>
            <a:ext cx="952500" cy="0"/>
          </a:xfrm>
          <a:prstGeom prst="line">
            <a:avLst/>
          </a:prstGeom>
          <a:noFill/>
          <a:ln w="635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551" name="Shape 544"/>
          <p:cNvSpPr/>
          <p:nvPr/>
        </p:nvSpPr>
        <p:spPr>
          <a:xfrm>
            <a:off x="3208020" y="5288280"/>
            <a:ext cx="318770" cy="66040"/>
          </a:xfrm>
          <a:prstGeom prst="rect">
            <a:avLst/>
          </a:prstGeom>
          <a:solidFill>
            <a:srgbClr val="EF8C96"/>
          </a:solidFill>
          <a:ln/>
        </p:spPr>
      </p:sp>
      <p:sp>
        <p:nvSpPr>
          <p:cNvPr id="552" name="Shape 545"/>
          <p:cNvSpPr/>
          <p:nvPr/>
        </p:nvSpPr>
        <p:spPr>
          <a:xfrm>
            <a:off x="3213100" y="5321300"/>
            <a:ext cx="317500" cy="0"/>
          </a:xfrm>
          <a:prstGeom prst="line">
            <a:avLst/>
          </a:prstGeom>
          <a:noFill/>
          <a:ln w="635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553" name="Shape 546"/>
          <p:cNvSpPr/>
          <p:nvPr/>
        </p:nvSpPr>
        <p:spPr>
          <a:xfrm>
            <a:off x="3815080" y="5288280"/>
            <a:ext cx="397510" cy="66040"/>
          </a:xfrm>
          <a:prstGeom prst="rect">
            <a:avLst/>
          </a:prstGeom>
          <a:solidFill>
            <a:srgbClr val="EF8C96"/>
          </a:solidFill>
          <a:ln/>
        </p:spPr>
      </p:sp>
      <p:sp>
        <p:nvSpPr>
          <p:cNvPr id="554" name="Shape 547"/>
          <p:cNvSpPr/>
          <p:nvPr/>
        </p:nvSpPr>
        <p:spPr>
          <a:xfrm>
            <a:off x="3810000" y="5321300"/>
            <a:ext cx="406400" cy="0"/>
          </a:xfrm>
          <a:prstGeom prst="line">
            <a:avLst/>
          </a:prstGeom>
          <a:noFill/>
          <a:ln w="635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555" name="Shape 548"/>
          <p:cNvSpPr/>
          <p:nvPr/>
        </p:nvSpPr>
        <p:spPr>
          <a:xfrm>
            <a:off x="4513580" y="5288280"/>
            <a:ext cx="955040" cy="66040"/>
          </a:xfrm>
          <a:prstGeom prst="rect">
            <a:avLst/>
          </a:prstGeom>
          <a:solidFill>
            <a:srgbClr val="EF8C96"/>
          </a:solidFill>
          <a:ln/>
        </p:spPr>
      </p:sp>
      <p:sp>
        <p:nvSpPr>
          <p:cNvPr id="556" name="Shape 549"/>
          <p:cNvSpPr/>
          <p:nvPr/>
        </p:nvSpPr>
        <p:spPr>
          <a:xfrm>
            <a:off x="4508500" y="5321300"/>
            <a:ext cx="952500" cy="0"/>
          </a:xfrm>
          <a:prstGeom prst="line">
            <a:avLst/>
          </a:prstGeom>
          <a:noFill/>
          <a:ln w="635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557" name="Shape 550"/>
          <p:cNvSpPr/>
          <p:nvPr/>
        </p:nvSpPr>
        <p:spPr>
          <a:xfrm>
            <a:off x="3858260" y="3738880"/>
            <a:ext cx="231140" cy="287020"/>
          </a:xfrm>
          <a:prstGeom prst="rect">
            <a:avLst/>
          </a:prstGeom>
          <a:solidFill>
            <a:srgbClr val="EF8C96"/>
          </a:solidFill>
          <a:ln/>
        </p:spPr>
      </p:sp>
      <p:pic>
        <p:nvPicPr>
          <p:cNvPr id="558" name="Image 5" descr="/home/ahmed/Projects/ai_llm_slides/videos/deep-learning/001_transformers_part1/recreated_pptx/build/assets/eq_kq_sqrt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56050" y="3803650"/>
            <a:ext cx="225555" cy="289563"/>
          </a:xfrm>
          <a:prstGeom prst="rect">
            <a:avLst/>
          </a:prstGeom>
        </p:spPr>
      </p:pic>
      <p:sp>
        <p:nvSpPr>
          <p:cNvPr id="559" name="Shape 551"/>
          <p:cNvSpPr/>
          <p:nvPr/>
        </p:nvSpPr>
        <p:spPr>
          <a:xfrm>
            <a:off x="4300220" y="4465320"/>
            <a:ext cx="119380" cy="533400"/>
          </a:xfrm>
          <a:prstGeom prst="rect">
            <a:avLst/>
          </a:prstGeom>
          <a:solidFill>
            <a:srgbClr val="E4D8F4"/>
          </a:solidFill>
          <a:ln/>
        </p:spPr>
      </p:sp>
      <p:pic>
        <p:nvPicPr>
          <p:cNvPr id="560" name="Image 6" descr="/home/ahmed/Projects/ai_llm_slides/videos/deep-learning/001_transformers_part1/recreated_pptx/build/assets/eq_softmax_pill_ro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8663" y="4391787"/>
            <a:ext cx="144631" cy="68153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978400" y="635000"/>
            <a:ext cx="889000" cy="279400"/>
          </a:xfrm>
          <a:prstGeom prst="roundRect">
            <a:avLst>
              <a:gd name="adj" fmla="val 13091"/>
            </a:avLst>
          </a:prstGeom>
          <a:solidFill>
            <a:srgbClr val="FFFFFF"/>
          </a:solidFill>
          <a:ln w="15875">
            <a:solidFill>
              <a:srgbClr val="2222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03800" y="666750"/>
            <a:ext cx="165100" cy="215900"/>
          </a:xfrm>
          <a:prstGeom prst="rect">
            <a:avLst/>
          </a:prstGeom>
          <a:solidFill>
            <a:srgbClr val="FCFFCB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73980" y="666750"/>
            <a:ext cx="165100" cy="215900"/>
          </a:xfrm>
          <a:prstGeom prst="rect">
            <a:avLst/>
          </a:prstGeom>
          <a:solidFill>
            <a:srgbClr val="F1FFDB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44160" y="666750"/>
            <a:ext cx="165100" cy="215900"/>
          </a:xfrm>
          <a:prstGeom prst="rect">
            <a:avLst/>
          </a:prstGeom>
          <a:solidFill>
            <a:srgbClr val="DFF0C8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514340" y="666750"/>
            <a:ext cx="165100" cy="2159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84520" y="666750"/>
            <a:ext cx="165100" cy="2159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83200" y="6858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00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905500" y="762000"/>
            <a:ext cx="330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1*d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441950" y="920750"/>
            <a:ext cx="0" cy="20320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4" name="Shape 12"/>
          <p:cNvSpPr/>
          <p:nvPr/>
        </p:nvSpPr>
        <p:spPr>
          <a:xfrm>
            <a:off x="2108200" y="1130300"/>
            <a:ext cx="6654800" cy="317500"/>
          </a:xfrm>
          <a:prstGeom prst="roundRect">
            <a:avLst>
              <a:gd name="adj" fmla="val 46944"/>
            </a:avLst>
          </a:prstGeom>
          <a:solidFill>
            <a:srgbClr val="F9FBBD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73500" y="1162050"/>
            <a:ext cx="924560" cy="254000"/>
          </a:xfrm>
          <a:prstGeom prst="rect">
            <a:avLst/>
          </a:prstGeom>
          <a:solidFill>
            <a:srgbClr val="BB4F07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23460" y="1162050"/>
            <a:ext cx="924560" cy="254000"/>
          </a:xfrm>
          <a:prstGeom prst="rect">
            <a:avLst/>
          </a:prstGeom>
          <a:solidFill>
            <a:srgbClr val="777C5C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73420" y="1162050"/>
            <a:ext cx="924560" cy="254000"/>
          </a:xfrm>
          <a:prstGeom prst="rect">
            <a:avLst/>
          </a:prstGeom>
          <a:solidFill>
            <a:srgbClr val="F2F208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23380" y="1162050"/>
            <a:ext cx="924560" cy="254000"/>
          </a:xfrm>
          <a:prstGeom prst="rect">
            <a:avLst/>
          </a:prstGeom>
          <a:solidFill>
            <a:srgbClr val="AAFF71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73340" y="1162050"/>
            <a:ext cx="924560" cy="254000"/>
          </a:xfrm>
          <a:prstGeom prst="rect">
            <a:avLst/>
          </a:prstGeom>
          <a:solidFill>
            <a:srgbClr val="F3DEBC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73500" y="1162050"/>
            <a:ext cx="924560" cy="254000"/>
          </a:xfrm>
          <a:prstGeom prst="rect">
            <a:avLst/>
          </a:prstGeom>
          <a:ln w="9525">
            <a:solidFill>
              <a:srgbClr val="8E3800"/>
            </a:solidFill>
            <a:prstDash val="sysDash"/>
          </a:ln>
        </p:spPr>
      </p:sp>
      <p:sp>
        <p:nvSpPr>
          <p:cNvPr id="21" name="Text 19"/>
          <p:cNvSpPr/>
          <p:nvPr/>
        </p:nvSpPr>
        <p:spPr>
          <a:xfrm>
            <a:off x="4208780" y="1181100"/>
            <a:ext cx="254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8E3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8E3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ctr" indent="0" marL="0">
              <a:buNone/>
            </a:pPr>
            <a:r>
              <a:rPr lang="en-US" sz="450" b="1" baseline="30000" dirty="0">
                <a:solidFill>
                  <a:srgbClr val="8E3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(t)</a:t>
            </a:r>
            <a:endParaRPr lang="en-US" sz="600" dirty="0"/>
          </a:p>
        </p:txBody>
      </p:sp>
      <p:sp>
        <p:nvSpPr>
          <p:cNvPr id="22" name="Shape 20"/>
          <p:cNvSpPr/>
          <p:nvPr/>
        </p:nvSpPr>
        <p:spPr>
          <a:xfrm>
            <a:off x="4823460" y="1162050"/>
            <a:ext cx="924560" cy="254000"/>
          </a:xfrm>
          <a:prstGeom prst="rect">
            <a:avLst/>
          </a:prstGeom>
          <a:ln w="9525">
            <a:solidFill>
              <a:srgbClr val="364B40"/>
            </a:solidFill>
            <a:prstDash val="sysDash"/>
          </a:ln>
        </p:spPr>
      </p:sp>
      <p:sp>
        <p:nvSpPr>
          <p:cNvPr id="23" name="Text 21"/>
          <p:cNvSpPr/>
          <p:nvPr/>
        </p:nvSpPr>
        <p:spPr>
          <a:xfrm>
            <a:off x="5158740" y="1181100"/>
            <a:ext cx="254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64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364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450" b="1" baseline="30000" dirty="0">
                <a:solidFill>
                  <a:srgbClr val="364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(t)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5773420" y="1162050"/>
            <a:ext cx="924560" cy="254000"/>
          </a:xfrm>
          <a:prstGeom prst="rect">
            <a:avLst/>
          </a:prstGeom>
          <a:ln w="9525">
            <a:solidFill>
              <a:srgbClr val="99C700"/>
            </a:solidFill>
            <a:prstDash val="sysDash"/>
          </a:ln>
        </p:spPr>
      </p:sp>
      <p:sp>
        <p:nvSpPr>
          <p:cNvPr id="25" name="Text 23"/>
          <p:cNvSpPr/>
          <p:nvPr/>
        </p:nvSpPr>
        <p:spPr>
          <a:xfrm>
            <a:off x="6108700" y="1181100"/>
            <a:ext cx="254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99C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99C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algn="ctr" indent="0" marL="0">
              <a:buNone/>
            </a:pPr>
            <a:r>
              <a:rPr lang="en-US" sz="450" b="1" baseline="30000" dirty="0">
                <a:solidFill>
                  <a:srgbClr val="99C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(t)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6723380" y="1162050"/>
            <a:ext cx="924560" cy="254000"/>
          </a:xfrm>
          <a:prstGeom prst="rect">
            <a:avLst/>
          </a:prstGeom>
          <a:ln w="9525">
            <a:solidFill>
              <a:srgbClr val="87EC61"/>
            </a:solidFill>
            <a:prstDash val="sysDash"/>
          </a:ln>
        </p:spPr>
      </p:sp>
      <p:sp>
        <p:nvSpPr>
          <p:cNvPr id="27" name="Text 25"/>
          <p:cNvSpPr/>
          <p:nvPr/>
        </p:nvSpPr>
        <p:spPr>
          <a:xfrm>
            <a:off x="7058660" y="1181100"/>
            <a:ext cx="254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87EC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87EC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pPr algn="ctr" indent="0" marL="0">
              <a:buNone/>
            </a:pPr>
            <a:r>
              <a:rPr lang="en-US" sz="450" b="1" baseline="30000" dirty="0">
                <a:solidFill>
                  <a:srgbClr val="87EC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(t)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7673340" y="1162050"/>
            <a:ext cx="924560" cy="254000"/>
          </a:xfrm>
          <a:prstGeom prst="rect">
            <a:avLst/>
          </a:prstGeom>
          <a:ln w="9525">
            <a:solidFill>
              <a:srgbClr val="B6B689"/>
            </a:solidFill>
            <a:prstDash val="sysDash"/>
          </a:ln>
        </p:spPr>
      </p:sp>
      <p:sp>
        <p:nvSpPr>
          <p:cNvPr id="29" name="Text 27"/>
          <p:cNvSpPr/>
          <p:nvPr/>
        </p:nvSpPr>
        <p:spPr>
          <a:xfrm>
            <a:off x="8008620" y="1181100"/>
            <a:ext cx="254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B6B6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B6B6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pPr algn="ctr" indent="0" marL="0">
              <a:buNone/>
            </a:pPr>
            <a:r>
              <a:rPr lang="en-US" sz="450" b="1" baseline="30000" dirty="0">
                <a:solidFill>
                  <a:srgbClr val="B6B6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(t)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2108200" y="1130300"/>
            <a:ext cx="6654800" cy="317500"/>
          </a:xfrm>
          <a:prstGeom prst="roundRect">
            <a:avLst>
              <a:gd name="adj" fmla="val 46944"/>
            </a:avLst>
          </a:prstGeom>
          <a:ln w="12700">
            <a:solidFill>
              <a:srgbClr val="3A3A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84400" y="1187450"/>
            <a:ext cx="17272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Concatenated Vector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403600" y="1276350"/>
            <a:ext cx="558800" cy="120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1·</a:t>
            </a:r>
            <a:pPr algn="l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5207000" y="1428750"/>
            <a:ext cx="0" cy="49530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34" name="Shape 32"/>
          <p:cNvSpPr/>
          <p:nvPr/>
        </p:nvSpPr>
        <p:spPr>
          <a:xfrm>
            <a:off x="5727700" y="1428750"/>
            <a:ext cx="0" cy="49530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35" name="Shape 33"/>
          <p:cNvSpPr/>
          <p:nvPr/>
        </p:nvSpPr>
        <p:spPr>
          <a:xfrm>
            <a:off x="6248400" y="1428750"/>
            <a:ext cx="0" cy="49530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36" name="Shape 34"/>
          <p:cNvSpPr/>
          <p:nvPr/>
        </p:nvSpPr>
        <p:spPr>
          <a:xfrm>
            <a:off x="6769100" y="1428750"/>
            <a:ext cx="0" cy="49530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37" name="Shape 35"/>
          <p:cNvSpPr/>
          <p:nvPr/>
        </p:nvSpPr>
        <p:spPr>
          <a:xfrm>
            <a:off x="7289800" y="1428750"/>
            <a:ext cx="0" cy="49530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38" name="Shape 36"/>
          <p:cNvSpPr/>
          <p:nvPr/>
        </p:nvSpPr>
        <p:spPr>
          <a:xfrm>
            <a:off x="2882900" y="1955800"/>
            <a:ext cx="6959600" cy="3048000"/>
          </a:xfrm>
          <a:prstGeom prst="roundRect">
            <a:avLst>
              <a:gd name="adj" fmla="val 1800"/>
            </a:avLst>
          </a:prstGeom>
          <a:solidFill>
            <a:srgbClr val="F7E2CD"/>
          </a:solidFill>
          <a:ln/>
        </p:spPr>
      </p:sp>
      <p:sp>
        <p:nvSpPr>
          <p:cNvPr id="39" name="Shape 37"/>
          <p:cNvSpPr/>
          <p:nvPr/>
        </p:nvSpPr>
        <p:spPr>
          <a:xfrm>
            <a:off x="2311400" y="2159000"/>
            <a:ext cx="6959600" cy="3136900"/>
          </a:xfrm>
          <a:prstGeom prst="roundRect">
            <a:avLst>
              <a:gd name="adj" fmla="val 1749"/>
            </a:avLst>
          </a:prstGeom>
          <a:solidFill>
            <a:srgbClr val="D4FFE5"/>
          </a:solidFill>
          <a:ln/>
        </p:spPr>
      </p:sp>
      <p:sp>
        <p:nvSpPr>
          <p:cNvPr id="40" name="Shape 38"/>
          <p:cNvSpPr/>
          <p:nvPr/>
        </p:nvSpPr>
        <p:spPr>
          <a:xfrm>
            <a:off x="1841500" y="2463800"/>
            <a:ext cx="6959600" cy="3175000"/>
          </a:xfrm>
          <a:prstGeom prst="roundRect">
            <a:avLst>
              <a:gd name="adj" fmla="val 1728"/>
            </a:avLst>
          </a:prstGeom>
          <a:solidFill>
            <a:srgbClr val="F8FF9A"/>
          </a:solidFill>
          <a:ln/>
        </p:spPr>
      </p:sp>
      <p:sp>
        <p:nvSpPr>
          <p:cNvPr id="41" name="Shape 39"/>
          <p:cNvSpPr/>
          <p:nvPr/>
        </p:nvSpPr>
        <p:spPr>
          <a:xfrm>
            <a:off x="1231900" y="2717800"/>
            <a:ext cx="6959600" cy="3251200"/>
          </a:xfrm>
          <a:prstGeom prst="roundRect">
            <a:avLst>
              <a:gd name="adj" fmla="val 1688"/>
            </a:avLst>
          </a:prstGeom>
          <a:solidFill>
            <a:srgbClr val="C5C1F4"/>
          </a:solidFill>
          <a:ln/>
        </p:spPr>
      </p:sp>
      <p:sp>
        <p:nvSpPr>
          <p:cNvPr id="42" name="Shape 40"/>
          <p:cNvSpPr/>
          <p:nvPr/>
        </p:nvSpPr>
        <p:spPr>
          <a:xfrm>
            <a:off x="622300" y="2997200"/>
            <a:ext cx="6959600" cy="3200400"/>
          </a:xfrm>
          <a:prstGeom prst="roundRect">
            <a:avLst>
              <a:gd name="adj" fmla="val 1714"/>
            </a:avLst>
          </a:prstGeom>
          <a:solidFill>
            <a:srgbClr val="EF8C96"/>
          </a:solidFill>
          <a:ln/>
        </p:spPr>
      </p:sp>
      <p:sp>
        <p:nvSpPr>
          <p:cNvPr id="43" name="Shape 41"/>
          <p:cNvSpPr/>
          <p:nvPr/>
        </p:nvSpPr>
        <p:spPr>
          <a:xfrm>
            <a:off x="9512300" y="1371600"/>
            <a:ext cx="2133600" cy="787400"/>
          </a:xfrm>
          <a:prstGeom prst="roundRect">
            <a:avLst>
              <a:gd name="adj" fmla="val 6968"/>
            </a:avLst>
          </a:prstGeom>
          <a:solidFill>
            <a:srgbClr val="FFFFFF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9626600" y="1447800"/>
            <a:ext cx="96520" cy="165100"/>
          </a:xfrm>
          <a:prstGeom prst="rect">
            <a:avLst/>
          </a:prstGeom>
          <a:solidFill>
            <a:srgbClr val="CCE5BE"/>
          </a:solidFill>
          <a:ln w="6350">
            <a:solidFill>
              <a:srgbClr val="B8B4C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723120" y="1447800"/>
            <a:ext cx="96520" cy="165100"/>
          </a:xfrm>
          <a:prstGeom prst="rect">
            <a:avLst/>
          </a:prstGeom>
          <a:solidFill>
            <a:srgbClr val="D6D2B2"/>
          </a:solidFill>
          <a:ln w="6350">
            <a:solidFill>
              <a:srgbClr val="B8B4C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819640" y="1447800"/>
            <a:ext cx="96520" cy="165100"/>
          </a:xfrm>
          <a:prstGeom prst="rect">
            <a:avLst/>
          </a:prstGeom>
          <a:solidFill>
            <a:srgbClr val="CFC3A4"/>
          </a:solidFill>
          <a:ln w="6350">
            <a:solidFill>
              <a:srgbClr val="B8B4C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916160" y="1447800"/>
            <a:ext cx="96520" cy="165100"/>
          </a:xfrm>
          <a:prstGeom prst="rect">
            <a:avLst/>
          </a:prstGeom>
          <a:solidFill>
            <a:srgbClr val="E4D8DE"/>
          </a:solidFill>
          <a:ln w="6350">
            <a:solidFill>
              <a:srgbClr val="B8B4C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012680" y="1447800"/>
            <a:ext cx="96520" cy="165100"/>
          </a:xfrm>
          <a:prstGeom prst="rect">
            <a:avLst/>
          </a:prstGeom>
          <a:solidFill>
            <a:srgbClr val="F0DCEE"/>
          </a:solidFill>
          <a:ln w="6350">
            <a:solidFill>
              <a:srgbClr val="B8B4C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223500" y="1422400"/>
            <a:ext cx="444500" cy="444500"/>
          </a:xfrm>
          <a:prstGeom prst="rect">
            <a:avLst/>
          </a:prstGeom>
          <a:solidFill>
            <a:srgbClr val="FBF8DC"/>
          </a:solidFill>
          <a:ln w="9525">
            <a:solidFill>
              <a:srgbClr val="6A6A5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274300" y="142240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10693400" y="1549400"/>
            <a:ext cx="177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10883900" y="1574800"/>
            <a:ext cx="91440" cy="165100"/>
          </a:xfrm>
          <a:prstGeom prst="rect">
            <a:avLst/>
          </a:prstGeom>
          <a:solidFill>
            <a:srgbClr val="FCF8D6"/>
          </a:solidFill>
          <a:ln w="6350">
            <a:solidFill>
              <a:srgbClr val="B8B4C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975340" y="1574800"/>
            <a:ext cx="91440" cy="165100"/>
          </a:xfrm>
          <a:prstGeom prst="rect">
            <a:avLst/>
          </a:prstGeom>
          <a:solidFill>
            <a:srgbClr val="EAF2DE"/>
          </a:solidFill>
          <a:ln w="6350">
            <a:solidFill>
              <a:srgbClr val="B8B4C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1066780" y="1574800"/>
            <a:ext cx="91440" cy="165100"/>
          </a:xfrm>
          <a:prstGeom prst="rect">
            <a:avLst/>
          </a:prstGeom>
          <a:solidFill>
            <a:srgbClr val="F4E4D2"/>
          </a:solidFill>
          <a:ln w="6350">
            <a:solidFill>
              <a:srgbClr val="B8B4C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158220" y="1574800"/>
            <a:ext cx="91440" cy="165100"/>
          </a:xfrm>
          <a:prstGeom prst="rect">
            <a:avLst/>
          </a:prstGeom>
          <a:solidFill>
            <a:srgbClr val="E2DAE6"/>
          </a:solidFill>
          <a:ln w="6350">
            <a:solidFill>
              <a:srgbClr val="B8B4C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249660" y="1574800"/>
            <a:ext cx="91440" cy="165100"/>
          </a:xfrm>
          <a:prstGeom prst="rect">
            <a:avLst/>
          </a:prstGeom>
          <a:solidFill>
            <a:srgbClr val="CCC6BA"/>
          </a:solidFill>
          <a:ln w="6350">
            <a:solidFill>
              <a:srgbClr val="B8B4C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804400" y="1625600"/>
            <a:ext cx="533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1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1×d/H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10871200" y="1752600"/>
            <a:ext cx="533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1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1×d/H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10541000" y="1854200"/>
            <a:ext cx="58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d/H×d/H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9702800" y="1993900"/>
            <a:ext cx="215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: Embedding Length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2527300" y="3054350"/>
            <a:ext cx="5588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527300" y="3054350"/>
            <a:ext cx="558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63" name="Shape 61"/>
          <p:cNvSpPr/>
          <p:nvPr/>
        </p:nvSpPr>
        <p:spPr>
          <a:xfrm>
            <a:off x="5346700" y="3054350"/>
            <a:ext cx="8001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346700" y="3054350"/>
            <a:ext cx="800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65" name="Shape 63"/>
          <p:cNvSpPr/>
          <p:nvPr/>
        </p:nvSpPr>
        <p:spPr>
          <a:xfrm>
            <a:off x="7068820" y="3070225"/>
            <a:ext cx="381000" cy="18415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66" name="Text 64"/>
          <p:cNvSpPr/>
          <p:nvPr/>
        </p:nvSpPr>
        <p:spPr>
          <a:xfrm>
            <a:off x="7068820" y="3070225"/>
            <a:ext cx="38100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h=1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3086100" y="2794000"/>
            <a:ext cx="5588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086100" y="2794000"/>
            <a:ext cx="558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69" name="Shape 67"/>
          <p:cNvSpPr/>
          <p:nvPr/>
        </p:nvSpPr>
        <p:spPr>
          <a:xfrm>
            <a:off x="5905500" y="2794000"/>
            <a:ext cx="8001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905500" y="2794000"/>
            <a:ext cx="800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71" name="Shape 69"/>
          <p:cNvSpPr/>
          <p:nvPr/>
        </p:nvSpPr>
        <p:spPr>
          <a:xfrm>
            <a:off x="7744460" y="2789555"/>
            <a:ext cx="381000" cy="18415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72" name="Text 70"/>
          <p:cNvSpPr/>
          <p:nvPr/>
        </p:nvSpPr>
        <p:spPr>
          <a:xfrm>
            <a:off x="7744460" y="2789555"/>
            <a:ext cx="38100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h=2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3644900" y="2533650"/>
            <a:ext cx="5588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644900" y="2533650"/>
            <a:ext cx="558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75" name="Shape 73"/>
          <p:cNvSpPr/>
          <p:nvPr/>
        </p:nvSpPr>
        <p:spPr>
          <a:xfrm>
            <a:off x="6464300" y="2533650"/>
            <a:ext cx="8001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464300" y="2533650"/>
            <a:ext cx="800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77" name="Shape 75"/>
          <p:cNvSpPr/>
          <p:nvPr/>
        </p:nvSpPr>
        <p:spPr>
          <a:xfrm>
            <a:off x="8268970" y="2510155"/>
            <a:ext cx="381000" cy="18415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78" name="Text 76"/>
          <p:cNvSpPr/>
          <p:nvPr/>
        </p:nvSpPr>
        <p:spPr>
          <a:xfrm>
            <a:off x="8268970" y="2510155"/>
            <a:ext cx="38100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h=3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4203700" y="2273300"/>
            <a:ext cx="5588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203700" y="2273300"/>
            <a:ext cx="558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81" name="Shape 79"/>
          <p:cNvSpPr/>
          <p:nvPr/>
        </p:nvSpPr>
        <p:spPr>
          <a:xfrm>
            <a:off x="7023100" y="2273300"/>
            <a:ext cx="8001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023100" y="2273300"/>
            <a:ext cx="800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83" name="Shape 81"/>
          <p:cNvSpPr/>
          <p:nvPr/>
        </p:nvSpPr>
        <p:spPr>
          <a:xfrm>
            <a:off x="8825230" y="2270125"/>
            <a:ext cx="381000" cy="18415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84" name="Text 82"/>
          <p:cNvSpPr/>
          <p:nvPr/>
        </p:nvSpPr>
        <p:spPr>
          <a:xfrm>
            <a:off x="8825230" y="2270125"/>
            <a:ext cx="38100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h=4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4762500" y="2012950"/>
            <a:ext cx="5588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762500" y="2012950"/>
            <a:ext cx="558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87" name="Shape 85"/>
          <p:cNvSpPr/>
          <p:nvPr/>
        </p:nvSpPr>
        <p:spPr>
          <a:xfrm>
            <a:off x="7581900" y="2012950"/>
            <a:ext cx="8001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581900" y="2012950"/>
            <a:ext cx="800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89" name="Shape 87"/>
          <p:cNvSpPr/>
          <p:nvPr/>
        </p:nvSpPr>
        <p:spPr>
          <a:xfrm>
            <a:off x="9385300" y="2028825"/>
            <a:ext cx="381000" cy="18415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90" name="Text 88"/>
          <p:cNvSpPr/>
          <p:nvPr/>
        </p:nvSpPr>
        <p:spPr>
          <a:xfrm>
            <a:off x="9385300" y="2028825"/>
            <a:ext cx="38100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h=5</a:t>
            </a:r>
            <a:endParaRPr lang="en-US" sz="700" dirty="0"/>
          </a:p>
        </p:txBody>
      </p:sp>
      <p:sp>
        <p:nvSpPr>
          <p:cNvPr id="91" name="Shape 89"/>
          <p:cNvSpPr/>
          <p:nvPr/>
        </p:nvSpPr>
        <p:spPr>
          <a:xfrm>
            <a:off x="3644900" y="2692400"/>
            <a:ext cx="1016000" cy="355600"/>
          </a:xfrm>
          <a:prstGeom prst="ellipse">
            <a:avLst/>
          </a:prstGeom>
          <a:solidFill>
            <a:srgbClr val="C4C2F4"/>
          </a:solidFill>
          <a:ln w="9525">
            <a:solidFill>
              <a:srgbClr val="C9B8B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3644900" y="2692400"/>
            <a:ext cx="101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600" dirty="0"/>
          </a:p>
        </p:txBody>
      </p:sp>
      <p:sp>
        <p:nvSpPr>
          <p:cNvPr id="93" name="Shape 91"/>
          <p:cNvSpPr/>
          <p:nvPr/>
        </p:nvSpPr>
        <p:spPr>
          <a:xfrm>
            <a:off x="4800600" y="2616200"/>
            <a:ext cx="939800" cy="203200"/>
          </a:xfrm>
          <a:prstGeom prst="rect">
            <a:avLst/>
          </a:prstGeom>
          <a:solidFill>
            <a:srgbClr val="A0400E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94" name="Shape 92"/>
          <p:cNvSpPr/>
          <p:nvPr/>
        </p:nvSpPr>
        <p:spPr>
          <a:xfrm>
            <a:off x="4988560" y="2628900"/>
            <a:ext cx="0" cy="1778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176520" y="2628900"/>
            <a:ext cx="0" cy="1778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364480" y="2628900"/>
            <a:ext cx="0" cy="1778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552440" y="2628900"/>
            <a:ext cx="0" cy="1778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800600" y="2616200"/>
            <a:ext cx="939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00" dirty="0"/>
          </a:p>
        </p:txBody>
      </p:sp>
      <p:sp>
        <p:nvSpPr>
          <p:cNvPr id="99" name="Shape 97"/>
          <p:cNvSpPr/>
          <p:nvPr/>
        </p:nvSpPr>
        <p:spPr>
          <a:xfrm>
            <a:off x="5372100" y="2336800"/>
            <a:ext cx="939800" cy="203200"/>
          </a:xfrm>
          <a:prstGeom prst="rect">
            <a:avLst/>
          </a:prstGeom>
          <a:solidFill>
            <a:srgbClr val="4A4A4A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100" name="Shape 98"/>
          <p:cNvSpPr/>
          <p:nvPr/>
        </p:nvSpPr>
        <p:spPr>
          <a:xfrm>
            <a:off x="5560060" y="2349500"/>
            <a:ext cx="0" cy="1778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5748020" y="2349500"/>
            <a:ext cx="0" cy="1778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5935980" y="2349500"/>
            <a:ext cx="0" cy="1778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123940" y="2349500"/>
            <a:ext cx="0" cy="1778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5372100" y="2336800"/>
            <a:ext cx="939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00" dirty="0"/>
          </a:p>
        </p:txBody>
      </p:sp>
      <p:sp>
        <p:nvSpPr>
          <p:cNvPr id="105" name="Shape 103"/>
          <p:cNvSpPr/>
          <p:nvPr/>
        </p:nvSpPr>
        <p:spPr>
          <a:xfrm>
            <a:off x="5956300" y="2070100"/>
            <a:ext cx="939800" cy="203200"/>
          </a:xfrm>
          <a:prstGeom prst="rect">
            <a:avLst/>
          </a:prstGeom>
          <a:solidFill>
            <a:srgbClr val="E0DC1E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106" name="Shape 104"/>
          <p:cNvSpPr/>
          <p:nvPr/>
        </p:nvSpPr>
        <p:spPr>
          <a:xfrm>
            <a:off x="6144260" y="2082800"/>
            <a:ext cx="0" cy="1778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332220" y="2082800"/>
            <a:ext cx="0" cy="1778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520180" y="2082800"/>
            <a:ext cx="0" cy="1778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6708140" y="2082800"/>
            <a:ext cx="0" cy="1778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956300" y="2070100"/>
            <a:ext cx="939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" dirty="0"/>
          </a:p>
        </p:txBody>
      </p:sp>
      <p:sp>
        <p:nvSpPr>
          <p:cNvPr id="111" name="Shape 109"/>
          <p:cNvSpPr/>
          <p:nvPr/>
        </p:nvSpPr>
        <p:spPr>
          <a:xfrm>
            <a:off x="6502400" y="1816100"/>
            <a:ext cx="939800" cy="203200"/>
          </a:xfrm>
          <a:prstGeom prst="rect">
            <a:avLst/>
          </a:prstGeom>
          <a:solidFill>
            <a:srgbClr val="8ED08A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112" name="Shape 110"/>
          <p:cNvSpPr/>
          <p:nvPr/>
        </p:nvSpPr>
        <p:spPr>
          <a:xfrm>
            <a:off x="6690360" y="1828800"/>
            <a:ext cx="0" cy="1778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6878320" y="1828800"/>
            <a:ext cx="0" cy="1778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7066280" y="1828800"/>
            <a:ext cx="0" cy="1778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7254240" y="1828800"/>
            <a:ext cx="0" cy="1778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6502400" y="1816100"/>
            <a:ext cx="939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00" dirty="0"/>
          </a:p>
        </p:txBody>
      </p:sp>
      <p:sp>
        <p:nvSpPr>
          <p:cNvPr id="117" name="Shape 115"/>
          <p:cNvSpPr/>
          <p:nvPr/>
        </p:nvSpPr>
        <p:spPr>
          <a:xfrm>
            <a:off x="7010400" y="1574800"/>
            <a:ext cx="939800" cy="203200"/>
          </a:xfrm>
          <a:prstGeom prst="rect">
            <a:avLst/>
          </a:prstGeom>
          <a:solidFill>
            <a:srgbClr val="F0D8A8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118" name="Shape 116"/>
          <p:cNvSpPr/>
          <p:nvPr/>
        </p:nvSpPr>
        <p:spPr>
          <a:xfrm>
            <a:off x="7198360" y="1587500"/>
            <a:ext cx="0" cy="1778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7386320" y="1587500"/>
            <a:ext cx="0" cy="1778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7574280" y="1587500"/>
            <a:ext cx="0" cy="1778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7762240" y="1587500"/>
            <a:ext cx="0" cy="1778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7010400" y="1574800"/>
            <a:ext cx="939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600" dirty="0"/>
          </a:p>
        </p:txBody>
      </p:sp>
      <p:sp>
        <p:nvSpPr>
          <p:cNvPr id="123" name="Shape 121"/>
          <p:cNvSpPr/>
          <p:nvPr/>
        </p:nvSpPr>
        <p:spPr>
          <a:xfrm>
            <a:off x="6388100" y="1422400"/>
            <a:ext cx="0" cy="2667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24" name="Shape 122"/>
          <p:cNvSpPr/>
          <p:nvPr/>
        </p:nvSpPr>
        <p:spPr>
          <a:xfrm>
            <a:off x="6946900" y="1435100"/>
            <a:ext cx="0" cy="2286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25" name="Shape 123"/>
          <p:cNvSpPr/>
          <p:nvPr/>
        </p:nvSpPr>
        <p:spPr>
          <a:xfrm>
            <a:off x="7480300" y="1422400"/>
            <a:ext cx="0" cy="2413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26" name="Shape 124"/>
          <p:cNvSpPr/>
          <p:nvPr/>
        </p:nvSpPr>
        <p:spPr>
          <a:xfrm>
            <a:off x="6946900" y="2057400"/>
            <a:ext cx="0" cy="1143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27" name="Shape 125"/>
          <p:cNvSpPr/>
          <p:nvPr/>
        </p:nvSpPr>
        <p:spPr>
          <a:xfrm>
            <a:off x="6388100" y="2286000"/>
            <a:ext cx="0" cy="1778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28" name="Text 126"/>
          <p:cNvSpPr/>
          <p:nvPr/>
        </p:nvSpPr>
        <p:spPr>
          <a:xfrm>
            <a:off x="7950200" y="1663700"/>
            <a:ext cx="558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1×d/</a:t>
            </a:r>
            <a:pPr algn="ctr" indent="0" marL="0">
              <a:buNone/>
            </a:pPr>
            <a:r>
              <a:rPr lang="en-US" sz="700" b="1" dirty="0">
                <a:solidFill>
                  <a:srgbClr val="1F1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700" dirty="0"/>
          </a:p>
        </p:txBody>
      </p:sp>
      <p:sp>
        <p:nvSpPr>
          <p:cNvPr id="129" name="Text 127"/>
          <p:cNvSpPr/>
          <p:nvPr/>
        </p:nvSpPr>
        <p:spPr>
          <a:xfrm>
            <a:off x="7264400" y="1790700"/>
            <a:ext cx="533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1×d/</a:t>
            </a:r>
            <a:pPr algn="ctr" indent="0" marL="0">
              <a:buNone/>
            </a:pPr>
            <a:r>
              <a:rPr lang="en-US" sz="700" b="1" dirty="0">
                <a:solidFill>
                  <a:srgbClr val="1F1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700" dirty="0"/>
          </a:p>
        </p:txBody>
      </p:sp>
      <p:sp>
        <p:nvSpPr>
          <p:cNvPr id="130" name="Shape 128"/>
          <p:cNvSpPr/>
          <p:nvPr/>
        </p:nvSpPr>
        <p:spPr>
          <a:xfrm>
            <a:off x="1079500" y="3556000"/>
            <a:ext cx="457200" cy="1574800"/>
          </a:xfrm>
          <a:prstGeom prst="roundRect">
            <a:avLst>
              <a:gd name="adj" fmla="val 10000"/>
            </a:avLst>
          </a:prstGeom>
          <a:solidFill>
            <a:srgbClr val="F3F3F0"/>
          </a:solidFill>
          <a:ln w="15875">
            <a:solidFill>
              <a:srgbClr val="2E8B57"/>
            </a:solidFill>
            <a:prstDash val="dash"/>
          </a:ln>
        </p:spPr>
      </p:sp>
      <p:sp>
        <p:nvSpPr>
          <p:cNvPr id="131" name="Shape 129"/>
          <p:cNvSpPr/>
          <p:nvPr/>
        </p:nvSpPr>
        <p:spPr>
          <a:xfrm>
            <a:off x="1104900" y="3632200"/>
            <a:ext cx="190500" cy="2794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1104900" y="3632200"/>
            <a:ext cx="190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133" name="Shape 131"/>
          <p:cNvSpPr/>
          <p:nvPr/>
        </p:nvSpPr>
        <p:spPr>
          <a:xfrm>
            <a:off x="1314450" y="3676650"/>
            <a:ext cx="55880" cy="1905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1374140" y="3676650"/>
            <a:ext cx="55880" cy="1905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1433830" y="3676650"/>
            <a:ext cx="55880" cy="1905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1498600" y="3771900"/>
            <a:ext cx="1143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137" name="Shape 135"/>
          <p:cNvSpPr/>
          <p:nvPr/>
        </p:nvSpPr>
        <p:spPr>
          <a:xfrm>
            <a:off x="1536700" y="3651250"/>
            <a:ext cx="304800" cy="241300"/>
          </a:xfrm>
          <a:prstGeom prst="rect">
            <a:avLst/>
          </a:prstGeom>
          <a:solidFill>
            <a:srgbClr val="F0FFF0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1536700" y="36512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550" dirty="0"/>
          </a:p>
        </p:txBody>
      </p:sp>
      <p:sp>
        <p:nvSpPr>
          <p:cNvPr id="139" name="Shape 137"/>
          <p:cNvSpPr/>
          <p:nvPr/>
        </p:nvSpPr>
        <p:spPr>
          <a:xfrm>
            <a:off x="1892300" y="3676650"/>
            <a:ext cx="120650" cy="1905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2012950" y="3676650"/>
            <a:ext cx="120650" cy="1905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2133600" y="3676650"/>
            <a:ext cx="120650" cy="1905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2159000" y="3517900"/>
            <a:ext cx="2032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00" dirty="0"/>
          </a:p>
        </p:txBody>
      </p:sp>
      <p:sp>
        <p:nvSpPr>
          <p:cNvPr id="143" name="Shape 141"/>
          <p:cNvSpPr/>
          <p:nvPr/>
        </p:nvSpPr>
        <p:spPr>
          <a:xfrm>
            <a:off x="2273300" y="3771900"/>
            <a:ext cx="5969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144" name="Shape 142"/>
          <p:cNvSpPr/>
          <p:nvPr/>
        </p:nvSpPr>
        <p:spPr>
          <a:xfrm>
            <a:off x="1104900" y="3987800"/>
            <a:ext cx="190500" cy="2794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1104900" y="3987800"/>
            <a:ext cx="190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146" name="Shape 144"/>
          <p:cNvSpPr/>
          <p:nvPr/>
        </p:nvSpPr>
        <p:spPr>
          <a:xfrm>
            <a:off x="1314450" y="4032250"/>
            <a:ext cx="55880" cy="1905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1374140" y="4032250"/>
            <a:ext cx="55880" cy="1905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1433830" y="4032250"/>
            <a:ext cx="55880" cy="1905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1498600" y="4127500"/>
            <a:ext cx="1143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150" name="Shape 148"/>
          <p:cNvSpPr/>
          <p:nvPr/>
        </p:nvSpPr>
        <p:spPr>
          <a:xfrm>
            <a:off x="1536700" y="4006850"/>
            <a:ext cx="304800" cy="241300"/>
          </a:xfrm>
          <a:prstGeom prst="rect">
            <a:avLst/>
          </a:prstGeom>
          <a:solidFill>
            <a:srgbClr val="F0FFF0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1536700" y="40068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550" dirty="0"/>
          </a:p>
        </p:txBody>
      </p:sp>
      <p:sp>
        <p:nvSpPr>
          <p:cNvPr id="152" name="Shape 150"/>
          <p:cNvSpPr/>
          <p:nvPr/>
        </p:nvSpPr>
        <p:spPr>
          <a:xfrm>
            <a:off x="1892300" y="4032250"/>
            <a:ext cx="120650" cy="1905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2012950" y="4032250"/>
            <a:ext cx="120650" cy="1905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2133600" y="4032250"/>
            <a:ext cx="120650" cy="1905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2159000" y="3873500"/>
            <a:ext cx="2032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" dirty="0"/>
          </a:p>
        </p:txBody>
      </p:sp>
      <p:sp>
        <p:nvSpPr>
          <p:cNvPr id="156" name="Shape 154"/>
          <p:cNvSpPr/>
          <p:nvPr/>
        </p:nvSpPr>
        <p:spPr>
          <a:xfrm>
            <a:off x="2273300" y="4127500"/>
            <a:ext cx="4445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157" name="Shape 155"/>
          <p:cNvSpPr/>
          <p:nvPr/>
        </p:nvSpPr>
        <p:spPr>
          <a:xfrm>
            <a:off x="1104900" y="4343400"/>
            <a:ext cx="190500" cy="2794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1104900" y="4343400"/>
            <a:ext cx="190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159" name="Shape 157"/>
          <p:cNvSpPr/>
          <p:nvPr/>
        </p:nvSpPr>
        <p:spPr>
          <a:xfrm>
            <a:off x="1314450" y="4387850"/>
            <a:ext cx="55880" cy="1905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1374140" y="4387850"/>
            <a:ext cx="55880" cy="1905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1433830" y="4387850"/>
            <a:ext cx="55880" cy="1905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1498600" y="4483100"/>
            <a:ext cx="1143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163" name="Shape 161"/>
          <p:cNvSpPr/>
          <p:nvPr/>
        </p:nvSpPr>
        <p:spPr>
          <a:xfrm>
            <a:off x="1536700" y="4362450"/>
            <a:ext cx="304800" cy="241300"/>
          </a:xfrm>
          <a:prstGeom prst="rect">
            <a:avLst/>
          </a:prstGeom>
          <a:solidFill>
            <a:srgbClr val="F0FFF0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1536700" y="43624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550" dirty="0"/>
          </a:p>
        </p:txBody>
      </p:sp>
      <p:sp>
        <p:nvSpPr>
          <p:cNvPr id="165" name="Shape 163"/>
          <p:cNvSpPr/>
          <p:nvPr/>
        </p:nvSpPr>
        <p:spPr>
          <a:xfrm>
            <a:off x="1892300" y="4387850"/>
            <a:ext cx="120650" cy="1905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2012950" y="4387850"/>
            <a:ext cx="120650" cy="1905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2133600" y="4387850"/>
            <a:ext cx="120650" cy="1905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2159000" y="4229100"/>
            <a:ext cx="2032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00" dirty="0"/>
          </a:p>
        </p:txBody>
      </p:sp>
      <p:sp>
        <p:nvSpPr>
          <p:cNvPr id="169" name="Shape 167"/>
          <p:cNvSpPr/>
          <p:nvPr/>
        </p:nvSpPr>
        <p:spPr>
          <a:xfrm>
            <a:off x="2273300" y="4483100"/>
            <a:ext cx="3175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170" name="Shape 168"/>
          <p:cNvSpPr/>
          <p:nvPr/>
        </p:nvSpPr>
        <p:spPr>
          <a:xfrm>
            <a:off x="1104900" y="4699000"/>
            <a:ext cx="190500" cy="2794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1104900" y="4699000"/>
            <a:ext cx="190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172" name="Shape 170"/>
          <p:cNvSpPr/>
          <p:nvPr/>
        </p:nvSpPr>
        <p:spPr>
          <a:xfrm>
            <a:off x="1314450" y="4743450"/>
            <a:ext cx="55880" cy="1905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1374140" y="4743450"/>
            <a:ext cx="55880" cy="1905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1433830" y="4743450"/>
            <a:ext cx="55880" cy="1905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1498600" y="4838700"/>
            <a:ext cx="1143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176" name="Shape 174"/>
          <p:cNvSpPr/>
          <p:nvPr/>
        </p:nvSpPr>
        <p:spPr>
          <a:xfrm>
            <a:off x="1536700" y="4718050"/>
            <a:ext cx="304800" cy="241300"/>
          </a:xfrm>
          <a:prstGeom prst="rect">
            <a:avLst/>
          </a:prstGeom>
          <a:solidFill>
            <a:srgbClr val="F0FFF0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1536700" y="47180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550" dirty="0"/>
          </a:p>
        </p:txBody>
      </p:sp>
      <p:sp>
        <p:nvSpPr>
          <p:cNvPr id="178" name="Shape 176"/>
          <p:cNvSpPr/>
          <p:nvPr/>
        </p:nvSpPr>
        <p:spPr>
          <a:xfrm>
            <a:off x="1892300" y="4743450"/>
            <a:ext cx="120650" cy="1905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2012950" y="4743450"/>
            <a:ext cx="120650" cy="1905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2133600" y="4743450"/>
            <a:ext cx="120650" cy="1905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2159000" y="4584700"/>
            <a:ext cx="2032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00" dirty="0"/>
          </a:p>
        </p:txBody>
      </p:sp>
      <p:sp>
        <p:nvSpPr>
          <p:cNvPr id="182" name="Shape 180"/>
          <p:cNvSpPr/>
          <p:nvPr/>
        </p:nvSpPr>
        <p:spPr>
          <a:xfrm>
            <a:off x="2273300" y="4838700"/>
            <a:ext cx="2159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183" name="Shape 181"/>
          <p:cNvSpPr/>
          <p:nvPr/>
        </p:nvSpPr>
        <p:spPr>
          <a:xfrm>
            <a:off x="2387600" y="3340100"/>
            <a:ext cx="736600" cy="1778000"/>
          </a:xfrm>
          <a:prstGeom prst="rect">
            <a:avLst/>
          </a:prstGeom>
          <a:solidFill>
            <a:srgbClr val="D8C0A8"/>
          </a:solidFill>
          <a:ln w="12700">
            <a:solidFill>
              <a:srgbClr val="8A6A48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2387600" y="3365500"/>
            <a:ext cx="7366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650" b="1" dirty="0">
                <a:solidFill>
                  <a:srgbClr val="5C2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</a:t>
            </a:r>
            <a:endParaRPr lang="en-US" sz="650" dirty="0"/>
          </a:p>
          <a:p>
            <a:pPr algn="ctr" indent="0" marL="0">
              <a:lnSpc>
                <a:spcPts val="700"/>
              </a:lnSpc>
              <a:buNone/>
            </a:pPr>
            <a:r>
              <a:rPr lang="en-US" sz="650" b="1" dirty="0">
                <a:solidFill>
                  <a:srgbClr val="5C2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650" dirty="0"/>
          </a:p>
        </p:txBody>
      </p:sp>
      <p:sp>
        <p:nvSpPr>
          <p:cNvPr id="185" name="Shape 183"/>
          <p:cNvSpPr/>
          <p:nvPr/>
        </p:nvSpPr>
        <p:spPr>
          <a:xfrm>
            <a:off x="2755900" y="5080000"/>
            <a:ext cx="-203200" cy="-190500"/>
          </a:xfrm>
          <a:prstGeom prst="line">
            <a:avLst/>
          </a:prstGeom>
          <a:noFill/>
          <a:ln w="1143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186" name="Shape 184"/>
          <p:cNvSpPr/>
          <p:nvPr/>
        </p:nvSpPr>
        <p:spPr>
          <a:xfrm>
            <a:off x="2489200" y="4775200"/>
            <a:ext cx="127000" cy="127000"/>
          </a:xfrm>
          <a:prstGeom prst="ellipse">
            <a:avLst/>
          </a:prstGeom>
          <a:solidFill>
            <a:srgbClr val="BFE0F0"/>
          </a:solidFill>
          <a:ln w="12700">
            <a:solidFill>
              <a:srgbClr val="5A8AC8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2527300" y="4813300"/>
            <a:ext cx="50800" cy="50800"/>
          </a:xfrm>
          <a:prstGeom prst="ellipse">
            <a:avLst/>
          </a:prstGeom>
          <a:solidFill>
            <a:srgbClr val="1F2A5C"/>
          </a:solidFill>
          <a:ln/>
        </p:spPr>
      </p:sp>
      <p:sp>
        <p:nvSpPr>
          <p:cNvPr id="188" name="Shape 186"/>
          <p:cNvSpPr/>
          <p:nvPr/>
        </p:nvSpPr>
        <p:spPr>
          <a:xfrm>
            <a:off x="2755900" y="5080000"/>
            <a:ext cx="-101600" cy="-546100"/>
          </a:xfrm>
          <a:prstGeom prst="line">
            <a:avLst/>
          </a:prstGeom>
          <a:noFill/>
          <a:ln w="1143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189" name="Shape 187"/>
          <p:cNvSpPr/>
          <p:nvPr/>
        </p:nvSpPr>
        <p:spPr>
          <a:xfrm>
            <a:off x="2590800" y="4419600"/>
            <a:ext cx="127000" cy="127000"/>
          </a:xfrm>
          <a:prstGeom prst="ellipse">
            <a:avLst/>
          </a:prstGeom>
          <a:solidFill>
            <a:srgbClr val="BFE0F0"/>
          </a:solidFill>
          <a:ln w="12700">
            <a:solidFill>
              <a:srgbClr val="5A8AC8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2628900" y="4457700"/>
            <a:ext cx="50800" cy="50800"/>
          </a:xfrm>
          <a:prstGeom prst="ellipse">
            <a:avLst/>
          </a:prstGeom>
          <a:solidFill>
            <a:srgbClr val="1F2A5C"/>
          </a:solidFill>
          <a:ln/>
        </p:spPr>
      </p:sp>
      <p:sp>
        <p:nvSpPr>
          <p:cNvPr id="191" name="Shape 189"/>
          <p:cNvSpPr/>
          <p:nvPr/>
        </p:nvSpPr>
        <p:spPr>
          <a:xfrm>
            <a:off x="2755900" y="5080000"/>
            <a:ext cx="25400" cy="-901700"/>
          </a:xfrm>
          <a:prstGeom prst="line">
            <a:avLst/>
          </a:prstGeom>
          <a:noFill/>
          <a:ln w="1143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192" name="Shape 190"/>
          <p:cNvSpPr/>
          <p:nvPr/>
        </p:nvSpPr>
        <p:spPr>
          <a:xfrm>
            <a:off x="2717800" y="4064000"/>
            <a:ext cx="127000" cy="127000"/>
          </a:xfrm>
          <a:prstGeom prst="ellipse">
            <a:avLst/>
          </a:prstGeom>
          <a:solidFill>
            <a:srgbClr val="BFE0F0"/>
          </a:solidFill>
          <a:ln w="12700">
            <a:solidFill>
              <a:srgbClr val="5A8AC8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2755900" y="4102100"/>
            <a:ext cx="50800" cy="50800"/>
          </a:xfrm>
          <a:prstGeom prst="ellipse">
            <a:avLst/>
          </a:prstGeom>
          <a:solidFill>
            <a:srgbClr val="1F2A5C"/>
          </a:solidFill>
          <a:ln/>
        </p:spPr>
      </p:sp>
      <p:sp>
        <p:nvSpPr>
          <p:cNvPr id="194" name="Shape 192"/>
          <p:cNvSpPr/>
          <p:nvPr/>
        </p:nvSpPr>
        <p:spPr>
          <a:xfrm>
            <a:off x="2755900" y="5080000"/>
            <a:ext cx="177800" cy="-1257300"/>
          </a:xfrm>
          <a:prstGeom prst="line">
            <a:avLst/>
          </a:prstGeom>
          <a:noFill/>
          <a:ln w="1143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195" name="Shape 193"/>
          <p:cNvSpPr/>
          <p:nvPr/>
        </p:nvSpPr>
        <p:spPr>
          <a:xfrm>
            <a:off x="2870200" y="3708400"/>
            <a:ext cx="127000" cy="127000"/>
          </a:xfrm>
          <a:prstGeom prst="ellipse">
            <a:avLst/>
          </a:prstGeom>
          <a:solidFill>
            <a:srgbClr val="BFE0F0"/>
          </a:solidFill>
          <a:ln w="12700">
            <a:solidFill>
              <a:srgbClr val="5A8AC8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2908300" y="3746500"/>
            <a:ext cx="50800" cy="50800"/>
          </a:xfrm>
          <a:prstGeom prst="ellipse">
            <a:avLst/>
          </a:prstGeom>
          <a:solidFill>
            <a:srgbClr val="1F2A5C"/>
          </a:solidFill>
          <a:ln/>
        </p:spPr>
      </p:sp>
      <p:sp>
        <p:nvSpPr>
          <p:cNvPr id="197" name="Shape 195"/>
          <p:cNvSpPr/>
          <p:nvPr/>
        </p:nvSpPr>
        <p:spPr>
          <a:xfrm>
            <a:off x="2755900" y="5143500"/>
            <a:ext cx="0" cy="31750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98" name="Shape 196"/>
          <p:cNvSpPr/>
          <p:nvPr/>
        </p:nvSpPr>
        <p:spPr>
          <a:xfrm>
            <a:off x="3124200" y="3771900"/>
            <a:ext cx="3175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199" name="Shape 197"/>
          <p:cNvSpPr/>
          <p:nvPr/>
        </p:nvSpPr>
        <p:spPr>
          <a:xfrm>
            <a:off x="3721100" y="3771900"/>
            <a:ext cx="4064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200" name="Shape 198"/>
          <p:cNvSpPr/>
          <p:nvPr/>
        </p:nvSpPr>
        <p:spPr>
          <a:xfrm>
            <a:off x="4419600" y="3771900"/>
            <a:ext cx="9525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201" name="Shape 199"/>
          <p:cNvSpPr/>
          <p:nvPr/>
        </p:nvSpPr>
        <p:spPr>
          <a:xfrm>
            <a:off x="3124200" y="4127500"/>
            <a:ext cx="3175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202" name="Shape 200"/>
          <p:cNvSpPr/>
          <p:nvPr/>
        </p:nvSpPr>
        <p:spPr>
          <a:xfrm>
            <a:off x="3721100" y="4127500"/>
            <a:ext cx="4064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203" name="Shape 201"/>
          <p:cNvSpPr/>
          <p:nvPr/>
        </p:nvSpPr>
        <p:spPr>
          <a:xfrm>
            <a:off x="4419600" y="4127500"/>
            <a:ext cx="9525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204" name="Shape 202"/>
          <p:cNvSpPr/>
          <p:nvPr/>
        </p:nvSpPr>
        <p:spPr>
          <a:xfrm>
            <a:off x="3124200" y="4483100"/>
            <a:ext cx="3175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205" name="Shape 203"/>
          <p:cNvSpPr/>
          <p:nvPr/>
        </p:nvSpPr>
        <p:spPr>
          <a:xfrm>
            <a:off x="3721100" y="4483100"/>
            <a:ext cx="4064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206" name="Shape 204"/>
          <p:cNvSpPr/>
          <p:nvPr/>
        </p:nvSpPr>
        <p:spPr>
          <a:xfrm>
            <a:off x="4419600" y="4483100"/>
            <a:ext cx="9525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207" name="Shape 205"/>
          <p:cNvSpPr/>
          <p:nvPr/>
        </p:nvSpPr>
        <p:spPr>
          <a:xfrm>
            <a:off x="3124200" y="4838700"/>
            <a:ext cx="3175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208" name="Shape 206"/>
          <p:cNvSpPr/>
          <p:nvPr/>
        </p:nvSpPr>
        <p:spPr>
          <a:xfrm>
            <a:off x="3721100" y="4838700"/>
            <a:ext cx="4064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209" name="Shape 207"/>
          <p:cNvSpPr/>
          <p:nvPr/>
        </p:nvSpPr>
        <p:spPr>
          <a:xfrm>
            <a:off x="4419600" y="4838700"/>
            <a:ext cx="9525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210" name="Text 208"/>
          <p:cNvSpPr/>
          <p:nvPr/>
        </p:nvSpPr>
        <p:spPr>
          <a:xfrm>
            <a:off x="3149600" y="3352800"/>
            <a:ext cx="304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K.q</a:t>
            </a:r>
            <a:endParaRPr lang="en-US" sz="650" dirty="0"/>
          </a:p>
        </p:txBody>
      </p:sp>
      <p:sp>
        <p:nvSpPr>
          <p:cNvPr id="211" name="Shape 209"/>
          <p:cNvSpPr/>
          <p:nvPr/>
        </p:nvSpPr>
        <p:spPr>
          <a:xfrm>
            <a:off x="3441700" y="3340100"/>
            <a:ext cx="279400" cy="1778000"/>
          </a:xfrm>
          <a:prstGeom prst="roundRect">
            <a:avLst>
              <a:gd name="adj" fmla="val 29455"/>
            </a:avLst>
          </a:prstGeom>
          <a:solidFill>
            <a:srgbClr val="FBD8E8"/>
          </a:solidFill>
          <a:ln w="9525">
            <a:solidFill>
              <a:srgbClr val="E8A8C8"/>
            </a:solidFill>
            <a:prstDash val="solid"/>
          </a:ln>
        </p:spPr>
      </p:sp>
      <p:pic>
        <p:nvPicPr>
          <p:cNvPr id="212" name="Image 0" descr="/home/ahmed/Projects/ai_llm_slides/videos/deep-learning/001_transformers_part1/recreated_pptx/build/assets/eq_scaling_pill_r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60750" y="3556000"/>
            <a:ext cx="236217" cy="1126239"/>
          </a:xfrm>
          <a:prstGeom prst="rect">
            <a:avLst/>
          </a:prstGeom>
        </p:spPr>
      </p:pic>
      <p:pic>
        <p:nvPicPr>
          <p:cNvPr id="213" name="Image 1" descr="/home/ahmed/Projects/ai_llm_slides/videos/deep-learning/001_transformers_part1/recreated_pptx/build/assets/eq_kq_sqrt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900" y="3251200"/>
            <a:ext cx="225555" cy="289563"/>
          </a:xfrm>
          <a:prstGeom prst="rect">
            <a:avLst/>
          </a:prstGeom>
        </p:spPr>
      </p:pic>
      <p:sp>
        <p:nvSpPr>
          <p:cNvPr id="214" name="Shape 210"/>
          <p:cNvSpPr/>
          <p:nvPr/>
        </p:nvSpPr>
        <p:spPr>
          <a:xfrm>
            <a:off x="4127500" y="3340100"/>
            <a:ext cx="292100" cy="1778000"/>
          </a:xfrm>
          <a:prstGeom prst="roundRect">
            <a:avLst>
              <a:gd name="adj" fmla="val 28174"/>
            </a:avLst>
          </a:prstGeom>
          <a:solidFill>
            <a:srgbClr val="E4D8F4"/>
          </a:solidFill>
          <a:ln w="9525">
            <a:solidFill>
              <a:srgbClr val="C8B8E8"/>
            </a:solidFill>
            <a:prstDash val="solid"/>
          </a:ln>
        </p:spPr>
      </p:sp>
      <p:pic>
        <p:nvPicPr>
          <p:cNvPr id="215" name="Image 2" descr="/home/ahmed/Projects/ai_llm_slides/videos/deep-learning/001_transformers_part1/recreated_pptx/build/assets/eq_softmax_pill_r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6400" y="3987800"/>
            <a:ext cx="111255" cy="524253"/>
          </a:xfrm>
          <a:prstGeom prst="rect">
            <a:avLst/>
          </a:prstGeom>
        </p:spPr>
      </p:pic>
      <p:sp>
        <p:nvSpPr>
          <p:cNvPr id="216" name="Shape 211"/>
          <p:cNvSpPr/>
          <p:nvPr/>
        </p:nvSpPr>
        <p:spPr>
          <a:xfrm>
            <a:off x="4711700" y="3035300"/>
            <a:ext cx="406400" cy="-76200"/>
          </a:xfrm>
          <a:prstGeom prst="line">
            <a:avLst/>
          </a:prstGeom>
          <a:noFill/>
          <a:ln w="31750">
            <a:solidFill>
              <a:srgbClr val="00AA00"/>
            </a:solidFill>
            <a:prstDash val="solid"/>
            <a:tailEnd type="triangle"/>
          </a:ln>
        </p:spPr>
      </p:sp>
      <p:sp>
        <p:nvSpPr>
          <p:cNvPr id="217" name="Shape 212"/>
          <p:cNvSpPr/>
          <p:nvPr/>
        </p:nvSpPr>
        <p:spPr>
          <a:xfrm>
            <a:off x="4914900" y="3187700"/>
            <a:ext cx="7620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218" name="Text 213"/>
          <p:cNvSpPr/>
          <p:nvPr/>
        </p:nvSpPr>
        <p:spPr>
          <a:xfrm>
            <a:off x="4914900" y="3187700"/>
            <a:ext cx="762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2000" dirty="0"/>
          </a:p>
        </p:txBody>
      </p:sp>
      <p:sp>
        <p:nvSpPr>
          <p:cNvPr id="219" name="Shape 214"/>
          <p:cNvSpPr/>
          <p:nvPr/>
        </p:nvSpPr>
        <p:spPr>
          <a:xfrm>
            <a:off x="5397500" y="3676650"/>
            <a:ext cx="190500" cy="190500"/>
          </a:xfrm>
          <a:prstGeom prst="ellipse">
            <a:avLst/>
          </a:prstGeom>
          <a:solidFill>
            <a:srgbClr val="FCE8E8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220" name="Text 215"/>
          <p:cNvSpPr/>
          <p:nvPr/>
        </p:nvSpPr>
        <p:spPr>
          <a:xfrm>
            <a:off x="5397500" y="367665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900" dirty="0"/>
          </a:p>
        </p:txBody>
      </p:sp>
      <p:sp>
        <p:nvSpPr>
          <p:cNvPr id="221" name="Shape 216"/>
          <p:cNvSpPr/>
          <p:nvPr/>
        </p:nvSpPr>
        <p:spPr>
          <a:xfrm>
            <a:off x="6388100" y="3771900"/>
            <a:ext cx="609600" cy="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222" name="Text 217"/>
          <p:cNvSpPr/>
          <p:nvPr/>
        </p:nvSpPr>
        <p:spPr>
          <a:xfrm>
            <a:off x="5651500" y="3657600"/>
            <a:ext cx="190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13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50" dirty="0"/>
          </a:p>
        </p:txBody>
      </p:sp>
      <p:sp>
        <p:nvSpPr>
          <p:cNvPr id="223" name="Shape 218"/>
          <p:cNvSpPr/>
          <p:nvPr/>
        </p:nvSpPr>
        <p:spPr>
          <a:xfrm>
            <a:off x="5854700" y="3683000"/>
            <a:ext cx="114300" cy="1778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24" name="Shape 219"/>
          <p:cNvSpPr/>
          <p:nvPr/>
        </p:nvSpPr>
        <p:spPr>
          <a:xfrm>
            <a:off x="5969000" y="3683000"/>
            <a:ext cx="114300" cy="1778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25" name="Shape 220"/>
          <p:cNvSpPr/>
          <p:nvPr/>
        </p:nvSpPr>
        <p:spPr>
          <a:xfrm>
            <a:off x="6083300" y="3683000"/>
            <a:ext cx="114300" cy="1778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26" name="Shape 221"/>
          <p:cNvSpPr/>
          <p:nvPr/>
        </p:nvSpPr>
        <p:spPr>
          <a:xfrm>
            <a:off x="6197600" y="3683000"/>
            <a:ext cx="114300" cy="177800"/>
          </a:xfrm>
          <a:prstGeom prst="rect">
            <a:avLst/>
          </a:prstGeom>
          <a:solidFill>
            <a:srgbClr val="EAE4EE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27" name="Shape 222"/>
          <p:cNvSpPr/>
          <p:nvPr/>
        </p:nvSpPr>
        <p:spPr>
          <a:xfrm>
            <a:off x="6388100" y="3632200"/>
            <a:ext cx="533400" cy="279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55C8"/>
            </a:solidFill>
            <a:prstDash val="solid"/>
          </a:ln>
        </p:spPr>
      </p:sp>
      <p:sp>
        <p:nvSpPr>
          <p:cNvPr id="228" name="Text 223"/>
          <p:cNvSpPr/>
          <p:nvPr/>
        </p:nvSpPr>
        <p:spPr>
          <a:xfrm>
            <a:off x="6388100" y="36322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550" dirty="0"/>
          </a:p>
        </p:txBody>
      </p:sp>
      <p:sp>
        <p:nvSpPr>
          <p:cNvPr id="229" name="Shape 224"/>
          <p:cNvSpPr/>
          <p:nvPr/>
        </p:nvSpPr>
        <p:spPr>
          <a:xfrm>
            <a:off x="5397500" y="4032250"/>
            <a:ext cx="190500" cy="190500"/>
          </a:xfrm>
          <a:prstGeom prst="ellipse">
            <a:avLst/>
          </a:prstGeom>
          <a:solidFill>
            <a:srgbClr val="FCE8E8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230" name="Text 225"/>
          <p:cNvSpPr/>
          <p:nvPr/>
        </p:nvSpPr>
        <p:spPr>
          <a:xfrm>
            <a:off x="5397500" y="403225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900" dirty="0"/>
          </a:p>
        </p:txBody>
      </p:sp>
      <p:sp>
        <p:nvSpPr>
          <p:cNvPr id="231" name="Shape 226"/>
          <p:cNvSpPr/>
          <p:nvPr/>
        </p:nvSpPr>
        <p:spPr>
          <a:xfrm>
            <a:off x="6388100" y="4127500"/>
            <a:ext cx="609600" cy="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232" name="Text 227"/>
          <p:cNvSpPr/>
          <p:nvPr/>
        </p:nvSpPr>
        <p:spPr>
          <a:xfrm>
            <a:off x="5651500" y="4013200"/>
            <a:ext cx="190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13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50" dirty="0"/>
          </a:p>
        </p:txBody>
      </p:sp>
      <p:sp>
        <p:nvSpPr>
          <p:cNvPr id="233" name="Shape 228"/>
          <p:cNvSpPr/>
          <p:nvPr/>
        </p:nvSpPr>
        <p:spPr>
          <a:xfrm>
            <a:off x="5854700" y="4038600"/>
            <a:ext cx="114300" cy="1778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34" name="Shape 229"/>
          <p:cNvSpPr/>
          <p:nvPr/>
        </p:nvSpPr>
        <p:spPr>
          <a:xfrm>
            <a:off x="5969000" y="4038600"/>
            <a:ext cx="114300" cy="1778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35" name="Shape 230"/>
          <p:cNvSpPr/>
          <p:nvPr/>
        </p:nvSpPr>
        <p:spPr>
          <a:xfrm>
            <a:off x="6083300" y="4038600"/>
            <a:ext cx="114300" cy="1778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36" name="Shape 231"/>
          <p:cNvSpPr/>
          <p:nvPr/>
        </p:nvSpPr>
        <p:spPr>
          <a:xfrm>
            <a:off x="6197600" y="4038600"/>
            <a:ext cx="114300" cy="177800"/>
          </a:xfrm>
          <a:prstGeom prst="rect">
            <a:avLst/>
          </a:prstGeom>
          <a:solidFill>
            <a:srgbClr val="EAE4EE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37" name="Shape 232"/>
          <p:cNvSpPr/>
          <p:nvPr/>
        </p:nvSpPr>
        <p:spPr>
          <a:xfrm>
            <a:off x="6388100" y="3987800"/>
            <a:ext cx="533400" cy="279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55C8"/>
            </a:solidFill>
            <a:prstDash val="solid"/>
          </a:ln>
        </p:spPr>
      </p:sp>
      <p:sp>
        <p:nvSpPr>
          <p:cNvPr id="238" name="Text 233"/>
          <p:cNvSpPr/>
          <p:nvPr/>
        </p:nvSpPr>
        <p:spPr>
          <a:xfrm>
            <a:off x="6388100" y="39878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550" dirty="0"/>
          </a:p>
        </p:txBody>
      </p:sp>
      <p:sp>
        <p:nvSpPr>
          <p:cNvPr id="239" name="Shape 234"/>
          <p:cNvSpPr/>
          <p:nvPr/>
        </p:nvSpPr>
        <p:spPr>
          <a:xfrm>
            <a:off x="5397500" y="4387850"/>
            <a:ext cx="190500" cy="190500"/>
          </a:xfrm>
          <a:prstGeom prst="ellipse">
            <a:avLst/>
          </a:prstGeom>
          <a:solidFill>
            <a:srgbClr val="FCE8E8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240" name="Text 235"/>
          <p:cNvSpPr/>
          <p:nvPr/>
        </p:nvSpPr>
        <p:spPr>
          <a:xfrm>
            <a:off x="5397500" y="438785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900" dirty="0"/>
          </a:p>
        </p:txBody>
      </p:sp>
      <p:sp>
        <p:nvSpPr>
          <p:cNvPr id="241" name="Shape 236"/>
          <p:cNvSpPr/>
          <p:nvPr/>
        </p:nvSpPr>
        <p:spPr>
          <a:xfrm>
            <a:off x="6388100" y="4483100"/>
            <a:ext cx="609600" cy="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242" name="Text 237"/>
          <p:cNvSpPr/>
          <p:nvPr/>
        </p:nvSpPr>
        <p:spPr>
          <a:xfrm>
            <a:off x="5651500" y="4368800"/>
            <a:ext cx="190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13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50" dirty="0"/>
          </a:p>
        </p:txBody>
      </p:sp>
      <p:sp>
        <p:nvSpPr>
          <p:cNvPr id="243" name="Shape 238"/>
          <p:cNvSpPr/>
          <p:nvPr/>
        </p:nvSpPr>
        <p:spPr>
          <a:xfrm>
            <a:off x="5854700" y="4394200"/>
            <a:ext cx="114300" cy="1778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44" name="Shape 239"/>
          <p:cNvSpPr/>
          <p:nvPr/>
        </p:nvSpPr>
        <p:spPr>
          <a:xfrm>
            <a:off x="5969000" y="4394200"/>
            <a:ext cx="114300" cy="1778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45" name="Shape 240"/>
          <p:cNvSpPr/>
          <p:nvPr/>
        </p:nvSpPr>
        <p:spPr>
          <a:xfrm>
            <a:off x="6083300" y="4394200"/>
            <a:ext cx="114300" cy="1778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46" name="Shape 241"/>
          <p:cNvSpPr/>
          <p:nvPr/>
        </p:nvSpPr>
        <p:spPr>
          <a:xfrm>
            <a:off x="6197600" y="4394200"/>
            <a:ext cx="114300" cy="177800"/>
          </a:xfrm>
          <a:prstGeom prst="rect">
            <a:avLst/>
          </a:prstGeom>
          <a:solidFill>
            <a:srgbClr val="EAE4EE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47" name="Shape 242"/>
          <p:cNvSpPr/>
          <p:nvPr/>
        </p:nvSpPr>
        <p:spPr>
          <a:xfrm>
            <a:off x="6388100" y="4343400"/>
            <a:ext cx="533400" cy="279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55C8"/>
            </a:solidFill>
            <a:prstDash val="solid"/>
          </a:ln>
        </p:spPr>
      </p:sp>
      <p:sp>
        <p:nvSpPr>
          <p:cNvPr id="248" name="Text 243"/>
          <p:cNvSpPr/>
          <p:nvPr/>
        </p:nvSpPr>
        <p:spPr>
          <a:xfrm>
            <a:off x="6388100" y="43434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550" dirty="0"/>
          </a:p>
        </p:txBody>
      </p:sp>
      <p:sp>
        <p:nvSpPr>
          <p:cNvPr id="249" name="Shape 244"/>
          <p:cNvSpPr/>
          <p:nvPr/>
        </p:nvSpPr>
        <p:spPr>
          <a:xfrm>
            <a:off x="5397500" y="4743450"/>
            <a:ext cx="190500" cy="190500"/>
          </a:xfrm>
          <a:prstGeom prst="ellipse">
            <a:avLst/>
          </a:prstGeom>
          <a:solidFill>
            <a:srgbClr val="FCE8E8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250" name="Text 245"/>
          <p:cNvSpPr/>
          <p:nvPr/>
        </p:nvSpPr>
        <p:spPr>
          <a:xfrm>
            <a:off x="5397500" y="474345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endParaRPr lang="en-US" sz="900" dirty="0"/>
          </a:p>
        </p:txBody>
      </p:sp>
      <p:sp>
        <p:nvSpPr>
          <p:cNvPr id="251" name="Shape 246"/>
          <p:cNvSpPr/>
          <p:nvPr/>
        </p:nvSpPr>
        <p:spPr>
          <a:xfrm>
            <a:off x="6388100" y="4838700"/>
            <a:ext cx="609600" cy="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252" name="Text 247"/>
          <p:cNvSpPr/>
          <p:nvPr/>
        </p:nvSpPr>
        <p:spPr>
          <a:xfrm>
            <a:off x="5651500" y="4724400"/>
            <a:ext cx="190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13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50" dirty="0"/>
          </a:p>
        </p:txBody>
      </p:sp>
      <p:sp>
        <p:nvSpPr>
          <p:cNvPr id="253" name="Shape 248"/>
          <p:cNvSpPr/>
          <p:nvPr/>
        </p:nvSpPr>
        <p:spPr>
          <a:xfrm>
            <a:off x="5854700" y="4749800"/>
            <a:ext cx="114300" cy="1778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54" name="Shape 249"/>
          <p:cNvSpPr/>
          <p:nvPr/>
        </p:nvSpPr>
        <p:spPr>
          <a:xfrm>
            <a:off x="5969000" y="4749800"/>
            <a:ext cx="114300" cy="1778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55" name="Shape 250"/>
          <p:cNvSpPr/>
          <p:nvPr/>
        </p:nvSpPr>
        <p:spPr>
          <a:xfrm>
            <a:off x="6083300" y="4749800"/>
            <a:ext cx="114300" cy="1778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56" name="Shape 251"/>
          <p:cNvSpPr/>
          <p:nvPr/>
        </p:nvSpPr>
        <p:spPr>
          <a:xfrm>
            <a:off x="6197600" y="4749800"/>
            <a:ext cx="114300" cy="177800"/>
          </a:xfrm>
          <a:prstGeom prst="rect">
            <a:avLst/>
          </a:prstGeom>
          <a:solidFill>
            <a:srgbClr val="EAE4EE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57" name="Shape 252"/>
          <p:cNvSpPr/>
          <p:nvPr/>
        </p:nvSpPr>
        <p:spPr>
          <a:xfrm>
            <a:off x="6388100" y="4699000"/>
            <a:ext cx="533400" cy="279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55C8"/>
            </a:solidFill>
            <a:prstDash val="solid"/>
          </a:ln>
        </p:spPr>
      </p:sp>
      <p:sp>
        <p:nvSpPr>
          <p:cNvPr id="258" name="Text 253"/>
          <p:cNvSpPr/>
          <p:nvPr/>
        </p:nvSpPr>
        <p:spPr>
          <a:xfrm>
            <a:off x="6388100" y="46990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550" dirty="0"/>
          </a:p>
        </p:txBody>
      </p:sp>
      <p:sp>
        <p:nvSpPr>
          <p:cNvPr id="259" name="Shape 254"/>
          <p:cNvSpPr/>
          <p:nvPr/>
        </p:nvSpPr>
        <p:spPr>
          <a:xfrm>
            <a:off x="5499100" y="3619500"/>
            <a:ext cx="0" cy="1143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260" name="Shape 255"/>
          <p:cNvSpPr/>
          <p:nvPr/>
        </p:nvSpPr>
        <p:spPr>
          <a:xfrm>
            <a:off x="6997700" y="3581400"/>
            <a:ext cx="584200" cy="142240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261" name="Text 256"/>
          <p:cNvSpPr/>
          <p:nvPr/>
        </p:nvSpPr>
        <p:spPr>
          <a:xfrm>
            <a:off x="7035800" y="36576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62" name="Shape 257"/>
          <p:cNvSpPr/>
          <p:nvPr/>
        </p:nvSpPr>
        <p:spPr>
          <a:xfrm>
            <a:off x="7200900" y="3657600"/>
            <a:ext cx="1206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63" name="Shape 258"/>
          <p:cNvSpPr/>
          <p:nvPr/>
        </p:nvSpPr>
        <p:spPr>
          <a:xfrm>
            <a:off x="7321550" y="3657600"/>
            <a:ext cx="1206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64" name="Shape 259"/>
          <p:cNvSpPr/>
          <p:nvPr/>
        </p:nvSpPr>
        <p:spPr>
          <a:xfrm>
            <a:off x="7442200" y="3657600"/>
            <a:ext cx="1206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65" name="Text 260"/>
          <p:cNvSpPr/>
          <p:nvPr/>
        </p:nvSpPr>
        <p:spPr>
          <a:xfrm>
            <a:off x="7035800" y="40005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66" name="Shape 261"/>
          <p:cNvSpPr/>
          <p:nvPr/>
        </p:nvSpPr>
        <p:spPr>
          <a:xfrm>
            <a:off x="7200900" y="4000500"/>
            <a:ext cx="1206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67" name="Shape 262"/>
          <p:cNvSpPr/>
          <p:nvPr/>
        </p:nvSpPr>
        <p:spPr>
          <a:xfrm>
            <a:off x="7321550" y="4000500"/>
            <a:ext cx="1206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68" name="Shape 263"/>
          <p:cNvSpPr/>
          <p:nvPr/>
        </p:nvSpPr>
        <p:spPr>
          <a:xfrm>
            <a:off x="7442200" y="4000500"/>
            <a:ext cx="1206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69" name="Text 264"/>
          <p:cNvSpPr/>
          <p:nvPr/>
        </p:nvSpPr>
        <p:spPr>
          <a:xfrm>
            <a:off x="7035800" y="43434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70" name="Shape 265"/>
          <p:cNvSpPr/>
          <p:nvPr/>
        </p:nvSpPr>
        <p:spPr>
          <a:xfrm>
            <a:off x="7200900" y="4343400"/>
            <a:ext cx="1206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71" name="Shape 266"/>
          <p:cNvSpPr/>
          <p:nvPr/>
        </p:nvSpPr>
        <p:spPr>
          <a:xfrm>
            <a:off x="7321550" y="4343400"/>
            <a:ext cx="1206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72" name="Shape 267"/>
          <p:cNvSpPr/>
          <p:nvPr/>
        </p:nvSpPr>
        <p:spPr>
          <a:xfrm>
            <a:off x="7442200" y="4343400"/>
            <a:ext cx="1206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73" name="Text 268"/>
          <p:cNvSpPr/>
          <p:nvPr/>
        </p:nvSpPr>
        <p:spPr>
          <a:xfrm>
            <a:off x="7035800" y="46863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74" name="Shape 269"/>
          <p:cNvSpPr/>
          <p:nvPr/>
        </p:nvSpPr>
        <p:spPr>
          <a:xfrm>
            <a:off x="7200900" y="4686300"/>
            <a:ext cx="1206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75" name="Shape 270"/>
          <p:cNvSpPr/>
          <p:nvPr/>
        </p:nvSpPr>
        <p:spPr>
          <a:xfrm>
            <a:off x="7321550" y="4686300"/>
            <a:ext cx="1206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76" name="Shape 271"/>
          <p:cNvSpPr/>
          <p:nvPr/>
        </p:nvSpPr>
        <p:spPr>
          <a:xfrm>
            <a:off x="7442200" y="4686300"/>
            <a:ext cx="1206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77" name="Shape 272"/>
          <p:cNvSpPr/>
          <p:nvPr/>
        </p:nvSpPr>
        <p:spPr>
          <a:xfrm>
            <a:off x="2273300" y="5372100"/>
            <a:ext cx="279400" cy="228600"/>
          </a:xfrm>
          <a:prstGeom prst="roundRect">
            <a:avLst>
              <a:gd name="adj" fmla="val 12000"/>
            </a:avLst>
          </a:prstGeom>
          <a:solidFill>
            <a:srgbClr val="F3F0E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78" name="Shape 273"/>
          <p:cNvSpPr/>
          <p:nvPr/>
        </p:nvSpPr>
        <p:spPr>
          <a:xfrm>
            <a:off x="2298700" y="5403850"/>
            <a:ext cx="50800" cy="165100"/>
          </a:xfrm>
          <a:prstGeom prst="rect">
            <a:avLst/>
          </a:prstGeom>
          <a:solidFill>
            <a:srgbClr val="F9FF96"/>
          </a:solidFill>
          <a:ln w="5080">
            <a:solidFill>
              <a:srgbClr val="C9C9C9"/>
            </a:solidFill>
            <a:prstDash val="solid"/>
          </a:ln>
        </p:spPr>
      </p:sp>
      <p:sp>
        <p:nvSpPr>
          <p:cNvPr id="279" name="Shape 274"/>
          <p:cNvSpPr/>
          <p:nvPr/>
        </p:nvSpPr>
        <p:spPr>
          <a:xfrm>
            <a:off x="2355850" y="5403850"/>
            <a:ext cx="50800" cy="165100"/>
          </a:xfrm>
          <a:prstGeom prst="rect">
            <a:avLst/>
          </a:prstGeom>
          <a:solidFill>
            <a:srgbClr val="FFFFFF"/>
          </a:solidFill>
          <a:ln w="5080">
            <a:solidFill>
              <a:srgbClr val="C9C9C9"/>
            </a:solidFill>
            <a:prstDash val="solid"/>
          </a:ln>
        </p:spPr>
      </p:sp>
      <p:sp>
        <p:nvSpPr>
          <p:cNvPr id="280" name="Shape 275"/>
          <p:cNvSpPr/>
          <p:nvPr/>
        </p:nvSpPr>
        <p:spPr>
          <a:xfrm>
            <a:off x="2413000" y="5403850"/>
            <a:ext cx="50800" cy="165100"/>
          </a:xfrm>
          <a:prstGeom prst="rect">
            <a:avLst/>
          </a:prstGeom>
          <a:solidFill>
            <a:srgbClr val="F08B96"/>
          </a:solidFill>
          <a:ln w="5080">
            <a:solidFill>
              <a:srgbClr val="C9C9C9"/>
            </a:solidFill>
            <a:prstDash val="solid"/>
          </a:ln>
        </p:spPr>
      </p:sp>
      <p:sp>
        <p:nvSpPr>
          <p:cNvPr id="281" name="Shape 276"/>
          <p:cNvSpPr/>
          <p:nvPr/>
        </p:nvSpPr>
        <p:spPr>
          <a:xfrm>
            <a:off x="2470150" y="5403850"/>
            <a:ext cx="50800" cy="165100"/>
          </a:xfrm>
          <a:prstGeom prst="rect">
            <a:avLst/>
          </a:prstGeom>
          <a:solidFill>
            <a:srgbClr val="EAE4EE"/>
          </a:solidFill>
          <a:ln w="5080">
            <a:solidFill>
              <a:srgbClr val="C9C9C9"/>
            </a:solidFill>
            <a:prstDash val="solid"/>
          </a:ln>
        </p:spPr>
      </p:sp>
      <p:sp>
        <p:nvSpPr>
          <p:cNvPr id="282" name="Text 277"/>
          <p:cNvSpPr/>
          <p:nvPr/>
        </p:nvSpPr>
        <p:spPr>
          <a:xfrm>
            <a:off x="1968500" y="5334000"/>
            <a:ext cx="279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283" name="Shape 278"/>
          <p:cNvSpPr/>
          <p:nvPr/>
        </p:nvSpPr>
        <p:spPr>
          <a:xfrm>
            <a:off x="2590800" y="5207000"/>
            <a:ext cx="330200" cy="5207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284" name="Text 279"/>
          <p:cNvSpPr/>
          <p:nvPr/>
        </p:nvSpPr>
        <p:spPr>
          <a:xfrm>
            <a:off x="2590800" y="5207000"/>
            <a:ext cx="33020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51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80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600" dirty="0"/>
          </a:p>
        </p:txBody>
      </p:sp>
      <p:sp>
        <p:nvSpPr>
          <p:cNvPr id="285" name="Shape 280"/>
          <p:cNvSpPr/>
          <p:nvPr/>
        </p:nvSpPr>
        <p:spPr>
          <a:xfrm>
            <a:off x="2755900" y="5727700"/>
            <a:ext cx="0" cy="762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286" name="Shape 281"/>
          <p:cNvSpPr/>
          <p:nvPr/>
        </p:nvSpPr>
        <p:spPr>
          <a:xfrm>
            <a:off x="1816100" y="5765800"/>
            <a:ext cx="2514600" cy="368300"/>
          </a:xfrm>
          <a:prstGeom prst="roundRect">
            <a:avLst>
              <a:gd name="adj" fmla="val 12414"/>
            </a:avLst>
          </a:prstGeom>
          <a:solidFill>
            <a:srgbClr val="E8FCE8"/>
          </a:solidFill>
          <a:ln w="15875">
            <a:solidFill>
              <a:srgbClr val="2E8B57"/>
            </a:solidFill>
            <a:prstDash val="dash"/>
          </a:ln>
        </p:spPr>
      </p:sp>
      <p:sp>
        <p:nvSpPr>
          <p:cNvPr id="287" name="Shape 282"/>
          <p:cNvSpPr/>
          <p:nvPr/>
        </p:nvSpPr>
        <p:spPr>
          <a:xfrm>
            <a:off x="1892300" y="5829300"/>
            <a:ext cx="127000" cy="1778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88" name="Shape 283"/>
          <p:cNvSpPr/>
          <p:nvPr/>
        </p:nvSpPr>
        <p:spPr>
          <a:xfrm>
            <a:off x="2025650" y="5829300"/>
            <a:ext cx="127000" cy="177800"/>
          </a:xfrm>
          <a:prstGeom prst="rect">
            <a:avLst/>
          </a:prstGeom>
          <a:solidFill>
            <a:srgbClr val="FFFFF0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89" name="Shape 284"/>
          <p:cNvSpPr/>
          <p:nvPr/>
        </p:nvSpPr>
        <p:spPr>
          <a:xfrm>
            <a:off x="2159000" y="5829300"/>
            <a:ext cx="127000" cy="177800"/>
          </a:xfrm>
          <a:prstGeom prst="rect">
            <a:avLst/>
          </a:prstGeom>
          <a:solidFill>
            <a:srgbClr val="F6DAF3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90" name="Shape 285"/>
          <p:cNvSpPr/>
          <p:nvPr/>
        </p:nvSpPr>
        <p:spPr>
          <a:xfrm>
            <a:off x="2292350" y="5829300"/>
            <a:ext cx="127000" cy="177800"/>
          </a:xfrm>
          <a:prstGeom prst="rect">
            <a:avLst/>
          </a:prstGeom>
          <a:solidFill>
            <a:srgbClr val="EAE4EE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91" name="Text 286"/>
          <p:cNvSpPr/>
          <p:nvPr/>
        </p:nvSpPr>
        <p:spPr>
          <a:xfrm>
            <a:off x="1879600" y="5829300"/>
            <a:ext cx="558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92" name="Shape 287"/>
          <p:cNvSpPr/>
          <p:nvPr/>
        </p:nvSpPr>
        <p:spPr>
          <a:xfrm>
            <a:off x="2501900" y="5829300"/>
            <a:ext cx="127000" cy="177800"/>
          </a:xfrm>
          <a:prstGeom prst="rect">
            <a:avLst/>
          </a:prstGeom>
          <a:solidFill>
            <a:srgbClr val="F6DAF3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93" name="Shape 288"/>
          <p:cNvSpPr/>
          <p:nvPr/>
        </p:nvSpPr>
        <p:spPr>
          <a:xfrm>
            <a:off x="2635250" y="5829300"/>
            <a:ext cx="127000" cy="177800"/>
          </a:xfrm>
          <a:prstGeom prst="rect">
            <a:avLst/>
          </a:prstGeom>
          <a:solidFill>
            <a:srgbClr val="F2C8F0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94" name="Shape 289"/>
          <p:cNvSpPr/>
          <p:nvPr/>
        </p:nvSpPr>
        <p:spPr>
          <a:xfrm>
            <a:off x="2768600" y="5829300"/>
            <a:ext cx="127000" cy="177800"/>
          </a:xfrm>
          <a:prstGeom prst="rect">
            <a:avLst/>
          </a:prstGeom>
          <a:solidFill>
            <a:srgbClr val="F6DAF3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95" name="Shape 290"/>
          <p:cNvSpPr/>
          <p:nvPr/>
        </p:nvSpPr>
        <p:spPr>
          <a:xfrm>
            <a:off x="2901950" y="5829300"/>
            <a:ext cx="127000" cy="177800"/>
          </a:xfrm>
          <a:prstGeom prst="rect">
            <a:avLst/>
          </a:prstGeom>
          <a:solidFill>
            <a:srgbClr val="F2C8F0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96" name="Text 291"/>
          <p:cNvSpPr/>
          <p:nvPr/>
        </p:nvSpPr>
        <p:spPr>
          <a:xfrm>
            <a:off x="2489200" y="5829300"/>
            <a:ext cx="558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488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50" dirty="0"/>
          </a:p>
        </p:txBody>
      </p:sp>
      <p:sp>
        <p:nvSpPr>
          <p:cNvPr id="297" name="Shape 292"/>
          <p:cNvSpPr/>
          <p:nvPr/>
        </p:nvSpPr>
        <p:spPr>
          <a:xfrm>
            <a:off x="2489200" y="5816600"/>
            <a:ext cx="558800" cy="203200"/>
          </a:xfrm>
          <a:prstGeom prst="rect">
            <a:avLst/>
          </a:prstGeom>
          <a:ln w="15875">
            <a:solidFill>
              <a:srgbClr val="C00000"/>
            </a:solidFill>
            <a:prstDash val="sysDot"/>
          </a:ln>
        </p:spPr>
      </p:sp>
      <p:sp>
        <p:nvSpPr>
          <p:cNvPr id="298" name="Shape 293"/>
          <p:cNvSpPr/>
          <p:nvPr/>
        </p:nvSpPr>
        <p:spPr>
          <a:xfrm>
            <a:off x="3111500" y="5829300"/>
            <a:ext cx="127000" cy="1778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99" name="Shape 294"/>
          <p:cNvSpPr/>
          <p:nvPr/>
        </p:nvSpPr>
        <p:spPr>
          <a:xfrm>
            <a:off x="3244850" y="5829300"/>
            <a:ext cx="127000" cy="177800"/>
          </a:xfrm>
          <a:prstGeom prst="rect">
            <a:avLst/>
          </a:prstGeom>
          <a:solidFill>
            <a:srgbClr val="FFFFF0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300" name="Shape 295"/>
          <p:cNvSpPr/>
          <p:nvPr/>
        </p:nvSpPr>
        <p:spPr>
          <a:xfrm>
            <a:off x="3378200" y="5829300"/>
            <a:ext cx="127000" cy="177800"/>
          </a:xfrm>
          <a:prstGeom prst="rect">
            <a:avLst/>
          </a:prstGeom>
          <a:solidFill>
            <a:srgbClr val="F6DAF3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301" name="Shape 296"/>
          <p:cNvSpPr/>
          <p:nvPr/>
        </p:nvSpPr>
        <p:spPr>
          <a:xfrm>
            <a:off x="3511550" y="5829300"/>
            <a:ext cx="127000" cy="177800"/>
          </a:xfrm>
          <a:prstGeom prst="rect">
            <a:avLst/>
          </a:prstGeom>
          <a:solidFill>
            <a:srgbClr val="EAE4EE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302" name="Text 297"/>
          <p:cNvSpPr/>
          <p:nvPr/>
        </p:nvSpPr>
        <p:spPr>
          <a:xfrm>
            <a:off x="3098800" y="5829300"/>
            <a:ext cx="558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303" name="Shape 298"/>
          <p:cNvSpPr/>
          <p:nvPr/>
        </p:nvSpPr>
        <p:spPr>
          <a:xfrm>
            <a:off x="3721100" y="5829300"/>
            <a:ext cx="127000" cy="1778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304" name="Shape 299"/>
          <p:cNvSpPr/>
          <p:nvPr/>
        </p:nvSpPr>
        <p:spPr>
          <a:xfrm>
            <a:off x="3854450" y="5829300"/>
            <a:ext cx="127000" cy="177800"/>
          </a:xfrm>
          <a:prstGeom prst="rect">
            <a:avLst/>
          </a:prstGeom>
          <a:solidFill>
            <a:srgbClr val="FFFFF0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305" name="Shape 300"/>
          <p:cNvSpPr/>
          <p:nvPr/>
        </p:nvSpPr>
        <p:spPr>
          <a:xfrm>
            <a:off x="3987800" y="5829300"/>
            <a:ext cx="127000" cy="177800"/>
          </a:xfrm>
          <a:prstGeom prst="rect">
            <a:avLst/>
          </a:prstGeom>
          <a:solidFill>
            <a:srgbClr val="F6DAF3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306" name="Shape 301"/>
          <p:cNvSpPr/>
          <p:nvPr/>
        </p:nvSpPr>
        <p:spPr>
          <a:xfrm>
            <a:off x="4121150" y="5829300"/>
            <a:ext cx="127000" cy="177800"/>
          </a:xfrm>
          <a:prstGeom prst="rect">
            <a:avLst/>
          </a:prstGeom>
          <a:solidFill>
            <a:srgbClr val="EAE4EE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307" name="Text 302"/>
          <p:cNvSpPr/>
          <p:nvPr/>
        </p:nvSpPr>
        <p:spPr>
          <a:xfrm>
            <a:off x="3708400" y="5829300"/>
            <a:ext cx="558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308" name="Shape 303"/>
          <p:cNvSpPr/>
          <p:nvPr/>
        </p:nvSpPr>
        <p:spPr>
          <a:xfrm>
            <a:off x="2514600" y="6210300"/>
            <a:ext cx="241300" cy="-355600"/>
          </a:xfrm>
          <a:prstGeom prst="line">
            <a:avLst/>
          </a:prstGeom>
          <a:noFill/>
          <a:ln w="28575">
            <a:solidFill>
              <a:srgbClr val="C00000"/>
            </a:solidFill>
            <a:prstDash val="solid"/>
            <a:tailEnd type="triangle"/>
          </a:ln>
        </p:spPr>
      </p:sp>
      <p:pic>
        <p:nvPicPr>
          <p:cNvPr id="309" name="Image 3" descr="/home/ahmed/Projects/ai_llm_slides/videos/deep-learning/001_transformers_part1/recreated_pptx/build/assets/bottom_cur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2100" y="5257800"/>
            <a:ext cx="4762497" cy="1041401"/>
          </a:xfrm>
          <a:prstGeom prst="rect">
            <a:avLst/>
          </a:prstGeom>
        </p:spPr>
      </p:pic>
      <p:sp>
        <p:nvSpPr>
          <p:cNvPr id="310" name="Shape 304"/>
          <p:cNvSpPr/>
          <p:nvPr/>
        </p:nvSpPr>
        <p:spPr>
          <a:xfrm>
            <a:off x="4902200" y="3175000"/>
            <a:ext cx="812800" cy="469900"/>
          </a:xfrm>
          <a:prstGeom prst="rect">
            <a:avLst/>
          </a:prstGeom>
          <a:solidFill>
            <a:srgbClr val="EF8C96"/>
          </a:solidFill>
          <a:ln/>
        </p:spPr>
      </p:sp>
      <p:sp>
        <p:nvSpPr>
          <p:cNvPr id="311" name="Shape 305"/>
          <p:cNvSpPr/>
          <p:nvPr/>
        </p:nvSpPr>
        <p:spPr>
          <a:xfrm>
            <a:off x="5346700" y="3054350"/>
            <a:ext cx="8001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312" name="Text 306"/>
          <p:cNvSpPr/>
          <p:nvPr/>
        </p:nvSpPr>
        <p:spPr>
          <a:xfrm>
            <a:off x="5346700" y="3054350"/>
            <a:ext cx="800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313" name="Shape 307"/>
          <p:cNvSpPr/>
          <p:nvPr/>
        </p:nvSpPr>
        <p:spPr>
          <a:xfrm>
            <a:off x="4648200" y="3327400"/>
            <a:ext cx="1168400" cy="2159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14" name="Text 308"/>
          <p:cNvSpPr/>
          <p:nvPr/>
        </p:nvSpPr>
        <p:spPr>
          <a:xfrm>
            <a:off x="4648200" y="3327400"/>
            <a:ext cx="1168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400" dirty="0"/>
          </a:p>
        </p:txBody>
      </p:sp>
      <p:sp>
        <p:nvSpPr>
          <p:cNvPr id="315" name="Shape 309"/>
          <p:cNvSpPr/>
          <p:nvPr/>
        </p:nvSpPr>
        <p:spPr>
          <a:xfrm>
            <a:off x="1955800" y="5194300"/>
            <a:ext cx="990600" cy="533400"/>
          </a:xfrm>
          <a:prstGeom prst="rect">
            <a:avLst/>
          </a:prstGeom>
          <a:solidFill>
            <a:srgbClr val="EF8C96"/>
          </a:solidFill>
          <a:ln/>
        </p:spPr>
      </p:sp>
      <p:sp>
        <p:nvSpPr>
          <p:cNvPr id="316" name="Shape 310"/>
          <p:cNvSpPr/>
          <p:nvPr/>
        </p:nvSpPr>
        <p:spPr>
          <a:xfrm>
            <a:off x="2755900" y="5143500"/>
            <a:ext cx="0" cy="317500"/>
          </a:xfrm>
          <a:prstGeom prst="line">
            <a:avLst/>
          </a:prstGeom>
          <a:noFill/>
          <a:ln w="2857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317" name="Shape 311"/>
          <p:cNvSpPr/>
          <p:nvPr/>
        </p:nvSpPr>
        <p:spPr>
          <a:xfrm>
            <a:off x="2603500" y="5422900"/>
            <a:ext cx="3302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318" name="Text 312"/>
          <p:cNvSpPr/>
          <p:nvPr/>
        </p:nvSpPr>
        <p:spPr>
          <a:xfrm>
            <a:off x="2603500" y="5422900"/>
            <a:ext cx="33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600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600" dirty="0"/>
          </a:p>
        </p:txBody>
      </p:sp>
      <p:sp>
        <p:nvSpPr>
          <p:cNvPr id="319" name="Shape 313"/>
          <p:cNvSpPr/>
          <p:nvPr/>
        </p:nvSpPr>
        <p:spPr>
          <a:xfrm>
            <a:off x="7543800" y="3797300"/>
            <a:ext cx="546100" cy="990600"/>
          </a:xfrm>
          <a:prstGeom prst="roundRect">
            <a:avLst>
              <a:gd name="adj" fmla="val 8372"/>
            </a:avLst>
          </a:prstGeom>
          <a:solidFill>
            <a:srgbClr val="FFFFFF"/>
          </a:solidFill>
          <a:ln w="12700">
            <a:solidFill>
              <a:srgbClr val="1F6B3A"/>
            </a:solidFill>
            <a:prstDash val="sysDot"/>
          </a:ln>
        </p:spPr>
      </p:sp>
      <p:sp>
        <p:nvSpPr>
          <p:cNvPr id="320" name="Shape 314"/>
          <p:cNvSpPr/>
          <p:nvPr/>
        </p:nvSpPr>
        <p:spPr>
          <a:xfrm>
            <a:off x="7562850" y="38735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21" name="Shape 315"/>
          <p:cNvSpPr/>
          <p:nvPr/>
        </p:nvSpPr>
        <p:spPr>
          <a:xfrm>
            <a:off x="7666990" y="38735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22" name="Shape 316"/>
          <p:cNvSpPr/>
          <p:nvPr/>
        </p:nvSpPr>
        <p:spPr>
          <a:xfrm>
            <a:off x="7771130" y="3873500"/>
            <a:ext cx="95250" cy="152400"/>
          </a:xfrm>
          <a:prstGeom prst="rect">
            <a:avLst/>
          </a:prstGeom>
          <a:solidFill>
            <a:srgbClr val="E4D6D8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23" name="Shape 317"/>
          <p:cNvSpPr/>
          <p:nvPr/>
        </p:nvSpPr>
        <p:spPr>
          <a:xfrm>
            <a:off x="7875270" y="38735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24" name="Shape 318"/>
          <p:cNvSpPr/>
          <p:nvPr/>
        </p:nvSpPr>
        <p:spPr>
          <a:xfrm>
            <a:off x="7979410" y="38735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25" name="Shape 319"/>
          <p:cNvSpPr/>
          <p:nvPr/>
        </p:nvSpPr>
        <p:spPr>
          <a:xfrm>
            <a:off x="7562850" y="3873500"/>
            <a:ext cx="95250" cy="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326" name="Shape 320"/>
          <p:cNvSpPr/>
          <p:nvPr/>
        </p:nvSpPr>
        <p:spPr>
          <a:xfrm>
            <a:off x="7562850" y="3873500"/>
            <a:ext cx="95250" cy="-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327" name="Shape 321"/>
          <p:cNvSpPr/>
          <p:nvPr/>
        </p:nvSpPr>
        <p:spPr>
          <a:xfrm>
            <a:off x="7562850" y="41021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28" name="Shape 322"/>
          <p:cNvSpPr/>
          <p:nvPr/>
        </p:nvSpPr>
        <p:spPr>
          <a:xfrm>
            <a:off x="7666990" y="4102100"/>
            <a:ext cx="95250" cy="152400"/>
          </a:xfrm>
          <a:prstGeom prst="rect">
            <a:avLst/>
          </a:prstGeom>
          <a:solidFill>
            <a:srgbClr val="E4D6D8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29" name="Shape 323"/>
          <p:cNvSpPr/>
          <p:nvPr/>
        </p:nvSpPr>
        <p:spPr>
          <a:xfrm>
            <a:off x="7771130" y="41021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30" name="Shape 324"/>
          <p:cNvSpPr/>
          <p:nvPr/>
        </p:nvSpPr>
        <p:spPr>
          <a:xfrm>
            <a:off x="7875270" y="41021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31" name="Shape 325"/>
          <p:cNvSpPr/>
          <p:nvPr/>
        </p:nvSpPr>
        <p:spPr>
          <a:xfrm>
            <a:off x="7979410" y="41021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32" name="Shape 326"/>
          <p:cNvSpPr/>
          <p:nvPr/>
        </p:nvSpPr>
        <p:spPr>
          <a:xfrm>
            <a:off x="7562850" y="4102100"/>
            <a:ext cx="95250" cy="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333" name="Shape 327"/>
          <p:cNvSpPr/>
          <p:nvPr/>
        </p:nvSpPr>
        <p:spPr>
          <a:xfrm>
            <a:off x="7562850" y="4102100"/>
            <a:ext cx="95250" cy="-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334" name="Shape 328"/>
          <p:cNvSpPr/>
          <p:nvPr/>
        </p:nvSpPr>
        <p:spPr>
          <a:xfrm>
            <a:off x="7562850" y="4330700"/>
            <a:ext cx="95250" cy="152400"/>
          </a:xfrm>
          <a:prstGeom prst="rect">
            <a:avLst/>
          </a:prstGeom>
          <a:solidFill>
            <a:srgbClr val="E4D6D8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35" name="Shape 329"/>
          <p:cNvSpPr/>
          <p:nvPr/>
        </p:nvSpPr>
        <p:spPr>
          <a:xfrm>
            <a:off x="7666990" y="43307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36" name="Shape 330"/>
          <p:cNvSpPr/>
          <p:nvPr/>
        </p:nvSpPr>
        <p:spPr>
          <a:xfrm>
            <a:off x="7771130" y="43307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37" name="Shape 331"/>
          <p:cNvSpPr/>
          <p:nvPr/>
        </p:nvSpPr>
        <p:spPr>
          <a:xfrm>
            <a:off x="7875270" y="43307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38" name="Shape 332"/>
          <p:cNvSpPr/>
          <p:nvPr/>
        </p:nvSpPr>
        <p:spPr>
          <a:xfrm>
            <a:off x="7979410" y="43307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39" name="Shape 333"/>
          <p:cNvSpPr/>
          <p:nvPr/>
        </p:nvSpPr>
        <p:spPr>
          <a:xfrm>
            <a:off x="7562850" y="4330700"/>
            <a:ext cx="95250" cy="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340" name="Shape 334"/>
          <p:cNvSpPr/>
          <p:nvPr/>
        </p:nvSpPr>
        <p:spPr>
          <a:xfrm>
            <a:off x="7562850" y="4330700"/>
            <a:ext cx="95250" cy="-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341" name="Shape 335"/>
          <p:cNvSpPr/>
          <p:nvPr/>
        </p:nvSpPr>
        <p:spPr>
          <a:xfrm>
            <a:off x="7562850" y="45593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42" name="Shape 336"/>
          <p:cNvSpPr/>
          <p:nvPr/>
        </p:nvSpPr>
        <p:spPr>
          <a:xfrm>
            <a:off x="7666990" y="45593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43" name="Shape 337"/>
          <p:cNvSpPr/>
          <p:nvPr/>
        </p:nvSpPr>
        <p:spPr>
          <a:xfrm>
            <a:off x="7771130" y="45593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44" name="Shape 338"/>
          <p:cNvSpPr/>
          <p:nvPr/>
        </p:nvSpPr>
        <p:spPr>
          <a:xfrm>
            <a:off x="7875270" y="45593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45" name="Shape 339"/>
          <p:cNvSpPr/>
          <p:nvPr/>
        </p:nvSpPr>
        <p:spPr>
          <a:xfrm>
            <a:off x="7979410" y="4559300"/>
            <a:ext cx="95250" cy="152400"/>
          </a:xfrm>
          <a:prstGeom prst="rect">
            <a:avLst/>
          </a:prstGeom>
          <a:solidFill>
            <a:srgbClr val="E4D6D8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46" name="Shape 340"/>
          <p:cNvSpPr/>
          <p:nvPr/>
        </p:nvSpPr>
        <p:spPr>
          <a:xfrm>
            <a:off x="7562850" y="4559300"/>
            <a:ext cx="95250" cy="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347" name="Shape 341"/>
          <p:cNvSpPr/>
          <p:nvPr/>
        </p:nvSpPr>
        <p:spPr>
          <a:xfrm>
            <a:off x="7562850" y="4559300"/>
            <a:ext cx="95250" cy="-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348" name="Shape 342"/>
          <p:cNvSpPr/>
          <p:nvPr/>
        </p:nvSpPr>
        <p:spPr>
          <a:xfrm>
            <a:off x="8102600" y="3530600"/>
            <a:ext cx="546100" cy="990600"/>
          </a:xfrm>
          <a:prstGeom prst="roundRect">
            <a:avLst>
              <a:gd name="adj" fmla="val 8372"/>
            </a:avLst>
          </a:prstGeom>
          <a:solidFill>
            <a:srgbClr val="FFFFFF"/>
          </a:solidFill>
          <a:ln w="12700">
            <a:solidFill>
              <a:srgbClr val="1F6B3A"/>
            </a:solidFill>
            <a:prstDash val="sysDot"/>
          </a:ln>
        </p:spPr>
      </p:sp>
      <p:sp>
        <p:nvSpPr>
          <p:cNvPr id="349" name="Shape 343"/>
          <p:cNvSpPr/>
          <p:nvPr/>
        </p:nvSpPr>
        <p:spPr>
          <a:xfrm>
            <a:off x="8121650" y="36068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50" name="Shape 344"/>
          <p:cNvSpPr/>
          <p:nvPr/>
        </p:nvSpPr>
        <p:spPr>
          <a:xfrm>
            <a:off x="8225790" y="36068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51" name="Shape 345"/>
          <p:cNvSpPr/>
          <p:nvPr/>
        </p:nvSpPr>
        <p:spPr>
          <a:xfrm>
            <a:off x="8329930" y="3606800"/>
            <a:ext cx="95250" cy="152400"/>
          </a:xfrm>
          <a:prstGeom prst="rect">
            <a:avLst/>
          </a:prstGeom>
          <a:solidFill>
            <a:srgbClr val="E4D6D8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52" name="Shape 346"/>
          <p:cNvSpPr/>
          <p:nvPr/>
        </p:nvSpPr>
        <p:spPr>
          <a:xfrm>
            <a:off x="8434070" y="36068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53" name="Shape 347"/>
          <p:cNvSpPr/>
          <p:nvPr/>
        </p:nvSpPr>
        <p:spPr>
          <a:xfrm>
            <a:off x="8538210" y="36068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54" name="Shape 348"/>
          <p:cNvSpPr/>
          <p:nvPr/>
        </p:nvSpPr>
        <p:spPr>
          <a:xfrm>
            <a:off x="8121650" y="3606800"/>
            <a:ext cx="95250" cy="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355" name="Shape 349"/>
          <p:cNvSpPr/>
          <p:nvPr/>
        </p:nvSpPr>
        <p:spPr>
          <a:xfrm>
            <a:off x="8121650" y="3606800"/>
            <a:ext cx="95250" cy="-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356" name="Shape 350"/>
          <p:cNvSpPr/>
          <p:nvPr/>
        </p:nvSpPr>
        <p:spPr>
          <a:xfrm>
            <a:off x="8121650" y="38354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57" name="Shape 351"/>
          <p:cNvSpPr/>
          <p:nvPr/>
        </p:nvSpPr>
        <p:spPr>
          <a:xfrm>
            <a:off x="8225790" y="3835400"/>
            <a:ext cx="95250" cy="152400"/>
          </a:xfrm>
          <a:prstGeom prst="rect">
            <a:avLst/>
          </a:prstGeom>
          <a:solidFill>
            <a:srgbClr val="E4D6D8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58" name="Shape 352"/>
          <p:cNvSpPr/>
          <p:nvPr/>
        </p:nvSpPr>
        <p:spPr>
          <a:xfrm>
            <a:off x="8329930" y="38354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59" name="Shape 353"/>
          <p:cNvSpPr/>
          <p:nvPr/>
        </p:nvSpPr>
        <p:spPr>
          <a:xfrm>
            <a:off x="8434070" y="38354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60" name="Shape 354"/>
          <p:cNvSpPr/>
          <p:nvPr/>
        </p:nvSpPr>
        <p:spPr>
          <a:xfrm>
            <a:off x="8538210" y="38354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61" name="Shape 355"/>
          <p:cNvSpPr/>
          <p:nvPr/>
        </p:nvSpPr>
        <p:spPr>
          <a:xfrm>
            <a:off x="8121650" y="3835400"/>
            <a:ext cx="95250" cy="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362" name="Shape 356"/>
          <p:cNvSpPr/>
          <p:nvPr/>
        </p:nvSpPr>
        <p:spPr>
          <a:xfrm>
            <a:off x="8121650" y="3835400"/>
            <a:ext cx="95250" cy="-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363" name="Shape 357"/>
          <p:cNvSpPr/>
          <p:nvPr/>
        </p:nvSpPr>
        <p:spPr>
          <a:xfrm>
            <a:off x="8121650" y="4064000"/>
            <a:ext cx="95250" cy="152400"/>
          </a:xfrm>
          <a:prstGeom prst="rect">
            <a:avLst/>
          </a:prstGeom>
          <a:solidFill>
            <a:srgbClr val="E4D6D8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64" name="Shape 358"/>
          <p:cNvSpPr/>
          <p:nvPr/>
        </p:nvSpPr>
        <p:spPr>
          <a:xfrm>
            <a:off x="8225790" y="40640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65" name="Shape 359"/>
          <p:cNvSpPr/>
          <p:nvPr/>
        </p:nvSpPr>
        <p:spPr>
          <a:xfrm>
            <a:off x="8329930" y="40640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66" name="Shape 360"/>
          <p:cNvSpPr/>
          <p:nvPr/>
        </p:nvSpPr>
        <p:spPr>
          <a:xfrm>
            <a:off x="8434070" y="40640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67" name="Shape 361"/>
          <p:cNvSpPr/>
          <p:nvPr/>
        </p:nvSpPr>
        <p:spPr>
          <a:xfrm>
            <a:off x="8538210" y="40640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68" name="Shape 362"/>
          <p:cNvSpPr/>
          <p:nvPr/>
        </p:nvSpPr>
        <p:spPr>
          <a:xfrm>
            <a:off x="8121650" y="4064000"/>
            <a:ext cx="95250" cy="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369" name="Shape 363"/>
          <p:cNvSpPr/>
          <p:nvPr/>
        </p:nvSpPr>
        <p:spPr>
          <a:xfrm>
            <a:off x="8121650" y="4064000"/>
            <a:ext cx="95250" cy="-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370" name="Shape 364"/>
          <p:cNvSpPr/>
          <p:nvPr/>
        </p:nvSpPr>
        <p:spPr>
          <a:xfrm>
            <a:off x="8121650" y="42926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71" name="Shape 365"/>
          <p:cNvSpPr/>
          <p:nvPr/>
        </p:nvSpPr>
        <p:spPr>
          <a:xfrm>
            <a:off x="8225790" y="42926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72" name="Shape 366"/>
          <p:cNvSpPr/>
          <p:nvPr/>
        </p:nvSpPr>
        <p:spPr>
          <a:xfrm>
            <a:off x="8329930" y="42926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73" name="Shape 367"/>
          <p:cNvSpPr/>
          <p:nvPr/>
        </p:nvSpPr>
        <p:spPr>
          <a:xfrm>
            <a:off x="8434070" y="42926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74" name="Shape 368"/>
          <p:cNvSpPr/>
          <p:nvPr/>
        </p:nvSpPr>
        <p:spPr>
          <a:xfrm>
            <a:off x="8538210" y="4292600"/>
            <a:ext cx="95250" cy="152400"/>
          </a:xfrm>
          <a:prstGeom prst="rect">
            <a:avLst/>
          </a:prstGeom>
          <a:solidFill>
            <a:srgbClr val="E4D6D8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75" name="Shape 369"/>
          <p:cNvSpPr/>
          <p:nvPr/>
        </p:nvSpPr>
        <p:spPr>
          <a:xfrm>
            <a:off x="8121650" y="4292600"/>
            <a:ext cx="95250" cy="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376" name="Shape 370"/>
          <p:cNvSpPr/>
          <p:nvPr/>
        </p:nvSpPr>
        <p:spPr>
          <a:xfrm>
            <a:off x="8121650" y="4292600"/>
            <a:ext cx="95250" cy="-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377" name="Shape 371"/>
          <p:cNvSpPr/>
          <p:nvPr/>
        </p:nvSpPr>
        <p:spPr>
          <a:xfrm>
            <a:off x="8648700" y="3263900"/>
            <a:ext cx="546100" cy="990600"/>
          </a:xfrm>
          <a:prstGeom prst="roundRect">
            <a:avLst>
              <a:gd name="adj" fmla="val 8372"/>
            </a:avLst>
          </a:prstGeom>
          <a:solidFill>
            <a:srgbClr val="FFFFFF"/>
          </a:solidFill>
          <a:ln w="12700">
            <a:solidFill>
              <a:srgbClr val="1F6B3A"/>
            </a:solidFill>
            <a:prstDash val="sysDot"/>
          </a:ln>
        </p:spPr>
      </p:sp>
      <p:sp>
        <p:nvSpPr>
          <p:cNvPr id="378" name="Shape 372"/>
          <p:cNvSpPr/>
          <p:nvPr/>
        </p:nvSpPr>
        <p:spPr>
          <a:xfrm>
            <a:off x="8667750" y="33401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79" name="Shape 373"/>
          <p:cNvSpPr/>
          <p:nvPr/>
        </p:nvSpPr>
        <p:spPr>
          <a:xfrm>
            <a:off x="8771890" y="33401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80" name="Shape 374"/>
          <p:cNvSpPr/>
          <p:nvPr/>
        </p:nvSpPr>
        <p:spPr>
          <a:xfrm>
            <a:off x="8876030" y="3340100"/>
            <a:ext cx="95250" cy="152400"/>
          </a:xfrm>
          <a:prstGeom prst="rect">
            <a:avLst/>
          </a:prstGeom>
          <a:solidFill>
            <a:srgbClr val="E4D6D8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81" name="Shape 375"/>
          <p:cNvSpPr/>
          <p:nvPr/>
        </p:nvSpPr>
        <p:spPr>
          <a:xfrm>
            <a:off x="8980170" y="33401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82" name="Shape 376"/>
          <p:cNvSpPr/>
          <p:nvPr/>
        </p:nvSpPr>
        <p:spPr>
          <a:xfrm>
            <a:off x="9084310" y="33401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83" name="Shape 377"/>
          <p:cNvSpPr/>
          <p:nvPr/>
        </p:nvSpPr>
        <p:spPr>
          <a:xfrm>
            <a:off x="8667750" y="3340100"/>
            <a:ext cx="95250" cy="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384" name="Shape 378"/>
          <p:cNvSpPr/>
          <p:nvPr/>
        </p:nvSpPr>
        <p:spPr>
          <a:xfrm>
            <a:off x="8667750" y="3340100"/>
            <a:ext cx="95250" cy="-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385" name="Shape 379"/>
          <p:cNvSpPr/>
          <p:nvPr/>
        </p:nvSpPr>
        <p:spPr>
          <a:xfrm>
            <a:off x="8667750" y="35687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86" name="Shape 380"/>
          <p:cNvSpPr/>
          <p:nvPr/>
        </p:nvSpPr>
        <p:spPr>
          <a:xfrm>
            <a:off x="8771890" y="3568700"/>
            <a:ext cx="95250" cy="152400"/>
          </a:xfrm>
          <a:prstGeom prst="rect">
            <a:avLst/>
          </a:prstGeom>
          <a:solidFill>
            <a:srgbClr val="E4D6D8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87" name="Shape 381"/>
          <p:cNvSpPr/>
          <p:nvPr/>
        </p:nvSpPr>
        <p:spPr>
          <a:xfrm>
            <a:off x="8876030" y="35687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88" name="Shape 382"/>
          <p:cNvSpPr/>
          <p:nvPr/>
        </p:nvSpPr>
        <p:spPr>
          <a:xfrm>
            <a:off x="8980170" y="35687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89" name="Shape 383"/>
          <p:cNvSpPr/>
          <p:nvPr/>
        </p:nvSpPr>
        <p:spPr>
          <a:xfrm>
            <a:off x="9084310" y="35687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90" name="Shape 384"/>
          <p:cNvSpPr/>
          <p:nvPr/>
        </p:nvSpPr>
        <p:spPr>
          <a:xfrm>
            <a:off x="8667750" y="3568700"/>
            <a:ext cx="95250" cy="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391" name="Shape 385"/>
          <p:cNvSpPr/>
          <p:nvPr/>
        </p:nvSpPr>
        <p:spPr>
          <a:xfrm>
            <a:off x="8667750" y="3568700"/>
            <a:ext cx="95250" cy="-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392" name="Shape 386"/>
          <p:cNvSpPr/>
          <p:nvPr/>
        </p:nvSpPr>
        <p:spPr>
          <a:xfrm>
            <a:off x="8667750" y="3797300"/>
            <a:ext cx="95250" cy="152400"/>
          </a:xfrm>
          <a:prstGeom prst="rect">
            <a:avLst/>
          </a:prstGeom>
          <a:solidFill>
            <a:srgbClr val="E4D6D8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93" name="Shape 387"/>
          <p:cNvSpPr/>
          <p:nvPr/>
        </p:nvSpPr>
        <p:spPr>
          <a:xfrm>
            <a:off x="8771890" y="37973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94" name="Shape 388"/>
          <p:cNvSpPr/>
          <p:nvPr/>
        </p:nvSpPr>
        <p:spPr>
          <a:xfrm>
            <a:off x="8876030" y="37973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95" name="Shape 389"/>
          <p:cNvSpPr/>
          <p:nvPr/>
        </p:nvSpPr>
        <p:spPr>
          <a:xfrm>
            <a:off x="8980170" y="37973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96" name="Shape 390"/>
          <p:cNvSpPr/>
          <p:nvPr/>
        </p:nvSpPr>
        <p:spPr>
          <a:xfrm>
            <a:off x="9084310" y="37973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397" name="Shape 391"/>
          <p:cNvSpPr/>
          <p:nvPr/>
        </p:nvSpPr>
        <p:spPr>
          <a:xfrm>
            <a:off x="8667750" y="3797300"/>
            <a:ext cx="95250" cy="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398" name="Shape 392"/>
          <p:cNvSpPr/>
          <p:nvPr/>
        </p:nvSpPr>
        <p:spPr>
          <a:xfrm>
            <a:off x="8667750" y="3797300"/>
            <a:ext cx="95250" cy="-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399" name="Shape 393"/>
          <p:cNvSpPr/>
          <p:nvPr/>
        </p:nvSpPr>
        <p:spPr>
          <a:xfrm>
            <a:off x="8667750" y="40259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400" name="Shape 394"/>
          <p:cNvSpPr/>
          <p:nvPr/>
        </p:nvSpPr>
        <p:spPr>
          <a:xfrm>
            <a:off x="8771890" y="40259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401" name="Shape 395"/>
          <p:cNvSpPr/>
          <p:nvPr/>
        </p:nvSpPr>
        <p:spPr>
          <a:xfrm>
            <a:off x="8876030" y="40259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402" name="Shape 396"/>
          <p:cNvSpPr/>
          <p:nvPr/>
        </p:nvSpPr>
        <p:spPr>
          <a:xfrm>
            <a:off x="8980170" y="40259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403" name="Shape 397"/>
          <p:cNvSpPr/>
          <p:nvPr/>
        </p:nvSpPr>
        <p:spPr>
          <a:xfrm>
            <a:off x="9084310" y="4025900"/>
            <a:ext cx="95250" cy="152400"/>
          </a:xfrm>
          <a:prstGeom prst="rect">
            <a:avLst/>
          </a:prstGeom>
          <a:solidFill>
            <a:srgbClr val="E4D6D8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404" name="Shape 398"/>
          <p:cNvSpPr/>
          <p:nvPr/>
        </p:nvSpPr>
        <p:spPr>
          <a:xfrm>
            <a:off x="8667750" y="4025900"/>
            <a:ext cx="95250" cy="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405" name="Shape 399"/>
          <p:cNvSpPr/>
          <p:nvPr/>
        </p:nvSpPr>
        <p:spPr>
          <a:xfrm>
            <a:off x="8667750" y="4025900"/>
            <a:ext cx="95250" cy="-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406" name="Shape 400"/>
          <p:cNvSpPr/>
          <p:nvPr/>
        </p:nvSpPr>
        <p:spPr>
          <a:xfrm>
            <a:off x="9194800" y="2997200"/>
            <a:ext cx="546100" cy="990600"/>
          </a:xfrm>
          <a:prstGeom prst="roundRect">
            <a:avLst>
              <a:gd name="adj" fmla="val 8372"/>
            </a:avLst>
          </a:prstGeom>
          <a:solidFill>
            <a:srgbClr val="FFFFFF"/>
          </a:solidFill>
          <a:ln w="12700">
            <a:solidFill>
              <a:srgbClr val="1F6B3A"/>
            </a:solidFill>
            <a:prstDash val="sysDot"/>
          </a:ln>
        </p:spPr>
      </p:sp>
      <p:sp>
        <p:nvSpPr>
          <p:cNvPr id="407" name="Shape 401"/>
          <p:cNvSpPr/>
          <p:nvPr/>
        </p:nvSpPr>
        <p:spPr>
          <a:xfrm>
            <a:off x="9213850" y="30734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408" name="Shape 402"/>
          <p:cNvSpPr/>
          <p:nvPr/>
        </p:nvSpPr>
        <p:spPr>
          <a:xfrm>
            <a:off x="9317990" y="30734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409" name="Shape 403"/>
          <p:cNvSpPr/>
          <p:nvPr/>
        </p:nvSpPr>
        <p:spPr>
          <a:xfrm>
            <a:off x="9422130" y="3073400"/>
            <a:ext cx="95250" cy="152400"/>
          </a:xfrm>
          <a:prstGeom prst="rect">
            <a:avLst/>
          </a:prstGeom>
          <a:solidFill>
            <a:srgbClr val="E4D6D8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410" name="Shape 404"/>
          <p:cNvSpPr/>
          <p:nvPr/>
        </p:nvSpPr>
        <p:spPr>
          <a:xfrm>
            <a:off x="9526270" y="30734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411" name="Shape 405"/>
          <p:cNvSpPr/>
          <p:nvPr/>
        </p:nvSpPr>
        <p:spPr>
          <a:xfrm>
            <a:off x="9630410" y="30734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412" name="Shape 406"/>
          <p:cNvSpPr/>
          <p:nvPr/>
        </p:nvSpPr>
        <p:spPr>
          <a:xfrm>
            <a:off x="9213850" y="3073400"/>
            <a:ext cx="95250" cy="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413" name="Shape 407"/>
          <p:cNvSpPr/>
          <p:nvPr/>
        </p:nvSpPr>
        <p:spPr>
          <a:xfrm>
            <a:off x="9213850" y="3073400"/>
            <a:ext cx="95250" cy="-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414" name="Shape 408"/>
          <p:cNvSpPr/>
          <p:nvPr/>
        </p:nvSpPr>
        <p:spPr>
          <a:xfrm>
            <a:off x="9213850" y="33020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415" name="Shape 409"/>
          <p:cNvSpPr/>
          <p:nvPr/>
        </p:nvSpPr>
        <p:spPr>
          <a:xfrm>
            <a:off x="9317990" y="3302000"/>
            <a:ext cx="95250" cy="152400"/>
          </a:xfrm>
          <a:prstGeom prst="rect">
            <a:avLst/>
          </a:prstGeom>
          <a:solidFill>
            <a:srgbClr val="E4D6D8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416" name="Shape 410"/>
          <p:cNvSpPr/>
          <p:nvPr/>
        </p:nvSpPr>
        <p:spPr>
          <a:xfrm>
            <a:off x="9422130" y="33020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417" name="Shape 411"/>
          <p:cNvSpPr/>
          <p:nvPr/>
        </p:nvSpPr>
        <p:spPr>
          <a:xfrm>
            <a:off x="9526270" y="33020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418" name="Shape 412"/>
          <p:cNvSpPr/>
          <p:nvPr/>
        </p:nvSpPr>
        <p:spPr>
          <a:xfrm>
            <a:off x="9630410" y="33020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419" name="Shape 413"/>
          <p:cNvSpPr/>
          <p:nvPr/>
        </p:nvSpPr>
        <p:spPr>
          <a:xfrm>
            <a:off x="9213850" y="3302000"/>
            <a:ext cx="95250" cy="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420" name="Shape 414"/>
          <p:cNvSpPr/>
          <p:nvPr/>
        </p:nvSpPr>
        <p:spPr>
          <a:xfrm>
            <a:off x="9213850" y="3302000"/>
            <a:ext cx="95250" cy="-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421" name="Shape 415"/>
          <p:cNvSpPr/>
          <p:nvPr/>
        </p:nvSpPr>
        <p:spPr>
          <a:xfrm>
            <a:off x="9213850" y="3530600"/>
            <a:ext cx="95250" cy="152400"/>
          </a:xfrm>
          <a:prstGeom prst="rect">
            <a:avLst/>
          </a:prstGeom>
          <a:solidFill>
            <a:srgbClr val="E4D6D8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422" name="Shape 416"/>
          <p:cNvSpPr/>
          <p:nvPr/>
        </p:nvSpPr>
        <p:spPr>
          <a:xfrm>
            <a:off x="9317990" y="35306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423" name="Shape 417"/>
          <p:cNvSpPr/>
          <p:nvPr/>
        </p:nvSpPr>
        <p:spPr>
          <a:xfrm>
            <a:off x="9422130" y="35306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424" name="Shape 418"/>
          <p:cNvSpPr/>
          <p:nvPr/>
        </p:nvSpPr>
        <p:spPr>
          <a:xfrm>
            <a:off x="9526270" y="35306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425" name="Shape 419"/>
          <p:cNvSpPr/>
          <p:nvPr/>
        </p:nvSpPr>
        <p:spPr>
          <a:xfrm>
            <a:off x="9630410" y="35306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426" name="Shape 420"/>
          <p:cNvSpPr/>
          <p:nvPr/>
        </p:nvSpPr>
        <p:spPr>
          <a:xfrm>
            <a:off x="9213850" y="3530600"/>
            <a:ext cx="95250" cy="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427" name="Shape 421"/>
          <p:cNvSpPr/>
          <p:nvPr/>
        </p:nvSpPr>
        <p:spPr>
          <a:xfrm>
            <a:off x="9213850" y="3530600"/>
            <a:ext cx="95250" cy="-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428" name="Shape 422"/>
          <p:cNvSpPr/>
          <p:nvPr/>
        </p:nvSpPr>
        <p:spPr>
          <a:xfrm>
            <a:off x="9213850" y="37592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429" name="Shape 423"/>
          <p:cNvSpPr/>
          <p:nvPr/>
        </p:nvSpPr>
        <p:spPr>
          <a:xfrm>
            <a:off x="9317990" y="37592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430" name="Shape 424"/>
          <p:cNvSpPr/>
          <p:nvPr/>
        </p:nvSpPr>
        <p:spPr>
          <a:xfrm>
            <a:off x="9422130" y="37592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431" name="Shape 425"/>
          <p:cNvSpPr/>
          <p:nvPr/>
        </p:nvSpPr>
        <p:spPr>
          <a:xfrm>
            <a:off x="9526270" y="37592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432" name="Shape 426"/>
          <p:cNvSpPr/>
          <p:nvPr/>
        </p:nvSpPr>
        <p:spPr>
          <a:xfrm>
            <a:off x="9630410" y="3759200"/>
            <a:ext cx="95250" cy="152400"/>
          </a:xfrm>
          <a:prstGeom prst="rect">
            <a:avLst/>
          </a:prstGeom>
          <a:solidFill>
            <a:srgbClr val="E4D6D8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433" name="Shape 427"/>
          <p:cNvSpPr/>
          <p:nvPr/>
        </p:nvSpPr>
        <p:spPr>
          <a:xfrm>
            <a:off x="9213850" y="3759200"/>
            <a:ext cx="95250" cy="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434" name="Shape 428"/>
          <p:cNvSpPr/>
          <p:nvPr/>
        </p:nvSpPr>
        <p:spPr>
          <a:xfrm>
            <a:off x="9213850" y="3759200"/>
            <a:ext cx="95250" cy="-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435" name="Shape 429"/>
          <p:cNvSpPr/>
          <p:nvPr/>
        </p:nvSpPr>
        <p:spPr>
          <a:xfrm>
            <a:off x="9740900" y="2755900"/>
            <a:ext cx="546100" cy="990600"/>
          </a:xfrm>
          <a:prstGeom prst="roundRect">
            <a:avLst>
              <a:gd name="adj" fmla="val 8372"/>
            </a:avLst>
          </a:prstGeom>
          <a:solidFill>
            <a:srgbClr val="FFFFFF"/>
          </a:solidFill>
          <a:ln w="12700">
            <a:solidFill>
              <a:srgbClr val="1F6B3A"/>
            </a:solidFill>
            <a:prstDash val="sysDot"/>
          </a:ln>
        </p:spPr>
      </p:sp>
      <p:sp>
        <p:nvSpPr>
          <p:cNvPr id="436" name="Shape 430"/>
          <p:cNvSpPr/>
          <p:nvPr/>
        </p:nvSpPr>
        <p:spPr>
          <a:xfrm>
            <a:off x="9759950" y="28321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437" name="Shape 431"/>
          <p:cNvSpPr/>
          <p:nvPr/>
        </p:nvSpPr>
        <p:spPr>
          <a:xfrm>
            <a:off x="9864090" y="28321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438" name="Shape 432"/>
          <p:cNvSpPr/>
          <p:nvPr/>
        </p:nvSpPr>
        <p:spPr>
          <a:xfrm>
            <a:off x="9968230" y="2832100"/>
            <a:ext cx="95250" cy="152400"/>
          </a:xfrm>
          <a:prstGeom prst="rect">
            <a:avLst/>
          </a:prstGeom>
          <a:solidFill>
            <a:srgbClr val="E4D6D8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439" name="Shape 433"/>
          <p:cNvSpPr/>
          <p:nvPr/>
        </p:nvSpPr>
        <p:spPr>
          <a:xfrm>
            <a:off x="10072370" y="28321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440" name="Shape 434"/>
          <p:cNvSpPr/>
          <p:nvPr/>
        </p:nvSpPr>
        <p:spPr>
          <a:xfrm>
            <a:off x="10176510" y="28321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441" name="Shape 435"/>
          <p:cNvSpPr/>
          <p:nvPr/>
        </p:nvSpPr>
        <p:spPr>
          <a:xfrm>
            <a:off x="9759950" y="2832100"/>
            <a:ext cx="95250" cy="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442" name="Shape 436"/>
          <p:cNvSpPr/>
          <p:nvPr/>
        </p:nvSpPr>
        <p:spPr>
          <a:xfrm>
            <a:off x="9759950" y="2832100"/>
            <a:ext cx="95250" cy="-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443" name="Shape 437"/>
          <p:cNvSpPr/>
          <p:nvPr/>
        </p:nvSpPr>
        <p:spPr>
          <a:xfrm>
            <a:off x="9759950" y="30607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444" name="Shape 438"/>
          <p:cNvSpPr/>
          <p:nvPr/>
        </p:nvSpPr>
        <p:spPr>
          <a:xfrm>
            <a:off x="9864090" y="3060700"/>
            <a:ext cx="95250" cy="152400"/>
          </a:xfrm>
          <a:prstGeom prst="rect">
            <a:avLst/>
          </a:prstGeom>
          <a:solidFill>
            <a:srgbClr val="E4D6D8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445" name="Shape 439"/>
          <p:cNvSpPr/>
          <p:nvPr/>
        </p:nvSpPr>
        <p:spPr>
          <a:xfrm>
            <a:off x="9968230" y="30607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446" name="Shape 440"/>
          <p:cNvSpPr/>
          <p:nvPr/>
        </p:nvSpPr>
        <p:spPr>
          <a:xfrm>
            <a:off x="10072370" y="30607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447" name="Shape 441"/>
          <p:cNvSpPr/>
          <p:nvPr/>
        </p:nvSpPr>
        <p:spPr>
          <a:xfrm>
            <a:off x="10176510" y="30607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448" name="Shape 442"/>
          <p:cNvSpPr/>
          <p:nvPr/>
        </p:nvSpPr>
        <p:spPr>
          <a:xfrm>
            <a:off x="9759950" y="3060700"/>
            <a:ext cx="95250" cy="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449" name="Shape 443"/>
          <p:cNvSpPr/>
          <p:nvPr/>
        </p:nvSpPr>
        <p:spPr>
          <a:xfrm>
            <a:off x="9759950" y="3060700"/>
            <a:ext cx="95250" cy="-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450" name="Shape 444"/>
          <p:cNvSpPr/>
          <p:nvPr/>
        </p:nvSpPr>
        <p:spPr>
          <a:xfrm>
            <a:off x="9759950" y="3289300"/>
            <a:ext cx="95250" cy="152400"/>
          </a:xfrm>
          <a:prstGeom prst="rect">
            <a:avLst/>
          </a:prstGeom>
          <a:solidFill>
            <a:srgbClr val="E4D6D8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451" name="Shape 445"/>
          <p:cNvSpPr/>
          <p:nvPr/>
        </p:nvSpPr>
        <p:spPr>
          <a:xfrm>
            <a:off x="9864090" y="32893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452" name="Shape 446"/>
          <p:cNvSpPr/>
          <p:nvPr/>
        </p:nvSpPr>
        <p:spPr>
          <a:xfrm>
            <a:off x="9968230" y="32893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453" name="Shape 447"/>
          <p:cNvSpPr/>
          <p:nvPr/>
        </p:nvSpPr>
        <p:spPr>
          <a:xfrm>
            <a:off x="10072370" y="32893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454" name="Shape 448"/>
          <p:cNvSpPr/>
          <p:nvPr/>
        </p:nvSpPr>
        <p:spPr>
          <a:xfrm>
            <a:off x="10176510" y="32893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455" name="Shape 449"/>
          <p:cNvSpPr/>
          <p:nvPr/>
        </p:nvSpPr>
        <p:spPr>
          <a:xfrm>
            <a:off x="9759950" y="3289300"/>
            <a:ext cx="95250" cy="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456" name="Shape 450"/>
          <p:cNvSpPr/>
          <p:nvPr/>
        </p:nvSpPr>
        <p:spPr>
          <a:xfrm>
            <a:off x="9759950" y="3289300"/>
            <a:ext cx="95250" cy="-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457" name="Shape 451"/>
          <p:cNvSpPr/>
          <p:nvPr/>
        </p:nvSpPr>
        <p:spPr>
          <a:xfrm>
            <a:off x="9759950" y="35179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458" name="Shape 452"/>
          <p:cNvSpPr/>
          <p:nvPr/>
        </p:nvSpPr>
        <p:spPr>
          <a:xfrm>
            <a:off x="9864090" y="35179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459" name="Shape 453"/>
          <p:cNvSpPr/>
          <p:nvPr/>
        </p:nvSpPr>
        <p:spPr>
          <a:xfrm>
            <a:off x="9968230" y="35179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460" name="Shape 454"/>
          <p:cNvSpPr/>
          <p:nvPr/>
        </p:nvSpPr>
        <p:spPr>
          <a:xfrm>
            <a:off x="10072370" y="35179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461" name="Shape 455"/>
          <p:cNvSpPr/>
          <p:nvPr/>
        </p:nvSpPr>
        <p:spPr>
          <a:xfrm>
            <a:off x="10176510" y="3517900"/>
            <a:ext cx="95250" cy="152400"/>
          </a:xfrm>
          <a:prstGeom prst="rect">
            <a:avLst/>
          </a:prstGeom>
          <a:solidFill>
            <a:srgbClr val="E4D6D8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462" name="Shape 456"/>
          <p:cNvSpPr/>
          <p:nvPr/>
        </p:nvSpPr>
        <p:spPr>
          <a:xfrm>
            <a:off x="9759950" y="3517900"/>
            <a:ext cx="95250" cy="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463" name="Shape 457"/>
          <p:cNvSpPr/>
          <p:nvPr/>
        </p:nvSpPr>
        <p:spPr>
          <a:xfrm>
            <a:off x="9759950" y="3517900"/>
            <a:ext cx="95250" cy="-152400"/>
          </a:xfrm>
          <a:prstGeom prst="line">
            <a:avLst/>
          </a:prstGeom>
          <a:noFill/>
          <a:ln w="17780">
            <a:solidFill>
              <a:srgbClr val="C00000"/>
            </a:solidFill>
            <a:prstDash val="solid"/>
          </a:ln>
        </p:spPr>
      </p:sp>
      <p:sp>
        <p:nvSpPr>
          <p:cNvPr id="464" name="Shape 458"/>
          <p:cNvSpPr/>
          <p:nvPr/>
        </p:nvSpPr>
        <p:spPr>
          <a:xfrm>
            <a:off x="8369300" y="4470400"/>
            <a:ext cx="0" cy="241300"/>
          </a:xfrm>
          <a:prstGeom prst="line">
            <a:avLst/>
          </a:prstGeom>
          <a:noFill/>
          <a:ln w="15875">
            <a:solidFill>
              <a:srgbClr val="00AA00"/>
            </a:solidFill>
            <a:prstDash val="solid"/>
            <a:headEnd type="triangle"/>
          </a:ln>
        </p:spPr>
      </p:sp>
      <p:sp>
        <p:nvSpPr>
          <p:cNvPr id="465" name="Shape 459"/>
          <p:cNvSpPr/>
          <p:nvPr/>
        </p:nvSpPr>
        <p:spPr>
          <a:xfrm>
            <a:off x="8915400" y="4203700"/>
            <a:ext cx="0" cy="241300"/>
          </a:xfrm>
          <a:prstGeom prst="line">
            <a:avLst/>
          </a:prstGeom>
          <a:noFill/>
          <a:ln w="15875">
            <a:solidFill>
              <a:srgbClr val="00AA00"/>
            </a:solidFill>
            <a:prstDash val="solid"/>
            <a:headEnd type="triangle"/>
          </a:ln>
        </p:spPr>
      </p:sp>
      <p:sp>
        <p:nvSpPr>
          <p:cNvPr id="466" name="Shape 460"/>
          <p:cNvSpPr/>
          <p:nvPr/>
        </p:nvSpPr>
        <p:spPr>
          <a:xfrm>
            <a:off x="9461500" y="3937000"/>
            <a:ext cx="0" cy="241300"/>
          </a:xfrm>
          <a:prstGeom prst="line">
            <a:avLst/>
          </a:prstGeom>
          <a:noFill/>
          <a:ln w="15875">
            <a:solidFill>
              <a:srgbClr val="00AA00"/>
            </a:solidFill>
            <a:prstDash val="solid"/>
            <a:headEnd type="triangle"/>
          </a:ln>
        </p:spPr>
      </p:sp>
      <p:sp>
        <p:nvSpPr>
          <p:cNvPr id="467" name="Shape 461"/>
          <p:cNvSpPr/>
          <p:nvPr/>
        </p:nvSpPr>
        <p:spPr>
          <a:xfrm>
            <a:off x="10248900" y="3695700"/>
            <a:ext cx="0" cy="215900"/>
          </a:xfrm>
          <a:prstGeom prst="line">
            <a:avLst/>
          </a:prstGeom>
          <a:noFill/>
          <a:ln w="15875">
            <a:solidFill>
              <a:srgbClr val="00AA00"/>
            </a:solidFill>
            <a:prstDash val="solid"/>
            <a:headEnd type="triangle"/>
          </a:ln>
        </p:spPr>
      </p:sp>
      <p:sp>
        <p:nvSpPr>
          <p:cNvPr id="468" name="Shape 462"/>
          <p:cNvSpPr/>
          <p:nvPr/>
        </p:nvSpPr>
        <p:spPr>
          <a:xfrm>
            <a:off x="7543800" y="4876800"/>
            <a:ext cx="546100" cy="279400"/>
          </a:xfrm>
          <a:prstGeom prst="rect">
            <a:avLst/>
          </a:prstGeom>
          <a:solidFill>
            <a:srgbClr val="FBD5DC"/>
          </a:solidFill>
          <a:ln w="11430">
            <a:solidFill>
              <a:srgbClr val="CC2222"/>
            </a:solidFill>
            <a:prstDash val="solid"/>
          </a:ln>
        </p:spPr>
      </p:sp>
      <p:sp>
        <p:nvSpPr>
          <p:cNvPr id="469" name="Text 463"/>
          <p:cNvSpPr/>
          <p:nvPr/>
        </p:nvSpPr>
        <p:spPr>
          <a:xfrm>
            <a:off x="7543800" y="4876800"/>
            <a:ext cx="5461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550" dirty="0"/>
          </a:p>
        </p:txBody>
      </p:sp>
      <p:sp>
        <p:nvSpPr>
          <p:cNvPr id="470" name="Shape 464"/>
          <p:cNvSpPr/>
          <p:nvPr/>
        </p:nvSpPr>
        <p:spPr>
          <a:xfrm>
            <a:off x="7543800" y="5384800"/>
            <a:ext cx="546100" cy="279400"/>
          </a:xfrm>
          <a:prstGeom prst="rect">
            <a:avLst/>
          </a:prstGeom>
          <a:solidFill>
            <a:srgbClr val="DFF0D5"/>
          </a:solidFill>
          <a:ln w="11430">
            <a:solidFill>
              <a:srgbClr val="2E8B57"/>
            </a:solidFill>
            <a:prstDash val="solid"/>
          </a:ln>
        </p:spPr>
      </p:sp>
      <p:sp>
        <p:nvSpPr>
          <p:cNvPr id="471" name="Text 465"/>
          <p:cNvSpPr/>
          <p:nvPr/>
        </p:nvSpPr>
        <p:spPr>
          <a:xfrm>
            <a:off x="7543800" y="5384800"/>
            <a:ext cx="5461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550" dirty="0"/>
          </a:p>
        </p:txBody>
      </p:sp>
      <p:sp>
        <p:nvSpPr>
          <p:cNvPr id="472" name="Shape 466"/>
          <p:cNvSpPr/>
          <p:nvPr/>
        </p:nvSpPr>
        <p:spPr>
          <a:xfrm>
            <a:off x="7543800" y="5892800"/>
            <a:ext cx="546100" cy="279400"/>
          </a:xfrm>
          <a:prstGeom prst="rect">
            <a:avLst/>
          </a:prstGeom>
          <a:solidFill>
            <a:srgbClr val="D6E4F7"/>
          </a:solidFill>
          <a:ln w="11430">
            <a:solidFill>
              <a:srgbClr val="2F55C8"/>
            </a:solidFill>
            <a:prstDash val="solid"/>
          </a:ln>
        </p:spPr>
      </p:sp>
      <p:sp>
        <p:nvSpPr>
          <p:cNvPr id="473" name="Text 467"/>
          <p:cNvSpPr/>
          <p:nvPr/>
        </p:nvSpPr>
        <p:spPr>
          <a:xfrm>
            <a:off x="7543800" y="5892800"/>
            <a:ext cx="5461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550" dirty="0"/>
          </a:p>
        </p:txBody>
      </p:sp>
      <p:sp>
        <p:nvSpPr>
          <p:cNvPr id="474" name="Shape 468"/>
          <p:cNvSpPr/>
          <p:nvPr/>
        </p:nvSpPr>
        <p:spPr>
          <a:xfrm>
            <a:off x="8102600" y="4610100"/>
            <a:ext cx="546100" cy="279400"/>
          </a:xfrm>
          <a:prstGeom prst="rect">
            <a:avLst/>
          </a:prstGeom>
          <a:solidFill>
            <a:srgbClr val="FBD5DC"/>
          </a:solidFill>
          <a:ln w="11430">
            <a:solidFill>
              <a:srgbClr val="CC2222"/>
            </a:solidFill>
            <a:prstDash val="solid"/>
          </a:ln>
        </p:spPr>
      </p:sp>
      <p:sp>
        <p:nvSpPr>
          <p:cNvPr id="475" name="Text 469"/>
          <p:cNvSpPr/>
          <p:nvPr/>
        </p:nvSpPr>
        <p:spPr>
          <a:xfrm>
            <a:off x="8102600" y="4610100"/>
            <a:ext cx="5461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476" name="Shape 470"/>
          <p:cNvSpPr/>
          <p:nvPr/>
        </p:nvSpPr>
        <p:spPr>
          <a:xfrm>
            <a:off x="8102600" y="5118100"/>
            <a:ext cx="546100" cy="279400"/>
          </a:xfrm>
          <a:prstGeom prst="rect">
            <a:avLst/>
          </a:prstGeom>
          <a:solidFill>
            <a:srgbClr val="DFF0D5"/>
          </a:solidFill>
          <a:ln w="11430">
            <a:solidFill>
              <a:srgbClr val="2E8B57"/>
            </a:solidFill>
            <a:prstDash val="solid"/>
          </a:ln>
        </p:spPr>
      </p:sp>
      <p:sp>
        <p:nvSpPr>
          <p:cNvPr id="477" name="Text 471"/>
          <p:cNvSpPr/>
          <p:nvPr/>
        </p:nvSpPr>
        <p:spPr>
          <a:xfrm>
            <a:off x="8102600" y="5118100"/>
            <a:ext cx="5461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478" name="Shape 472"/>
          <p:cNvSpPr/>
          <p:nvPr/>
        </p:nvSpPr>
        <p:spPr>
          <a:xfrm>
            <a:off x="8102600" y="5626100"/>
            <a:ext cx="546100" cy="279400"/>
          </a:xfrm>
          <a:prstGeom prst="rect">
            <a:avLst/>
          </a:prstGeom>
          <a:solidFill>
            <a:srgbClr val="D6E4F7"/>
          </a:solidFill>
          <a:ln w="11430">
            <a:solidFill>
              <a:srgbClr val="2F55C8"/>
            </a:solidFill>
            <a:prstDash val="solid"/>
          </a:ln>
        </p:spPr>
      </p:sp>
      <p:sp>
        <p:nvSpPr>
          <p:cNvPr id="479" name="Text 473"/>
          <p:cNvSpPr/>
          <p:nvPr/>
        </p:nvSpPr>
        <p:spPr>
          <a:xfrm>
            <a:off x="8102600" y="5626100"/>
            <a:ext cx="5461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480" name="Shape 474"/>
          <p:cNvSpPr/>
          <p:nvPr/>
        </p:nvSpPr>
        <p:spPr>
          <a:xfrm>
            <a:off x="8648700" y="4343400"/>
            <a:ext cx="546100" cy="279400"/>
          </a:xfrm>
          <a:prstGeom prst="rect">
            <a:avLst/>
          </a:prstGeom>
          <a:solidFill>
            <a:srgbClr val="FBD5DC"/>
          </a:solidFill>
          <a:ln w="11430">
            <a:solidFill>
              <a:srgbClr val="CC2222"/>
            </a:solidFill>
            <a:prstDash val="solid"/>
          </a:ln>
        </p:spPr>
      </p:sp>
      <p:sp>
        <p:nvSpPr>
          <p:cNvPr id="481" name="Text 475"/>
          <p:cNvSpPr/>
          <p:nvPr/>
        </p:nvSpPr>
        <p:spPr>
          <a:xfrm>
            <a:off x="8648700" y="4343400"/>
            <a:ext cx="5461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482" name="Shape 476"/>
          <p:cNvSpPr/>
          <p:nvPr/>
        </p:nvSpPr>
        <p:spPr>
          <a:xfrm>
            <a:off x="8648700" y="4851400"/>
            <a:ext cx="546100" cy="279400"/>
          </a:xfrm>
          <a:prstGeom prst="rect">
            <a:avLst/>
          </a:prstGeom>
          <a:solidFill>
            <a:srgbClr val="DFF0D5"/>
          </a:solidFill>
          <a:ln w="11430">
            <a:solidFill>
              <a:srgbClr val="2E8B57"/>
            </a:solidFill>
            <a:prstDash val="solid"/>
          </a:ln>
        </p:spPr>
      </p:sp>
      <p:sp>
        <p:nvSpPr>
          <p:cNvPr id="483" name="Text 477"/>
          <p:cNvSpPr/>
          <p:nvPr/>
        </p:nvSpPr>
        <p:spPr>
          <a:xfrm>
            <a:off x="8648700" y="4851400"/>
            <a:ext cx="5461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484" name="Shape 478"/>
          <p:cNvSpPr/>
          <p:nvPr/>
        </p:nvSpPr>
        <p:spPr>
          <a:xfrm>
            <a:off x="8648700" y="5359400"/>
            <a:ext cx="546100" cy="279400"/>
          </a:xfrm>
          <a:prstGeom prst="rect">
            <a:avLst/>
          </a:prstGeom>
          <a:solidFill>
            <a:srgbClr val="D6E4F7"/>
          </a:solidFill>
          <a:ln w="11430">
            <a:solidFill>
              <a:srgbClr val="2F55C8"/>
            </a:solidFill>
            <a:prstDash val="solid"/>
          </a:ln>
        </p:spPr>
      </p:sp>
      <p:sp>
        <p:nvSpPr>
          <p:cNvPr id="485" name="Text 479"/>
          <p:cNvSpPr/>
          <p:nvPr/>
        </p:nvSpPr>
        <p:spPr>
          <a:xfrm>
            <a:off x="8648700" y="5359400"/>
            <a:ext cx="5461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486" name="Shape 480"/>
          <p:cNvSpPr/>
          <p:nvPr/>
        </p:nvSpPr>
        <p:spPr>
          <a:xfrm>
            <a:off x="9194800" y="4076700"/>
            <a:ext cx="546100" cy="279400"/>
          </a:xfrm>
          <a:prstGeom prst="rect">
            <a:avLst/>
          </a:prstGeom>
          <a:solidFill>
            <a:srgbClr val="FBD5DC"/>
          </a:solidFill>
          <a:ln w="11430">
            <a:solidFill>
              <a:srgbClr val="CC2222"/>
            </a:solidFill>
            <a:prstDash val="solid"/>
          </a:ln>
        </p:spPr>
      </p:sp>
      <p:sp>
        <p:nvSpPr>
          <p:cNvPr id="487" name="Text 481"/>
          <p:cNvSpPr/>
          <p:nvPr/>
        </p:nvSpPr>
        <p:spPr>
          <a:xfrm>
            <a:off x="9194800" y="4076700"/>
            <a:ext cx="5461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550" dirty="0"/>
          </a:p>
        </p:txBody>
      </p:sp>
      <p:sp>
        <p:nvSpPr>
          <p:cNvPr id="488" name="Shape 482"/>
          <p:cNvSpPr/>
          <p:nvPr/>
        </p:nvSpPr>
        <p:spPr>
          <a:xfrm>
            <a:off x="9194800" y="4584700"/>
            <a:ext cx="546100" cy="279400"/>
          </a:xfrm>
          <a:prstGeom prst="rect">
            <a:avLst/>
          </a:prstGeom>
          <a:solidFill>
            <a:srgbClr val="DFF0D5"/>
          </a:solidFill>
          <a:ln w="11430">
            <a:solidFill>
              <a:srgbClr val="2E8B57"/>
            </a:solidFill>
            <a:prstDash val="solid"/>
          </a:ln>
        </p:spPr>
      </p:sp>
      <p:sp>
        <p:nvSpPr>
          <p:cNvPr id="489" name="Text 483"/>
          <p:cNvSpPr/>
          <p:nvPr/>
        </p:nvSpPr>
        <p:spPr>
          <a:xfrm>
            <a:off x="9194800" y="4584700"/>
            <a:ext cx="5461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550" dirty="0"/>
          </a:p>
        </p:txBody>
      </p:sp>
      <p:sp>
        <p:nvSpPr>
          <p:cNvPr id="490" name="Shape 484"/>
          <p:cNvSpPr/>
          <p:nvPr/>
        </p:nvSpPr>
        <p:spPr>
          <a:xfrm>
            <a:off x="9194800" y="5092700"/>
            <a:ext cx="546100" cy="279400"/>
          </a:xfrm>
          <a:prstGeom prst="rect">
            <a:avLst/>
          </a:prstGeom>
          <a:solidFill>
            <a:srgbClr val="D6E4F7"/>
          </a:solidFill>
          <a:ln w="11430">
            <a:solidFill>
              <a:srgbClr val="2F55C8"/>
            </a:solidFill>
            <a:prstDash val="solid"/>
          </a:ln>
        </p:spPr>
      </p:sp>
      <p:sp>
        <p:nvSpPr>
          <p:cNvPr id="491" name="Text 485"/>
          <p:cNvSpPr/>
          <p:nvPr/>
        </p:nvSpPr>
        <p:spPr>
          <a:xfrm>
            <a:off x="9194800" y="5092700"/>
            <a:ext cx="5461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550" dirty="0"/>
          </a:p>
        </p:txBody>
      </p:sp>
      <p:sp>
        <p:nvSpPr>
          <p:cNvPr id="492" name="Shape 486"/>
          <p:cNvSpPr/>
          <p:nvPr/>
        </p:nvSpPr>
        <p:spPr>
          <a:xfrm>
            <a:off x="9740900" y="3810000"/>
            <a:ext cx="546100" cy="279400"/>
          </a:xfrm>
          <a:prstGeom prst="rect">
            <a:avLst/>
          </a:prstGeom>
          <a:solidFill>
            <a:srgbClr val="FBD5DC"/>
          </a:solidFill>
          <a:ln w="11430">
            <a:solidFill>
              <a:srgbClr val="CC2222"/>
            </a:solidFill>
            <a:prstDash val="solid"/>
          </a:ln>
        </p:spPr>
      </p:sp>
      <p:sp>
        <p:nvSpPr>
          <p:cNvPr id="493" name="Text 487"/>
          <p:cNvSpPr/>
          <p:nvPr/>
        </p:nvSpPr>
        <p:spPr>
          <a:xfrm>
            <a:off x="9740900" y="3810000"/>
            <a:ext cx="5461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550" dirty="0"/>
          </a:p>
        </p:txBody>
      </p:sp>
      <p:sp>
        <p:nvSpPr>
          <p:cNvPr id="494" name="Shape 488"/>
          <p:cNvSpPr/>
          <p:nvPr/>
        </p:nvSpPr>
        <p:spPr>
          <a:xfrm>
            <a:off x="9740900" y="4318000"/>
            <a:ext cx="546100" cy="279400"/>
          </a:xfrm>
          <a:prstGeom prst="rect">
            <a:avLst/>
          </a:prstGeom>
          <a:solidFill>
            <a:srgbClr val="DFF0D5"/>
          </a:solidFill>
          <a:ln w="11430">
            <a:solidFill>
              <a:srgbClr val="2E8B57"/>
            </a:solidFill>
            <a:prstDash val="solid"/>
          </a:ln>
        </p:spPr>
      </p:sp>
      <p:sp>
        <p:nvSpPr>
          <p:cNvPr id="495" name="Text 489"/>
          <p:cNvSpPr/>
          <p:nvPr/>
        </p:nvSpPr>
        <p:spPr>
          <a:xfrm>
            <a:off x="9740900" y="4318000"/>
            <a:ext cx="5461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550" dirty="0"/>
          </a:p>
        </p:txBody>
      </p:sp>
      <p:sp>
        <p:nvSpPr>
          <p:cNvPr id="496" name="Shape 490"/>
          <p:cNvSpPr/>
          <p:nvPr/>
        </p:nvSpPr>
        <p:spPr>
          <a:xfrm>
            <a:off x="9740900" y="4826000"/>
            <a:ext cx="546100" cy="279400"/>
          </a:xfrm>
          <a:prstGeom prst="rect">
            <a:avLst/>
          </a:prstGeom>
          <a:solidFill>
            <a:srgbClr val="D6E4F7"/>
          </a:solidFill>
          <a:ln w="11430">
            <a:solidFill>
              <a:srgbClr val="2F55C8"/>
            </a:solidFill>
            <a:prstDash val="solid"/>
          </a:ln>
        </p:spPr>
      </p:sp>
      <p:sp>
        <p:nvSpPr>
          <p:cNvPr id="497" name="Text 491"/>
          <p:cNvSpPr/>
          <p:nvPr/>
        </p:nvSpPr>
        <p:spPr>
          <a:xfrm>
            <a:off x="9740900" y="4826000"/>
            <a:ext cx="5461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550" dirty="0"/>
          </a:p>
        </p:txBody>
      </p:sp>
      <p:pic>
        <p:nvPicPr>
          <p:cNvPr id="498" name="Image 4" descr="/home/ahmed/Projects/ai_llm_slides/videos/deep-learning/001_transformers_part1/recreated_pptx/build/assets/swoos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5300" y="3619500"/>
            <a:ext cx="3251204" cy="2108204"/>
          </a:xfrm>
          <a:prstGeom prst="rect">
            <a:avLst/>
          </a:prstGeom>
        </p:spPr>
      </p:pic>
      <p:sp>
        <p:nvSpPr>
          <p:cNvPr id="499" name="Text 492"/>
          <p:cNvSpPr/>
          <p:nvPr/>
        </p:nvSpPr>
        <p:spPr>
          <a:xfrm rot="20280000">
            <a:off x="8724900" y="5041900"/>
            <a:ext cx="1295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0033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“H” Heads</a:t>
            </a:r>
            <a:endParaRPr lang="en-US" sz="1100" dirty="0"/>
          </a:p>
        </p:txBody>
      </p:sp>
      <p:sp>
        <p:nvSpPr>
          <p:cNvPr id="500" name="Shape 493"/>
          <p:cNvSpPr/>
          <p:nvPr/>
        </p:nvSpPr>
        <p:spPr>
          <a:xfrm>
            <a:off x="7099300" y="3733800"/>
            <a:ext cx="69850" cy="8890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501" name="Shape 494"/>
          <p:cNvSpPr/>
          <p:nvPr/>
        </p:nvSpPr>
        <p:spPr>
          <a:xfrm flipV="1">
            <a:off x="7099300" y="3733800"/>
            <a:ext cx="69850" cy="8890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502" name="Shape 495"/>
          <p:cNvSpPr/>
          <p:nvPr/>
        </p:nvSpPr>
        <p:spPr>
          <a:xfrm>
            <a:off x="7112000" y="4089400"/>
            <a:ext cx="69850" cy="8890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503" name="Shape 496"/>
          <p:cNvSpPr/>
          <p:nvPr/>
        </p:nvSpPr>
        <p:spPr>
          <a:xfrm flipV="1">
            <a:off x="7112000" y="4089400"/>
            <a:ext cx="69850" cy="8890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504" name="Shape 497"/>
          <p:cNvSpPr/>
          <p:nvPr/>
        </p:nvSpPr>
        <p:spPr>
          <a:xfrm>
            <a:off x="7099300" y="4457700"/>
            <a:ext cx="69850" cy="8890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505" name="Shape 498"/>
          <p:cNvSpPr/>
          <p:nvPr/>
        </p:nvSpPr>
        <p:spPr>
          <a:xfrm flipV="1">
            <a:off x="7099300" y="4457700"/>
            <a:ext cx="69850" cy="8890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506" name="Shape 499"/>
          <p:cNvSpPr/>
          <p:nvPr/>
        </p:nvSpPr>
        <p:spPr>
          <a:xfrm>
            <a:off x="7099300" y="4826000"/>
            <a:ext cx="69850" cy="8890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507" name="Shape 500"/>
          <p:cNvSpPr/>
          <p:nvPr/>
        </p:nvSpPr>
        <p:spPr>
          <a:xfrm flipV="1">
            <a:off x="7099300" y="4826000"/>
            <a:ext cx="69850" cy="8890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508" name="Shape 501"/>
          <p:cNvSpPr/>
          <p:nvPr/>
        </p:nvSpPr>
        <p:spPr>
          <a:xfrm>
            <a:off x="7708900" y="3479800"/>
            <a:ext cx="69850" cy="8890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509" name="Shape 502"/>
          <p:cNvSpPr/>
          <p:nvPr/>
        </p:nvSpPr>
        <p:spPr>
          <a:xfrm flipV="1">
            <a:off x="7708900" y="3479800"/>
            <a:ext cx="69850" cy="8890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510" name="Shape 503"/>
          <p:cNvSpPr/>
          <p:nvPr/>
        </p:nvSpPr>
        <p:spPr>
          <a:xfrm>
            <a:off x="7708900" y="3822700"/>
            <a:ext cx="69850" cy="8890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511" name="Shape 504"/>
          <p:cNvSpPr/>
          <p:nvPr/>
        </p:nvSpPr>
        <p:spPr>
          <a:xfrm flipV="1">
            <a:off x="7708900" y="3822700"/>
            <a:ext cx="69850" cy="8890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512" name="Shape 505"/>
          <p:cNvSpPr/>
          <p:nvPr/>
        </p:nvSpPr>
        <p:spPr>
          <a:xfrm>
            <a:off x="7708900" y="4178300"/>
            <a:ext cx="69850" cy="8890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513" name="Shape 506"/>
          <p:cNvSpPr/>
          <p:nvPr/>
        </p:nvSpPr>
        <p:spPr>
          <a:xfrm flipV="1">
            <a:off x="7708900" y="4178300"/>
            <a:ext cx="69850" cy="8890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514" name="Shape 507"/>
          <p:cNvSpPr/>
          <p:nvPr/>
        </p:nvSpPr>
        <p:spPr>
          <a:xfrm>
            <a:off x="7708900" y="4559300"/>
            <a:ext cx="69850" cy="8890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515" name="Shape 508"/>
          <p:cNvSpPr/>
          <p:nvPr/>
        </p:nvSpPr>
        <p:spPr>
          <a:xfrm flipV="1">
            <a:off x="7708900" y="4559300"/>
            <a:ext cx="69850" cy="8890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516" name="Shape 509"/>
          <p:cNvSpPr/>
          <p:nvPr/>
        </p:nvSpPr>
        <p:spPr>
          <a:xfrm>
            <a:off x="8255000" y="3213100"/>
            <a:ext cx="69850" cy="8890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517" name="Shape 510"/>
          <p:cNvSpPr/>
          <p:nvPr/>
        </p:nvSpPr>
        <p:spPr>
          <a:xfrm flipV="1">
            <a:off x="8255000" y="3213100"/>
            <a:ext cx="69850" cy="8890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518" name="Shape 511"/>
          <p:cNvSpPr/>
          <p:nvPr/>
        </p:nvSpPr>
        <p:spPr>
          <a:xfrm>
            <a:off x="8255000" y="3568700"/>
            <a:ext cx="69850" cy="8890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519" name="Shape 512"/>
          <p:cNvSpPr/>
          <p:nvPr/>
        </p:nvSpPr>
        <p:spPr>
          <a:xfrm flipV="1">
            <a:off x="8255000" y="3568700"/>
            <a:ext cx="69850" cy="8890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520" name="Shape 513"/>
          <p:cNvSpPr/>
          <p:nvPr/>
        </p:nvSpPr>
        <p:spPr>
          <a:xfrm>
            <a:off x="8255000" y="3937000"/>
            <a:ext cx="69850" cy="8890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521" name="Shape 514"/>
          <p:cNvSpPr/>
          <p:nvPr/>
        </p:nvSpPr>
        <p:spPr>
          <a:xfrm flipV="1">
            <a:off x="8255000" y="3937000"/>
            <a:ext cx="69850" cy="8890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522" name="Shape 515"/>
          <p:cNvSpPr/>
          <p:nvPr/>
        </p:nvSpPr>
        <p:spPr>
          <a:xfrm>
            <a:off x="8255000" y="4305300"/>
            <a:ext cx="69850" cy="8890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523" name="Shape 516"/>
          <p:cNvSpPr/>
          <p:nvPr/>
        </p:nvSpPr>
        <p:spPr>
          <a:xfrm flipV="1">
            <a:off x="8255000" y="4305300"/>
            <a:ext cx="69850" cy="8890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524" name="Shape 517"/>
          <p:cNvSpPr/>
          <p:nvPr/>
        </p:nvSpPr>
        <p:spPr>
          <a:xfrm>
            <a:off x="8801100" y="2959100"/>
            <a:ext cx="69850" cy="8890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525" name="Shape 518"/>
          <p:cNvSpPr/>
          <p:nvPr/>
        </p:nvSpPr>
        <p:spPr>
          <a:xfrm flipV="1">
            <a:off x="8801100" y="2959100"/>
            <a:ext cx="69850" cy="8890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526" name="Shape 519"/>
          <p:cNvSpPr/>
          <p:nvPr/>
        </p:nvSpPr>
        <p:spPr>
          <a:xfrm>
            <a:off x="8801100" y="3314700"/>
            <a:ext cx="69850" cy="8890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527" name="Shape 520"/>
          <p:cNvSpPr/>
          <p:nvPr/>
        </p:nvSpPr>
        <p:spPr>
          <a:xfrm flipV="1">
            <a:off x="8801100" y="3314700"/>
            <a:ext cx="69850" cy="8890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528" name="Shape 521"/>
          <p:cNvSpPr/>
          <p:nvPr/>
        </p:nvSpPr>
        <p:spPr>
          <a:xfrm>
            <a:off x="8801100" y="3670300"/>
            <a:ext cx="69850" cy="8890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529" name="Shape 522"/>
          <p:cNvSpPr/>
          <p:nvPr/>
        </p:nvSpPr>
        <p:spPr>
          <a:xfrm flipV="1">
            <a:off x="8801100" y="3670300"/>
            <a:ext cx="69850" cy="8890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530" name="Shape 523"/>
          <p:cNvSpPr/>
          <p:nvPr/>
        </p:nvSpPr>
        <p:spPr>
          <a:xfrm>
            <a:off x="8801100" y="4051300"/>
            <a:ext cx="69850" cy="8890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531" name="Shape 524"/>
          <p:cNvSpPr/>
          <p:nvPr/>
        </p:nvSpPr>
        <p:spPr>
          <a:xfrm flipV="1">
            <a:off x="8801100" y="4051300"/>
            <a:ext cx="69850" cy="8890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532" name="Shape 525"/>
          <p:cNvSpPr/>
          <p:nvPr/>
        </p:nvSpPr>
        <p:spPr>
          <a:xfrm>
            <a:off x="9347200" y="2717800"/>
            <a:ext cx="69850" cy="8890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533" name="Shape 526"/>
          <p:cNvSpPr/>
          <p:nvPr/>
        </p:nvSpPr>
        <p:spPr>
          <a:xfrm flipV="1">
            <a:off x="9347200" y="2717800"/>
            <a:ext cx="69850" cy="8890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534" name="Shape 527"/>
          <p:cNvSpPr/>
          <p:nvPr/>
        </p:nvSpPr>
        <p:spPr>
          <a:xfrm>
            <a:off x="9347200" y="3073400"/>
            <a:ext cx="69850" cy="8890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535" name="Shape 528"/>
          <p:cNvSpPr/>
          <p:nvPr/>
        </p:nvSpPr>
        <p:spPr>
          <a:xfrm flipV="1">
            <a:off x="9347200" y="3073400"/>
            <a:ext cx="69850" cy="8890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536" name="Shape 529"/>
          <p:cNvSpPr/>
          <p:nvPr/>
        </p:nvSpPr>
        <p:spPr>
          <a:xfrm>
            <a:off x="9347200" y="3429000"/>
            <a:ext cx="69850" cy="8890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537" name="Shape 530"/>
          <p:cNvSpPr/>
          <p:nvPr/>
        </p:nvSpPr>
        <p:spPr>
          <a:xfrm flipV="1">
            <a:off x="9347200" y="3429000"/>
            <a:ext cx="69850" cy="8890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538" name="Shape 531"/>
          <p:cNvSpPr/>
          <p:nvPr/>
        </p:nvSpPr>
        <p:spPr>
          <a:xfrm>
            <a:off x="9347200" y="3810000"/>
            <a:ext cx="69850" cy="8890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539" name="Shape 532"/>
          <p:cNvSpPr/>
          <p:nvPr/>
        </p:nvSpPr>
        <p:spPr>
          <a:xfrm flipV="1">
            <a:off x="9347200" y="3810000"/>
            <a:ext cx="69850" cy="8890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540" name="Shape 533"/>
          <p:cNvSpPr/>
          <p:nvPr/>
        </p:nvSpPr>
        <p:spPr>
          <a:xfrm>
            <a:off x="7553960" y="3702050"/>
            <a:ext cx="106680" cy="101600"/>
          </a:xfrm>
          <a:prstGeom prst="rect">
            <a:avLst/>
          </a:prstGeom>
          <a:solidFill>
            <a:srgbClr val="C5C1F4"/>
          </a:solidFill>
          <a:ln/>
        </p:spPr>
      </p:sp>
      <p:sp>
        <p:nvSpPr>
          <p:cNvPr id="541" name="Shape 534"/>
          <p:cNvSpPr/>
          <p:nvPr/>
        </p:nvSpPr>
        <p:spPr>
          <a:xfrm>
            <a:off x="7553960" y="3803650"/>
            <a:ext cx="106680" cy="9271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2" name="Shape 535"/>
          <p:cNvSpPr/>
          <p:nvPr/>
        </p:nvSpPr>
        <p:spPr>
          <a:xfrm>
            <a:off x="7562850" y="38735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543" name="Shape 536"/>
          <p:cNvSpPr/>
          <p:nvPr/>
        </p:nvSpPr>
        <p:spPr>
          <a:xfrm>
            <a:off x="7562850" y="41021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544" name="Shape 537"/>
          <p:cNvSpPr/>
          <p:nvPr/>
        </p:nvSpPr>
        <p:spPr>
          <a:xfrm>
            <a:off x="7562850" y="4330700"/>
            <a:ext cx="95250" cy="152400"/>
          </a:xfrm>
          <a:prstGeom prst="rect">
            <a:avLst/>
          </a:prstGeom>
          <a:solidFill>
            <a:srgbClr val="E4D6D8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545" name="Shape 538"/>
          <p:cNvSpPr/>
          <p:nvPr/>
        </p:nvSpPr>
        <p:spPr>
          <a:xfrm>
            <a:off x="7562850" y="45593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546" name="Shape 539"/>
          <p:cNvSpPr/>
          <p:nvPr/>
        </p:nvSpPr>
        <p:spPr>
          <a:xfrm>
            <a:off x="8112760" y="3435350"/>
            <a:ext cx="106680" cy="101600"/>
          </a:xfrm>
          <a:prstGeom prst="rect">
            <a:avLst/>
          </a:prstGeom>
          <a:solidFill>
            <a:srgbClr val="C5C1F4"/>
          </a:solidFill>
          <a:ln/>
        </p:spPr>
      </p:sp>
      <p:sp>
        <p:nvSpPr>
          <p:cNvPr id="547" name="Shape 540"/>
          <p:cNvSpPr/>
          <p:nvPr/>
        </p:nvSpPr>
        <p:spPr>
          <a:xfrm>
            <a:off x="8112760" y="3536950"/>
            <a:ext cx="106680" cy="9271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8" name="Shape 541"/>
          <p:cNvSpPr/>
          <p:nvPr/>
        </p:nvSpPr>
        <p:spPr>
          <a:xfrm>
            <a:off x="8121650" y="36068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549" name="Shape 542"/>
          <p:cNvSpPr/>
          <p:nvPr/>
        </p:nvSpPr>
        <p:spPr>
          <a:xfrm>
            <a:off x="8121650" y="38354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550" name="Shape 543"/>
          <p:cNvSpPr/>
          <p:nvPr/>
        </p:nvSpPr>
        <p:spPr>
          <a:xfrm>
            <a:off x="8121650" y="4064000"/>
            <a:ext cx="95250" cy="152400"/>
          </a:xfrm>
          <a:prstGeom prst="rect">
            <a:avLst/>
          </a:prstGeom>
          <a:solidFill>
            <a:srgbClr val="E4D6D8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551" name="Shape 544"/>
          <p:cNvSpPr/>
          <p:nvPr/>
        </p:nvSpPr>
        <p:spPr>
          <a:xfrm>
            <a:off x="8121650" y="42926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552" name="Shape 545"/>
          <p:cNvSpPr/>
          <p:nvPr/>
        </p:nvSpPr>
        <p:spPr>
          <a:xfrm>
            <a:off x="8658860" y="3168650"/>
            <a:ext cx="106680" cy="101600"/>
          </a:xfrm>
          <a:prstGeom prst="rect">
            <a:avLst/>
          </a:prstGeom>
          <a:solidFill>
            <a:srgbClr val="F8FF9A"/>
          </a:solidFill>
          <a:ln/>
        </p:spPr>
      </p:sp>
      <p:sp>
        <p:nvSpPr>
          <p:cNvPr id="553" name="Shape 546"/>
          <p:cNvSpPr/>
          <p:nvPr/>
        </p:nvSpPr>
        <p:spPr>
          <a:xfrm>
            <a:off x="8658860" y="3270250"/>
            <a:ext cx="106680" cy="9271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4" name="Shape 547"/>
          <p:cNvSpPr/>
          <p:nvPr/>
        </p:nvSpPr>
        <p:spPr>
          <a:xfrm>
            <a:off x="8667750" y="33401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555" name="Shape 548"/>
          <p:cNvSpPr/>
          <p:nvPr/>
        </p:nvSpPr>
        <p:spPr>
          <a:xfrm>
            <a:off x="8667750" y="35687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556" name="Shape 549"/>
          <p:cNvSpPr/>
          <p:nvPr/>
        </p:nvSpPr>
        <p:spPr>
          <a:xfrm>
            <a:off x="8667750" y="3797300"/>
            <a:ext cx="95250" cy="152400"/>
          </a:xfrm>
          <a:prstGeom prst="rect">
            <a:avLst/>
          </a:prstGeom>
          <a:solidFill>
            <a:srgbClr val="E4D6D8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557" name="Shape 550"/>
          <p:cNvSpPr/>
          <p:nvPr/>
        </p:nvSpPr>
        <p:spPr>
          <a:xfrm>
            <a:off x="8667750" y="40259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558" name="Shape 551"/>
          <p:cNvSpPr/>
          <p:nvPr/>
        </p:nvSpPr>
        <p:spPr>
          <a:xfrm>
            <a:off x="9204960" y="2901950"/>
            <a:ext cx="106680" cy="101600"/>
          </a:xfrm>
          <a:prstGeom prst="rect">
            <a:avLst/>
          </a:prstGeom>
          <a:solidFill>
            <a:srgbClr val="D4FFE5"/>
          </a:solidFill>
          <a:ln/>
        </p:spPr>
      </p:sp>
      <p:sp>
        <p:nvSpPr>
          <p:cNvPr id="559" name="Shape 552"/>
          <p:cNvSpPr/>
          <p:nvPr/>
        </p:nvSpPr>
        <p:spPr>
          <a:xfrm>
            <a:off x="9204960" y="3003550"/>
            <a:ext cx="106680" cy="9271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0" name="Shape 553"/>
          <p:cNvSpPr/>
          <p:nvPr/>
        </p:nvSpPr>
        <p:spPr>
          <a:xfrm>
            <a:off x="9213850" y="30734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561" name="Shape 554"/>
          <p:cNvSpPr/>
          <p:nvPr/>
        </p:nvSpPr>
        <p:spPr>
          <a:xfrm>
            <a:off x="9213850" y="33020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562" name="Shape 555"/>
          <p:cNvSpPr/>
          <p:nvPr/>
        </p:nvSpPr>
        <p:spPr>
          <a:xfrm>
            <a:off x="9213850" y="3530600"/>
            <a:ext cx="95250" cy="152400"/>
          </a:xfrm>
          <a:prstGeom prst="rect">
            <a:avLst/>
          </a:prstGeom>
          <a:solidFill>
            <a:srgbClr val="E4D6D8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563" name="Shape 556"/>
          <p:cNvSpPr/>
          <p:nvPr/>
        </p:nvSpPr>
        <p:spPr>
          <a:xfrm>
            <a:off x="9213850" y="37592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564" name="Shape 557"/>
          <p:cNvSpPr/>
          <p:nvPr/>
        </p:nvSpPr>
        <p:spPr>
          <a:xfrm>
            <a:off x="9751060" y="2660650"/>
            <a:ext cx="106680" cy="101600"/>
          </a:xfrm>
          <a:prstGeom prst="rect">
            <a:avLst/>
          </a:prstGeom>
          <a:solidFill>
            <a:srgbClr val="F7E2CD"/>
          </a:solidFill>
          <a:ln/>
        </p:spPr>
      </p:sp>
      <p:sp>
        <p:nvSpPr>
          <p:cNvPr id="565" name="Shape 558"/>
          <p:cNvSpPr/>
          <p:nvPr/>
        </p:nvSpPr>
        <p:spPr>
          <a:xfrm>
            <a:off x="9751060" y="2762250"/>
            <a:ext cx="106680" cy="9271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6" name="Shape 559"/>
          <p:cNvSpPr/>
          <p:nvPr/>
        </p:nvSpPr>
        <p:spPr>
          <a:xfrm>
            <a:off x="9759950" y="2832100"/>
            <a:ext cx="95250" cy="152400"/>
          </a:xfrm>
          <a:prstGeom prst="rect">
            <a:avLst/>
          </a:prstGeom>
          <a:solidFill>
            <a:srgbClr val="DAD2CE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567" name="Shape 560"/>
          <p:cNvSpPr/>
          <p:nvPr/>
        </p:nvSpPr>
        <p:spPr>
          <a:xfrm>
            <a:off x="9759950" y="30607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568" name="Shape 561"/>
          <p:cNvSpPr/>
          <p:nvPr/>
        </p:nvSpPr>
        <p:spPr>
          <a:xfrm>
            <a:off x="9759950" y="3289300"/>
            <a:ext cx="95250" cy="152400"/>
          </a:xfrm>
          <a:prstGeom prst="rect">
            <a:avLst/>
          </a:prstGeom>
          <a:solidFill>
            <a:srgbClr val="E4D6D8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569" name="Shape 562"/>
          <p:cNvSpPr/>
          <p:nvPr/>
        </p:nvSpPr>
        <p:spPr>
          <a:xfrm>
            <a:off x="9759950" y="3517900"/>
            <a:ext cx="95250" cy="152400"/>
          </a:xfrm>
          <a:prstGeom prst="rect">
            <a:avLst/>
          </a:prstGeom>
          <a:solidFill>
            <a:srgbClr val="D8D2E0"/>
          </a:solidFill>
          <a:ln w="5080">
            <a:solidFill>
              <a:srgbClr val="BFB8B4"/>
            </a:solidFill>
            <a:prstDash val="solid"/>
          </a:ln>
        </p:spPr>
      </p:sp>
      <p:sp>
        <p:nvSpPr>
          <p:cNvPr id="570" name="Shape 563"/>
          <p:cNvSpPr/>
          <p:nvPr/>
        </p:nvSpPr>
        <p:spPr>
          <a:xfrm>
            <a:off x="9804400" y="4394200"/>
            <a:ext cx="1244600" cy="60960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571" name="Text 564"/>
          <p:cNvSpPr/>
          <p:nvPr/>
        </p:nvSpPr>
        <p:spPr>
          <a:xfrm>
            <a:off x="9804400" y="4394200"/>
            <a:ext cx="1244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90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</a:t>
            </a:r>
            <a:endParaRPr lang="en-US" sz="900" dirty="0"/>
          </a:p>
        </p:txBody>
      </p:sp>
      <p:sp>
        <p:nvSpPr>
          <p:cNvPr id="572" name="Shape 565"/>
          <p:cNvSpPr/>
          <p:nvPr/>
        </p:nvSpPr>
        <p:spPr>
          <a:xfrm>
            <a:off x="9855200" y="5041900"/>
            <a:ext cx="1193800" cy="215900"/>
          </a:xfrm>
          <a:prstGeom prst="rect">
            <a:avLst/>
          </a:prstGeom>
          <a:solidFill>
            <a:srgbClr val="0A0AC0"/>
          </a:solidFill>
          <a:ln w="9525">
            <a:solidFill>
              <a:srgbClr val="000060"/>
            </a:solidFill>
            <a:prstDash val="solid"/>
          </a:ln>
        </p:spPr>
      </p:sp>
      <p:sp>
        <p:nvSpPr>
          <p:cNvPr id="573" name="Text 566"/>
          <p:cNvSpPr/>
          <p:nvPr/>
        </p:nvSpPr>
        <p:spPr>
          <a:xfrm>
            <a:off x="9855200" y="5041900"/>
            <a:ext cx="2984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50" dirty="0"/>
          </a:p>
        </p:txBody>
      </p:sp>
      <p:sp>
        <p:nvSpPr>
          <p:cNvPr id="574" name="Text 567"/>
          <p:cNvSpPr/>
          <p:nvPr/>
        </p:nvSpPr>
        <p:spPr>
          <a:xfrm>
            <a:off x="10153650" y="5041900"/>
            <a:ext cx="2984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50" dirty="0"/>
          </a:p>
        </p:txBody>
      </p:sp>
      <p:sp>
        <p:nvSpPr>
          <p:cNvPr id="575" name="Text 568"/>
          <p:cNvSpPr/>
          <p:nvPr/>
        </p:nvSpPr>
        <p:spPr>
          <a:xfrm>
            <a:off x="10452100" y="5041900"/>
            <a:ext cx="2984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50" dirty="0"/>
          </a:p>
        </p:txBody>
      </p:sp>
      <p:sp>
        <p:nvSpPr>
          <p:cNvPr id="576" name="Text 569"/>
          <p:cNvSpPr/>
          <p:nvPr/>
        </p:nvSpPr>
        <p:spPr>
          <a:xfrm>
            <a:off x="10750550" y="5041900"/>
            <a:ext cx="2984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50" dirty="0"/>
          </a:p>
        </p:txBody>
      </p:sp>
      <p:sp>
        <p:nvSpPr>
          <p:cNvPr id="577" name="Shape 570"/>
          <p:cNvSpPr/>
          <p:nvPr/>
        </p:nvSpPr>
        <p:spPr>
          <a:xfrm>
            <a:off x="9944100" y="4972050"/>
            <a:ext cx="0" cy="69850"/>
          </a:xfrm>
          <a:prstGeom prst="line">
            <a:avLst/>
          </a:prstGeom>
          <a:noFill/>
          <a:ln w="3175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578" name="Shape 571"/>
          <p:cNvSpPr/>
          <p:nvPr/>
        </p:nvSpPr>
        <p:spPr>
          <a:xfrm>
            <a:off x="10223500" y="4972050"/>
            <a:ext cx="0" cy="69850"/>
          </a:xfrm>
          <a:prstGeom prst="line">
            <a:avLst/>
          </a:prstGeom>
          <a:noFill/>
          <a:ln w="3175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579" name="Shape 572"/>
          <p:cNvSpPr/>
          <p:nvPr/>
        </p:nvSpPr>
        <p:spPr>
          <a:xfrm>
            <a:off x="10490200" y="4972050"/>
            <a:ext cx="0" cy="69850"/>
          </a:xfrm>
          <a:prstGeom prst="line">
            <a:avLst/>
          </a:prstGeom>
          <a:noFill/>
          <a:ln w="3175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580" name="Shape 573"/>
          <p:cNvSpPr/>
          <p:nvPr/>
        </p:nvSpPr>
        <p:spPr>
          <a:xfrm>
            <a:off x="10706100" y="4972050"/>
            <a:ext cx="0" cy="69850"/>
          </a:xfrm>
          <a:prstGeom prst="line">
            <a:avLst/>
          </a:prstGeom>
          <a:noFill/>
          <a:ln w="3175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581" name="Shape 574"/>
          <p:cNvSpPr/>
          <p:nvPr/>
        </p:nvSpPr>
        <p:spPr>
          <a:xfrm>
            <a:off x="9753600" y="5308600"/>
            <a:ext cx="1892300" cy="215900"/>
          </a:xfrm>
          <a:prstGeom prst="rect">
            <a:avLst/>
          </a:prstGeom>
          <a:solidFill>
            <a:srgbClr val="42423E"/>
          </a:solidFill>
          <a:ln/>
        </p:spPr>
      </p:sp>
      <p:sp>
        <p:nvSpPr>
          <p:cNvPr id="582" name="Text 575"/>
          <p:cNvSpPr/>
          <p:nvPr/>
        </p:nvSpPr>
        <p:spPr>
          <a:xfrm>
            <a:off x="9753600" y="5308600"/>
            <a:ext cx="18923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E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vectors into “H” chunks</a:t>
            </a:r>
            <a:endParaRPr lang="en-US" sz="700" dirty="0"/>
          </a:p>
        </p:txBody>
      </p:sp>
      <p:sp>
        <p:nvSpPr>
          <p:cNvPr id="583" name="Shape 576"/>
          <p:cNvSpPr/>
          <p:nvPr/>
        </p:nvSpPr>
        <p:spPr>
          <a:xfrm>
            <a:off x="9867900" y="5270500"/>
            <a:ext cx="0" cy="1498600"/>
          </a:xfrm>
          <a:prstGeom prst="line">
            <a:avLst/>
          </a:prstGeom>
          <a:noFill/>
          <a:ln w="6350">
            <a:solidFill>
              <a:srgbClr val="8A8A8A"/>
            </a:solidFill>
            <a:prstDash val="solid"/>
          </a:ln>
        </p:spPr>
      </p:sp>
      <p:sp>
        <p:nvSpPr>
          <p:cNvPr id="584" name="Shape 577"/>
          <p:cNvSpPr/>
          <p:nvPr/>
        </p:nvSpPr>
        <p:spPr>
          <a:xfrm>
            <a:off x="10147300" y="5270500"/>
            <a:ext cx="0" cy="1498600"/>
          </a:xfrm>
          <a:prstGeom prst="line">
            <a:avLst/>
          </a:prstGeom>
          <a:noFill/>
          <a:ln w="6350">
            <a:solidFill>
              <a:srgbClr val="8A8A8A"/>
            </a:solidFill>
            <a:prstDash val="solid"/>
          </a:ln>
        </p:spPr>
      </p:sp>
      <p:sp>
        <p:nvSpPr>
          <p:cNvPr id="585" name="Shape 578"/>
          <p:cNvSpPr/>
          <p:nvPr/>
        </p:nvSpPr>
        <p:spPr>
          <a:xfrm>
            <a:off x="10426700" y="5270500"/>
            <a:ext cx="0" cy="1498600"/>
          </a:xfrm>
          <a:prstGeom prst="line">
            <a:avLst/>
          </a:prstGeom>
          <a:noFill/>
          <a:ln w="6350">
            <a:solidFill>
              <a:srgbClr val="8A8A8A"/>
            </a:solidFill>
            <a:prstDash val="solid"/>
          </a:ln>
        </p:spPr>
      </p:sp>
      <p:sp>
        <p:nvSpPr>
          <p:cNvPr id="586" name="Shape 579"/>
          <p:cNvSpPr/>
          <p:nvPr/>
        </p:nvSpPr>
        <p:spPr>
          <a:xfrm>
            <a:off x="10706100" y="5270500"/>
            <a:ext cx="0" cy="1498600"/>
          </a:xfrm>
          <a:prstGeom prst="line">
            <a:avLst/>
          </a:prstGeom>
          <a:noFill/>
          <a:ln w="6350">
            <a:solidFill>
              <a:srgbClr val="8A8A8A"/>
            </a:solidFill>
            <a:prstDash val="solid"/>
          </a:ln>
        </p:spPr>
      </p:sp>
      <p:sp>
        <p:nvSpPr>
          <p:cNvPr id="587" name="Shape 580"/>
          <p:cNvSpPr/>
          <p:nvPr/>
        </p:nvSpPr>
        <p:spPr>
          <a:xfrm>
            <a:off x="9550400" y="5588000"/>
            <a:ext cx="2082800" cy="203200"/>
          </a:xfrm>
          <a:prstGeom prst="roundRect">
            <a:avLst>
              <a:gd name="adj" fmla="val 36000"/>
            </a:avLst>
          </a:prstGeom>
          <a:solidFill>
            <a:srgbClr val="F7E2CD"/>
          </a:solidFill>
          <a:ln w="6350">
            <a:solidFill>
              <a:srgbClr val="9A9A9A"/>
            </a:solidFill>
            <a:prstDash val="solid"/>
          </a:ln>
        </p:spPr>
      </p:sp>
      <p:sp>
        <p:nvSpPr>
          <p:cNvPr id="588" name="Text 581"/>
          <p:cNvSpPr/>
          <p:nvPr/>
        </p:nvSpPr>
        <p:spPr>
          <a:xfrm>
            <a:off x="10001250" y="5626100"/>
            <a:ext cx="889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5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50" dirty="0"/>
          </a:p>
        </p:txBody>
      </p:sp>
      <p:sp>
        <p:nvSpPr>
          <p:cNvPr id="589" name="Shape 582"/>
          <p:cNvSpPr/>
          <p:nvPr/>
        </p:nvSpPr>
        <p:spPr>
          <a:xfrm>
            <a:off x="10096500" y="5638800"/>
            <a:ext cx="19050" cy="101600"/>
          </a:xfrm>
          <a:prstGeom prst="rect">
            <a:avLst/>
          </a:prstGeom>
          <a:solidFill>
            <a:srgbClr val="E07070"/>
          </a:solidFill>
          <a:ln/>
        </p:spPr>
      </p:sp>
      <p:sp>
        <p:nvSpPr>
          <p:cNvPr id="590" name="Shape 583"/>
          <p:cNvSpPr/>
          <p:nvPr/>
        </p:nvSpPr>
        <p:spPr>
          <a:xfrm>
            <a:off x="10118090" y="5638800"/>
            <a:ext cx="19050" cy="101600"/>
          </a:xfrm>
          <a:prstGeom prst="rect">
            <a:avLst/>
          </a:prstGeom>
          <a:solidFill>
            <a:srgbClr val="B57EDC"/>
          </a:solidFill>
          <a:ln/>
        </p:spPr>
      </p:sp>
      <p:sp>
        <p:nvSpPr>
          <p:cNvPr id="591" name="Shape 584"/>
          <p:cNvSpPr/>
          <p:nvPr/>
        </p:nvSpPr>
        <p:spPr>
          <a:xfrm>
            <a:off x="10139680" y="5638800"/>
            <a:ext cx="19050" cy="101600"/>
          </a:xfrm>
          <a:prstGeom prst="rect">
            <a:avLst/>
          </a:prstGeom>
          <a:solidFill>
            <a:srgbClr val="E6E65C"/>
          </a:solidFill>
          <a:ln/>
        </p:spPr>
      </p:sp>
      <p:sp>
        <p:nvSpPr>
          <p:cNvPr id="592" name="Shape 585"/>
          <p:cNvSpPr/>
          <p:nvPr/>
        </p:nvSpPr>
        <p:spPr>
          <a:xfrm>
            <a:off x="10161270" y="5638800"/>
            <a:ext cx="19050" cy="101600"/>
          </a:xfrm>
          <a:prstGeom prst="rect">
            <a:avLst/>
          </a:prstGeom>
          <a:solidFill>
            <a:srgbClr val="7CC47C"/>
          </a:solidFill>
          <a:ln/>
        </p:spPr>
      </p:sp>
      <p:sp>
        <p:nvSpPr>
          <p:cNvPr id="593" name="Shape 586"/>
          <p:cNvSpPr/>
          <p:nvPr/>
        </p:nvSpPr>
        <p:spPr>
          <a:xfrm>
            <a:off x="10182860" y="5638800"/>
            <a:ext cx="19050" cy="101600"/>
          </a:xfrm>
          <a:prstGeom prst="rect">
            <a:avLst/>
          </a:prstGeom>
          <a:solidFill>
            <a:srgbClr val="F0A0B0"/>
          </a:solidFill>
          <a:ln/>
        </p:spPr>
      </p:sp>
      <p:sp>
        <p:nvSpPr>
          <p:cNvPr id="594" name="Text 587"/>
          <p:cNvSpPr/>
          <p:nvPr/>
        </p:nvSpPr>
        <p:spPr>
          <a:xfrm>
            <a:off x="10280650" y="5626100"/>
            <a:ext cx="889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5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50" dirty="0"/>
          </a:p>
        </p:txBody>
      </p:sp>
      <p:sp>
        <p:nvSpPr>
          <p:cNvPr id="595" name="Shape 588"/>
          <p:cNvSpPr/>
          <p:nvPr/>
        </p:nvSpPr>
        <p:spPr>
          <a:xfrm>
            <a:off x="10375900" y="5638800"/>
            <a:ext cx="19050" cy="101600"/>
          </a:xfrm>
          <a:prstGeom prst="rect">
            <a:avLst/>
          </a:prstGeom>
          <a:solidFill>
            <a:srgbClr val="E07070"/>
          </a:solidFill>
          <a:ln/>
        </p:spPr>
      </p:sp>
      <p:sp>
        <p:nvSpPr>
          <p:cNvPr id="596" name="Shape 589"/>
          <p:cNvSpPr/>
          <p:nvPr/>
        </p:nvSpPr>
        <p:spPr>
          <a:xfrm>
            <a:off x="10397490" y="5638800"/>
            <a:ext cx="19050" cy="101600"/>
          </a:xfrm>
          <a:prstGeom prst="rect">
            <a:avLst/>
          </a:prstGeom>
          <a:solidFill>
            <a:srgbClr val="B57EDC"/>
          </a:solidFill>
          <a:ln/>
        </p:spPr>
      </p:sp>
      <p:sp>
        <p:nvSpPr>
          <p:cNvPr id="597" name="Shape 590"/>
          <p:cNvSpPr/>
          <p:nvPr/>
        </p:nvSpPr>
        <p:spPr>
          <a:xfrm>
            <a:off x="10419080" y="5638800"/>
            <a:ext cx="19050" cy="101600"/>
          </a:xfrm>
          <a:prstGeom prst="rect">
            <a:avLst/>
          </a:prstGeom>
          <a:solidFill>
            <a:srgbClr val="E6E65C"/>
          </a:solidFill>
          <a:ln/>
        </p:spPr>
      </p:sp>
      <p:sp>
        <p:nvSpPr>
          <p:cNvPr id="598" name="Shape 591"/>
          <p:cNvSpPr/>
          <p:nvPr/>
        </p:nvSpPr>
        <p:spPr>
          <a:xfrm>
            <a:off x="10440670" y="5638800"/>
            <a:ext cx="19050" cy="101600"/>
          </a:xfrm>
          <a:prstGeom prst="rect">
            <a:avLst/>
          </a:prstGeom>
          <a:solidFill>
            <a:srgbClr val="7CC47C"/>
          </a:solidFill>
          <a:ln/>
        </p:spPr>
      </p:sp>
      <p:sp>
        <p:nvSpPr>
          <p:cNvPr id="599" name="Shape 592"/>
          <p:cNvSpPr/>
          <p:nvPr/>
        </p:nvSpPr>
        <p:spPr>
          <a:xfrm>
            <a:off x="10462260" y="5638800"/>
            <a:ext cx="19050" cy="101600"/>
          </a:xfrm>
          <a:prstGeom prst="rect">
            <a:avLst/>
          </a:prstGeom>
          <a:solidFill>
            <a:srgbClr val="F0A0B0"/>
          </a:solidFill>
          <a:ln/>
        </p:spPr>
      </p:sp>
      <p:sp>
        <p:nvSpPr>
          <p:cNvPr id="600" name="Text 593"/>
          <p:cNvSpPr/>
          <p:nvPr/>
        </p:nvSpPr>
        <p:spPr>
          <a:xfrm>
            <a:off x="10560050" y="5626100"/>
            <a:ext cx="889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5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50" dirty="0"/>
          </a:p>
        </p:txBody>
      </p:sp>
      <p:sp>
        <p:nvSpPr>
          <p:cNvPr id="601" name="Shape 594"/>
          <p:cNvSpPr/>
          <p:nvPr/>
        </p:nvSpPr>
        <p:spPr>
          <a:xfrm>
            <a:off x="10655300" y="5638800"/>
            <a:ext cx="19050" cy="101600"/>
          </a:xfrm>
          <a:prstGeom prst="rect">
            <a:avLst/>
          </a:prstGeom>
          <a:solidFill>
            <a:srgbClr val="E07070"/>
          </a:solidFill>
          <a:ln/>
        </p:spPr>
      </p:sp>
      <p:sp>
        <p:nvSpPr>
          <p:cNvPr id="602" name="Shape 595"/>
          <p:cNvSpPr/>
          <p:nvPr/>
        </p:nvSpPr>
        <p:spPr>
          <a:xfrm>
            <a:off x="10676890" y="5638800"/>
            <a:ext cx="19050" cy="101600"/>
          </a:xfrm>
          <a:prstGeom prst="rect">
            <a:avLst/>
          </a:prstGeom>
          <a:solidFill>
            <a:srgbClr val="B57EDC"/>
          </a:solidFill>
          <a:ln/>
        </p:spPr>
      </p:sp>
      <p:sp>
        <p:nvSpPr>
          <p:cNvPr id="603" name="Shape 596"/>
          <p:cNvSpPr/>
          <p:nvPr/>
        </p:nvSpPr>
        <p:spPr>
          <a:xfrm>
            <a:off x="10698480" y="5638800"/>
            <a:ext cx="19050" cy="101600"/>
          </a:xfrm>
          <a:prstGeom prst="rect">
            <a:avLst/>
          </a:prstGeom>
          <a:solidFill>
            <a:srgbClr val="E6E65C"/>
          </a:solidFill>
          <a:ln/>
        </p:spPr>
      </p:sp>
      <p:sp>
        <p:nvSpPr>
          <p:cNvPr id="604" name="Shape 597"/>
          <p:cNvSpPr/>
          <p:nvPr/>
        </p:nvSpPr>
        <p:spPr>
          <a:xfrm>
            <a:off x="10720070" y="5638800"/>
            <a:ext cx="19050" cy="101600"/>
          </a:xfrm>
          <a:prstGeom prst="rect">
            <a:avLst/>
          </a:prstGeom>
          <a:solidFill>
            <a:srgbClr val="7CC47C"/>
          </a:solidFill>
          <a:ln/>
        </p:spPr>
      </p:sp>
      <p:sp>
        <p:nvSpPr>
          <p:cNvPr id="605" name="Shape 598"/>
          <p:cNvSpPr/>
          <p:nvPr/>
        </p:nvSpPr>
        <p:spPr>
          <a:xfrm>
            <a:off x="10741660" y="5638800"/>
            <a:ext cx="19050" cy="101600"/>
          </a:xfrm>
          <a:prstGeom prst="rect">
            <a:avLst/>
          </a:prstGeom>
          <a:solidFill>
            <a:srgbClr val="F0A0B0"/>
          </a:solidFill>
          <a:ln/>
        </p:spPr>
      </p:sp>
      <p:sp>
        <p:nvSpPr>
          <p:cNvPr id="606" name="Text 599"/>
          <p:cNvSpPr/>
          <p:nvPr/>
        </p:nvSpPr>
        <p:spPr>
          <a:xfrm>
            <a:off x="10839450" y="5626100"/>
            <a:ext cx="889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5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50" dirty="0"/>
          </a:p>
        </p:txBody>
      </p:sp>
      <p:sp>
        <p:nvSpPr>
          <p:cNvPr id="607" name="Shape 600"/>
          <p:cNvSpPr/>
          <p:nvPr/>
        </p:nvSpPr>
        <p:spPr>
          <a:xfrm>
            <a:off x="10934700" y="5638800"/>
            <a:ext cx="19050" cy="101600"/>
          </a:xfrm>
          <a:prstGeom prst="rect">
            <a:avLst/>
          </a:prstGeom>
          <a:solidFill>
            <a:srgbClr val="E07070"/>
          </a:solidFill>
          <a:ln/>
        </p:spPr>
      </p:sp>
      <p:sp>
        <p:nvSpPr>
          <p:cNvPr id="608" name="Shape 601"/>
          <p:cNvSpPr/>
          <p:nvPr/>
        </p:nvSpPr>
        <p:spPr>
          <a:xfrm>
            <a:off x="10956290" y="5638800"/>
            <a:ext cx="19050" cy="101600"/>
          </a:xfrm>
          <a:prstGeom prst="rect">
            <a:avLst/>
          </a:prstGeom>
          <a:solidFill>
            <a:srgbClr val="B57EDC"/>
          </a:solidFill>
          <a:ln/>
        </p:spPr>
      </p:sp>
      <p:sp>
        <p:nvSpPr>
          <p:cNvPr id="609" name="Shape 602"/>
          <p:cNvSpPr/>
          <p:nvPr/>
        </p:nvSpPr>
        <p:spPr>
          <a:xfrm>
            <a:off x="10977880" y="5638800"/>
            <a:ext cx="19050" cy="101600"/>
          </a:xfrm>
          <a:prstGeom prst="rect">
            <a:avLst/>
          </a:prstGeom>
          <a:solidFill>
            <a:srgbClr val="E6E65C"/>
          </a:solidFill>
          <a:ln/>
        </p:spPr>
      </p:sp>
      <p:sp>
        <p:nvSpPr>
          <p:cNvPr id="610" name="Shape 603"/>
          <p:cNvSpPr/>
          <p:nvPr/>
        </p:nvSpPr>
        <p:spPr>
          <a:xfrm>
            <a:off x="10999470" y="5638800"/>
            <a:ext cx="19050" cy="101600"/>
          </a:xfrm>
          <a:prstGeom prst="rect">
            <a:avLst/>
          </a:prstGeom>
          <a:solidFill>
            <a:srgbClr val="7CC47C"/>
          </a:solidFill>
          <a:ln/>
        </p:spPr>
      </p:sp>
      <p:sp>
        <p:nvSpPr>
          <p:cNvPr id="611" name="Shape 604"/>
          <p:cNvSpPr/>
          <p:nvPr/>
        </p:nvSpPr>
        <p:spPr>
          <a:xfrm>
            <a:off x="11021060" y="5638800"/>
            <a:ext cx="19050" cy="101600"/>
          </a:xfrm>
          <a:prstGeom prst="rect">
            <a:avLst/>
          </a:prstGeom>
          <a:solidFill>
            <a:srgbClr val="F0A0B0"/>
          </a:solidFill>
          <a:ln/>
        </p:spPr>
      </p:sp>
      <p:sp>
        <p:nvSpPr>
          <p:cNvPr id="612" name="Text 605"/>
          <p:cNvSpPr/>
          <p:nvPr/>
        </p:nvSpPr>
        <p:spPr>
          <a:xfrm>
            <a:off x="11023600" y="5588000"/>
            <a:ext cx="609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F1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Head 5</a:t>
            </a:r>
            <a:endParaRPr lang="en-US" sz="700" dirty="0"/>
          </a:p>
        </p:txBody>
      </p:sp>
      <p:sp>
        <p:nvSpPr>
          <p:cNvPr id="613" name="Shape 606"/>
          <p:cNvSpPr/>
          <p:nvPr/>
        </p:nvSpPr>
        <p:spPr>
          <a:xfrm>
            <a:off x="9550400" y="5829300"/>
            <a:ext cx="2082800" cy="203200"/>
          </a:xfrm>
          <a:prstGeom prst="roundRect">
            <a:avLst>
              <a:gd name="adj" fmla="val 36000"/>
            </a:avLst>
          </a:prstGeom>
          <a:solidFill>
            <a:srgbClr val="D4FFE5"/>
          </a:solidFill>
          <a:ln w="6350">
            <a:solidFill>
              <a:srgbClr val="9A9A9A"/>
            </a:solidFill>
            <a:prstDash val="solid"/>
          </a:ln>
        </p:spPr>
      </p:sp>
      <p:sp>
        <p:nvSpPr>
          <p:cNvPr id="614" name="Text 607"/>
          <p:cNvSpPr/>
          <p:nvPr/>
        </p:nvSpPr>
        <p:spPr>
          <a:xfrm>
            <a:off x="10001250" y="5867400"/>
            <a:ext cx="889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5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50" dirty="0"/>
          </a:p>
        </p:txBody>
      </p:sp>
      <p:sp>
        <p:nvSpPr>
          <p:cNvPr id="615" name="Shape 608"/>
          <p:cNvSpPr/>
          <p:nvPr/>
        </p:nvSpPr>
        <p:spPr>
          <a:xfrm>
            <a:off x="10096500" y="5880100"/>
            <a:ext cx="19050" cy="101600"/>
          </a:xfrm>
          <a:prstGeom prst="rect">
            <a:avLst/>
          </a:prstGeom>
          <a:solidFill>
            <a:srgbClr val="E07070"/>
          </a:solidFill>
          <a:ln/>
        </p:spPr>
      </p:sp>
      <p:sp>
        <p:nvSpPr>
          <p:cNvPr id="616" name="Shape 609"/>
          <p:cNvSpPr/>
          <p:nvPr/>
        </p:nvSpPr>
        <p:spPr>
          <a:xfrm>
            <a:off x="10118090" y="5880100"/>
            <a:ext cx="19050" cy="101600"/>
          </a:xfrm>
          <a:prstGeom prst="rect">
            <a:avLst/>
          </a:prstGeom>
          <a:solidFill>
            <a:srgbClr val="B57EDC"/>
          </a:solidFill>
          <a:ln/>
        </p:spPr>
      </p:sp>
      <p:sp>
        <p:nvSpPr>
          <p:cNvPr id="617" name="Shape 610"/>
          <p:cNvSpPr/>
          <p:nvPr/>
        </p:nvSpPr>
        <p:spPr>
          <a:xfrm>
            <a:off x="10139680" y="5880100"/>
            <a:ext cx="19050" cy="101600"/>
          </a:xfrm>
          <a:prstGeom prst="rect">
            <a:avLst/>
          </a:prstGeom>
          <a:solidFill>
            <a:srgbClr val="E6E65C"/>
          </a:solidFill>
          <a:ln/>
        </p:spPr>
      </p:sp>
      <p:sp>
        <p:nvSpPr>
          <p:cNvPr id="618" name="Shape 611"/>
          <p:cNvSpPr/>
          <p:nvPr/>
        </p:nvSpPr>
        <p:spPr>
          <a:xfrm>
            <a:off x="10161270" y="5880100"/>
            <a:ext cx="19050" cy="101600"/>
          </a:xfrm>
          <a:prstGeom prst="rect">
            <a:avLst/>
          </a:prstGeom>
          <a:solidFill>
            <a:srgbClr val="7CC47C"/>
          </a:solidFill>
          <a:ln/>
        </p:spPr>
      </p:sp>
      <p:sp>
        <p:nvSpPr>
          <p:cNvPr id="619" name="Shape 612"/>
          <p:cNvSpPr/>
          <p:nvPr/>
        </p:nvSpPr>
        <p:spPr>
          <a:xfrm>
            <a:off x="10182860" y="5880100"/>
            <a:ext cx="19050" cy="101600"/>
          </a:xfrm>
          <a:prstGeom prst="rect">
            <a:avLst/>
          </a:prstGeom>
          <a:solidFill>
            <a:srgbClr val="F0A0B0"/>
          </a:solidFill>
          <a:ln/>
        </p:spPr>
      </p:sp>
      <p:sp>
        <p:nvSpPr>
          <p:cNvPr id="620" name="Text 613"/>
          <p:cNvSpPr/>
          <p:nvPr/>
        </p:nvSpPr>
        <p:spPr>
          <a:xfrm>
            <a:off x="10280650" y="5867400"/>
            <a:ext cx="889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5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50" dirty="0"/>
          </a:p>
        </p:txBody>
      </p:sp>
      <p:sp>
        <p:nvSpPr>
          <p:cNvPr id="621" name="Shape 614"/>
          <p:cNvSpPr/>
          <p:nvPr/>
        </p:nvSpPr>
        <p:spPr>
          <a:xfrm>
            <a:off x="10375900" y="5880100"/>
            <a:ext cx="19050" cy="101600"/>
          </a:xfrm>
          <a:prstGeom prst="rect">
            <a:avLst/>
          </a:prstGeom>
          <a:solidFill>
            <a:srgbClr val="E07070"/>
          </a:solidFill>
          <a:ln/>
        </p:spPr>
      </p:sp>
      <p:sp>
        <p:nvSpPr>
          <p:cNvPr id="622" name="Shape 615"/>
          <p:cNvSpPr/>
          <p:nvPr/>
        </p:nvSpPr>
        <p:spPr>
          <a:xfrm>
            <a:off x="10397490" y="5880100"/>
            <a:ext cx="19050" cy="101600"/>
          </a:xfrm>
          <a:prstGeom prst="rect">
            <a:avLst/>
          </a:prstGeom>
          <a:solidFill>
            <a:srgbClr val="B57EDC"/>
          </a:solidFill>
          <a:ln/>
        </p:spPr>
      </p:sp>
      <p:sp>
        <p:nvSpPr>
          <p:cNvPr id="623" name="Shape 616"/>
          <p:cNvSpPr/>
          <p:nvPr/>
        </p:nvSpPr>
        <p:spPr>
          <a:xfrm>
            <a:off x="10419080" y="5880100"/>
            <a:ext cx="19050" cy="101600"/>
          </a:xfrm>
          <a:prstGeom prst="rect">
            <a:avLst/>
          </a:prstGeom>
          <a:solidFill>
            <a:srgbClr val="E6E65C"/>
          </a:solidFill>
          <a:ln/>
        </p:spPr>
      </p:sp>
      <p:sp>
        <p:nvSpPr>
          <p:cNvPr id="624" name="Shape 617"/>
          <p:cNvSpPr/>
          <p:nvPr/>
        </p:nvSpPr>
        <p:spPr>
          <a:xfrm>
            <a:off x="10440670" y="5880100"/>
            <a:ext cx="19050" cy="101600"/>
          </a:xfrm>
          <a:prstGeom prst="rect">
            <a:avLst/>
          </a:prstGeom>
          <a:solidFill>
            <a:srgbClr val="7CC47C"/>
          </a:solidFill>
          <a:ln/>
        </p:spPr>
      </p:sp>
      <p:sp>
        <p:nvSpPr>
          <p:cNvPr id="625" name="Shape 618"/>
          <p:cNvSpPr/>
          <p:nvPr/>
        </p:nvSpPr>
        <p:spPr>
          <a:xfrm>
            <a:off x="10462260" y="5880100"/>
            <a:ext cx="19050" cy="101600"/>
          </a:xfrm>
          <a:prstGeom prst="rect">
            <a:avLst/>
          </a:prstGeom>
          <a:solidFill>
            <a:srgbClr val="F0A0B0"/>
          </a:solidFill>
          <a:ln/>
        </p:spPr>
      </p:sp>
      <p:sp>
        <p:nvSpPr>
          <p:cNvPr id="626" name="Text 619"/>
          <p:cNvSpPr/>
          <p:nvPr/>
        </p:nvSpPr>
        <p:spPr>
          <a:xfrm>
            <a:off x="10560050" y="5867400"/>
            <a:ext cx="889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5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50" dirty="0"/>
          </a:p>
        </p:txBody>
      </p:sp>
      <p:sp>
        <p:nvSpPr>
          <p:cNvPr id="627" name="Shape 620"/>
          <p:cNvSpPr/>
          <p:nvPr/>
        </p:nvSpPr>
        <p:spPr>
          <a:xfrm>
            <a:off x="10655300" y="5880100"/>
            <a:ext cx="19050" cy="101600"/>
          </a:xfrm>
          <a:prstGeom prst="rect">
            <a:avLst/>
          </a:prstGeom>
          <a:solidFill>
            <a:srgbClr val="E07070"/>
          </a:solidFill>
          <a:ln/>
        </p:spPr>
      </p:sp>
      <p:sp>
        <p:nvSpPr>
          <p:cNvPr id="628" name="Shape 621"/>
          <p:cNvSpPr/>
          <p:nvPr/>
        </p:nvSpPr>
        <p:spPr>
          <a:xfrm>
            <a:off x="10676890" y="5880100"/>
            <a:ext cx="19050" cy="101600"/>
          </a:xfrm>
          <a:prstGeom prst="rect">
            <a:avLst/>
          </a:prstGeom>
          <a:solidFill>
            <a:srgbClr val="B57EDC"/>
          </a:solidFill>
          <a:ln/>
        </p:spPr>
      </p:sp>
      <p:sp>
        <p:nvSpPr>
          <p:cNvPr id="629" name="Shape 622"/>
          <p:cNvSpPr/>
          <p:nvPr/>
        </p:nvSpPr>
        <p:spPr>
          <a:xfrm>
            <a:off x="10698480" y="5880100"/>
            <a:ext cx="19050" cy="101600"/>
          </a:xfrm>
          <a:prstGeom prst="rect">
            <a:avLst/>
          </a:prstGeom>
          <a:solidFill>
            <a:srgbClr val="E6E65C"/>
          </a:solidFill>
          <a:ln/>
        </p:spPr>
      </p:sp>
      <p:sp>
        <p:nvSpPr>
          <p:cNvPr id="630" name="Shape 623"/>
          <p:cNvSpPr/>
          <p:nvPr/>
        </p:nvSpPr>
        <p:spPr>
          <a:xfrm>
            <a:off x="10720070" y="5880100"/>
            <a:ext cx="19050" cy="101600"/>
          </a:xfrm>
          <a:prstGeom prst="rect">
            <a:avLst/>
          </a:prstGeom>
          <a:solidFill>
            <a:srgbClr val="7CC47C"/>
          </a:solidFill>
          <a:ln/>
        </p:spPr>
      </p:sp>
      <p:sp>
        <p:nvSpPr>
          <p:cNvPr id="631" name="Shape 624"/>
          <p:cNvSpPr/>
          <p:nvPr/>
        </p:nvSpPr>
        <p:spPr>
          <a:xfrm>
            <a:off x="10741660" y="5880100"/>
            <a:ext cx="19050" cy="101600"/>
          </a:xfrm>
          <a:prstGeom prst="rect">
            <a:avLst/>
          </a:prstGeom>
          <a:solidFill>
            <a:srgbClr val="F0A0B0"/>
          </a:solidFill>
          <a:ln/>
        </p:spPr>
      </p:sp>
      <p:sp>
        <p:nvSpPr>
          <p:cNvPr id="632" name="Text 625"/>
          <p:cNvSpPr/>
          <p:nvPr/>
        </p:nvSpPr>
        <p:spPr>
          <a:xfrm>
            <a:off x="10839450" y="5867400"/>
            <a:ext cx="889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5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50" dirty="0"/>
          </a:p>
        </p:txBody>
      </p:sp>
      <p:sp>
        <p:nvSpPr>
          <p:cNvPr id="633" name="Shape 626"/>
          <p:cNvSpPr/>
          <p:nvPr/>
        </p:nvSpPr>
        <p:spPr>
          <a:xfrm>
            <a:off x="10934700" y="5880100"/>
            <a:ext cx="19050" cy="101600"/>
          </a:xfrm>
          <a:prstGeom prst="rect">
            <a:avLst/>
          </a:prstGeom>
          <a:solidFill>
            <a:srgbClr val="E07070"/>
          </a:solidFill>
          <a:ln/>
        </p:spPr>
      </p:sp>
      <p:sp>
        <p:nvSpPr>
          <p:cNvPr id="634" name="Shape 627"/>
          <p:cNvSpPr/>
          <p:nvPr/>
        </p:nvSpPr>
        <p:spPr>
          <a:xfrm>
            <a:off x="10956290" y="5880100"/>
            <a:ext cx="19050" cy="101600"/>
          </a:xfrm>
          <a:prstGeom prst="rect">
            <a:avLst/>
          </a:prstGeom>
          <a:solidFill>
            <a:srgbClr val="B57EDC"/>
          </a:solidFill>
          <a:ln/>
        </p:spPr>
      </p:sp>
      <p:sp>
        <p:nvSpPr>
          <p:cNvPr id="635" name="Shape 628"/>
          <p:cNvSpPr/>
          <p:nvPr/>
        </p:nvSpPr>
        <p:spPr>
          <a:xfrm>
            <a:off x="10977880" y="5880100"/>
            <a:ext cx="19050" cy="101600"/>
          </a:xfrm>
          <a:prstGeom prst="rect">
            <a:avLst/>
          </a:prstGeom>
          <a:solidFill>
            <a:srgbClr val="E6E65C"/>
          </a:solidFill>
          <a:ln/>
        </p:spPr>
      </p:sp>
      <p:sp>
        <p:nvSpPr>
          <p:cNvPr id="636" name="Shape 629"/>
          <p:cNvSpPr/>
          <p:nvPr/>
        </p:nvSpPr>
        <p:spPr>
          <a:xfrm>
            <a:off x="10999470" y="5880100"/>
            <a:ext cx="19050" cy="101600"/>
          </a:xfrm>
          <a:prstGeom prst="rect">
            <a:avLst/>
          </a:prstGeom>
          <a:solidFill>
            <a:srgbClr val="7CC47C"/>
          </a:solidFill>
          <a:ln/>
        </p:spPr>
      </p:sp>
      <p:sp>
        <p:nvSpPr>
          <p:cNvPr id="637" name="Shape 630"/>
          <p:cNvSpPr/>
          <p:nvPr/>
        </p:nvSpPr>
        <p:spPr>
          <a:xfrm>
            <a:off x="11021060" y="5880100"/>
            <a:ext cx="19050" cy="101600"/>
          </a:xfrm>
          <a:prstGeom prst="rect">
            <a:avLst/>
          </a:prstGeom>
          <a:solidFill>
            <a:srgbClr val="F0A0B0"/>
          </a:solidFill>
          <a:ln/>
        </p:spPr>
      </p:sp>
      <p:sp>
        <p:nvSpPr>
          <p:cNvPr id="638" name="Text 631"/>
          <p:cNvSpPr/>
          <p:nvPr/>
        </p:nvSpPr>
        <p:spPr>
          <a:xfrm>
            <a:off x="11023600" y="5829300"/>
            <a:ext cx="609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F1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Head 4</a:t>
            </a:r>
            <a:endParaRPr lang="en-US" sz="700" dirty="0"/>
          </a:p>
        </p:txBody>
      </p:sp>
      <p:sp>
        <p:nvSpPr>
          <p:cNvPr id="639" name="Shape 632"/>
          <p:cNvSpPr/>
          <p:nvPr/>
        </p:nvSpPr>
        <p:spPr>
          <a:xfrm>
            <a:off x="9550400" y="6070600"/>
            <a:ext cx="2082800" cy="203200"/>
          </a:xfrm>
          <a:prstGeom prst="roundRect">
            <a:avLst>
              <a:gd name="adj" fmla="val 36000"/>
            </a:avLst>
          </a:prstGeom>
          <a:solidFill>
            <a:srgbClr val="F8FF9A"/>
          </a:solidFill>
          <a:ln w="6350">
            <a:solidFill>
              <a:srgbClr val="9A9A9A"/>
            </a:solidFill>
            <a:prstDash val="solid"/>
          </a:ln>
        </p:spPr>
      </p:sp>
      <p:sp>
        <p:nvSpPr>
          <p:cNvPr id="640" name="Text 633"/>
          <p:cNvSpPr/>
          <p:nvPr/>
        </p:nvSpPr>
        <p:spPr>
          <a:xfrm>
            <a:off x="10001250" y="6108700"/>
            <a:ext cx="889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5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50" dirty="0"/>
          </a:p>
        </p:txBody>
      </p:sp>
      <p:sp>
        <p:nvSpPr>
          <p:cNvPr id="641" name="Shape 634"/>
          <p:cNvSpPr/>
          <p:nvPr/>
        </p:nvSpPr>
        <p:spPr>
          <a:xfrm>
            <a:off x="10096500" y="6121400"/>
            <a:ext cx="19050" cy="101600"/>
          </a:xfrm>
          <a:prstGeom prst="rect">
            <a:avLst/>
          </a:prstGeom>
          <a:solidFill>
            <a:srgbClr val="E07070"/>
          </a:solidFill>
          <a:ln/>
        </p:spPr>
      </p:sp>
      <p:sp>
        <p:nvSpPr>
          <p:cNvPr id="642" name="Shape 635"/>
          <p:cNvSpPr/>
          <p:nvPr/>
        </p:nvSpPr>
        <p:spPr>
          <a:xfrm>
            <a:off x="10118090" y="6121400"/>
            <a:ext cx="19050" cy="101600"/>
          </a:xfrm>
          <a:prstGeom prst="rect">
            <a:avLst/>
          </a:prstGeom>
          <a:solidFill>
            <a:srgbClr val="B57EDC"/>
          </a:solidFill>
          <a:ln/>
        </p:spPr>
      </p:sp>
      <p:sp>
        <p:nvSpPr>
          <p:cNvPr id="643" name="Shape 636"/>
          <p:cNvSpPr/>
          <p:nvPr/>
        </p:nvSpPr>
        <p:spPr>
          <a:xfrm>
            <a:off x="10139680" y="6121400"/>
            <a:ext cx="19050" cy="101600"/>
          </a:xfrm>
          <a:prstGeom prst="rect">
            <a:avLst/>
          </a:prstGeom>
          <a:solidFill>
            <a:srgbClr val="E6E65C"/>
          </a:solidFill>
          <a:ln/>
        </p:spPr>
      </p:sp>
      <p:sp>
        <p:nvSpPr>
          <p:cNvPr id="644" name="Shape 637"/>
          <p:cNvSpPr/>
          <p:nvPr/>
        </p:nvSpPr>
        <p:spPr>
          <a:xfrm>
            <a:off x="10161270" y="6121400"/>
            <a:ext cx="19050" cy="101600"/>
          </a:xfrm>
          <a:prstGeom prst="rect">
            <a:avLst/>
          </a:prstGeom>
          <a:solidFill>
            <a:srgbClr val="7CC47C"/>
          </a:solidFill>
          <a:ln/>
        </p:spPr>
      </p:sp>
      <p:sp>
        <p:nvSpPr>
          <p:cNvPr id="645" name="Shape 638"/>
          <p:cNvSpPr/>
          <p:nvPr/>
        </p:nvSpPr>
        <p:spPr>
          <a:xfrm>
            <a:off x="10182860" y="6121400"/>
            <a:ext cx="19050" cy="101600"/>
          </a:xfrm>
          <a:prstGeom prst="rect">
            <a:avLst/>
          </a:prstGeom>
          <a:solidFill>
            <a:srgbClr val="F0A0B0"/>
          </a:solidFill>
          <a:ln/>
        </p:spPr>
      </p:sp>
      <p:sp>
        <p:nvSpPr>
          <p:cNvPr id="646" name="Text 639"/>
          <p:cNvSpPr/>
          <p:nvPr/>
        </p:nvSpPr>
        <p:spPr>
          <a:xfrm>
            <a:off x="10280650" y="6108700"/>
            <a:ext cx="889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5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50" dirty="0"/>
          </a:p>
        </p:txBody>
      </p:sp>
      <p:sp>
        <p:nvSpPr>
          <p:cNvPr id="647" name="Shape 640"/>
          <p:cNvSpPr/>
          <p:nvPr/>
        </p:nvSpPr>
        <p:spPr>
          <a:xfrm>
            <a:off x="10375900" y="6121400"/>
            <a:ext cx="19050" cy="101600"/>
          </a:xfrm>
          <a:prstGeom prst="rect">
            <a:avLst/>
          </a:prstGeom>
          <a:solidFill>
            <a:srgbClr val="E07070"/>
          </a:solidFill>
          <a:ln/>
        </p:spPr>
      </p:sp>
      <p:sp>
        <p:nvSpPr>
          <p:cNvPr id="648" name="Shape 641"/>
          <p:cNvSpPr/>
          <p:nvPr/>
        </p:nvSpPr>
        <p:spPr>
          <a:xfrm>
            <a:off x="10397490" y="6121400"/>
            <a:ext cx="19050" cy="101600"/>
          </a:xfrm>
          <a:prstGeom prst="rect">
            <a:avLst/>
          </a:prstGeom>
          <a:solidFill>
            <a:srgbClr val="B57EDC"/>
          </a:solidFill>
          <a:ln/>
        </p:spPr>
      </p:sp>
      <p:sp>
        <p:nvSpPr>
          <p:cNvPr id="649" name="Shape 642"/>
          <p:cNvSpPr/>
          <p:nvPr/>
        </p:nvSpPr>
        <p:spPr>
          <a:xfrm>
            <a:off x="10419080" y="6121400"/>
            <a:ext cx="19050" cy="101600"/>
          </a:xfrm>
          <a:prstGeom prst="rect">
            <a:avLst/>
          </a:prstGeom>
          <a:solidFill>
            <a:srgbClr val="E6E65C"/>
          </a:solidFill>
          <a:ln/>
        </p:spPr>
      </p:sp>
      <p:sp>
        <p:nvSpPr>
          <p:cNvPr id="650" name="Shape 643"/>
          <p:cNvSpPr/>
          <p:nvPr/>
        </p:nvSpPr>
        <p:spPr>
          <a:xfrm>
            <a:off x="10440670" y="6121400"/>
            <a:ext cx="19050" cy="101600"/>
          </a:xfrm>
          <a:prstGeom prst="rect">
            <a:avLst/>
          </a:prstGeom>
          <a:solidFill>
            <a:srgbClr val="7CC47C"/>
          </a:solidFill>
          <a:ln/>
        </p:spPr>
      </p:sp>
      <p:sp>
        <p:nvSpPr>
          <p:cNvPr id="651" name="Shape 644"/>
          <p:cNvSpPr/>
          <p:nvPr/>
        </p:nvSpPr>
        <p:spPr>
          <a:xfrm>
            <a:off x="10462260" y="6121400"/>
            <a:ext cx="19050" cy="101600"/>
          </a:xfrm>
          <a:prstGeom prst="rect">
            <a:avLst/>
          </a:prstGeom>
          <a:solidFill>
            <a:srgbClr val="F0A0B0"/>
          </a:solidFill>
          <a:ln/>
        </p:spPr>
      </p:sp>
      <p:sp>
        <p:nvSpPr>
          <p:cNvPr id="652" name="Text 645"/>
          <p:cNvSpPr/>
          <p:nvPr/>
        </p:nvSpPr>
        <p:spPr>
          <a:xfrm>
            <a:off x="10560050" y="6108700"/>
            <a:ext cx="889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5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50" dirty="0"/>
          </a:p>
        </p:txBody>
      </p:sp>
      <p:sp>
        <p:nvSpPr>
          <p:cNvPr id="653" name="Shape 646"/>
          <p:cNvSpPr/>
          <p:nvPr/>
        </p:nvSpPr>
        <p:spPr>
          <a:xfrm>
            <a:off x="10655300" y="6121400"/>
            <a:ext cx="19050" cy="101600"/>
          </a:xfrm>
          <a:prstGeom prst="rect">
            <a:avLst/>
          </a:prstGeom>
          <a:solidFill>
            <a:srgbClr val="E07070"/>
          </a:solidFill>
          <a:ln/>
        </p:spPr>
      </p:sp>
      <p:sp>
        <p:nvSpPr>
          <p:cNvPr id="654" name="Shape 647"/>
          <p:cNvSpPr/>
          <p:nvPr/>
        </p:nvSpPr>
        <p:spPr>
          <a:xfrm>
            <a:off x="10676890" y="6121400"/>
            <a:ext cx="19050" cy="101600"/>
          </a:xfrm>
          <a:prstGeom prst="rect">
            <a:avLst/>
          </a:prstGeom>
          <a:solidFill>
            <a:srgbClr val="B57EDC"/>
          </a:solidFill>
          <a:ln/>
        </p:spPr>
      </p:sp>
      <p:sp>
        <p:nvSpPr>
          <p:cNvPr id="655" name="Shape 648"/>
          <p:cNvSpPr/>
          <p:nvPr/>
        </p:nvSpPr>
        <p:spPr>
          <a:xfrm>
            <a:off x="10698480" y="6121400"/>
            <a:ext cx="19050" cy="101600"/>
          </a:xfrm>
          <a:prstGeom prst="rect">
            <a:avLst/>
          </a:prstGeom>
          <a:solidFill>
            <a:srgbClr val="E6E65C"/>
          </a:solidFill>
          <a:ln/>
        </p:spPr>
      </p:sp>
      <p:sp>
        <p:nvSpPr>
          <p:cNvPr id="656" name="Shape 649"/>
          <p:cNvSpPr/>
          <p:nvPr/>
        </p:nvSpPr>
        <p:spPr>
          <a:xfrm>
            <a:off x="10720070" y="6121400"/>
            <a:ext cx="19050" cy="101600"/>
          </a:xfrm>
          <a:prstGeom prst="rect">
            <a:avLst/>
          </a:prstGeom>
          <a:solidFill>
            <a:srgbClr val="7CC47C"/>
          </a:solidFill>
          <a:ln/>
        </p:spPr>
      </p:sp>
      <p:sp>
        <p:nvSpPr>
          <p:cNvPr id="657" name="Shape 650"/>
          <p:cNvSpPr/>
          <p:nvPr/>
        </p:nvSpPr>
        <p:spPr>
          <a:xfrm>
            <a:off x="10741660" y="6121400"/>
            <a:ext cx="19050" cy="101600"/>
          </a:xfrm>
          <a:prstGeom prst="rect">
            <a:avLst/>
          </a:prstGeom>
          <a:solidFill>
            <a:srgbClr val="F0A0B0"/>
          </a:solidFill>
          <a:ln/>
        </p:spPr>
      </p:sp>
      <p:sp>
        <p:nvSpPr>
          <p:cNvPr id="658" name="Text 651"/>
          <p:cNvSpPr/>
          <p:nvPr/>
        </p:nvSpPr>
        <p:spPr>
          <a:xfrm>
            <a:off x="10839450" y="6108700"/>
            <a:ext cx="889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5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50" dirty="0"/>
          </a:p>
        </p:txBody>
      </p:sp>
      <p:sp>
        <p:nvSpPr>
          <p:cNvPr id="659" name="Shape 652"/>
          <p:cNvSpPr/>
          <p:nvPr/>
        </p:nvSpPr>
        <p:spPr>
          <a:xfrm>
            <a:off x="10934700" y="6121400"/>
            <a:ext cx="19050" cy="101600"/>
          </a:xfrm>
          <a:prstGeom prst="rect">
            <a:avLst/>
          </a:prstGeom>
          <a:solidFill>
            <a:srgbClr val="E07070"/>
          </a:solidFill>
          <a:ln/>
        </p:spPr>
      </p:sp>
      <p:sp>
        <p:nvSpPr>
          <p:cNvPr id="660" name="Shape 653"/>
          <p:cNvSpPr/>
          <p:nvPr/>
        </p:nvSpPr>
        <p:spPr>
          <a:xfrm>
            <a:off x="10956290" y="6121400"/>
            <a:ext cx="19050" cy="101600"/>
          </a:xfrm>
          <a:prstGeom prst="rect">
            <a:avLst/>
          </a:prstGeom>
          <a:solidFill>
            <a:srgbClr val="B57EDC"/>
          </a:solidFill>
          <a:ln/>
        </p:spPr>
      </p:sp>
      <p:sp>
        <p:nvSpPr>
          <p:cNvPr id="661" name="Shape 654"/>
          <p:cNvSpPr/>
          <p:nvPr/>
        </p:nvSpPr>
        <p:spPr>
          <a:xfrm>
            <a:off x="10977880" y="6121400"/>
            <a:ext cx="19050" cy="101600"/>
          </a:xfrm>
          <a:prstGeom prst="rect">
            <a:avLst/>
          </a:prstGeom>
          <a:solidFill>
            <a:srgbClr val="E6E65C"/>
          </a:solidFill>
          <a:ln/>
        </p:spPr>
      </p:sp>
      <p:sp>
        <p:nvSpPr>
          <p:cNvPr id="662" name="Shape 655"/>
          <p:cNvSpPr/>
          <p:nvPr/>
        </p:nvSpPr>
        <p:spPr>
          <a:xfrm>
            <a:off x="10999470" y="6121400"/>
            <a:ext cx="19050" cy="101600"/>
          </a:xfrm>
          <a:prstGeom prst="rect">
            <a:avLst/>
          </a:prstGeom>
          <a:solidFill>
            <a:srgbClr val="7CC47C"/>
          </a:solidFill>
          <a:ln/>
        </p:spPr>
      </p:sp>
      <p:sp>
        <p:nvSpPr>
          <p:cNvPr id="663" name="Shape 656"/>
          <p:cNvSpPr/>
          <p:nvPr/>
        </p:nvSpPr>
        <p:spPr>
          <a:xfrm>
            <a:off x="11021060" y="6121400"/>
            <a:ext cx="19050" cy="101600"/>
          </a:xfrm>
          <a:prstGeom prst="rect">
            <a:avLst/>
          </a:prstGeom>
          <a:solidFill>
            <a:srgbClr val="F0A0B0"/>
          </a:solidFill>
          <a:ln/>
        </p:spPr>
      </p:sp>
      <p:sp>
        <p:nvSpPr>
          <p:cNvPr id="664" name="Text 657"/>
          <p:cNvSpPr/>
          <p:nvPr/>
        </p:nvSpPr>
        <p:spPr>
          <a:xfrm>
            <a:off x="11023600" y="6070600"/>
            <a:ext cx="609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F1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Head 3</a:t>
            </a:r>
            <a:endParaRPr lang="en-US" sz="700" dirty="0"/>
          </a:p>
        </p:txBody>
      </p:sp>
      <p:sp>
        <p:nvSpPr>
          <p:cNvPr id="665" name="Shape 658"/>
          <p:cNvSpPr/>
          <p:nvPr/>
        </p:nvSpPr>
        <p:spPr>
          <a:xfrm>
            <a:off x="9550400" y="6311900"/>
            <a:ext cx="2082800" cy="203200"/>
          </a:xfrm>
          <a:prstGeom prst="roundRect">
            <a:avLst>
              <a:gd name="adj" fmla="val 36000"/>
            </a:avLst>
          </a:prstGeom>
          <a:solidFill>
            <a:srgbClr val="C5C1F4"/>
          </a:solidFill>
          <a:ln w="6350">
            <a:solidFill>
              <a:srgbClr val="9A9A9A"/>
            </a:solidFill>
            <a:prstDash val="solid"/>
          </a:ln>
        </p:spPr>
      </p:sp>
      <p:sp>
        <p:nvSpPr>
          <p:cNvPr id="666" name="Text 659"/>
          <p:cNvSpPr/>
          <p:nvPr/>
        </p:nvSpPr>
        <p:spPr>
          <a:xfrm>
            <a:off x="10001250" y="6350000"/>
            <a:ext cx="889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5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50" dirty="0"/>
          </a:p>
        </p:txBody>
      </p:sp>
      <p:sp>
        <p:nvSpPr>
          <p:cNvPr id="667" name="Shape 660"/>
          <p:cNvSpPr/>
          <p:nvPr/>
        </p:nvSpPr>
        <p:spPr>
          <a:xfrm>
            <a:off x="10096500" y="6362700"/>
            <a:ext cx="19050" cy="101600"/>
          </a:xfrm>
          <a:prstGeom prst="rect">
            <a:avLst/>
          </a:prstGeom>
          <a:solidFill>
            <a:srgbClr val="E07070"/>
          </a:solidFill>
          <a:ln/>
        </p:spPr>
      </p:sp>
      <p:sp>
        <p:nvSpPr>
          <p:cNvPr id="668" name="Shape 661"/>
          <p:cNvSpPr/>
          <p:nvPr/>
        </p:nvSpPr>
        <p:spPr>
          <a:xfrm>
            <a:off x="10118090" y="6362700"/>
            <a:ext cx="19050" cy="101600"/>
          </a:xfrm>
          <a:prstGeom prst="rect">
            <a:avLst/>
          </a:prstGeom>
          <a:solidFill>
            <a:srgbClr val="B57EDC"/>
          </a:solidFill>
          <a:ln/>
        </p:spPr>
      </p:sp>
      <p:sp>
        <p:nvSpPr>
          <p:cNvPr id="669" name="Shape 662"/>
          <p:cNvSpPr/>
          <p:nvPr/>
        </p:nvSpPr>
        <p:spPr>
          <a:xfrm>
            <a:off x="10139680" y="6362700"/>
            <a:ext cx="19050" cy="101600"/>
          </a:xfrm>
          <a:prstGeom prst="rect">
            <a:avLst/>
          </a:prstGeom>
          <a:solidFill>
            <a:srgbClr val="E6E65C"/>
          </a:solidFill>
          <a:ln/>
        </p:spPr>
      </p:sp>
      <p:sp>
        <p:nvSpPr>
          <p:cNvPr id="670" name="Shape 663"/>
          <p:cNvSpPr/>
          <p:nvPr/>
        </p:nvSpPr>
        <p:spPr>
          <a:xfrm>
            <a:off x="10161270" y="6362700"/>
            <a:ext cx="19050" cy="101600"/>
          </a:xfrm>
          <a:prstGeom prst="rect">
            <a:avLst/>
          </a:prstGeom>
          <a:solidFill>
            <a:srgbClr val="7CC47C"/>
          </a:solidFill>
          <a:ln/>
        </p:spPr>
      </p:sp>
      <p:sp>
        <p:nvSpPr>
          <p:cNvPr id="671" name="Shape 664"/>
          <p:cNvSpPr/>
          <p:nvPr/>
        </p:nvSpPr>
        <p:spPr>
          <a:xfrm>
            <a:off x="10182860" y="6362700"/>
            <a:ext cx="19050" cy="101600"/>
          </a:xfrm>
          <a:prstGeom prst="rect">
            <a:avLst/>
          </a:prstGeom>
          <a:solidFill>
            <a:srgbClr val="F0A0B0"/>
          </a:solidFill>
          <a:ln/>
        </p:spPr>
      </p:sp>
      <p:sp>
        <p:nvSpPr>
          <p:cNvPr id="672" name="Text 665"/>
          <p:cNvSpPr/>
          <p:nvPr/>
        </p:nvSpPr>
        <p:spPr>
          <a:xfrm>
            <a:off x="10280650" y="6350000"/>
            <a:ext cx="889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5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50" dirty="0"/>
          </a:p>
        </p:txBody>
      </p:sp>
      <p:sp>
        <p:nvSpPr>
          <p:cNvPr id="673" name="Shape 666"/>
          <p:cNvSpPr/>
          <p:nvPr/>
        </p:nvSpPr>
        <p:spPr>
          <a:xfrm>
            <a:off x="10375900" y="6362700"/>
            <a:ext cx="19050" cy="101600"/>
          </a:xfrm>
          <a:prstGeom prst="rect">
            <a:avLst/>
          </a:prstGeom>
          <a:solidFill>
            <a:srgbClr val="E07070"/>
          </a:solidFill>
          <a:ln/>
        </p:spPr>
      </p:sp>
      <p:sp>
        <p:nvSpPr>
          <p:cNvPr id="674" name="Shape 667"/>
          <p:cNvSpPr/>
          <p:nvPr/>
        </p:nvSpPr>
        <p:spPr>
          <a:xfrm>
            <a:off x="10397490" y="6362700"/>
            <a:ext cx="19050" cy="101600"/>
          </a:xfrm>
          <a:prstGeom prst="rect">
            <a:avLst/>
          </a:prstGeom>
          <a:solidFill>
            <a:srgbClr val="B57EDC"/>
          </a:solidFill>
          <a:ln/>
        </p:spPr>
      </p:sp>
      <p:sp>
        <p:nvSpPr>
          <p:cNvPr id="675" name="Shape 668"/>
          <p:cNvSpPr/>
          <p:nvPr/>
        </p:nvSpPr>
        <p:spPr>
          <a:xfrm>
            <a:off x="10419080" y="6362700"/>
            <a:ext cx="19050" cy="101600"/>
          </a:xfrm>
          <a:prstGeom prst="rect">
            <a:avLst/>
          </a:prstGeom>
          <a:solidFill>
            <a:srgbClr val="E6E65C"/>
          </a:solidFill>
          <a:ln/>
        </p:spPr>
      </p:sp>
      <p:sp>
        <p:nvSpPr>
          <p:cNvPr id="676" name="Shape 669"/>
          <p:cNvSpPr/>
          <p:nvPr/>
        </p:nvSpPr>
        <p:spPr>
          <a:xfrm>
            <a:off x="10440670" y="6362700"/>
            <a:ext cx="19050" cy="101600"/>
          </a:xfrm>
          <a:prstGeom prst="rect">
            <a:avLst/>
          </a:prstGeom>
          <a:solidFill>
            <a:srgbClr val="7CC47C"/>
          </a:solidFill>
          <a:ln/>
        </p:spPr>
      </p:sp>
      <p:sp>
        <p:nvSpPr>
          <p:cNvPr id="677" name="Shape 670"/>
          <p:cNvSpPr/>
          <p:nvPr/>
        </p:nvSpPr>
        <p:spPr>
          <a:xfrm>
            <a:off x="10462260" y="6362700"/>
            <a:ext cx="19050" cy="101600"/>
          </a:xfrm>
          <a:prstGeom prst="rect">
            <a:avLst/>
          </a:prstGeom>
          <a:solidFill>
            <a:srgbClr val="F0A0B0"/>
          </a:solidFill>
          <a:ln/>
        </p:spPr>
      </p:sp>
      <p:sp>
        <p:nvSpPr>
          <p:cNvPr id="678" name="Text 671"/>
          <p:cNvSpPr/>
          <p:nvPr/>
        </p:nvSpPr>
        <p:spPr>
          <a:xfrm>
            <a:off x="10560050" y="6350000"/>
            <a:ext cx="889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5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50" dirty="0"/>
          </a:p>
        </p:txBody>
      </p:sp>
      <p:sp>
        <p:nvSpPr>
          <p:cNvPr id="679" name="Shape 672"/>
          <p:cNvSpPr/>
          <p:nvPr/>
        </p:nvSpPr>
        <p:spPr>
          <a:xfrm>
            <a:off x="10655300" y="6362700"/>
            <a:ext cx="19050" cy="101600"/>
          </a:xfrm>
          <a:prstGeom prst="rect">
            <a:avLst/>
          </a:prstGeom>
          <a:solidFill>
            <a:srgbClr val="E07070"/>
          </a:solidFill>
          <a:ln/>
        </p:spPr>
      </p:sp>
      <p:sp>
        <p:nvSpPr>
          <p:cNvPr id="680" name="Shape 673"/>
          <p:cNvSpPr/>
          <p:nvPr/>
        </p:nvSpPr>
        <p:spPr>
          <a:xfrm>
            <a:off x="10676890" y="6362700"/>
            <a:ext cx="19050" cy="101600"/>
          </a:xfrm>
          <a:prstGeom prst="rect">
            <a:avLst/>
          </a:prstGeom>
          <a:solidFill>
            <a:srgbClr val="B57EDC"/>
          </a:solidFill>
          <a:ln/>
        </p:spPr>
      </p:sp>
      <p:sp>
        <p:nvSpPr>
          <p:cNvPr id="681" name="Shape 674"/>
          <p:cNvSpPr/>
          <p:nvPr/>
        </p:nvSpPr>
        <p:spPr>
          <a:xfrm>
            <a:off x="10698480" y="6362700"/>
            <a:ext cx="19050" cy="101600"/>
          </a:xfrm>
          <a:prstGeom prst="rect">
            <a:avLst/>
          </a:prstGeom>
          <a:solidFill>
            <a:srgbClr val="E6E65C"/>
          </a:solidFill>
          <a:ln/>
        </p:spPr>
      </p:sp>
      <p:sp>
        <p:nvSpPr>
          <p:cNvPr id="682" name="Shape 675"/>
          <p:cNvSpPr/>
          <p:nvPr/>
        </p:nvSpPr>
        <p:spPr>
          <a:xfrm>
            <a:off x="10720070" y="6362700"/>
            <a:ext cx="19050" cy="101600"/>
          </a:xfrm>
          <a:prstGeom prst="rect">
            <a:avLst/>
          </a:prstGeom>
          <a:solidFill>
            <a:srgbClr val="7CC47C"/>
          </a:solidFill>
          <a:ln/>
        </p:spPr>
      </p:sp>
      <p:sp>
        <p:nvSpPr>
          <p:cNvPr id="683" name="Shape 676"/>
          <p:cNvSpPr/>
          <p:nvPr/>
        </p:nvSpPr>
        <p:spPr>
          <a:xfrm>
            <a:off x="10741660" y="6362700"/>
            <a:ext cx="19050" cy="101600"/>
          </a:xfrm>
          <a:prstGeom prst="rect">
            <a:avLst/>
          </a:prstGeom>
          <a:solidFill>
            <a:srgbClr val="F0A0B0"/>
          </a:solidFill>
          <a:ln/>
        </p:spPr>
      </p:sp>
      <p:sp>
        <p:nvSpPr>
          <p:cNvPr id="684" name="Text 677"/>
          <p:cNvSpPr/>
          <p:nvPr/>
        </p:nvSpPr>
        <p:spPr>
          <a:xfrm>
            <a:off x="10839450" y="6350000"/>
            <a:ext cx="889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5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50" dirty="0"/>
          </a:p>
        </p:txBody>
      </p:sp>
      <p:sp>
        <p:nvSpPr>
          <p:cNvPr id="685" name="Shape 678"/>
          <p:cNvSpPr/>
          <p:nvPr/>
        </p:nvSpPr>
        <p:spPr>
          <a:xfrm>
            <a:off x="10934700" y="6362700"/>
            <a:ext cx="19050" cy="101600"/>
          </a:xfrm>
          <a:prstGeom prst="rect">
            <a:avLst/>
          </a:prstGeom>
          <a:solidFill>
            <a:srgbClr val="E07070"/>
          </a:solidFill>
          <a:ln/>
        </p:spPr>
      </p:sp>
      <p:sp>
        <p:nvSpPr>
          <p:cNvPr id="686" name="Shape 679"/>
          <p:cNvSpPr/>
          <p:nvPr/>
        </p:nvSpPr>
        <p:spPr>
          <a:xfrm>
            <a:off x="10956290" y="6362700"/>
            <a:ext cx="19050" cy="101600"/>
          </a:xfrm>
          <a:prstGeom prst="rect">
            <a:avLst/>
          </a:prstGeom>
          <a:solidFill>
            <a:srgbClr val="B57EDC"/>
          </a:solidFill>
          <a:ln/>
        </p:spPr>
      </p:sp>
      <p:sp>
        <p:nvSpPr>
          <p:cNvPr id="687" name="Shape 680"/>
          <p:cNvSpPr/>
          <p:nvPr/>
        </p:nvSpPr>
        <p:spPr>
          <a:xfrm>
            <a:off x="10977880" y="6362700"/>
            <a:ext cx="19050" cy="101600"/>
          </a:xfrm>
          <a:prstGeom prst="rect">
            <a:avLst/>
          </a:prstGeom>
          <a:solidFill>
            <a:srgbClr val="E6E65C"/>
          </a:solidFill>
          <a:ln/>
        </p:spPr>
      </p:sp>
      <p:sp>
        <p:nvSpPr>
          <p:cNvPr id="688" name="Shape 681"/>
          <p:cNvSpPr/>
          <p:nvPr/>
        </p:nvSpPr>
        <p:spPr>
          <a:xfrm>
            <a:off x="10999470" y="6362700"/>
            <a:ext cx="19050" cy="101600"/>
          </a:xfrm>
          <a:prstGeom prst="rect">
            <a:avLst/>
          </a:prstGeom>
          <a:solidFill>
            <a:srgbClr val="7CC47C"/>
          </a:solidFill>
          <a:ln/>
        </p:spPr>
      </p:sp>
      <p:sp>
        <p:nvSpPr>
          <p:cNvPr id="689" name="Shape 682"/>
          <p:cNvSpPr/>
          <p:nvPr/>
        </p:nvSpPr>
        <p:spPr>
          <a:xfrm>
            <a:off x="11021060" y="6362700"/>
            <a:ext cx="19050" cy="101600"/>
          </a:xfrm>
          <a:prstGeom prst="rect">
            <a:avLst/>
          </a:prstGeom>
          <a:solidFill>
            <a:srgbClr val="F0A0B0"/>
          </a:solidFill>
          <a:ln/>
        </p:spPr>
      </p:sp>
      <p:sp>
        <p:nvSpPr>
          <p:cNvPr id="690" name="Text 683"/>
          <p:cNvSpPr/>
          <p:nvPr/>
        </p:nvSpPr>
        <p:spPr>
          <a:xfrm>
            <a:off x="11023600" y="6311900"/>
            <a:ext cx="609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F1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Head 2</a:t>
            </a:r>
            <a:endParaRPr lang="en-US" sz="700" dirty="0"/>
          </a:p>
        </p:txBody>
      </p:sp>
      <p:sp>
        <p:nvSpPr>
          <p:cNvPr id="691" name="Shape 684"/>
          <p:cNvSpPr/>
          <p:nvPr/>
        </p:nvSpPr>
        <p:spPr>
          <a:xfrm>
            <a:off x="9550400" y="6553200"/>
            <a:ext cx="2082800" cy="203200"/>
          </a:xfrm>
          <a:prstGeom prst="roundRect">
            <a:avLst>
              <a:gd name="adj" fmla="val 36000"/>
            </a:avLst>
          </a:prstGeom>
          <a:solidFill>
            <a:srgbClr val="EF8C96"/>
          </a:solidFill>
          <a:ln w="6350">
            <a:solidFill>
              <a:srgbClr val="9A9A9A"/>
            </a:solidFill>
            <a:prstDash val="solid"/>
          </a:ln>
        </p:spPr>
      </p:sp>
      <p:sp>
        <p:nvSpPr>
          <p:cNvPr id="692" name="Text 685"/>
          <p:cNvSpPr/>
          <p:nvPr/>
        </p:nvSpPr>
        <p:spPr>
          <a:xfrm>
            <a:off x="10001250" y="6591300"/>
            <a:ext cx="889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5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50" dirty="0"/>
          </a:p>
        </p:txBody>
      </p:sp>
      <p:sp>
        <p:nvSpPr>
          <p:cNvPr id="693" name="Shape 686"/>
          <p:cNvSpPr/>
          <p:nvPr/>
        </p:nvSpPr>
        <p:spPr>
          <a:xfrm>
            <a:off x="10096500" y="6604000"/>
            <a:ext cx="19050" cy="101600"/>
          </a:xfrm>
          <a:prstGeom prst="rect">
            <a:avLst/>
          </a:prstGeom>
          <a:solidFill>
            <a:srgbClr val="E07070"/>
          </a:solidFill>
          <a:ln/>
        </p:spPr>
      </p:sp>
      <p:sp>
        <p:nvSpPr>
          <p:cNvPr id="694" name="Shape 687"/>
          <p:cNvSpPr/>
          <p:nvPr/>
        </p:nvSpPr>
        <p:spPr>
          <a:xfrm>
            <a:off x="10118090" y="6604000"/>
            <a:ext cx="19050" cy="101600"/>
          </a:xfrm>
          <a:prstGeom prst="rect">
            <a:avLst/>
          </a:prstGeom>
          <a:solidFill>
            <a:srgbClr val="B57EDC"/>
          </a:solidFill>
          <a:ln/>
        </p:spPr>
      </p:sp>
      <p:sp>
        <p:nvSpPr>
          <p:cNvPr id="695" name="Shape 688"/>
          <p:cNvSpPr/>
          <p:nvPr/>
        </p:nvSpPr>
        <p:spPr>
          <a:xfrm>
            <a:off x="10139680" y="6604000"/>
            <a:ext cx="19050" cy="101600"/>
          </a:xfrm>
          <a:prstGeom prst="rect">
            <a:avLst/>
          </a:prstGeom>
          <a:solidFill>
            <a:srgbClr val="E6E65C"/>
          </a:solidFill>
          <a:ln/>
        </p:spPr>
      </p:sp>
      <p:sp>
        <p:nvSpPr>
          <p:cNvPr id="696" name="Shape 689"/>
          <p:cNvSpPr/>
          <p:nvPr/>
        </p:nvSpPr>
        <p:spPr>
          <a:xfrm>
            <a:off x="10161270" y="6604000"/>
            <a:ext cx="19050" cy="101600"/>
          </a:xfrm>
          <a:prstGeom prst="rect">
            <a:avLst/>
          </a:prstGeom>
          <a:solidFill>
            <a:srgbClr val="7CC47C"/>
          </a:solidFill>
          <a:ln/>
        </p:spPr>
      </p:sp>
      <p:sp>
        <p:nvSpPr>
          <p:cNvPr id="697" name="Shape 690"/>
          <p:cNvSpPr/>
          <p:nvPr/>
        </p:nvSpPr>
        <p:spPr>
          <a:xfrm>
            <a:off x="10182860" y="6604000"/>
            <a:ext cx="19050" cy="101600"/>
          </a:xfrm>
          <a:prstGeom prst="rect">
            <a:avLst/>
          </a:prstGeom>
          <a:solidFill>
            <a:srgbClr val="F0A0B0"/>
          </a:solidFill>
          <a:ln/>
        </p:spPr>
      </p:sp>
      <p:sp>
        <p:nvSpPr>
          <p:cNvPr id="698" name="Text 691"/>
          <p:cNvSpPr/>
          <p:nvPr/>
        </p:nvSpPr>
        <p:spPr>
          <a:xfrm>
            <a:off x="10280650" y="6591300"/>
            <a:ext cx="889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5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50" dirty="0"/>
          </a:p>
        </p:txBody>
      </p:sp>
      <p:sp>
        <p:nvSpPr>
          <p:cNvPr id="699" name="Shape 692"/>
          <p:cNvSpPr/>
          <p:nvPr/>
        </p:nvSpPr>
        <p:spPr>
          <a:xfrm>
            <a:off x="10375900" y="6604000"/>
            <a:ext cx="19050" cy="101600"/>
          </a:xfrm>
          <a:prstGeom prst="rect">
            <a:avLst/>
          </a:prstGeom>
          <a:solidFill>
            <a:srgbClr val="E07070"/>
          </a:solidFill>
          <a:ln/>
        </p:spPr>
      </p:sp>
      <p:sp>
        <p:nvSpPr>
          <p:cNvPr id="700" name="Shape 693"/>
          <p:cNvSpPr/>
          <p:nvPr/>
        </p:nvSpPr>
        <p:spPr>
          <a:xfrm>
            <a:off x="10397490" y="6604000"/>
            <a:ext cx="19050" cy="101600"/>
          </a:xfrm>
          <a:prstGeom prst="rect">
            <a:avLst/>
          </a:prstGeom>
          <a:solidFill>
            <a:srgbClr val="B57EDC"/>
          </a:solidFill>
          <a:ln/>
        </p:spPr>
      </p:sp>
      <p:sp>
        <p:nvSpPr>
          <p:cNvPr id="701" name="Shape 694"/>
          <p:cNvSpPr/>
          <p:nvPr/>
        </p:nvSpPr>
        <p:spPr>
          <a:xfrm>
            <a:off x="10419080" y="6604000"/>
            <a:ext cx="19050" cy="101600"/>
          </a:xfrm>
          <a:prstGeom prst="rect">
            <a:avLst/>
          </a:prstGeom>
          <a:solidFill>
            <a:srgbClr val="E6E65C"/>
          </a:solidFill>
          <a:ln/>
        </p:spPr>
      </p:sp>
      <p:sp>
        <p:nvSpPr>
          <p:cNvPr id="702" name="Shape 695"/>
          <p:cNvSpPr/>
          <p:nvPr/>
        </p:nvSpPr>
        <p:spPr>
          <a:xfrm>
            <a:off x="10440670" y="6604000"/>
            <a:ext cx="19050" cy="101600"/>
          </a:xfrm>
          <a:prstGeom prst="rect">
            <a:avLst/>
          </a:prstGeom>
          <a:solidFill>
            <a:srgbClr val="7CC47C"/>
          </a:solidFill>
          <a:ln/>
        </p:spPr>
      </p:sp>
      <p:sp>
        <p:nvSpPr>
          <p:cNvPr id="703" name="Shape 696"/>
          <p:cNvSpPr/>
          <p:nvPr/>
        </p:nvSpPr>
        <p:spPr>
          <a:xfrm>
            <a:off x="10462260" y="6604000"/>
            <a:ext cx="19050" cy="101600"/>
          </a:xfrm>
          <a:prstGeom prst="rect">
            <a:avLst/>
          </a:prstGeom>
          <a:solidFill>
            <a:srgbClr val="F0A0B0"/>
          </a:solidFill>
          <a:ln/>
        </p:spPr>
      </p:sp>
      <p:sp>
        <p:nvSpPr>
          <p:cNvPr id="704" name="Text 697"/>
          <p:cNvSpPr/>
          <p:nvPr/>
        </p:nvSpPr>
        <p:spPr>
          <a:xfrm>
            <a:off x="10560050" y="6591300"/>
            <a:ext cx="889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5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50" dirty="0"/>
          </a:p>
        </p:txBody>
      </p:sp>
      <p:sp>
        <p:nvSpPr>
          <p:cNvPr id="705" name="Shape 698"/>
          <p:cNvSpPr/>
          <p:nvPr/>
        </p:nvSpPr>
        <p:spPr>
          <a:xfrm>
            <a:off x="10655300" y="6604000"/>
            <a:ext cx="19050" cy="101600"/>
          </a:xfrm>
          <a:prstGeom prst="rect">
            <a:avLst/>
          </a:prstGeom>
          <a:solidFill>
            <a:srgbClr val="E07070"/>
          </a:solidFill>
          <a:ln/>
        </p:spPr>
      </p:sp>
      <p:sp>
        <p:nvSpPr>
          <p:cNvPr id="706" name="Shape 699"/>
          <p:cNvSpPr/>
          <p:nvPr/>
        </p:nvSpPr>
        <p:spPr>
          <a:xfrm>
            <a:off x="10676890" y="6604000"/>
            <a:ext cx="19050" cy="101600"/>
          </a:xfrm>
          <a:prstGeom prst="rect">
            <a:avLst/>
          </a:prstGeom>
          <a:solidFill>
            <a:srgbClr val="B57EDC"/>
          </a:solidFill>
          <a:ln/>
        </p:spPr>
      </p:sp>
      <p:sp>
        <p:nvSpPr>
          <p:cNvPr id="707" name="Shape 700"/>
          <p:cNvSpPr/>
          <p:nvPr/>
        </p:nvSpPr>
        <p:spPr>
          <a:xfrm>
            <a:off x="10698480" y="6604000"/>
            <a:ext cx="19050" cy="101600"/>
          </a:xfrm>
          <a:prstGeom prst="rect">
            <a:avLst/>
          </a:prstGeom>
          <a:solidFill>
            <a:srgbClr val="E6E65C"/>
          </a:solidFill>
          <a:ln/>
        </p:spPr>
      </p:sp>
      <p:sp>
        <p:nvSpPr>
          <p:cNvPr id="708" name="Shape 701"/>
          <p:cNvSpPr/>
          <p:nvPr/>
        </p:nvSpPr>
        <p:spPr>
          <a:xfrm>
            <a:off x="10720070" y="6604000"/>
            <a:ext cx="19050" cy="101600"/>
          </a:xfrm>
          <a:prstGeom prst="rect">
            <a:avLst/>
          </a:prstGeom>
          <a:solidFill>
            <a:srgbClr val="7CC47C"/>
          </a:solidFill>
          <a:ln/>
        </p:spPr>
      </p:sp>
      <p:sp>
        <p:nvSpPr>
          <p:cNvPr id="709" name="Shape 702"/>
          <p:cNvSpPr/>
          <p:nvPr/>
        </p:nvSpPr>
        <p:spPr>
          <a:xfrm>
            <a:off x="10741660" y="6604000"/>
            <a:ext cx="19050" cy="101600"/>
          </a:xfrm>
          <a:prstGeom prst="rect">
            <a:avLst/>
          </a:prstGeom>
          <a:solidFill>
            <a:srgbClr val="F0A0B0"/>
          </a:solidFill>
          <a:ln/>
        </p:spPr>
      </p:sp>
      <p:sp>
        <p:nvSpPr>
          <p:cNvPr id="710" name="Text 703"/>
          <p:cNvSpPr/>
          <p:nvPr/>
        </p:nvSpPr>
        <p:spPr>
          <a:xfrm>
            <a:off x="10839450" y="6591300"/>
            <a:ext cx="889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5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50" dirty="0"/>
          </a:p>
        </p:txBody>
      </p:sp>
      <p:sp>
        <p:nvSpPr>
          <p:cNvPr id="711" name="Shape 704"/>
          <p:cNvSpPr/>
          <p:nvPr/>
        </p:nvSpPr>
        <p:spPr>
          <a:xfrm>
            <a:off x="10934700" y="6604000"/>
            <a:ext cx="19050" cy="101600"/>
          </a:xfrm>
          <a:prstGeom prst="rect">
            <a:avLst/>
          </a:prstGeom>
          <a:solidFill>
            <a:srgbClr val="E07070"/>
          </a:solidFill>
          <a:ln/>
        </p:spPr>
      </p:sp>
      <p:sp>
        <p:nvSpPr>
          <p:cNvPr id="712" name="Shape 705"/>
          <p:cNvSpPr/>
          <p:nvPr/>
        </p:nvSpPr>
        <p:spPr>
          <a:xfrm>
            <a:off x="10956290" y="6604000"/>
            <a:ext cx="19050" cy="101600"/>
          </a:xfrm>
          <a:prstGeom prst="rect">
            <a:avLst/>
          </a:prstGeom>
          <a:solidFill>
            <a:srgbClr val="B57EDC"/>
          </a:solidFill>
          <a:ln/>
        </p:spPr>
      </p:sp>
      <p:sp>
        <p:nvSpPr>
          <p:cNvPr id="713" name="Shape 706"/>
          <p:cNvSpPr/>
          <p:nvPr/>
        </p:nvSpPr>
        <p:spPr>
          <a:xfrm>
            <a:off x="10977880" y="6604000"/>
            <a:ext cx="19050" cy="101600"/>
          </a:xfrm>
          <a:prstGeom prst="rect">
            <a:avLst/>
          </a:prstGeom>
          <a:solidFill>
            <a:srgbClr val="E6E65C"/>
          </a:solidFill>
          <a:ln/>
        </p:spPr>
      </p:sp>
      <p:sp>
        <p:nvSpPr>
          <p:cNvPr id="714" name="Shape 707"/>
          <p:cNvSpPr/>
          <p:nvPr/>
        </p:nvSpPr>
        <p:spPr>
          <a:xfrm>
            <a:off x="10999470" y="6604000"/>
            <a:ext cx="19050" cy="101600"/>
          </a:xfrm>
          <a:prstGeom prst="rect">
            <a:avLst/>
          </a:prstGeom>
          <a:solidFill>
            <a:srgbClr val="7CC47C"/>
          </a:solidFill>
          <a:ln/>
        </p:spPr>
      </p:sp>
      <p:sp>
        <p:nvSpPr>
          <p:cNvPr id="715" name="Shape 708"/>
          <p:cNvSpPr/>
          <p:nvPr/>
        </p:nvSpPr>
        <p:spPr>
          <a:xfrm>
            <a:off x="11021060" y="6604000"/>
            <a:ext cx="19050" cy="101600"/>
          </a:xfrm>
          <a:prstGeom prst="rect">
            <a:avLst/>
          </a:prstGeom>
          <a:solidFill>
            <a:srgbClr val="F0A0B0"/>
          </a:solidFill>
          <a:ln/>
        </p:spPr>
      </p:sp>
      <p:sp>
        <p:nvSpPr>
          <p:cNvPr id="716" name="Text 709"/>
          <p:cNvSpPr/>
          <p:nvPr/>
        </p:nvSpPr>
        <p:spPr>
          <a:xfrm>
            <a:off x="11023600" y="6553200"/>
            <a:ext cx="609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F1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Head 1</a:t>
            </a:r>
            <a:endParaRPr lang="en-US" sz="700" dirty="0"/>
          </a:p>
        </p:txBody>
      </p:sp>
      <p:sp>
        <p:nvSpPr>
          <p:cNvPr id="717" name="Text 710"/>
          <p:cNvSpPr/>
          <p:nvPr/>
        </p:nvSpPr>
        <p:spPr>
          <a:xfrm>
            <a:off x="6350000" y="571500"/>
            <a:ext cx="508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 Head Self Attention of Word </a:t>
            </a:r>
            <a:pPr algn="ctr"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4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718" name="Text 711"/>
          <p:cNvSpPr/>
          <p:nvPr/>
        </p:nvSpPr>
        <p:spPr>
          <a:xfrm>
            <a:off x="5969000" y="939800"/>
            <a:ext cx="508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i="1" dirty="0">
                <a:solidFill>
                  <a:srgbClr val="1F1F8C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“Narrow”</a:t>
            </a:r>
            <a:pPr algn="r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Architecture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2026-10-11T08:25:39Z</dcterms:created>
  <dcterms:modified xsi:type="dcterms:W3CDTF">2026-10-11T08:25:39Z</dcterms:modified>
</cp:coreProperties>
</file>