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pic>
        <p:nvPicPr>
          <p:cNvPr id="5" name="Image 0" descr="/home/ahmed/Projects/ai_llm_slides/videos/deep-learning/001_transformers_part1/recreated_pptx/build/assets/slide012_p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821" y="667329"/>
            <a:ext cx="8928951" cy="59933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7449" y="666753"/>
            <a:ext cx="8928101" cy="599440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</dc:title>
  <dc:subject>PptxGenJS Presentation</dc:subject>
  <dc:creator>AI LLM Slides</dc:creator>
  <cp:lastModifiedBy>AI LLM Slides</cp:lastModifiedBy>
  <cp:revision>1</cp:revision>
  <dcterms:created xsi:type="dcterms:W3CDTF">2026-10-11T11:14:08Z</dcterms:created>
  <dcterms:modified xsi:type="dcterms:W3CDTF">2026-10-11T11:14:08Z</dcterms:modified>
</cp:coreProperties>
</file>