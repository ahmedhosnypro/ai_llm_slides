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4904" y="158557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000" dirty="0"/>
          </a:p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59275" y="376641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59275" y="405810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9275" y="441563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345" y="51508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3350" y="54937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4323" y="582747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3350" y="6078017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4323" y="638617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500" dirty="0"/>
          </a:p>
        </p:txBody>
      </p:sp>
      <p:pic>
        <p:nvPicPr>
          <p:cNvPr id="14" name="Image 0" descr="/home/ahmed/Projects/ai_llm_slides/videos/deep-learning/001_transformers_part1/recreated_pptx/build/assets/zewail_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5943600"/>
            <a:ext cx="3962370" cy="7492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95551" y="235640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2026-10-11T08:25:39Z</dcterms:created>
  <dcterms:modified xsi:type="dcterms:W3CDTF">2026-10-11T08:25:39Z</dcterms:modified>
</cp:coreProperties>
</file>