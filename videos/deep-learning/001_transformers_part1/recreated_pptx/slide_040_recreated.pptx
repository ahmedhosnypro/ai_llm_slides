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95500" y="236855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 Attention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2095500" y="42291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Architecture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2095500" y="52451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Architecture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Multi-Head  Attention</dc:title>
  <dc:subject>PptxGenJS Presentation</dc:subject>
  <dc:creator>slide-recreation pipeline</dc:creator>
  <cp:lastModifiedBy>slide-recreation pipeline</cp:lastModifiedBy>
  <cp:revision>1</cp:revision>
  <dcterms:created xsi:type="dcterms:W3CDTF">2026-10-12T00:55:39Z</dcterms:created>
  <dcterms:modified xsi:type="dcterms:W3CDTF">2026-10-12T00:55:39Z</dcterms:modified>
</cp:coreProperties>
</file>