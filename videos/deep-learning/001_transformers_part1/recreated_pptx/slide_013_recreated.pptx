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36650" y="30226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Building Blocks</a:t>
            </a:r>
            <a:endParaRPr lang="en-US" sz="4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 Building Blocks</dc:title>
  <dc:subject>PptxGenJS Presentation</dc:subject>
  <dc:creator>AI LLM Slides</dc:creator>
  <cp:lastModifiedBy>AI LLM Slides</cp:lastModifiedBy>
  <cp:revision>1</cp:revision>
  <dcterms:created xsi:type="dcterms:W3CDTF">2026-10-11T22:31:33Z</dcterms:created>
  <dcterms:modified xsi:type="dcterms:W3CDTF">2026-10-11T22:31:33Z</dcterms:modified>
</cp:coreProperties>
</file>