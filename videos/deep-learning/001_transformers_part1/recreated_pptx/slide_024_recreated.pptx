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400" y="571500"/>
            <a:ext cx="11137900" cy="6286500"/>
          </a:xfrm>
          <a:prstGeom prst="rect">
            <a:avLst/>
          </a:prstGeom>
          <a:solidFill>
            <a:srgbClr val="E9E9E7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2500" y="673100"/>
            <a:ext cx="457200" cy="4572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112500" y="6731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24400" y="584200"/>
            <a:ext cx="553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of Self attention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58800" y="723900"/>
            <a:ext cx="5956300" cy="5956300"/>
          </a:xfrm>
          <a:prstGeom prst="ellipse">
            <a:avLst/>
          </a:prstGeom>
          <a:solidFill>
            <a:srgbClr val="EEFEFB"/>
          </a:solidFill>
          <a:ln w="25400">
            <a:solidFill>
              <a:srgbClr val="2233CC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921000" y="1371600"/>
            <a:ext cx="1257300" cy="29210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8" name="Shape 6"/>
          <p:cNvSpPr/>
          <p:nvPr/>
        </p:nvSpPr>
        <p:spPr>
          <a:xfrm flipH="1">
            <a:off x="1981200" y="2438400"/>
            <a:ext cx="596900" cy="800100"/>
          </a:xfrm>
          <a:prstGeom prst="line">
            <a:avLst/>
          </a:prstGeom>
          <a:noFill/>
          <a:ln w="22225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1968500" y="2082800"/>
            <a:ext cx="1917700" cy="116840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0" name="Shape 8"/>
          <p:cNvSpPr/>
          <p:nvPr/>
        </p:nvSpPr>
        <p:spPr>
          <a:xfrm flipV="1">
            <a:off x="2120900" y="3695700"/>
            <a:ext cx="622300" cy="1270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006600" y="4191000"/>
            <a:ext cx="2933700" cy="838200"/>
          </a:xfrm>
          <a:prstGeom prst="line">
            <a:avLst/>
          </a:prstGeom>
          <a:noFill/>
          <a:ln w="254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3886200" y="2413000"/>
            <a:ext cx="254000" cy="863600"/>
          </a:xfrm>
          <a:prstGeom prst="line">
            <a:avLst/>
          </a:prstGeom>
          <a:noFill/>
          <a:ln w="508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38600" y="3683000"/>
            <a:ext cx="863600" cy="939800"/>
          </a:xfrm>
          <a:prstGeom prst="line">
            <a:avLst/>
          </a:prstGeom>
          <a:noFill/>
          <a:ln w="508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3276600" y="4267200"/>
            <a:ext cx="76200" cy="850900"/>
          </a:xfrm>
          <a:prstGeom prst="line">
            <a:avLst/>
          </a:prstGeom>
          <a:noFill/>
          <a:ln w="508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965700" y="2501900"/>
            <a:ext cx="508000" cy="1536700"/>
          </a:xfrm>
          <a:prstGeom prst="line">
            <a:avLst/>
          </a:prstGeom>
          <a:noFill/>
          <a:ln w="50800">
            <a:solidFill>
              <a:srgbClr val="EE0000"/>
            </a:solidFill>
            <a:prstDash val="solid"/>
            <a:headEnd type="triangl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87550" y="1238250"/>
            <a:ext cx="1168400" cy="11684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87550" y="1238250"/>
            <a:ext cx="11684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981450" y="1485900"/>
            <a:ext cx="1168400" cy="11684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81450" y="1485900"/>
            <a:ext cx="11684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garden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20750" y="3149600"/>
            <a:ext cx="1181100" cy="11811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750" y="3149600"/>
            <a:ext cx="118110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87650" y="3041650"/>
            <a:ext cx="1231900" cy="1231900"/>
          </a:xfrm>
          <a:prstGeom prst="ellipse">
            <a:avLst/>
          </a:prstGeom>
          <a:solidFill>
            <a:srgbClr val="D5FFAF"/>
          </a:solidFill>
          <a:ln w="19050">
            <a:solidFill>
              <a:srgbClr val="4C9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87650" y="3041650"/>
            <a:ext cx="12319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883150" y="4044950"/>
            <a:ext cx="1206500" cy="12065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3150" y="4044950"/>
            <a:ext cx="12065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2628900" y="5124450"/>
            <a:ext cx="1168400" cy="1168400"/>
          </a:xfrm>
          <a:prstGeom prst="ellipse">
            <a:avLst/>
          </a:prstGeom>
          <a:solidFill>
            <a:srgbClr val="FEFFE5"/>
          </a:solidFill>
          <a:ln w="12700">
            <a:solidFill>
              <a:srgbClr val="8C8C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28900" y="5124450"/>
            <a:ext cx="1168400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climbs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587500" y="1866900"/>
            <a:ext cx="317500" cy="6350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51000" y="19177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0" name="Shape 28"/>
          <p:cNvSpPr/>
          <p:nvPr/>
        </p:nvSpPr>
        <p:spPr>
          <a:xfrm>
            <a:off x="1651000" y="20739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1" name="Shape 29"/>
          <p:cNvSpPr/>
          <p:nvPr/>
        </p:nvSpPr>
        <p:spPr>
          <a:xfrm>
            <a:off x="1651000" y="22301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2" name="Shape 30"/>
          <p:cNvSpPr/>
          <p:nvPr/>
        </p:nvSpPr>
        <p:spPr>
          <a:xfrm>
            <a:off x="1651000" y="23863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9500" y="4406900"/>
            <a:ext cx="317500" cy="6477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143000" y="44577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3000" y="46139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6" name="Shape 34"/>
          <p:cNvSpPr/>
          <p:nvPr/>
        </p:nvSpPr>
        <p:spPr>
          <a:xfrm>
            <a:off x="1143000" y="47701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7" name="Shape 35"/>
          <p:cNvSpPr/>
          <p:nvPr/>
        </p:nvSpPr>
        <p:spPr>
          <a:xfrm>
            <a:off x="1143000" y="49263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38" name="Shape 36"/>
          <p:cNvSpPr/>
          <p:nvPr/>
        </p:nvSpPr>
        <p:spPr>
          <a:xfrm>
            <a:off x="3924300" y="4000500"/>
            <a:ext cx="317500" cy="6731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987800" y="40640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0" name="Shape 38"/>
          <p:cNvSpPr/>
          <p:nvPr/>
        </p:nvSpPr>
        <p:spPr>
          <a:xfrm>
            <a:off x="3987800" y="42202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1" name="Shape 39"/>
          <p:cNvSpPr/>
          <p:nvPr/>
        </p:nvSpPr>
        <p:spPr>
          <a:xfrm>
            <a:off x="3987800" y="43764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2" name="Shape 40"/>
          <p:cNvSpPr/>
          <p:nvPr/>
        </p:nvSpPr>
        <p:spPr>
          <a:xfrm>
            <a:off x="3987800" y="45326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3" name="Shape 41"/>
          <p:cNvSpPr/>
          <p:nvPr/>
        </p:nvSpPr>
        <p:spPr>
          <a:xfrm>
            <a:off x="3924300" y="5727700"/>
            <a:ext cx="317500" cy="6477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987800" y="57785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5" name="Shape 43"/>
          <p:cNvSpPr/>
          <p:nvPr/>
        </p:nvSpPr>
        <p:spPr>
          <a:xfrm>
            <a:off x="3987800" y="59347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6" name="Shape 44"/>
          <p:cNvSpPr/>
          <p:nvPr/>
        </p:nvSpPr>
        <p:spPr>
          <a:xfrm>
            <a:off x="3987800" y="60909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7" name="Shape 45"/>
          <p:cNvSpPr/>
          <p:nvPr/>
        </p:nvSpPr>
        <p:spPr>
          <a:xfrm>
            <a:off x="3987800" y="62471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48" name="Shape 46"/>
          <p:cNvSpPr/>
          <p:nvPr/>
        </p:nvSpPr>
        <p:spPr>
          <a:xfrm>
            <a:off x="4838700" y="5219700"/>
            <a:ext cx="330200" cy="647700"/>
          </a:xfrm>
          <a:prstGeom prst="roundRect">
            <a:avLst>
              <a:gd name="adj" fmla="val 16615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08550" y="52705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50" name="Shape 48"/>
          <p:cNvSpPr/>
          <p:nvPr/>
        </p:nvSpPr>
        <p:spPr>
          <a:xfrm>
            <a:off x="4908550" y="54267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51" name="Shape 49"/>
          <p:cNvSpPr/>
          <p:nvPr/>
        </p:nvSpPr>
        <p:spPr>
          <a:xfrm>
            <a:off x="4908550" y="55829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52" name="Shape 50"/>
          <p:cNvSpPr/>
          <p:nvPr/>
        </p:nvSpPr>
        <p:spPr>
          <a:xfrm>
            <a:off x="4908550" y="57391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53" name="Shape 51"/>
          <p:cNvSpPr/>
          <p:nvPr/>
        </p:nvSpPr>
        <p:spPr>
          <a:xfrm>
            <a:off x="10083800" y="4203700"/>
            <a:ext cx="317500" cy="10922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FF4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34600" y="4305300"/>
            <a:ext cx="203200" cy="9525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5" name="Shape 53"/>
          <p:cNvSpPr/>
          <p:nvPr/>
        </p:nvSpPr>
        <p:spPr>
          <a:xfrm>
            <a:off x="10134600" y="4575810"/>
            <a:ext cx="203200" cy="9525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6" name="Shape 54"/>
          <p:cNvSpPr/>
          <p:nvPr/>
        </p:nvSpPr>
        <p:spPr>
          <a:xfrm>
            <a:off x="10134600" y="4846320"/>
            <a:ext cx="203200" cy="9525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7" name="Shape 55"/>
          <p:cNvSpPr/>
          <p:nvPr/>
        </p:nvSpPr>
        <p:spPr>
          <a:xfrm>
            <a:off x="10134600" y="5116830"/>
            <a:ext cx="203200" cy="9525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58" name="Shape 56"/>
          <p:cNvSpPr/>
          <p:nvPr/>
        </p:nvSpPr>
        <p:spPr>
          <a:xfrm>
            <a:off x="8001000" y="5981700"/>
            <a:ext cx="317500" cy="673100"/>
          </a:xfrm>
          <a:prstGeom prst="roundRect">
            <a:avLst>
              <a:gd name="adj" fmla="val 17280"/>
            </a:avLst>
          </a:prstGeom>
          <a:solidFill>
            <a:srgbClr val="FFFFFF"/>
          </a:solidFill>
          <a:ln w="15875">
            <a:solidFill>
              <a:srgbClr val="4472C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64500" y="604520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60" name="Shape 58"/>
          <p:cNvSpPr/>
          <p:nvPr/>
        </p:nvSpPr>
        <p:spPr>
          <a:xfrm>
            <a:off x="8064500" y="620141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61" name="Shape 59"/>
          <p:cNvSpPr/>
          <p:nvPr/>
        </p:nvSpPr>
        <p:spPr>
          <a:xfrm>
            <a:off x="8064500" y="635762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62" name="Shape 60"/>
          <p:cNvSpPr/>
          <p:nvPr/>
        </p:nvSpPr>
        <p:spPr>
          <a:xfrm>
            <a:off x="8064500" y="6513830"/>
            <a:ext cx="190500" cy="76200"/>
          </a:xfrm>
          <a:prstGeom prst="rect">
            <a:avLst/>
          </a:prstGeom>
          <a:solidFill>
            <a:srgbClr val="8FBCE6"/>
          </a:solidFill>
          <a:ln/>
        </p:spPr>
      </p:sp>
      <p:sp>
        <p:nvSpPr>
          <p:cNvPr id="63" name="Shape 61"/>
          <p:cNvSpPr/>
          <p:nvPr/>
        </p:nvSpPr>
        <p:spPr>
          <a:xfrm>
            <a:off x="6032500" y="1346200"/>
            <a:ext cx="5422900" cy="482600"/>
          </a:xfrm>
          <a:prstGeom prst="rect">
            <a:avLst/>
          </a:prstGeom>
          <a:solidFill>
            <a:srgbClr val="EEFEFB"/>
          </a:solidFill>
          <a:ln w="19050">
            <a:solidFill>
              <a:srgbClr val="2233CC"/>
            </a:solidFill>
            <a:prstDash val="dash"/>
          </a:ln>
        </p:spPr>
      </p:sp>
      <p:sp>
        <p:nvSpPr>
          <p:cNvPr id="64" name="Text 62"/>
          <p:cNvSpPr/>
          <p:nvPr/>
        </p:nvSpPr>
        <p:spPr>
          <a:xfrm>
            <a:off x="6032500" y="1346200"/>
            <a:ext cx="54229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</a:t>
            </a:r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climbs the tree in the garden</a:t>
            </a:r>
            <a:endParaRPr lang="en-US" sz="2000" dirty="0"/>
          </a:p>
        </p:txBody>
      </p:sp>
      <p:pic>
        <p:nvPicPr>
          <p:cNvPr id="65" name="Image 0" descr="/home/ahmed/Projects/ai_llm_slides/videos/deep-learning/001_transformers_part1/recreated_pptx/build/assets/blockarrow_0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8600" y="3568700"/>
            <a:ext cx="2083308" cy="457200"/>
          </a:xfrm>
          <a:prstGeom prst="rect">
            <a:avLst/>
          </a:prstGeom>
        </p:spPr>
      </p:pic>
      <p:sp>
        <p:nvSpPr>
          <p:cNvPr id="66" name="Shape 63"/>
          <p:cNvSpPr/>
          <p:nvPr/>
        </p:nvSpPr>
        <p:spPr>
          <a:xfrm flipV="1">
            <a:off x="8343900" y="4864100"/>
            <a:ext cx="1676400" cy="1511300"/>
          </a:xfrm>
          <a:prstGeom prst="line">
            <a:avLst/>
          </a:prstGeom>
          <a:noFill/>
          <a:ln w="19050">
            <a:solidFill>
              <a:srgbClr val="EE0000"/>
            </a:solidFill>
            <a:prstDash val="dash"/>
            <a:tailEnd type="triangle"/>
          </a:ln>
        </p:spPr>
      </p:sp>
      <p:sp>
        <p:nvSpPr>
          <p:cNvPr id="67" name="Shape 64"/>
          <p:cNvSpPr/>
          <p:nvPr/>
        </p:nvSpPr>
        <p:spPr>
          <a:xfrm>
            <a:off x="8801100" y="3054350"/>
            <a:ext cx="1270000" cy="1270000"/>
          </a:xfrm>
          <a:prstGeom prst="ellipse">
            <a:avLst/>
          </a:prstGeom>
          <a:solidFill>
            <a:srgbClr val="D5FFAF"/>
          </a:solidFill>
          <a:ln w="19050">
            <a:solidFill>
              <a:srgbClr val="4C9A2A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801100" y="3054350"/>
            <a:ext cx="127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</a:t>
            </a:r>
            <a:endParaRPr lang="en-US" sz="2000" dirty="0"/>
          </a:p>
        </p:txBody>
      </p:sp>
      <p:sp>
        <p:nvSpPr>
          <p:cNvPr id="69" name="Shape 66"/>
          <p:cNvSpPr/>
          <p:nvPr/>
        </p:nvSpPr>
        <p:spPr>
          <a:xfrm>
            <a:off x="7099300" y="5035550"/>
            <a:ext cx="1231900" cy="1231900"/>
          </a:xfrm>
          <a:prstGeom prst="ellipse">
            <a:avLst/>
          </a:prstGeom>
          <a:solidFill>
            <a:srgbClr val="D5FFAF"/>
          </a:solidFill>
          <a:ln w="19050">
            <a:solidFill>
              <a:srgbClr val="4C9A2A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7099300" y="5035550"/>
            <a:ext cx="1231900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Boy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2026-10-11T08:49:36Z</dcterms:created>
  <dcterms:modified xsi:type="dcterms:W3CDTF">2026-10-11T08:49:36Z</dcterms:modified>
</cp:coreProperties>
</file>