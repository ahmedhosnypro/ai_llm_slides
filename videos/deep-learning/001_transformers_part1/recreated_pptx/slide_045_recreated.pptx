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41950" y="920750"/>
            <a:ext cx="0" cy="2032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2108200" y="1130300"/>
            <a:ext cx="6654800" cy="317500"/>
          </a:xfrm>
          <a:prstGeom prst="roundRect">
            <a:avLst>
              <a:gd name="adj" fmla="val 46944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3500" y="1162050"/>
            <a:ext cx="924560" cy="25400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4180" y="120650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3460" y="1162050"/>
            <a:ext cx="924560" cy="25400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84140" y="120650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3420" y="1162050"/>
            <a:ext cx="924560" cy="25400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4100" y="120650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3380" y="1162050"/>
            <a:ext cx="924560" cy="25400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4060" y="120650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73340" y="1162050"/>
            <a:ext cx="924560" cy="25400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4020" y="120650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4180" y="120650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184140" y="120650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134100" y="120650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7084060" y="120650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034020" y="120650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108200" y="1130300"/>
            <a:ext cx="6654800" cy="317500"/>
          </a:xfrm>
          <a:prstGeom prst="roundRect">
            <a:avLst>
              <a:gd name="adj" fmla="val 46944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4400" y="1187450"/>
            <a:ext cx="1727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03600" y="1276350"/>
            <a:ext cx="5588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1·</a:t>
            </a:r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070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57277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62484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67691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7289800" y="1428750"/>
            <a:ext cx="0" cy="495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2882900" y="19558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39" name="Shape 37"/>
          <p:cNvSpPr/>
          <p:nvPr/>
        </p:nvSpPr>
        <p:spPr>
          <a:xfrm>
            <a:off x="2311400" y="21590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0" name="Shape 38"/>
          <p:cNvSpPr/>
          <p:nvPr/>
        </p:nvSpPr>
        <p:spPr>
          <a:xfrm>
            <a:off x="1841500" y="24638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1" name="Shape 39"/>
          <p:cNvSpPr/>
          <p:nvPr/>
        </p:nvSpPr>
        <p:spPr>
          <a:xfrm>
            <a:off x="1231900" y="27178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2300" y="29972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3" name="Shape 41"/>
          <p:cNvSpPr/>
          <p:nvPr/>
        </p:nvSpPr>
        <p:spPr>
          <a:xfrm>
            <a:off x="9563100" y="1371600"/>
            <a:ext cx="2133600" cy="7874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677400" y="1447800"/>
            <a:ext cx="96520" cy="165100"/>
          </a:xfrm>
          <a:prstGeom prst="rect">
            <a:avLst/>
          </a:prstGeom>
          <a:solidFill>
            <a:srgbClr val="CCE5B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73920" y="1447800"/>
            <a:ext cx="96520" cy="165100"/>
          </a:xfrm>
          <a:prstGeom prst="rect">
            <a:avLst/>
          </a:prstGeom>
          <a:solidFill>
            <a:srgbClr val="D6D2B2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0440" y="1447800"/>
            <a:ext cx="96520" cy="165100"/>
          </a:xfrm>
          <a:prstGeom prst="rect">
            <a:avLst/>
          </a:prstGeom>
          <a:solidFill>
            <a:srgbClr val="CFC3A4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66960" y="1447800"/>
            <a:ext cx="96520" cy="165100"/>
          </a:xfrm>
          <a:prstGeom prst="rect">
            <a:avLst/>
          </a:prstGeom>
          <a:solidFill>
            <a:srgbClr val="E4D8D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63480" y="1447800"/>
            <a:ext cx="96520" cy="165100"/>
          </a:xfrm>
          <a:prstGeom prst="rect">
            <a:avLst/>
          </a:prstGeom>
          <a:solidFill>
            <a:srgbClr val="F0DCE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74300" y="1422400"/>
            <a:ext cx="444500" cy="444500"/>
          </a:xfrm>
          <a:prstGeom prst="rect">
            <a:avLst/>
          </a:prstGeom>
          <a:solidFill>
            <a:srgbClr val="FBF8DC"/>
          </a:solidFill>
          <a:ln w="9525">
            <a:solidFill>
              <a:srgbClr val="6A6A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74300" y="14224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744200" y="1549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934700" y="1574800"/>
            <a:ext cx="91440" cy="165100"/>
          </a:xfrm>
          <a:prstGeom prst="rect">
            <a:avLst/>
          </a:prstGeom>
          <a:solidFill>
            <a:srgbClr val="FCF8D6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26140" y="1574800"/>
            <a:ext cx="91440" cy="165100"/>
          </a:xfrm>
          <a:prstGeom prst="rect">
            <a:avLst/>
          </a:prstGeom>
          <a:solidFill>
            <a:srgbClr val="EAF2DE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17580" y="1574800"/>
            <a:ext cx="91440" cy="165100"/>
          </a:xfrm>
          <a:prstGeom prst="rect">
            <a:avLst/>
          </a:prstGeom>
          <a:solidFill>
            <a:srgbClr val="F4E4D2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09020" y="1574800"/>
            <a:ext cx="91440" cy="165100"/>
          </a:xfrm>
          <a:prstGeom prst="rect">
            <a:avLst/>
          </a:prstGeom>
          <a:solidFill>
            <a:srgbClr val="E2DAE6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300460" y="1574800"/>
            <a:ext cx="91440" cy="165100"/>
          </a:xfrm>
          <a:prstGeom prst="rect">
            <a:avLst/>
          </a:prstGeom>
          <a:solidFill>
            <a:srgbClr val="CCC6BA"/>
          </a:solidFill>
          <a:ln w="6350">
            <a:solidFill>
              <a:srgbClr val="B8B4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55200" y="1625600"/>
            <a:ext cx="53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1×d/H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922000" y="1752600"/>
            <a:ext cx="533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1×d/H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0591800" y="1854200"/>
            <a:ext cx="58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d/H×d/H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9753600" y="19939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: Embedding Length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27300" y="30543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27300" y="30543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5346700" y="30543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6700" y="30543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7061200" y="30734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6" name="Text 64"/>
          <p:cNvSpPr/>
          <p:nvPr/>
        </p:nvSpPr>
        <p:spPr>
          <a:xfrm>
            <a:off x="7061200" y="30734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086100" y="27940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86100" y="27940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5905500" y="27940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05500" y="27940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7645400" y="28130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2" name="Text 70"/>
          <p:cNvSpPr/>
          <p:nvPr/>
        </p:nvSpPr>
        <p:spPr>
          <a:xfrm>
            <a:off x="7645400" y="28130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644900" y="25336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44900" y="25336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6464300" y="25336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64300" y="25336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8229600" y="25527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0" y="25527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203700" y="22733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3700" y="2273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7023100" y="22733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23100" y="22733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8813800" y="22923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4" name="Text 82"/>
          <p:cNvSpPr/>
          <p:nvPr/>
        </p:nvSpPr>
        <p:spPr>
          <a:xfrm>
            <a:off x="8813800" y="22923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762500" y="2012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62500" y="2012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7581900" y="2012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81900" y="2012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9398000" y="2032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90" name="Text 88"/>
          <p:cNvSpPr/>
          <p:nvPr/>
        </p:nvSpPr>
        <p:spPr>
          <a:xfrm>
            <a:off x="9398000" y="2032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644900" y="26924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44900" y="2692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4800600" y="2616200"/>
            <a:ext cx="939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98856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7652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6448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52440" y="26289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00600" y="26162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5372100" y="2336800"/>
            <a:ext cx="939800" cy="2032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556006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4802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3598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23940" y="2349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72100" y="23368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5956300" y="2070100"/>
            <a:ext cx="939800" cy="2032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614426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3222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2018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08140" y="2082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56300" y="20701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6502400" y="1816100"/>
            <a:ext cx="939800" cy="2032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669036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7832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06628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54240" y="18288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02400" y="18161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7010400" y="1574800"/>
            <a:ext cx="939800" cy="203200"/>
          </a:xfrm>
          <a:prstGeom prst="rect">
            <a:avLst/>
          </a:prstGeom>
          <a:solidFill>
            <a:srgbClr val="F0D8A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719836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38632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57428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762240" y="1587500"/>
            <a:ext cx="0" cy="1778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010400" y="1574800"/>
            <a:ext cx="93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6388100" y="14224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4" name="Shape 122"/>
          <p:cNvSpPr/>
          <p:nvPr/>
        </p:nvSpPr>
        <p:spPr>
          <a:xfrm>
            <a:off x="6946900" y="1435100"/>
            <a:ext cx="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5" name="Shape 123"/>
          <p:cNvSpPr/>
          <p:nvPr/>
        </p:nvSpPr>
        <p:spPr>
          <a:xfrm>
            <a:off x="7480300" y="1422400"/>
            <a:ext cx="0" cy="241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6" name="Shape 124"/>
          <p:cNvSpPr/>
          <p:nvPr/>
        </p:nvSpPr>
        <p:spPr>
          <a:xfrm>
            <a:off x="6946900" y="20574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6388100" y="2286000"/>
            <a:ext cx="0" cy="177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8" name="Text 126"/>
          <p:cNvSpPr/>
          <p:nvPr/>
        </p:nvSpPr>
        <p:spPr>
          <a:xfrm>
            <a:off x="7950200" y="16637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</a:t>
            </a:r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7264400" y="1790700"/>
            <a:ext cx="533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1×d/</a:t>
            </a:r>
            <a:pPr algn="ctr" indent="0" marL="0">
              <a:buNone/>
            </a:pPr>
            <a:r>
              <a:rPr lang="en-US" sz="700" b="1" dirty="0">
                <a:solidFill>
                  <a:srgbClr val="1F1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79500" y="35560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1130300" y="36322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30300" y="36322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1498600" y="37719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536700" y="36512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1892300" y="36766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012950" y="36766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133600" y="36766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159000" y="35179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2273300" y="37719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1130300" y="39878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30300" y="3987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43" name="Shape 141"/>
          <p:cNvSpPr/>
          <p:nvPr/>
        </p:nvSpPr>
        <p:spPr>
          <a:xfrm>
            <a:off x="1498600" y="4127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536700" y="4006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46" name="Shape 144"/>
          <p:cNvSpPr/>
          <p:nvPr/>
        </p:nvSpPr>
        <p:spPr>
          <a:xfrm>
            <a:off x="1892300" y="4032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012950" y="4032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133600" y="4032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59000" y="3873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50" name="Shape 148"/>
          <p:cNvSpPr/>
          <p:nvPr/>
        </p:nvSpPr>
        <p:spPr>
          <a:xfrm>
            <a:off x="2273300" y="4127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51" name="Shape 149"/>
          <p:cNvSpPr/>
          <p:nvPr/>
        </p:nvSpPr>
        <p:spPr>
          <a:xfrm>
            <a:off x="1130300" y="43434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130300" y="4343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1498600" y="4483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536700" y="4362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56" name="Shape 154"/>
          <p:cNvSpPr/>
          <p:nvPr/>
        </p:nvSpPr>
        <p:spPr>
          <a:xfrm>
            <a:off x="1892300" y="4387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012950" y="4387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133600" y="4387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159000" y="4229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2273300" y="4483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1130300" y="46990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130300" y="4699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63" name="Shape 161"/>
          <p:cNvSpPr/>
          <p:nvPr/>
        </p:nvSpPr>
        <p:spPr>
          <a:xfrm>
            <a:off x="1498600" y="4838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536700" y="4718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66" name="Shape 164"/>
          <p:cNvSpPr/>
          <p:nvPr/>
        </p:nvSpPr>
        <p:spPr>
          <a:xfrm>
            <a:off x="1892300" y="4743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012950" y="4743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133600" y="4743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159000" y="4584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2273300" y="4838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2387600" y="33401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387600" y="33655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2755900" y="50800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89200" y="4775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527300" y="4813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755900" y="50800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590800" y="4419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628900" y="4457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755900" y="50800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17800" y="4064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755900" y="4102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82" name="Shape 180"/>
          <p:cNvSpPr/>
          <p:nvPr/>
        </p:nvSpPr>
        <p:spPr>
          <a:xfrm>
            <a:off x="2755900" y="50800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870200" y="37084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908300" y="37465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85" name="Shape 183"/>
          <p:cNvSpPr/>
          <p:nvPr/>
        </p:nvSpPr>
        <p:spPr>
          <a:xfrm>
            <a:off x="2755900" y="51435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6" name="Shape 184"/>
          <p:cNvSpPr/>
          <p:nvPr/>
        </p:nvSpPr>
        <p:spPr>
          <a:xfrm>
            <a:off x="3162300" y="37719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3162300" y="4127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>
            <a:off x="3162300" y="4483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>
            <a:off x="3162300" y="4838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90" name="Text 188"/>
          <p:cNvSpPr/>
          <p:nvPr/>
        </p:nvSpPr>
        <p:spPr>
          <a:xfrm>
            <a:off x="3149600" y="33528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3441700" y="33401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92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3556000"/>
            <a:ext cx="236217" cy="1126239"/>
          </a:xfrm>
          <a:prstGeom prst="rect">
            <a:avLst/>
          </a:prstGeom>
        </p:spPr>
      </p:pic>
      <p:pic>
        <p:nvPicPr>
          <p:cNvPr id="193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3251200"/>
            <a:ext cx="205740" cy="289563"/>
          </a:xfrm>
          <a:prstGeom prst="rect">
            <a:avLst/>
          </a:prstGeom>
        </p:spPr>
      </p:pic>
      <p:sp>
        <p:nvSpPr>
          <p:cNvPr id="194" name="Shape 190"/>
          <p:cNvSpPr/>
          <p:nvPr/>
        </p:nvSpPr>
        <p:spPr>
          <a:xfrm>
            <a:off x="4127500" y="33401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95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0" y="3987800"/>
            <a:ext cx="111255" cy="524253"/>
          </a:xfrm>
          <a:prstGeom prst="rect">
            <a:avLst/>
          </a:prstGeom>
        </p:spPr>
      </p:pic>
      <p:sp>
        <p:nvSpPr>
          <p:cNvPr id="196" name="Shape 191"/>
          <p:cNvSpPr/>
          <p:nvPr/>
        </p:nvSpPr>
        <p:spPr>
          <a:xfrm>
            <a:off x="4711700" y="30353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97" name="Shape 192"/>
          <p:cNvSpPr/>
          <p:nvPr/>
        </p:nvSpPr>
        <p:spPr>
          <a:xfrm>
            <a:off x="4406900" y="32766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4406900" y="32766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99" name="Shape 194"/>
          <p:cNvSpPr/>
          <p:nvPr/>
        </p:nvSpPr>
        <p:spPr>
          <a:xfrm>
            <a:off x="5397500" y="36766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5397500" y="36766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01" name="Shape 196"/>
          <p:cNvSpPr/>
          <p:nvPr/>
        </p:nvSpPr>
        <p:spPr>
          <a:xfrm>
            <a:off x="5219700" y="35306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02" name="Text 197"/>
          <p:cNvSpPr/>
          <p:nvPr/>
        </p:nvSpPr>
        <p:spPr>
          <a:xfrm>
            <a:off x="5651500" y="36576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03" name="Shape 198"/>
          <p:cNvSpPr/>
          <p:nvPr/>
        </p:nvSpPr>
        <p:spPr>
          <a:xfrm>
            <a:off x="5854700" y="36830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5969000" y="36830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6083300" y="36830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6197600" y="36830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6388100" y="3632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09" name="Shape 204"/>
          <p:cNvSpPr/>
          <p:nvPr/>
        </p:nvSpPr>
        <p:spPr>
          <a:xfrm>
            <a:off x="5397500" y="4032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5397500" y="4032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11" name="Shape 206"/>
          <p:cNvSpPr/>
          <p:nvPr/>
        </p:nvSpPr>
        <p:spPr>
          <a:xfrm>
            <a:off x="5219700" y="35814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12" name="Text 207"/>
          <p:cNvSpPr/>
          <p:nvPr/>
        </p:nvSpPr>
        <p:spPr>
          <a:xfrm>
            <a:off x="5651500" y="4013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13" name="Shape 208"/>
          <p:cNvSpPr/>
          <p:nvPr/>
        </p:nvSpPr>
        <p:spPr>
          <a:xfrm>
            <a:off x="5854700" y="4038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5969000" y="4038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6083300" y="4038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6197600" y="4038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6388100" y="3987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19" name="Shape 214"/>
          <p:cNvSpPr/>
          <p:nvPr/>
        </p:nvSpPr>
        <p:spPr>
          <a:xfrm>
            <a:off x="5397500" y="4387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5397500" y="4387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21" name="Shape 216"/>
          <p:cNvSpPr/>
          <p:nvPr/>
        </p:nvSpPr>
        <p:spPr>
          <a:xfrm>
            <a:off x="5219700" y="36322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22" name="Text 217"/>
          <p:cNvSpPr/>
          <p:nvPr/>
        </p:nvSpPr>
        <p:spPr>
          <a:xfrm>
            <a:off x="5651500" y="4368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23" name="Shape 218"/>
          <p:cNvSpPr/>
          <p:nvPr/>
        </p:nvSpPr>
        <p:spPr>
          <a:xfrm>
            <a:off x="5854700" y="4394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5969000" y="4394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6083300" y="4394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6197600" y="4394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6388100" y="434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229" name="Shape 224"/>
          <p:cNvSpPr/>
          <p:nvPr/>
        </p:nvSpPr>
        <p:spPr>
          <a:xfrm>
            <a:off x="5397500" y="4743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5397500" y="4743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31" name="Shape 226"/>
          <p:cNvSpPr/>
          <p:nvPr/>
        </p:nvSpPr>
        <p:spPr>
          <a:xfrm>
            <a:off x="5219700" y="36830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32" name="Text 227"/>
          <p:cNvSpPr/>
          <p:nvPr/>
        </p:nvSpPr>
        <p:spPr>
          <a:xfrm>
            <a:off x="5651500" y="4724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33" name="Shape 228"/>
          <p:cNvSpPr/>
          <p:nvPr/>
        </p:nvSpPr>
        <p:spPr>
          <a:xfrm>
            <a:off x="5854700" y="4749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5969000" y="4749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5" name="Shape 230"/>
          <p:cNvSpPr/>
          <p:nvPr/>
        </p:nvSpPr>
        <p:spPr>
          <a:xfrm>
            <a:off x="6083300" y="4749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6197600" y="4749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6388100" y="469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39" name="Shape 234"/>
          <p:cNvSpPr/>
          <p:nvPr/>
        </p:nvSpPr>
        <p:spPr>
          <a:xfrm>
            <a:off x="6997700" y="35814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40" name="Text 235"/>
          <p:cNvSpPr/>
          <p:nvPr/>
        </p:nvSpPr>
        <p:spPr>
          <a:xfrm>
            <a:off x="7035800" y="3657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1" name="Shape 236"/>
          <p:cNvSpPr/>
          <p:nvPr/>
        </p:nvSpPr>
        <p:spPr>
          <a:xfrm>
            <a:off x="7200900" y="36576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2" name="Shape 237"/>
          <p:cNvSpPr/>
          <p:nvPr/>
        </p:nvSpPr>
        <p:spPr>
          <a:xfrm>
            <a:off x="7321550" y="36576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Shape 238"/>
          <p:cNvSpPr/>
          <p:nvPr/>
        </p:nvSpPr>
        <p:spPr>
          <a:xfrm>
            <a:off x="7442200" y="36576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4" name="Text 239"/>
          <p:cNvSpPr/>
          <p:nvPr/>
        </p:nvSpPr>
        <p:spPr>
          <a:xfrm>
            <a:off x="7035800" y="40005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5" name="Shape 240"/>
          <p:cNvSpPr/>
          <p:nvPr/>
        </p:nvSpPr>
        <p:spPr>
          <a:xfrm>
            <a:off x="7200900" y="40005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Shape 241"/>
          <p:cNvSpPr/>
          <p:nvPr/>
        </p:nvSpPr>
        <p:spPr>
          <a:xfrm>
            <a:off x="7321550" y="40005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Shape 242"/>
          <p:cNvSpPr/>
          <p:nvPr/>
        </p:nvSpPr>
        <p:spPr>
          <a:xfrm>
            <a:off x="7442200" y="40005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8" name="Text 243"/>
          <p:cNvSpPr/>
          <p:nvPr/>
        </p:nvSpPr>
        <p:spPr>
          <a:xfrm>
            <a:off x="70358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9" name="Shape 244"/>
          <p:cNvSpPr/>
          <p:nvPr/>
        </p:nvSpPr>
        <p:spPr>
          <a:xfrm>
            <a:off x="7200900" y="43434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7321550" y="43434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7442200" y="43434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2" name="Text 247"/>
          <p:cNvSpPr/>
          <p:nvPr/>
        </p:nvSpPr>
        <p:spPr>
          <a:xfrm>
            <a:off x="7035800" y="46863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3" name="Shape 248"/>
          <p:cNvSpPr/>
          <p:nvPr/>
        </p:nvSpPr>
        <p:spPr>
          <a:xfrm>
            <a:off x="7200900" y="46863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4" name="Shape 249"/>
          <p:cNvSpPr/>
          <p:nvPr/>
        </p:nvSpPr>
        <p:spPr>
          <a:xfrm>
            <a:off x="7321550" y="46863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Shape 250"/>
          <p:cNvSpPr/>
          <p:nvPr/>
        </p:nvSpPr>
        <p:spPr>
          <a:xfrm>
            <a:off x="7442200" y="46863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6" name="Shape 251"/>
          <p:cNvSpPr/>
          <p:nvPr/>
        </p:nvSpPr>
        <p:spPr>
          <a:xfrm>
            <a:off x="2514600" y="54483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7" name="Text 252"/>
          <p:cNvSpPr/>
          <p:nvPr/>
        </p:nvSpPr>
        <p:spPr>
          <a:xfrm>
            <a:off x="2311400" y="54356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58" name="Shape 253"/>
          <p:cNvSpPr/>
          <p:nvPr/>
        </p:nvSpPr>
        <p:spPr>
          <a:xfrm>
            <a:off x="3187700" y="52070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59" name="Text 254"/>
          <p:cNvSpPr/>
          <p:nvPr/>
        </p:nvSpPr>
        <p:spPr>
          <a:xfrm>
            <a:off x="3187700" y="52070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60" name="Shape 255"/>
          <p:cNvSpPr/>
          <p:nvPr/>
        </p:nvSpPr>
        <p:spPr>
          <a:xfrm>
            <a:off x="3467100" y="55372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61" name="Shape 256"/>
          <p:cNvSpPr/>
          <p:nvPr/>
        </p:nvSpPr>
        <p:spPr>
          <a:xfrm>
            <a:off x="1841500" y="57658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62" name="Shape 257"/>
          <p:cNvSpPr/>
          <p:nvPr/>
        </p:nvSpPr>
        <p:spPr>
          <a:xfrm>
            <a:off x="1917700" y="58166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Text 258"/>
          <p:cNvSpPr/>
          <p:nvPr/>
        </p:nvSpPr>
        <p:spPr>
          <a:xfrm>
            <a:off x="1917700" y="58166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4" name="Shape 259"/>
          <p:cNvSpPr/>
          <p:nvPr/>
        </p:nvSpPr>
        <p:spPr>
          <a:xfrm>
            <a:off x="2730500" y="58166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65" name="Text 260"/>
          <p:cNvSpPr/>
          <p:nvPr/>
        </p:nvSpPr>
        <p:spPr>
          <a:xfrm>
            <a:off x="2730500" y="58166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6" name="Shape 261"/>
          <p:cNvSpPr/>
          <p:nvPr/>
        </p:nvSpPr>
        <p:spPr>
          <a:xfrm>
            <a:off x="3213100" y="58166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7" name="Text 262"/>
          <p:cNvSpPr/>
          <p:nvPr/>
        </p:nvSpPr>
        <p:spPr>
          <a:xfrm>
            <a:off x="3213100" y="58166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Shape 263"/>
          <p:cNvSpPr/>
          <p:nvPr/>
        </p:nvSpPr>
        <p:spPr>
          <a:xfrm>
            <a:off x="3848100" y="58166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9" name="Text 264"/>
          <p:cNvSpPr/>
          <p:nvPr/>
        </p:nvSpPr>
        <p:spPr>
          <a:xfrm>
            <a:off x="3848100" y="58166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0" name="Shape 265"/>
          <p:cNvSpPr/>
          <p:nvPr/>
        </p:nvSpPr>
        <p:spPr>
          <a:xfrm>
            <a:off x="2997200" y="60325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71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100" y="5257800"/>
            <a:ext cx="4762497" cy="1041401"/>
          </a:xfrm>
          <a:prstGeom prst="rect">
            <a:avLst/>
          </a:prstGeom>
        </p:spPr>
      </p:pic>
      <p:sp>
        <p:nvSpPr>
          <p:cNvPr id="272" name="Shape 266"/>
          <p:cNvSpPr/>
          <p:nvPr/>
        </p:nvSpPr>
        <p:spPr>
          <a:xfrm>
            <a:off x="7734300" y="3606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73" name="Text 267"/>
          <p:cNvSpPr/>
          <p:nvPr/>
        </p:nvSpPr>
        <p:spPr>
          <a:xfrm>
            <a:off x="7772400" y="3708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4" name="Shape 268"/>
          <p:cNvSpPr/>
          <p:nvPr/>
        </p:nvSpPr>
        <p:spPr>
          <a:xfrm>
            <a:off x="7924800" y="3708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Shape 269"/>
          <p:cNvSpPr/>
          <p:nvPr/>
        </p:nvSpPr>
        <p:spPr>
          <a:xfrm>
            <a:off x="8032750" y="3708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8140700" y="3708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Text 271"/>
          <p:cNvSpPr/>
          <p:nvPr/>
        </p:nvSpPr>
        <p:spPr>
          <a:xfrm>
            <a:off x="7772400" y="4089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8" name="Shape 272"/>
          <p:cNvSpPr/>
          <p:nvPr/>
        </p:nvSpPr>
        <p:spPr>
          <a:xfrm>
            <a:off x="7924800" y="4089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Shape 273"/>
          <p:cNvSpPr/>
          <p:nvPr/>
        </p:nvSpPr>
        <p:spPr>
          <a:xfrm>
            <a:off x="8032750" y="4089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0" name="Shape 274"/>
          <p:cNvSpPr/>
          <p:nvPr/>
        </p:nvSpPr>
        <p:spPr>
          <a:xfrm>
            <a:off x="8140700" y="4089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7772400" y="447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82" name="Shape 276"/>
          <p:cNvSpPr/>
          <p:nvPr/>
        </p:nvSpPr>
        <p:spPr>
          <a:xfrm>
            <a:off x="7924800" y="447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8032750" y="4470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8140700" y="447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Text 279"/>
          <p:cNvSpPr/>
          <p:nvPr/>
        </p:nvSpPr>
        <p:spPr>
          <a:xfrm>
            <a:off x="7772400" y="485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6" name="Shape 280"/>
          <p:cNvSpPr/>
          <p:nvPr/>
        </p:nvSpPr>
        <p:spPr>
          <a:xfrm>
            <a:off x="7924800" y="485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8032750" y="4851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8" name="Shape 282"/>
          <p:cNvSpPr/>
          <p:nvPr/>
        </p:nvSpPr>
        <p:spPr>
          <a:xfrm>
            <a:off x="8140700" y="485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8001000" y="5080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90" name="Shape 284"/>
          <p:cNvSpPr/>
          <p:nvPr/>
        </p:nvSpPr>
        <p:spPr>
          <a:xfrm>
            <a:off x="8293100" y="32766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91" name="Text 285"/>
          <p:cNvSpPr/>
          <p:nvPr/>
        </p:nvSpPr>
        <p:spPr>
          <a:xfrm>
            <a:off x="8331200" y="3378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92" name="Shape 286"/>
          <p:cNvSpPr/>
          <p:nvPr/>
        </p:nvSpPr>
        <p:spPr>
          <a:xfrm>
            <a:off x="8483600" y="3378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8591550" y="3378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4" name="Shape 288"/>
          <p:cNvSpPr/>
          <p:nvPr/>
        </p:nvSpPr>
        <p:spPr>
          <a:xfrm>
            <a:off x="8699500" y="3378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Text 289"/>
          <p:cNvSpPr/>
          <p:nvPr/>
        </p:nvSpPr>
        <p:spPr>
          <a:xfrm>
            <a:off x="8331200" y="3759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6" name="Shape 290"/>
          <p:cNvSpPr/>
          <p:nvPr/>
        </p:nvSpPr>
        <p:spPr>
          <a:xfrm>
            <a:off x="8483600" y="3759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Shape 291"/>
          <p:cNvSpPr/>
          <p:nvPr/>
        </p:nvSpPr>
        <p:spPr>
          <a:xfrm>
            <a:off x="8591550" y="3759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8699500" y="3759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83312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00" name="Shape 294"/>
          <p:cNvSpPr/>
          <p:nvPr/>
        </p:nvSpPr>
        <p:spPr>
          <a:xfrm>
            <a:off x="8483600" y="4140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8591550" y="4140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8699500" y="41402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8331200" y="4521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4" name="Shape 298"/>
          <p:cNvSpPr/>
          <p:nvPr/>
        </p:nvSpPr>
        <p:spPr>
          <a:xfrm>
            <a:off x="8483600" y="45212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8591550" y="45212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6" name="Shape 300"/>
          <p:cNvSpPr/>
          <p:nvPr/>
        </p:nvSpPr>
        <p:spPr>
          <a:xfrm>
            <a:off x="8699500" y="45212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8559800" y="47498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8" name="Shape 302"/>
          <p:cNvSpPr/>
          <p:nvPr/>
        </p:nvSpPr>
        <p:spPr>
          <a:xfrm>
            <a:off x="8851900" y="2946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309" name="Text 303"/>
          <p:cNvSpPr/>
          <p:nvPr/>
        </p:nvSpPr>
        <p:spPr>
          <a:xfrm>
            <a:off x="8890000" y="3048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10" name="Shape 304"/>
          <p:cNvSpPr/>
          <p:nvPr/>
        </p:nvSpPr>
        <p:spPr>
          <a:xfrm>
            <a:off x="9042400" y="3048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1" name="Shape 305"/>
          <p:cNvSpPr/>
          <p:nvPr/>
        </p:nvSpPr>
        <p:spPr>
          <a:xfrm>
            <a:off x="9150350" y="3048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2" name="Shape 306"/>
          <p:cNvSpPr/>
          <p:nvPr/>
        </p:nvSpPr>
        <p:spPr>
          <a:xfrm>
            <a:off x="9258300" y="3048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890000" y="3429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14" name="Shape 308"/>
          <p:cNvSpPr/>
          <p:nvPr/>
        </p:nvSpPr>
        <p:spPr>
          <a:xfrm>
            <a:off x="9042400" y="3429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9150350" y="3429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9258300" y="3429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890000" y="3810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18" name="Shape 312"/>
          <p:cNvSpPr/>
          <p:nvPr/>
        </p:nvSpPr>
        <p:spPr>
          <a:xfrm>
            <a:off x="9042400" y="3810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19" name="Shape 313"/>
          <p:cNvSpPr/>
          <p:nvPr/>
        </p:nvSpPr>
        <p:spPr>
          <a:xfrm>
            <a:off x="9150350" y="3810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0" name="Shape 314"/>
          <p:cNvSpPr/>
          <p:nvPr/>
        </p:nvSpPr>
        <p:spPr>
          <a:xfrm>
            <a:off x="9258300" y="3810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8900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22" name="Shape 316"/>
          <p:cNvSpPr/>
          <p:nvPr/>
        </p:nvSpPr>
        <p:spPr>
          <a:xfrm>
            <a:off x="904240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915035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9258300" y="4191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9118600" y="4419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26" name="Shape 320"/>
          <p:cNvSpPr/>
          <p:nvPr/>
        </p:nvSpPr>
        <p:spPr>
          <a:xfrm>
            <a:off x="9410700" y="2616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327" name="Text 321"/>
          <p:cNvSpPr/>
          <p:nvPr/>
        </p:nvSpPr>
        <p:spPr>
          <a:xfrm>
            <a:off x="9448800" y="2717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28" name="Shape 322"/>
          <p:cNvSpPr/>
          <p:nvPr/>
        </p:nvSpPr>
        <p:spPr>
          <a:xfrm>
            <a:off x="9601200" y="2717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29" name="Shape 323"/>
          <p:cNvSpPr/>
          <p:nvPr/>
        </p:nvSpPr>
        <p:spPr>
          <a:xfrm>
            <a:off x="9709150" y="2717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9817100" y="2717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1" name="Text 325"/>
          <p:cNvSpPr/>
          <p:nvPr/>
        </p:nvSpPr>
        <p:spPr>
          <a:xfrm>
            <a:off x="9448800" y="3098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2" name="Shape 326"/>
          <p:cNvSpPr/>
          <p:nvPr/>
        </p:nvSpPr>
        <p:spPr>
          <a:xfrm>
            <a:off x="9601200" y="3098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3" name="Shape 327"/>
          <p:cNvSpPr/>
          <p:nvPr/>
        </p:nvSpPr>
        <p:spPr>
          <a:xfrm>
            <a:off x="9709150" y="3098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9817100" y="3098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Text 329"/>
          <p:cNvSpPr/>
          <p:nvPr/>
        </p:nvSpPr>
        <p:spPr>
          <a:xfrm>
            <a:off x="9448800" y="3479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36" name="Shape 330"/>
          <p:cNvSpPr/>
          <p:nvPr/>
        </p:nvSpPr>
        <p:spPr>
          <a:xfrm>
            <a:off x="9601200" y="3479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9709150" y="3479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9817100" y="3479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Text 333"/>
          <p:cNvSpPr/>
          <p:nvPr/>
        </p:nvSpPr>
        <p:spPr>
          <a:xfrm>
            <a:off x="94488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40" name="Shape 334"/>
          <p:cNvSpPr/>
          <p:nvPr/>
        </p:nvSpPr>
        <p:spPr>
          <a:xfrm>
            <a:off x="960120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1" name="Shape 335"/>
          <p:cNvSpPr/>
          <p:nvPr/>
        </p:nvSpPr>
        <p:spPr>
          <a:xfrm>
            <a:off x="970915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9817100" y="3860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9677400" y="4089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44" name="Shape 338"/>
          <p:cNvSpPr/>
          <p:nvPr/>
        </p:nvSpPr>
        <p:spPr>
          <a:xfrm>
            <a:off x="7734300" y="5181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5" name="Text 339"/>
          <p:cNvSpPr/>
          <p:nvPr/>
        </p:nvSpPr>
        <p:spPr>
          <a:xfrm>
            <a:off x="77343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46" name="Shape 340"/>
          <p:cNvSpPr/>
          <p:nvPr/>
        </p:nvSpPr>
        <p:spPr>
          <a:xfrm>
            <a:off x="7734300" y="5486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7" name="Text 341"/>
          <p:cNvSpPr/>
          <p:nvPr/>
        </p:nvSpPr>
        <p:spPr>
          <a:xfrm>
            <a:off x="7734300" y="5486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48" name="Shape 342"/>
          <p:cNvSpPr/>
          <p:nvPr/>
        </p:nvSpPr>
        <p:spPr>
          <a:xfrm>
            <a:off x="7734300" y="5791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9" name="Text 343"/>
          <p:cNvSpPr/>
          <p:nvPr/>
        </p:nvSpPr>
        <p:spPr>
          <a:xfrm>
            <a:off x="7734300" y="5791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50" name="Shape 344"/>
          <p:cNvSpPr/>
          <p:nvPr/>
        </p:nvSpPr>
        <p:spPr>
          <a:xfrm>
            <a:off x="8293100" y="4851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51" name="Text 345"/>
          <p:cNvSpPr/>
          <p:nvPr/>
        </p:nvSpPr>
        <p:spPr>
          <a:xfrm>
            <a:off x="8293100" y="4851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52" name="Shape 346"/>
          <p:cNvSpPr/>
          <p:nvPr/>
        </p:nvSpPr>
        <p:spPr>
          <a:xfrm>
            <a:off x="8293100" y="5156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3" name="Text 347"/>
          <p:cNvSpPr/>
          <p:nvPr/>
        </p:nvSpPr>
        <p:spPr>
          <a:xfrm>
            <a:off x="8293100" y="5156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54" name="Shape 348"/>
          <p:cNvSpPr/>
          <p:nvPr/>
        </p:nvSpPr>
        <p:spPr>
          <a:xfrm>
            <a:off x="8293100" y="5461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5" name="Text 349"/>
          <p:cNvSpPr/>
          <p:nvPr/>
        </p:nvSpPr>
        <p:spPr>
          <a:xfrm>
            <a:off x="8293100" y="5461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56" name="Shape 350"/>
          <p:cNvSpPr/>
          <p:nvPr/>
        </p:nvSpPr>
        <p:spPr>
          <a:xfrm>
            <a:off x="8851900" y="4521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57" name="Text 351"/>
          <p:cNvSpPr/>
          <p:nvPr/>
        </p:nvSpPr>
        <p:spPr>
          <a:xfrm>
            <a:off x="8851900" y="4521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58" name="Shape 352"/>
          <p:cNvSpPr/>
          <p:nvPr/>
        </p:nvSpPr>
        <p:spPr>
          <a:xfrm>
            <a:off x="8851900" y="4826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9" name="Text 353"/>
          <p:cNvSpPr/>
          <p:nvPr/>
        </p:nvSpPr>
        <p:spPr>
          <a:xfrm>
            <a:off x="88519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60" name="Shape 354"/>
          <p:cNvSpPr/>
          <p:nvPr/>
        </p:nvSpPr>
        <p:spPr>
          <a:xfrm>
            <a:off x="8851900" y="5130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61" name="Text 355"/>
          <p:cNvSpPr/>
          <p:nvPr/>
        </p:nvSpPr>
        <p:spPr>
          <a:xfrm>
            <a:off x="8851900" y="5130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62" name="Shape 356"/>
          <p:cNvSpPr/>
          <p:nvPr/>
        </p:nvSpPr>
        <p:spPr>
          <a:xfrm>
            <a:off x="9410700" y="4191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63" name="Text 357"/>
          <p:cNvSpPr/>
          <p:nvPr/>
        </p:nvSpPr>
        <p:spPr>
          <a:xfrm>
            <a:off x="9410700" y="4191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64" name="Shape 358"/>
          <p:cNvSpPr/>
          <p:nvPr/>
        </p:nvSpPr>
        <p:spPr>
          <a:xfrm>
            <a:off x="9410700" y="4495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65" name="Text 359"/>
          <p:cNvSpPr/>
          <p:nvPr/>
        </p:nvSpPr>
        <p:spPr>
          <a:xfrm>
            <a:off x="9410700" y="4495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66" name="Shape 360"/>
          <p:cNvSpPr/>
          <p:nvPr/>
        </p:nvSpPr>
        <p:spPr>
          <a:xfrm>
            <a:off x="9410700" y="4800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67" name="Text 361"/>
          <p:cNvSpPr/>
          <p:nvPr/>
        </p:nvSpPr>
        <p:spPr>
          <a:xfrm>
            <a:off x="9410700" y="4800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68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644900"/>
            <a:ext cx="2222504" cy="1904997"/>
          </a:xfrm>
          <a:prstGeom prst="rect">
            <a:avLst/>
          </a:prstGeom>
        </p:spPr>
      </p:pic>
      <p:sp>
        <p:nvSpPr>
          <p:cNvPr id="369" name="Text 362"/>
          <p:cNvSpPr/>
          <p:nvPr/>
        </p:nvSpPr>
        <p:spPr>
          <a:xfrm rot="19320000">
            <a:off x="7683500" y="44958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70" name="Shape 363"/>
          <p:cNvSpPr/>
          <p:nvPr/>
        </p:nvSpPr>
        <p:spPr>
          <a:xfrm>
            <a:off x="9804400" y="4394200"/>
            <a:ext cx="1244600" cy="6096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71" name="Text 364"/>
          <p:cNvSpPr/>
          <p:nvPr/>
        </p:nvSpPr>
        <p:spPr>
          <a:xfrm>
            <a:off x="9804400" y="4394200"/>
            <a:ext cx="124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900" dirty="0"/>
          </a:p>
        </p:txBody>
      </p:sp>
      <p:sp>
        <p:nvSpPr>
          <p:cNvPr id="372" name="Shape 365"/>
          <p:cNvSpPr/>
          <p:nvPr/>
        </p:nvSpPr>
        <p:spPr>
          <a:xfrm>
            <a:off x="9829800" y="5041900"/>
            <a:ext cx="1143000" cy="215900"/>
          </a:xfrm>
          <a:prstGeom prst="rect">
            <a:avLst/>
          </a:prstGeom>
          <a:solidFill>
            <a:srgbClr val="0A0AC0"/>
          </a:solidFill>
          <a:ln w="9525">
            <a:solidFill>
              <a:srgbClr val="000060"/>
            </a:solidFill>
            <a:prstDash val="solid"/>
          </a:ln>
        </p:spPr>
      </p:sp>
      <p:sp>
        <p:nvSpPr>
          <p:cNvPr id="373" name="Text 366"/>
          <p:cNvSpPr/>
          <p:nvPr/>
        </p:nvSpPr>
        <p:spPr>
          <a:xfrm>
            <a:off x="9829800" y="5041900"/>
            <a:ext cx="28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74" name="Text 367"/>
          <p:cNvSpPr/>
          <p:nvPr/>
        </p:nvSpPr>
        <p:spPr>
          <a:xfrm>
            <a:off x="10115550" y="5041900"/>
            <a:ext cx="28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375" name="Text 368"/>
          <p:cNvSpPr/>
          <p:nvPr/>
        </p:nvSpPr>
        <p:spPr>
          <a:xfrm>
            <a:off x="10401300" y="5041900"/>
            <a:ext cx="28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376" name="Text 369"/>
          <p:cNvSpPr/>
          <p:nvPr/>
        </p:nvSpPr>
        <p:spPr>
          <a:xfrm>
            <a:off x="10687050" y="5041900"/>
            <a:ext cx="28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377" name="Shape 370"/>
          <p:cNvSpPr/>
          <p:nvPr/>
        </p:nvSpPr>
        <p:spPr>
          <a:xfrm>
            <a:off x="9944100" y="4972050"/>
            <a:ext cx="0" cy="6985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8" name="Shape 371"/>
          <p:cNvSpPr/>
          <p:nvPr/>
        </p:nvSpPr>
        <p:spPr>
          <a:xfrm>
            <a:off x="10223500" y="4972050"/>
            <a:ext cx="0" cy="6985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9" name="Shape 372"/>
          <p:cNvSpPr/>
          <p:nvPr/>
        </p:nvSpPr>
        <p:spPr>
          <a:xfrm>
            <a:off x="10490200" y="4972050"/>
            <a:ext cx="0" cy="6985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0" name="Shape 373"/>
          <p:cNvSpPr/>
          <p:nvPr/>
        </p:nvSpPr>
        <p:spPr>
          <a:xfrm>
            <a:off x="10706100" y="4972050"/>
            <a:ext cx="0" cy="6985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1" name="Shape 374"/>
          <p:cNvSpPr/>
          <p:nvPr/>
        </p:nvSpPr>
        <p:spPr>
          <a:xfrm>
            <a:off x="9753600" y="5308600"/>
            <a:ext cx="1930400" cy="215900"/>
          </a:xfrm>
          <a:prstGeom prst="rect">
            <a:avLst/>
          </a:prstGeom>
          <a:solidFill>
            <a:srgbClr val="42423E"/>
          </a:solidFill>
          <a:ln/>
        </p:spPr>
      </p:sp>
      <p:sp>
        <p:nvSpPr>
          <p:cNvPr id="382" name="Text 375"/>
          <p:cNvSpPr/>
          <p:nvPr/>
        </p:nvSpPr>
        <p:spPr>
          <a:xfrm>
            <a:off x="9753600" y="5308600"/>
            <a:ext cx="1930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vectors into “H” chunks</a:t>
            </a:r>
            <a:endParaRPr lang="en-US" sz="700" dirty="0"/>
          </a:p>
        </p:txBody>
      </p:sp>
      <p:sp>
        <p:nvSpPr>
          <p:cNvPr id="383" name="Shape 376"/>
          <p:cNvSpPr/>
          <p:nvPr/>
        </p:nvSpPr>
        <p:spPr>
          <a:xfrm>
            <a:off x="98679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84" name="Shape 377"/>
          <p:cNvSpPr/>
          <p:nvPr/>
        </p:nvSpPr>
        <p:spPr>
          <a:xfrm>
            <a:off x="101473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85" name="Shape 378"/>
          <p:cNvSpPr/>
          <p:nvPr/>
        </p:nvSpPr>
        <p:spPr>
          <a:xfrm>
            <a:off x="104267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86" name="Shape 379"/>
          <p:cNvSpPr/>
          <p:nvPr/>
        </p:nvSpPr>
        <p:spPr>
          <a:xfrm>
            <a:off x="10706100" y="5270500"/>
            <a:ext cx="0" cy="14986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87" name="Shape 380"/>
          <p:cNvSpPr/>
          <p:nvPr/>
        </p:nvSpPr>
        <p:spPr>
          <a:xfrm>
            <a:off x="9550400" y="5588000"/>
            <a:ext cx="2108200" cy="203200"/>
          </a:xfrm>
          <a:prstGeom prst="roundRect">
            <a:avLst>
              <a:gd name="adj" fmla="val 36000"/>
            </a:avLst>
          </a:prstGeom>
          <a:solidFill>
            <a:srgbClr val="F7E2CD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388" name="Shape 381"/>
          <p:cNvSpPr/>
          <p:nvPr/>
        </p:nvSpPr>
        <p:spPr>
          <a:xfrm>
            <a:off x="9886950" y="56261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389" name="Text 382"/>
          <p:cNvSpPr/>
          <p:nvPr/>
        </p:nvSpPr>
        <p:spPr>
          <a:xfrm>
            <a:off x="98869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390" name="Shape 383"/>
          <p:cNvSpPr/>
          <p:nvPr/>
        </p:nvSpPr>
        <p:spPr>
          <a:xfrm>
            <a:off x="99822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391" name="Shape 384"/>
          <p:cNvSpPr/>
          <p:nvPr/>
        </p:nvSpPr>
        <p:spPr>
          <a:xfrm>
            <a:off x="100037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392" name="Shape 385"/>
          <p:cNvSpPr/>
          <p:nvPr/>
        </p:nvSpPr>
        <p:spPr>
          <a:xfrm>
            <a:off x="100253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393" name="Shape 386"/>
          <p:cNvSpPr/>
          <p:nvPr/>
        </p:nvSpPr>
        <p:spPr>
          <a:xfrm>
            <a:off x="100469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394" name="Shape 387"/>
          <p:cNvSpPr/>
          <p:nvPr/>
        </p:nvSpPr>
        <p:spPr>
          <a:xfrm>
            <a:off x="100685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395" name="Shape 388"/>
          <p:cNvSpPr/>
          <p:nvPr/>
        </p:nvSpPr>
        <p:spPr>
          <a:xfrm>
            <a:off x="10166350" y="56261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396" name="Text 389"/>
          <p:cNvSpPr/>
          <p:nvPr/>
        </p:nvSpPr>
        <p:spPr>
          <a:xfrm>
            <a:off x="101663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397" name="Shape 390"/>
          <p:cNvSpPr/>
          <p:nvPr/>
        </p:nvSpPr>
        <p:spPr>
          <a:xfrm>
            <a:off x="102616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398" name="Shape 391"/>
          <p:cNvSpPr/>
          <p:nvPr/>
        </p:nvSpPr>
        <p:spPr>
          <a:xfrm>
            <a:off x="102831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399" name="Shape 392"/>
          <p:cNvSpPr/>
          <p:nvPr/>
        </p:nvSpPr>
        <p:spPr>
          <a:xfrm>
            <a:off x="103047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00" name="Shape 393"/>
          <p:cNvSpPr/>
          <p:nvPr/>
        </p:nvSpPr>
        <p:spPr>
          <a:xfrm>
            <a:off x="103263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01" name="Shape 394"/>
          <p:cNvSpPr/>
          <p:nvPr/>
        </p:nvSpPr>
        <p:spPr>
          <a:xfrm>
            <a:off x="103479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02" name="Shape 395"/>
          <p:cNvSpPr/>
          <p:nvPr/>
        </p:nvSpPr>
        <p:spPr>
          <a:xfrm>
            <a:off x="10445750" y="56261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03" name="Text 396"/>
          <p:cNvSpPr/>
          <p:nvPr/>
        </p:nvSpPr>
        <p:spPr>
          <a:xfrm>
            <a:off x="104457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404" name="Shape 397"/>
          <p:cNvSpPr/>
          <p:nvPr/>
        </p:nvSpPr>
        <p:spPr>
          <a:xfrm>
            <a:off x="105410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05" name="Shape 398"/>
          <p:cNvSpPr/>
          <p:nvPr/>
        </p:nvSpPr>
        <p:spPr>
          <a:xfrm>
            <a:off x="105625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06" name="Shape 399"/>
          <p:cNvSpPr/>
          <p:nvPr/>
        </p:nvSpPr>
        <p:spPr>
          <a:xfrm>
            <a:off x="105841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07" name="Shape 400"/>
          <p:cNvSpPr/>
          <p:nvPr/>
        </p:nvSpPr>
        <p:spPr>
          <a:xfrm>
            <a:off x="106057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08" name="Shape 401"/>
          <p:cNvSpPr/>
          <p:nvPr/>
        </p:nvSpPr>
        <p:spPr>
          <a:xfrm>
            <a:off x="106273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09" name="Shape 402"/>
          <p:cNvSpPr/>
          <p:nvPr/>
        </p:nvSpPr>
        <p:spPr>
          <a:xfrm>
            <a:off x="10725150" y="56261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10" name="Text 403"/>
          <p:cNvSpPr/>
          <p:nvPr/>
        </p:nvSpPr>
        <p:spPr>
          <a:xfrm>
            <a:off x="10725150" y="56261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411" name="Shape 404"/>
          <p:cNvSpPr/>
          <p:nvPr/>
        </p:nvSpPr>
        <p:spPr>
          <a:xfrm>
            <a:off x="10820400" y="56388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12" name="Shape 405"/>
          <p:cNvSpPr/>
          <p:nvPr/>
        </p:nvSpPr>
        <p:spPr>
          <a:xfrm>
            <a:off x="10841990" y="56388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13" name="Shape 406"/>
          <p:cNvSpPr/>
          <p:nvPr/>
        </p:nvSpPr>
        <p:spPr>
          <a:xfrm>
            <a:off x="10863580" y="56388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14" name="Shape 407"/>
          <p:cNvSpPr/>
          <p:nvPr/>
        </p:nvSpPr>
        <p:spPr>
          <a:xfrm>
            <a:off x="10885170" y="56388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15" name="Shape 408"/>
          <p:cNvSpPr/>
          <p:nvPr/>
        </p:nvSpPr>
        <p:spPr>
          <a:xfrm>
            <a:off x="10906760" y="56388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16" name="Text 409"/>
          <p:cNvSpPr/>
          <p:nvPr/>
        </p:nvSpPr>
        <p:spPr>
          <a:xfrm>
            <a:off x="10972800" y="55880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5</a:t>
            </a:r>
            <a:endParaRPr lang="en-US" sz="700" dirty="0"/>
          </a:p>
        </p:txBody>
      </p:sp>
      <p:sp>
        <p:nvSpPr>
          <p:cNvPr id="417" name="Shape 410"/>
          <p:cNvSpPr/>
          <p:nvPr/>
        </p:nvSpPr>
        <p:spPr>
          <a:xfrm>
            <a:off x="9550400" y="5829300"/>
            <a:ext cx="2108200" cy="203200"/>
          </a:xfrm>
          <a:prstGeom prst="roundRect">
            <a:avLst>
              <a:gd name="adj" fmla="val 36000"/>
            </a:avLst>
          </a:prstGeom>
          <a:solidFill>
            <a:srgbClr val="D4FFE5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18" name="Shape 411"/>
          <p:cNvSpPr/>
          <p:nvPr/>
        </p:nvSpPr>
        <p:spPr>
          <a:xfrm>
            <a:off x="9886950" y="58674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19" name="Text 412"/>
          <p:cNvSpPr/>
          <p:nvPr/>
        </p:nvSpPr>
        <p:spPr>
          <a:xfrm>
            <a:off x="98869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420" name="Shape 413"/>
          <p:cNvSpPr/>
          <p:nvPr/>
        </p:nvSpPr>
        <p:spPr>
          <a:xfrm>
            <a:off x="99822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21" name="Shape 414"/>
          <p:cNvSpPr/>
          <p:nvPr/>
        </p:nvSpPr>
        <p:spPr>
          <a:xfrm>
            <a:off x="100037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22" name="Shape 415"/>
          <p:cNvSpPr/>
          <p:nvPr/>
        </p:nvSpPr>
        <p:spPr>
          <a:xfrm>
            <a:off x="100253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23" name="Shape 416"/>
          <p:cNvSpPr/>
          <p:nvPr/>
        </p:nvSpPr>
        <p:spPr>
          <a:xfrm>
            <a:off x="100469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24" name="Shape 417"/>
          <p:cNvSpPr/>
          <p:nvPr/>
        </p:nvSpPr>
        <p:spPr>
          <a:xfrm>
            <a:off x="100685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25" name="Shape 418"/>
          <p:cNvSpPr/>
          <p:nvPr/>
        </p:nvSpPr>
        <p:spPr>
          <a:xfrm>
            <a:off x="10166350" y="58674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26" name="Text 419"/>
          <p:cNvSpPr/>
          <p:nvPr/>
        </p:nvSpPr>
        <p:spPr>
          <a:xfrm>
            <a:off x="101663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427" name="Shape 420"/>
          <p:cNvSpPr/>
          <p:nvPr/>
        </p:nvSpPr>
        <p:spPr>
          <a:xfrm>
            <a:off x="102616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28" name="Shape 421"/>
          <p:cNvSpPr/>
          <p:nvPr/>
        </p:nvSpPr>
        <p:spPr>
          <a:xfrm>
            <a:off x="102831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29" name="Shape 422"/>
          <p:cNvSpPr/>
          <p:nvPr/>
        </p:nvSpPr>
        <p:spPr>
          <a:xfrm>
            <a:off x="103047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30" name="Shape 423"/>
          <p:cNvSpPr/>
          <p:nvPr/>
        </p:nvSpPr>
        <p:spPr>
          <a:xfrm>
            <a:off x="103263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31" name="Shape 424"/>
          <p:cNvSpPr/>
          <p:nvPr/>
        </p:nvSpPr>
        <p:spPr>
          <a:xfrm>
            <a:off x="103479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32" name="Shape 425"/>
          <p:cNvSpPr/>
          <p:nvPr/>
        </p:nvSpPr>
        <p:spPr>
          <a:xfrm>
            <a:off x="10445750" y="58674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33" name="Text 426"/>
          <p:cNvSpPr/>
          <p:nvPr/>
        </p:nvSpPr>
        <p:spPr>
          <a:xfrm>
            <a:off x="104457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434" name="Shape 427"/>
          <p:cNvSpPr/>
          <p:nvPr/>
        </p:nvSpPr>
        <p:spPr>
          <a:xfrm>
            <a:off x="105410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35" name="Shape 428"/>
          <p:cNvSpPr/>
          <p:nvPr/>
        </p:nvSpPr>
        <p:spPr>
          <a:xfrm>
            <a:off x="105625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36" name="Shape 429"/>
          <p:cNvSpPr/>
          <p:nvPr/>
        </p:nvSpPr>
        <p:spPr>
          <a:xfrm>
            <a:off x="105841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37" name="Shape 430"/>
          <p:cNvSpPr/>
          <p:nvPr/>
        </p:nvSpPr>
        <p:spPr>
          <a:xfrm>
            <a:off x="106057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38" name="Shape 431"/>
          <p:cNvSpPr/>
          <p:nvPr/>
        </p:nvSpPr>
        <p:spPr>
          <a:xfrm>
            <a:off x="106273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39" name="Shape 432"/>
          <p:cNvSpPr/>
          <p:nvPr/>
        </p:nvSpPr>
        <p:spPr>
          <a:xfrm>
            <a:off x="10725150" y="58674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40" name="Text 433"/>
          <p:cNvSpPr/>
          <p:nvPr/>
        </p:nvSpPr>
        <p:spPr>
          <a:xfrm>
            <a:off x="10725150" y="58674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441" name="Shape 434"/>
          <p:cNvSpPr/>
          <p:nvPr/>
        </p:nvSpPr>
        <p:spPr>
          <a:xfrm>
            <a:off x="10820400" y="58801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42" name="Shape 435"/>
          <p:cNvSpPr/>
          <p:nvPr/>
        </p:nvSpPr>
        <p:spPr>
          <a:xfrm>
            <a:off x="10841990" y="58801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43" name="Shape 436"/>
          <p:cNvSpPr/>
          <p:nvPr/>
        </p:nvSpPr>
        <p:spPr>
          <a:xfrm>
            <a:off x="10863580" y="58801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44" name="Shape 437"/>
          <p:cNvSpPr/>
          <p:nvPr/>
        </p:nvSpPr>
        <p:spPr>
          <a:xfrm>
            <a:off x="10885170" y="58801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45" name="Shape 438"/>
          <p:cNvSpPr/>
          <p:nvPr/>
        </p:nvSpPr>
        <p:spPr>
          <a:xfrm>
            <a:off x="10906760" y="58801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46" name="Text 439"/>
          <p:cNvSpPr/>
          <p:nvPr/>
        </p:nvSpPr>
        <p:spPr>
          <a:xfrm>
            <a:off x="10972800" y="58293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4</a:t>
            </a:r>
            <a:endParaRPr lang="en-US" sz="700" dirty="0"/>
          </a:p>
        </p:txBody>
      </p:sp>
      <p:sp>
        <p:nvSpPr>
          <p:cNvPr id="447" name="Shape 440"/>
          <p:cNvSpPr/>
          <p:nvPr/>
        </p:nvSpPr>
        <p:spPr>
          <a:xfrm>
            <a:off x="9550400" y="6070600"/>
            <a:ext cx="2108200" cy="203200"/>
          </a:xfrm>
          <a:prstGeom prst="roundRect">
            <a:avLst>
              <a:gd name="adj" fmla="val 36000"/>
            </a:avLst>
          </a:prstGeom>
          <a:solidFill>
            <a:srgbClr val="F8FF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48" name="Shape 441"/>
          <p:cNvSpPr/>
          <p:nvPr/>
        </p:nvSpPr>
        <p:spPr>
          <a:xfrm>
            <a:off x="9886950" y="61087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49" name="Text 442"/>
          <p:cNvSpPr/>
          <p:nvPr/>
        </p:nvSpPr>
        <p:spPr>
          <a:xfrm>
            <a:off x="98869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450" name="Shape 443"/>
          <p:cNvSpPr/>
          <p:nvPr/>
        </p:nvSpPr>
        <p:spPr>
          <a:xfrm>
            <a:off x="99822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51" name="Shape 444"/>
          <p:cNvSpPr/>
          <p:nvPr/>
        </p:nvSpPr>
        <p:spPr>
          <a:xfrm>
            <a:off x="100037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52" name="Shape 445"/>
          <p:cNvSpPr/>
          <p:nvPr/>
        </p:nvSpPr>
        <p:spPr>
          <a:xfrm>
            <a:off x="100253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53" name="Shape 446"/>
          <p:cNvSpPr/>
          <p:nvPr/>
        </p:nvSpPr>
        <p:spPr>
          <a:xfrm>
            <a:off x="100469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54" name="Shape 447"/>
          <p:cNvSpPr/>
          <p:nvPr/>
        </p:nvSpPr>
        <p:spPr>
          <a:xfrm>
            <a:off x="100685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55" name="Shape 448"/>
          <p:cNvSpPr/>
          <p:nvPr/>
        </p:nvSpPr>
        <p:spPr>
          <a:xfrm>
            <a:off x="10166350" y="61087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56" name="Text 449"/>
          <p:cNvSpPr/>
          <p:nvPr/>
        </p:nvSpPr>
        <p:spPr>
          <a:xfrm>
            <a:off x="101663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457" name="Shape 450"/>
          <p:cNvSpPr/>
          <p:nvPr/>
        </p:nvSpPr>
        <p:spPr>
          <a:xfrm>
            <a:off x="102616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58" name="Shape 451"/>
          <p:cNvSpPr/>
          <p:nvPr/>
        </p:nvSpPr>
        <p:spPr>
          <a:xfrm>
            <a:off x="102831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59" name="Shape 452"/>
          <p:cNvSpPr/>
          <p:nvPr/>
        </p:nvSpPr>
        <p:spPr>
          <a:xfrm>
            <a:off x="103047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60" name="Shape 453"/>
          <p:cNvSpPr/>
          <p:nvPr/>
        </p:nvSpPr>
        <p:spPr>
          <a:xfrm>
            <a:off x="103263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61" name="Shape 454"/>
          <p:cNvSpPr/>
          <p:nvPr/>
        </p:nvSpPr>
        <p:spPr>
          <a:xfrm>
            <a:off x="103479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62" name="Shape 455"/>
          <p:cNvSpPr/>
          <p:nvPr/>
        </p:nvSpPr>
        <p:spPr>
          <a:xfrm>
            <a:off x="10445750" y="61087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63" name="Text 456"/>
          <p:cNvSpPr/>
          <p:nvPr/>
        </p:nvSpPr>
        <p:spPr>
          <a:xfrm>
            <a:off x="104457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464" name="Shape 457"/>
          <p:cNvSpPr/>
          <p:nvPr/>
        </p:nvSpPr>
        <p:spPr>
          <a:xfrm>
            <a:off x="105410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65" name="Shape 458"/>
          <p:cNvSpPr/>
          <p:nvPr/>
        </p:nvSpPr>
        <p:spPr>
          <a:xfrm>
            <a:off x="105625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66" name="Shape 459"/>
          <p:cNvSpPr/>
          <p:nvPr/>
        </p:nvSpPr>
        <p:spPr>
          <a:xfrm>
            <a:off x="105841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67" name="Shape 460"/>
          <p:cNvSpPr/>
          <p:nvPr/>
        </p:nvSpPr>
        <p:spPr>
          <a:xfrm>
            <a:off x="106057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68" name="Shape 461"/>
          <p:cNvSpPr/>
          <p:nvPr/>
        </p:nvSpPr>
        <p:spPr>
          <a:xfrm>
            <a:off x="106273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69" name="Shape 462"/>
          <p:cNvSpPr/>
          <p:nvPr/>
        </p:nvSpPr>
        <p:spPr>
          <a:xfrm>
            <a:off x="10725150" y="61087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70" name="Text 463"/>
          <p:cNvSpPr/>
          <p:nvPr/>
        </p:nvSpPr>
        <p:spPr>
          <a:xfrm>
            <a:off x="10725150" y="61087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471" name="Shape 464"/>
          <p:cNvSpPr/>
          <p:nvPr/>
        </p:nvSpPr>
        <p:spPr>
          <a:xfrm>
            <a:off x="10820400" y="61214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72" name="Shape 465"/>
          <p:cNvSpPr/>
          <p:nvPr/>
        </p:nvSpPr>
        <p:spPr>
          <a:xfrm>
            <a:off x="10841990" y="61214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73" name="Shape 466"/>
          <p:cNvSpPr/>
          <p:nvPr/>
        </p:nvSpPr>
        <p:spPr>
          <a:xfrm>
            <a:off x="10863580" y="61214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74" name="Shape 467"/>
          <p:cNvSpPr/>
          <p:nvPr/>
        </p:nvSpPr>
        <p:spPr>
          <a:xfrm>
            <a:off x="10885170" y="61214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75" name="Shape 468"/>
          <p:cNvSpPr/>
          <p:nvPr/>
        </p:nvSpPr>
        <p:spPr>
          <a:xfrm>
            <a:off x="10906760" y="61214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76" name="Text 469"/>
          <p:cNvSpPr/>
          <p:nvPr/>
        </p:nvSpPr>
        <p:spPr>
          <a:xfrm>
            <a:off x="10972800" y="60706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3</a:t>
            </a:r>
            <a:endParaRPr lang="en-US" sz="700" dirty="0"/>
          </a:p>
        </p:txBody>
      </p:sp>
      <p:sp>
        <p:nvSpPr>
          <p:cNvPr id="477" name="Shape 470"/>
          <p:cNvSpPr/>
          <p:nvPr/>
        </p:nvSpPr>
        <p:spPr>
          <a:xfrm>
            <a:off x="9550400" y="6311900"/>
            <a:ext cx="2108200" cy="203200"/>
          </a:xfrm>
          <a:prstGeom prst="roundRect">
            <a:avLst>
              <a:gd name="adj" fmla="val 36000"/>
            </a:avLst>
          </a:prstGeom>
          <a:solidFill>
            <a:srgbClr val="C5C1F4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78" name="Shape 471"/>
          <p:cNvSpPr/>
          <p:nvPr/>
        </p:nvSpPr>
        <p:spPr>
          <a:xfrm>
            <a:off x="9886950" y="63500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79" name="Text 472"/>
          <p:cNvSpPr/>
          <p:nvPr/>
        </p:nvSpPr>
        <p:spPr>
          <a:xfrm>
            <a:off x="98869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480" name="Shape 473"/>
          <p:cNvSpPr/>
          <p:nvPr/>
        </p:nvSpPr>
        <p:spPr>
          <a:xfrm>
            <a:off x="99822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81" name="Shape 474"/>
          <p:cNvSpPr/>
          <p:nvPr/>
        </p:nvSpPr>
        <p:spPr>
          <a:xfrm>
            <a:off x="100037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82" name="Shape 475"/>
          <p:cNvSpPr/>
          <p:nvPr/>
        </p:nvSpPr>
        <p:spPr>
          <a:xfrm>
            <a:off x="100253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83" name="Shape 476"/>
          <p:cNvSpPr/>
          <p:nvPr/>
        </p:nvSpPr>
        <p:spPr>
          <a:xfrm>
            <a:off x="100469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84" name="Shape 477"/>
          <p:cNvSpPr/>
          <p:nvPr/>
        </p:nvSpPr>
        <p:spPr>
          <a:xfrm>
            <a:off x="100685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85" name="Shape 478"/>
          <p:cNvSpPr/>
          <p:nvPr/>
        </p:nvSpPr>
        <p:spPr>
          <a:xfrm>
            <a:off x="10166350" y="63500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86" name="Text 479"/>
          <p:cNvSpPr/>
          <p:nvPr/>
        </p:nvSpPr>
        <p:spPr>
          <a:xfrm>
            <a:off x="101663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487" name="Shape 480"/>
          <p:cNvSpPr/>
          <p:nvPr/>
        </p:nvSpPr>
        <p:spPr>
          <a:xfrm>
            <a:off x="102616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88" name="Shape 481"/>
          <p:cNvSpPr/>
          <p:nvPr/>
        </p:nvSpPr>
        <p:spPr>
          <a:xfrm>
            <a:off x="102831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89" name="Shape 482"/>
          <p:cNvSpPr/>
          <p:nvPr/>
        </p:nvSpPr>
        <p:spPr>
          <a:xfrm>
            <a:off x="103047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90" name="Shape 483"/>
          <p:cNvSpPr/>
          <p:nvPr/>
        </p:nvSpPr>
        <p:spPr>
          <a:xfrm>
            <a:off x="103263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91" name="Shape 484"/>
          <p:cNvSpPr/>
          <p:nvPr/>
        </p:nvSpPr>
        <p:spPr>
          <a:xfrm>
            <a:off x="103479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92" name="Shape 485"/>
          <p:cNvSpPr/>
          <p:nvPr/>
        </p:nvSpPr>
        <p:spPr>
          <a:xfrm>
            <a:off x="10445750" y="63500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93" name="Text 486"/>
          <p:cNvSpPr/>
          <p:nvPr/>
        </p:nvSpPr>
        <p:spPr>
          <a:xfrm>
            <a:off x="104457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494" name="Shape 487"/>
          <p:cNvSpPr/>
          <p:nvPr/>
        </p:nvSpPr>
        <p:spPr>
          <a:xfrm>
            <a:off x="105410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495" name="Shape 488"/>
          <p:cNvSpPr/>
          <p:nvPr/>
        </p:nvSpPr>
        <p:spPr>
          <a:xfrm>
            <a:off x="105625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496" name="Shape 489"/>
          <p:cNvSpPr/>
          <p:nvPr/>
        </p:nvSpPr>
        <p:spPr>
          <a:xfrm>
            <a:off x="105841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497" name="Shape 490"/>
          <p:cNvSpPr/>
          <p:nvPr/>
        </p:nvSpPr>
        <p:spPr>
          <a:xfrm>
            <a:off x="106057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498" name="Shape 491"/>
          <p:cNvSpPr/>
          <p:nvPr/>
        </p:nvSpPr>
        <p:spPr>
          <a:xfrm>
            <a:off x="106273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499" name="Shape 492"/>
          <p:cNvSpPr/>
          <p:nvPr/>
        </p:nvSpPr>
        <p:spPr>
          <a:xfrm>
            <a:off x="10725150" y="63500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00" name="Text 493"/>
          <p:cNvSpPr/>
          <p:nvPr/>
        </p:nvSpPr>
        <p:spPr>
          <a:xfrm>
            <a:off x="10725150" y="63500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501" name="Shape 494"/>
          <p:cNvSpPr/>
          <p:nvPr/>
        </p:nvSpPr>
        <p:spPr>
          <a:xfrm>
            <a:off x="10820400" y="63627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02" name="Shape 495"/>
          <p:cNvSpPr/>
          <p:nvPr/>
        </p:nvSpPr>
        <p:spPr>
          <a:xfrm>
            <a:off x="10841990" y="63627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03" name="Shape 496"/>
          <p:cNvSpPr/>
          <p:nvPr/>
        </p:nvSpPr>
        <p:spPr>
          <a:xfrm>
            <a:off x="10863580" y="63627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04" name="Shape 497"/>
          <p:cNvSpPr/>
          <p:nvPr/>
        </p:nvSpPr>
        <p:spPr>
          <a:xfrm>
            <a:off x="10885170" y="63627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05" name="Shape 498"/>
          <p:cNvSpPr/>
          <p:nvPr/>
        </p:nvSpPr>
        <p:spPr>
          <a:xfrm>
            <a:off x="10906760" y="63627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06" name="Text 499"/>
          <p:cNvSpPr/>
          <p:nvPr/>
        </p:nvSpPr>
        <p:spPr>
          <a:xfrm>
            <a:off x="10972800" y="63119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2</a:t>
            </a:r>
            <a:endParaRPr lang="en-US" sz="700" dirty="0"/>
          </a:p>
        </p:txBody>
      </p:sp>
      <p:sp>
        <p:nvSpPr>
          <p:cNvPr id="507" name="Shape 500"/>
          <p:cNvSpPr/>
          <p:nvPr/>
        </p:nvSpPr>
        <p:spPr>
          <a:xfrm>
            <a:off x="9550400" y="6553200"/>
            <a:ext cx="2108200" cy="203200"/>
          </a:xfrm>
          <a:prstGeom prst="roundRect">
            <a:avLst>
              <a:gd name="adj" fmla="val 36000"/>
            </a:avLst>
          </a:prstGeom>
          <a:solidFill>
            <a:srgbClr val="EF8C96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08" name="Shape 501"/>
          <p:cNvSpPr/>
          <p:nvPr/>
        </p:nvSpPr>
        <p:spPr>
          <a:xfrm>
            <a:off x="9886950" y="65913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09" name="Text 502"/>
          <p:cNvSpPr/>
          <p:nvPr/>
        </p:nvSpPr>
        <p:spPr>
          <a:xfrm>
            <a:off x="98869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10" name="Shape 503"/>
          <p:cNvSpPr/>
          <p:nvPr/>
        </p:nvSpPr>
        <p:spPr>
          <a:xfrm>
            <a:off x="99822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11" name="Shape 504"/>
          <p:cNvSpPr/>
          <p:nvPr/>
        </p:nvSpPr>
        <p:spPr>
          <a:xfrm>
            <a:off x="100037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12" name="Shape 505"/>
          <p:cNvSpPr/>
          <p:nvPr/>
        </p:nvSpPr>
        <p:spPr>
          <a:xfrm>
            <a:off x="100253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13" name="Shape 506"/>
          <p:cNvSpPr/>
          <p:nvPr/>
        </p:nvSpPr>
        <p:spPr>
          <a:xfrm>
            <a:off x="100469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14" name="Shape 507"/>
          <p:cNvSpPr/>
          <p:nvPr/>
        </p:nvSpPr>
        <p:spPr>
          <a:xfrm>
            <a:off x="100685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15" name="Shape 508"/>
          <p:cNvSpPr/>
          <p:nvPr/>
        </p:nvSpPr>
        <p:spPr>
          <a:xfrm>
            <a:off x="10166350" y="65913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16" name="Text 509"/>
          <p:cNvSpPr/>
          <p:nvPr/>
        </p:nvSpPr>
        <p:spPr>
          <a:xfrm>
            <a:off x="101663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517" name="Shape 510"/>
          <p:cNvSpPr/>
          <p:nvPr/>
        </p:nvSpPr>
        <p:spPr>
          <a:xfrm>
            <a:off x="102616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18" name="Shape 511"/>
          <p:cNvSpPr/>
          <p:nvPr/>
        </p:nvSpPr>
        <p:spPr>
          <a:xfrm>
            <a:off x="102831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19" name="Shape 512"/>
          <p:cNvSpPr/>
          <p:nvPr/>
        </p:nvSpPr>
        <p:spPr>
          <a:xfrm>
            <a:off x="103047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20" name="Shape 513"/>
          <p:cNvSpPr/>
          <p:nvPr/>
        </p:nvSpPr>
        <p:spPr>
          <a:xfrm>
            <a:off x="103263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21" name="Shape 514"/>
          <p:cNvSpPr/>
          <p:nvPr/>
        </p:nvSpPr>
        <p:spPr>
          <a:xfrm>
            <a:off x="103479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22" name="Shape 515"/>
          <p:cNvSpPr/>
          <p:nvPr/>
        </p:nvSpPr>
        <p:spPr>
          <a:xfrm>
            <a:off x="10445750" y="65913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23" name="Text 516"/>
          <p:cNvSpPr/>
          <p:nvPr/>
        </p:nvSpPr>
        <p:spPr>
          <a:xfrm>
            <a:off x="104457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524" name="Shape 517"/>
          <p:cNvSpPr/>
          <p:nvPr/>
        </p:nvSpPr>
        <p:spPr>
          <a:xfrm>
            <a:off x="105410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25" name="Shape 518"/>
          <p:cNvSpPr/>
          <p:nvPr/>
        </p:nvSpPr>
        <p:spPr>
          <a:xfrm>
            <a:off x="105625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26" name="Shape 519"/>
          <p:cNvSpPr/>
          <p:nvPr/>
        </p:nvSpPr>
        <p:spPr>
          <a:xfrm>
            <a:off x="105841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27" name="Shape 520"/>
          <p:cNvSpPr/>
          <p:nvPr/>
        </p:nvSpPr>
        <p:spPr>
          <a:xfrm>
            <a:off x="106057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28" name="Shape 521"/>
          <p:cNvSpPr/>
          <p:nvPr/>
        </p:nvSpPr>
        <p:spPr>
          <a:xfrm>
            <a:off x="106273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29" name="Shape 522"/>
          <p:cNvSpPr/>
          <p:nvPr/>
        </p:nvSpPr>
        <p:spPr>
          <a:xfrm>
            <a:off x="10725150" y="6591300"/>
            <a:ext cx="203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530" name="Text 523"/>
          <p:cNvSpPr/>
          <p:nvPr/>
        </p:nvSpPr>
        <p:spPr>
          <a:xfrm>
            <a:off x="10725150" y="6591300"/>
            <a:ext cx="889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5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531" name="Shape 524"/>
          <p:cNvSpPr/>
          <p:nvPr/>
        </p:nvSpPr>
        <p:spPr>
          <a:xfrm>
            <a:off x="10820400" y="6604000"/>
            <a:ext cx="19050" cy="101600"/>
          </a:xfrm>
          <a:prstGeom prst="rect">
            <a:avLst/>
          </a:prstGeom>
          <a:solidFill>
            <a:srgbClr val="E07070"/>
          </a:solidFill>
          <a:ln/>
        </p:spPr>
      </p:sp>
      <p:sp>
        <p:nvSpPr>
          <p:cNvPr id="532" name="Shape 525"/>
          <p:cNvSpPr/>
          <p:nvPr/>
        </p:nvSpPr>
        <p:spPr>
          <a:xfrm>
            <a:off x="10841990" y="6604000"/>
            <a:ext cx="19050" cy="101600"/>
          </a:xfrm>
          <a:prstGeom prst="rect">
            <a:avLst/>
          </a:prstGeom>
          <a:solidFill>
            <a:srgbClr val="B57EDC"/>
          </a:solidFill>
          <a:ln/>
        </p:spPr>
      </p:sp>
      <p:sp>
        <p:nvSpPr>
          <p:cNvPr id="533" name="Shape 526"/>
          <p:cNvSpPr/>
          <p:nvPr/>
        </p:nvSpPr>
        <p:spPr>
          <a:xfrm>
            <a:off x="10863580" y="6604000"/>
            <a:ext cx="19050" cy="101600"/>
          </a:xfrm>
          <a:prstGeom prst="rect">
            <a:avLst/>
          </a:prstGeom>
          <a:solidFill>
            <a:srgbClr val="E6E65C"/>
          </a:solidFill>
          <a:ln/>
        </p:spPr>
      </p:sp>
      <p:sp>
        <p:nvSpPr>
          <p:cNvPr id="534" name="Shape 527"/>
          <p:cNvSpPr/>
          <p:nvPr/>
        </p:nvSpPr>
        <p:spPr>
          <a:xfrm>
            <a:off x="10885170" y="6604000"/>
            <a:ext cx="19050" cy="101600"/>
          </a:xfrm>
          <a:prstGeom prst="rect">
            <a:avLst/>
          </a:prstGeom>
          <a:solidFill>
            <a:srgbClr val="7CC47C"/>
          </a:solidFill>
          <a:ln/>
        </p:spPr>
      </p:sp>
      <p:sp>
        <p:nvSpPr>
          <p:cNvPr id="535" name="Shape 528"/>
          <p:cNvSpPr/>
          <p:nvPr/>
        </p:nvSpPr>
        <p:spPr>
          <a:xfrm>
            <a:off x="10906760" y="6604000"/>
            <a:ext cx="19050" cy="101600"/>
          </a:xfrm>
          <a:prstGeom prst="rect">
            <a:avLst/>
          </a:prstGeom>
          <a:solidFill>
            <a:srgbClr val="F0A0B0"/>
          </a:solidFill>
          <a:ln/>
        </p:spPr>
      </p:sp>
      <p:sp>
        <p:nvSpPr>
          <p:cNvPr id="536" name="Text 529"/>
          <p:cNvSpPr/>
          <p:nvPr/>
        </p:nvSpPr>
        <p:spPr>
          <a:xfrm>
            <a:off x="10972800" y="65532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Head 1</a:t>
            </a:r>
            <a:endParaRPr lang="en-US" sz="700" dirty="0"/>
          </a:p>
        </p:txBody>
      </p:sp>
      <p:sp>
        <p:nvSpPr>
          <p:cNvPr id="537" name="Text 530"/>
          <p:cNvSpPr/>
          <p:nvPr/>
        </p:nvSpPr>
        <p:spPr>
          <a:xfrm>
            <a:off x="6350000" y="571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38" name="Text 531"/>
          <p:cNvSpPr/>
          <p:nvPr/>
        </p:nvSpPr>
        <p:spPr>
          <a:xfrm>
            <a:off x="5969000" y="9398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“Narrow”</a:t>
            </a:r>
            <a:pPr algn="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2026-10-12T03:59:39Z</dcterms:created>
  <dcterms:modified xsi:type="dcterms:W3CDTF">2026-10-12T03:59:39Z</dcterms:modified>
</cp:coreProperties>
</file>