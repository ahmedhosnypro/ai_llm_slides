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80000" y="635000"/>
            <a:ext cx="889000" cy="279400"/>
          </a:xfrm>
          <a:prstGeom prst="roundRect">
            <a:avLst>
              <a:gd name="adj" fmla="val 13091"/>
            </a:avLst>
          </a:prstGeom>
          <a:solidFill>
            <a:srgbClr val="FFFFFF"/>
          </a:solidFill>
          <a:ln w="15875">
            <a:solidFill>
              <a:srgbClr val="222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05400" y="666750"/>
            <a:ext cx="165100" cy="215900"/>
          </a:xfrm>
          <a:prstGeom prst="rect">
            <a:avLst/>
          </a:prstGeom>
          <a:solidFill>
            <a:srgbClr val="FCFFCB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275580" y="666750"/>
            <a:ext cx="165100" cy="215900"/>
          </a:xfrm>
          <a:prstGeom prst="rect">
            <a:avLst/>
          </a:prstGeom>
          <a:solidFill>
            <a:srgbClr val="F1FFDB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45760" y="666750"/>
            <a:ext cx="165100" cy="215900"/>
          </a:xfrm>
          <a:prstGeom prst="rect">
            <a:avLst/>
          </a:prstGeom>
          <a:solidFill>
            <a:srgbClr val="DFF0C8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15940" y="666750"/>
            <a:ext cx="165100" cy="2159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86120" y="666750"/>
            <a:ext cx="165100" cy="2159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84800" y="6858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007100" y="7620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1950" y="920750"/>
            <a:ext cx="0" cy="2032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2108200" y="1130300"/>
            <a:ext cx="6654800" cy="317500"/>
          </a:xfrm>
          <a:prstGeom prst="roundRect">
            <a:avLst>
              <a:gd name="adj" fmla="val 46944"/>
            </a:avLst>
          </a:prstGeom>
          <a:solidFill>
            <a:srgbClr val="F9FBB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3500" y="1162050"/>
            <a:ext cx="924560" cy="254000"/>
          </a:xfrm>
          <a:prstGeom prst="rect">
            <a:avLst/>
          </a:prstGeom>
          <a:solidFill>
            <a:srgbClr val="BB4F0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34180" y="1206500"/>
            <a:ext cx="203200" cy="158750"/>
          </a:xfrm>
          <a:prstGeom prst="rect">
            <a:avLst/>
          </a:prstGeom>
          <a:solidFill>
            <a:srgbClr val="FFFFFF"/>
          </a:solidFill>
          <a:ln w="6350">
            <a:solidFill>
              <a:srgbClr val="B0B0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23460" y="1162050"/>
            <a:ext cx="924560" cy="254000"/>
          </a:xfrm>
          <a:prstGeom prst="rect">
            <a:avLst/>
          </a:prstGeom>
          <a:solidFill>
            <a:srgbClr val="777C5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84140" y="1206500"/>
            <a:ext cx="203200" cy="158750"/>
          </a:xfrm>
          <a:prstGeom prst="rect">
            <a:avLst/>
          </a:prstGeom>
          <a:solidFill>
            <a:srgbClr val="FFFFFF"/>
          </a:solidFill>
          <a:ln w="6350">
            <a:solidFill>
              <a:srgbClr val="B0B0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73420" y="1162050"/>
            <a:ext cx="924560" cy="254000"/>
          </a:xfrm>
          <a:prstGeom prst="rect">
            <a:avLst/>
          </a:prstGeom>
          <a:solidFill>
            <a:srgbClr val="F2F20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34100" y="1206500"/>
            <a:ext cx="203200" cy="158750"/>
          </a:xfrm>
          <a:prstGeom prst="rect">
            <a:avLst/>
          </a:prstGeom>
          <a:solidFill>
            <a:srgbClr val="FFFFFF"/>
          </a:solidFill>
          <a:ln w="6350">
            <a:solidFill>
              <a:srgbClr val="B0B0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3380" y="1162050"/>
            <a:ext cx="924560" cy="254000"/>
          </a:xfrm>
          <a:prstGeom prst="rect">
            <a:avLst/>
          </a:prstGeom>
          <a:solidFill>
            <a:srgbClr val="AAFF7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4060" y="1206500"/>
            <a:ext cx="203200" cy="158750"/>
          </a:xfrm>
          <a:prstGeom prst="rect">
            <a:avLst/>
          </a:prstGeom>
          <a:solidFill>
            <a:srgbClr val="FFFFFF"/>
          </a:solidFill>
          <a:ln w="6350">
            <a:solidFill>
              <a:srgbClr val="B0B0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73340" y="1162050"/>
            <a:ext cx="924560" cy="254000"/>
          </a:xfrm>
          <a:prstGeom prst="rect">
            <a:avLst/>
          </a:prstGeom>
          <a:solidFill>
            <a:srgbClr val="F3DEB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4020" y="1206500"/>
            <a:ext cx="203200" cy="158750"/>
          </a:xfrm>
          <a:prstGeom prst="rect">
            <a:avLst/>
          </a:prstGeom>
          <a:solidFill>
            <a:srgbClr val="FFFFFF"/>
          </a:solidFill>
          <a:ln w="6350">
            <a:solidFill>
              <a:srgbClr val="B0B0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4180" y="1206500"/>
            <a:ext cx="2032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184140" y="1206500"/>
            <a:ext cx="2032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6134100" y="1206500"/>
            <a:ext cx="2032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084060" y="1206500"/>
            <a:ext cx="2032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8034020" y="1206500"/>
            <a:ext cx="2032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2108200" y="1130300"/>
            <a:ext cx="6654800" cy="317500"/>
          </a:xfrm>
          <a:prstGeom prst="roundRect">
            <a:avLst>
              <a:gd name="adj" fmla="val 46944"/>
            </a:avLst>
          </a:prstGeom>
          <a:ln w="12700">
            <a:solidFill>
              <a:srgbClr val="3A3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4400" y="1187450"/>
            <a:ext cx="17272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Concatenated Vector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403600" y="1276350"/>
            <a:ext cx="558800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1·</a:t>
            </a:r>
            <a:pPr algn="l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207000" y="1428750"/>
            <a:ext cx="0" cy="495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4" name="Shape 32"/>
          <p:cNvSpPr/>
          <p:nvPr/>
        </p:nvSpPr>
        <p:spPr>
          <a:xfrm>
            <a:off x="5727700" y="1428750"/>
            <a:ext cx="0" cy="495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5" name="Shape 33"/>
          <p:cNvSpPr/>
          <p:nvPr/>
        </p:nvSpPr>
        <p:spPr>
          <a:xfrm>
            <a:off x="6248400" y="1428750"/>
            <a:ext cx="0" cy="495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6" name="Shape 34"/>
          <p:cNvSpPr/>
          <p:nvPr/>
        </p:nvSpPr>
        <p:spPr>
          <a:xfrm>
            <a:off x="6769100" y="1428750"/>
            <a:ext cx="0" cy="495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7" name="Shape 35"/>
          <p:cNvSpPr/>
          <p:nvPr/>
        </p:nvSpPr>
        <p:spPr>
          <a:xfrm>
            <a:off x="7289800" y="1428750"/>
            <a:ext cx="0" cy="495300"/>
          </a:xfrm>
          <a:prstGeom prst="line">
            <a:avLst/>
          </a:prstGeom>
          <a:noFill/>
          <a:ln w="1397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8" name="Shape 36"/>
          <p:cNvSpPr/>
          <p:nvPr/>
        </p:nvSpPr>
        <p:spPr>
          <a:xfrm>
            <a:off x="2882900" y="1955800"/>
            <a:ext cx="6959600" cy="3048000"/>
          </a:xfrm>
          <a:prstGeom prst="roundRect">
            <a:avLst>
              <a:gd name="adj" fmla="val 1800"/>
            </a:avLst>
          </a:prstGeom>
          <a:solidFill>
            <a:srgbClr val="F7E2CD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1400" y="2159000"/>
            <a:ext cx="6959600" cy="3136900"/>
          </a:xfrm>
          <a:prstGeom prst="roundRect">
            <a:avLst>
              <a:gd name="adj" fmla="val 1749"/>
            </a:avLst>
          </a:prstGeom>
          <a:solidFill>
            <a:srgbClr val="D4F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841500" y="2463800"/>
            <a:ext cx="6959600" cy="3175000"/>
          </a:xfrm>
          <a:prstGeom prst="roundRect">
            <a:avLst>
              <a:gd name="adj" fmla="val 1728"/>
            </a:avLst>
          </a:prstGeom>
          <a:solidFill>
            <a:srgbClr val="F8FF9A"/>
          </a:solidFill>
          <a:ln/>
        </p:spPr>
      </p:sp>
      <p:sp>
        <p:nvSpPr>
          <p:cNvPr id="41" name="Shape 39"/>
          <p:cNvSpPr/>
          <p:nvPr/>
        </p:nvSpPr>
        <p:spPr>
          <a:xfrm>
            <a:off x="1231900" y="2717800"/>
            <a:ext cx="6959600" cy="3251200"/>
          </a:xfrm>
          <a:prstGeom prst="roundRect">
            <a:avLst>
              <a:gd name="adj" fmla="val 1688"/>
            </a:avLst>
          </a:prstGeom>
          <a:solidFill>
            <a:srgbClr val="C5C1F4"/>
          </a:solidFill>
          <a:ln/>
        </p:spPr>
      </p:sp>
      <p:sp>
        <p:nvSpPr>
          <p:cNvPr id="42" name="Shape 40"/>
          <p:cNvSpPr/>
          <p:nvPr/>
        </p:nvSpPr>
        <p:spPr>
          <a:xfrm>
            <a:off x="622300" y="2997200"/>
            <a:ext cx="6959600" cy="3200400"/>
          </a:xfrm>
          <a:prstGeom prst="roundRect">
            <a:avLst>
              <a:gd name="adj" fmla="val 1714"/>
            </a:avLst>
          </a:prstGeom>
          <a:solidFill>
            <a:srgbClr val="EF8C96"/>
          </a:solidFill>
          <a:ln/>
        </p:spPr>
      </p:sp>
      <p:sp>
        <p:nvSpPr>
          <p:cNvPr id="43" name="Shape 41"/>
          <p:cNvSpPr/>
          <p:nvPr/>
        </p:nvSpPr>
        <p:spPr>
          <a:xfrm>
            <a:off x="9563100" y="1371600"/>
            <a:ext cx="2133600" cy="787400"/>
          </a:xfrm>
          <a:prstGeom prst="roundRect">
            <a:avLst>
              <a:gd name="adj" fmla="val 6968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677400" y="1447800"/>
            <a:ext cx="96520" cy="165100"/>
          </a:xfrm>
          <a:prstGeom prst="rect">
            <a:avLst/>
          </a:prstGeom>
          <a:solidFill>
            <a:srgbClr val="CCE5BE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73920" y="1447800"/>
            <a:ext cx="96520" cy="165100"/>
          </a:xfrm>
          <a:prstGeom prst="rect">
            <a:avLst/>
          </a:prstGeom>
          <a:solidFill>
            <a:srgbClr val="D6D2B2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870440" y="1447800"/>
            <a:ext cx="96520" cy="165100"/>
          </a:xfrm>
          <a:prstGeom prst="rect">
            <a:avLst/>
          </a:prstGeom>
          <a:solidFill>
            <a:srgbClr val="CFC3A4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66960" y="1447800"/>
            <a:ext cx="96520" cy="165100"/>
          </a:xfrm>
          <a:prstGeom prst="rect">
            <a:avLst/>
          </a:prstGeom>
          <a:solidFill>
            <a:srgbClr val="E4D8DE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063480" y="1447800"/>
            <a:ext cx="96520" cy="165100"/>
          </a:xfrm>
          <a:prstGeom prst="rect">
            <a:avLst/>
          </a:prstGeom>
          <a:solidFill>
            <a:srgbClr val="F0DCEE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274300" y="1422400"/>
            <a:ext cx="444500" cy="444500"/>
          </a:xfrm>
          <a:prstGeom prst="rect">
            <a:avLst/>
          </a:prstGeom>
          <a:solidFill>
            <a:srgbClr val="FBF8DC"/>
          </a:solidFill>
          <a:ln w="9525">
            <a:solidFill>
              <a:srgbClr val="6A6A5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74300" y="142240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744200" y="1549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10934700" y="1574800"/>
            <a:ext cx="91440" cy="165100"/>
          </a:xfrm>
          <a:prstGeom prst="rect">
            <a:avLst/>
          </a:prstGeom>
          <a:solidFill>
            <a:srgbClr val="FCF8D6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026140" y="1574800"/>
            <a:ext cx="91440" cy="165100"/>
          </a:xfrm>
          <a:prstGeom prst="rect">
            <a:avLst/>
          </a:prstGeom>
          <a:solidFill>
            <a:srgbClr val="EAF2DE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117580" y="1574800"/>
            <a:ext cx="91440" cy="165100"/>
          </a:xfrm>
          <a:prstGeom prst="rect">
            <a:avLst/>
          </a:prstGeom>
          <a:solidFill>
            <a:srgbClr val="F4E4D2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209020" y="1574800"/>
            <a:ext cx="91440" cy="165100"/>
          </a:xfrm>
          <a:prstGeom prst="rect">
            <a:avLst/>
          </a:prstGeom>
          <a:solidFill>
            <a:srgbClr val="E2DAE6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300460" y="1574800"/>
            <a:ext cx="91440" cy="165100"/>
          </a:xfrm>
          <a:prstGeom prst="rect">
            <a:avLst/>
          </a:prstGeom>
          <a:solidFill>
            <a:srgbClr val="CCC6BA"/>
          </a:solidFill>
          <a:ln w="6350">
            <a:solidFill>
              <a:srgbClr val="B8B4C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33000" y="1587500"/>
            <a:ext cx="533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1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1×d/H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0922000" y="1752600"/>
            <a:ext cx="5334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1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1×d/H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0591800" y="1854200"/>
            <a:ext cx="58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d/H×d/H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9753600" y="1993900"/>
            <a:ext cx="215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: Embedding Length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527300" y="30543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27300" y="30543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5346700" y="30543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46700" y="30543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7061200" y="3073400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66" name="Text 64"/>
          <p:cNvSpPr/>
          <p:nvPr/>
        </p:nvSpPr>
        <p:spPr>
          <a:xfrm>
            <a:off x="7061200" y="3073400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086100" y="279400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086100" y="2794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5905500" y="279400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05500" y="279400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7645400" y="2813050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72" name="Text 70"/>
          <p:cNvSpPr/>
          <p:nvPr/>
        </p:nvSpPr>
        <p:spPr>
          <a:xfrm>
            <a:off x="7645400" y="2813050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h=2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3644900" y="25336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44900" y="25336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6464300" y="25336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64300" y="25336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8229600" y="2552700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78" name="Text 76"/>
          <p:cNvSpPr/>
          <p:nvPr/>
        </p:nvSpPr>
        <p:spPr>
          <a:xfrm>
            <a:off x="8229600" y="2552700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h=3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4203700" y="227330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203700" y="22733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023100" y="227330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023100" y="227330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8813800" y="2292350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84" name="Text 82"/>
          <p:cNvSpPr/>
          <p:nvPr/>
        </p:nvSpPr>
        <p:spPr>
          <a:xfrm>
            <a:off x="8813800" y="2292350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h=4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762500" y="20129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762500" y="20129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7581900" y="20129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581900" y="20129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398000" y="2032000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90" name="Text 88"/>
          <p:cNvSpPr/>
          <p:nvPr/>
        </p:nvSpPr>
        <p:spPr>
          <a:xfrm>
            <a:off x="9398000" y="2032000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h=5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3644900" y="2692400"/>
            <a:ext cx="1016000" cy="355600"/>
          </a:xfrm>
          <a:prstGeom prst="ellipse">
            <a:avLst/>
          </a:prstGeom>
          <a:solidFill>
            <a:srgbClr val="FDF3EE"/>
          </a:solidFill>
          <a:ln w="9525">
            <a:solidFill>
              <a:srgbClr val="C9B8B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644900" y="2692400"/>
            <a:ext cx="101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4800600" y="2616200"/>
            <a:ext cx="939800" cy="203200"/>
          </a:xfrm>
          <a:prstGeom prst="rect">
            <a:avLst/>
          </a:prstGeom>
          <a:solidFill>
            <a:srgbClr val="A0400E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4988560" y="26289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176520" y="26289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364480" y="26289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552440" y="26289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800600" y="2616200"/>
            <a:ext cx="93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99" name="Shape 97"/>
          <p:cNvSpPr/>
          <p:nvPr/>
        </p:nvSpPr>
        <p:spPr>
          <a:xfrm>
            <a:off x="5372100" y="2336800"/>
            <a:ext cx="939800" cy="203200"/>
          </a:xfrm>
          <a:prstGeom prst="rect">
            <a:avLst/>
          </a:prstGeom>
          <a:solidFill>
            <a:srgbClr val="4A4A4A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>
            <a:off x="5560060" y="2349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748020" y="2349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35980" y="2349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123940" y="2349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72100" y="2336800"/>
            <a:ext cx="93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05" name="Shape 103"/>
          <p:cNvSpPr/>
          <p:nvPr/>
        </p:nvSpPr>
        <p:spPr>
          <a:xfrm>
            <a:off x="5956300" y="2070100"/>
            <a:ext cx="939800" cy="203200"/>
          </a:xfrm>
          <a:prstGeom prst="rect">
            <a:avLst/>
          </a:prstGeom>
          <a:solidFill>
            <a:srgbClr val="E0DC1E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6144260" y="2082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332220" y="2082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20180" y="2082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708140" y="2082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956300" y="2070100"/>
            <a:ext cx="93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6502400" y="1816100"/>
            <a:ext cx="939800" cy="203200"/>
          </a:xfrm>
          <a:prstGeom prst="rect">
            <a:avLst/>
          </a:prstGeom>
          <a:solidFill>
            <a:srgbClr val="8ED08A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6690360" y="1828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878320" y="1828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066280" y="1828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254240" y="18288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502400" y="1816100"/>
            <a:ext cx="93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17" name="Shape 115"/>
          <p:cNvSpPr/>
          <p:nvPr/>
        </p:nvSpPr>
        <p:spPr>
          <a:xfrm>
            <a:off x="7010400" y="1574800"/>
            <a:ext cx="939800" cy="203200"/>
          </a:xfrm>
          <a:prstGeom prst="rect">
            <a:avLst/>
          </a:prstGeom>
          <a:solidFill>
            <a:srgbClr val="F0D8A8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198360" y="1587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386320" y="1587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574280" y="1587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7762240" y="1587500"/>
            <a:ext cx="0" cy="1778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010400" y="1574800"/>
            <a:ext cx="93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6388100" y="1422400"/>
            <a:ext cx="0" cy="266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24" name="Shape 122"/>
          <p:cNvSpPr/>
          <p:nvPr/>
        </p:nvSpPr>
        <p:spPr>
          <a:xfrm>
            <a:off x="6946900" y="1435100"/>
            <a:ext cx="0" cy="228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25" name="Shape 123"/>
          <p:cNvSpPr/>
          <p:nvPr/>
        </p:nvSpPr>
        <p:spPr>
          <a:xfrm>
            <a:off x="7480300" y="1422400"/>
            <a:ext cx="0" cy="2413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26" name="Shape 124"/>
          <p:cNvSpPr/>
          <p:nvPr/>
        </p:nvSpPr>
        <p:spPr>
          <a:xfrm>
            <a:off x="6946900" y="2057400"/>
            <a:ext cx="0" cy="1143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27" name="Shape 125"/>
          <p:cNvSpPr/>
          <p:nvPr/>
        </p:nvSpPr>
        <p:spPr>
          <a:xfrm>
            <a:off x="6388100" y="2286000"/>
            <a:ext cx="0" cy="177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28" name="Text 126"/>
          <p:cNvSpPr/>
          <p:nvPr/>
        </p:nvSpPr>
        <p:spPr>
          <a:xfrm>
            <a:off x="7950200" y="1663700"/>
            <a:ext cx="55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1×d/</a:t>
            </a:r>
            <a:pPr algn="ctr" indent="0" marL="0">
              <a:buNone/>
            </a:pPr>
            <a:r>
              <a:rPr lang="en-US" sz="700" b="1" dirty="0">
                <a:solidFill>
                  <a:srgbClr val="1F1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7315200" y="1993900"/>
            <a:ext cx="660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1×d/</a:t>
            </a:r>
            <a:pPr algn="ctr" indent="0" marL="0">
              <a:buNone/>
            </a:pPr>
            <a:r>
              <a:rPr lang="en-US" sz="700" b="1" dirty="0">
                <a:solidFill>
                  <a:srgbClr val="1F1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1079500" y="3556000"/>
            <a:ext cx="457200" cy="1574800"/>
          </a:xfrm>
          <a:prstGeom prst="roundRect">
            <a:avLst>
              <a:gd name="adj" fmla="val 10000"/>
            </a:avLst>
          </a:prstGeom>
          <a:solidFill>
            <a:srgbClr val="F3F3F0"/>
          </a:solidFill>
          <a:ln w="15875">
            <a:solidFill>
              <a:srgbClr val="2E8B57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>
            <a:off x="1130300" y="3632200"/>
            <a:ext cx="355600" cy="279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130300" y="36322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133" name="Shape 131"/>
          <p:cNvSpPr/>
          <p:nvPr/>
        </p:nvSpPr>
        <p:spPr>
          <a:xfrm>
            <a:off x="1498600" y="3771900"/>
            <a:ext cx="1143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1536700" y="3651250"/>
            <a:ext cx="304800" cy="241300"/>
          </a:xfrm>
          <a:prstGeom prst="rect">
            <a:avLst/>
          </a:prstGeom>
          <a:solidFill>
            <a:srgbClr val="F0FFF0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536700" y="36512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1892300" y="3676650"/>
            <a:ext cx="12065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012950" y="3676650"/>
            <a:ext cx="12065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33600" y="3676650"/>
            <a:ext cx="12065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159000" y="35179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40" name="Shape 138"/>
          <p:cNvSpPr/>
          <p:nvPr/>
        </p:nvSpPr>
        <p:spPr>
          <a:xfrm>
            <a:off x="2273300" y="3771900"/>
            <a:ext cx="1143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141" name="Shape 139"/>
          <p:cNvSpPr/>
          <p:nvPr/>
        </p:nvSpPr>
        <p:spPr>
          <a:xfrm>
            <a:off x="1130300" y="3987800"/>
            <a:ext cx="355600" cy="279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130300" y="39878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143" name="Shape 141"/>
          <p:cNvSpPr/>
          <p:nvPr/>
        </p:nvSpPr>
        <p:spPr>
          <a:xfrm>
            <a:off x="1498600" y="4127500"/>
            <a:ext cx="1143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1536700" y="4006850"/>
            <a:ext cx="304800" cy="241300"/>
          </a:xfrm>
          <a:prstGeom prst="rect">
            <a:avLst/>
          </a:prstGeom>
          <a:solidFill>
            <a:srgbClr val="F0FFF0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536700" y="40068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146" name="Shape 144"/>
          <p:cNvSpPr/>
          <p:nvPr/>
        </p:nvSpPr>
        <p:spPr>
          <a:xfrm>
            <a:off x="1892300" y="4032250"/>
            <a:ext cx="12065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012950" y="4032250"/>
            <a:ext cx="12065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133600" y="4032250"/>
            <a:ext cx="12065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159000" y="38735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50" name="Shape 148"/>
          <p:cNvSpPr/>
          <p:nvPr/>
        </p:nvSpPr>
        <p:spPr>
          <a:xfrm>
            <a:off x="2273300" y="4127500"/>
            <a:ext cx="1143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1130300" y="4343400"/>
            <a:ext cx="355600" cy="279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130300" y="43434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153" name="Shape 151"/>
          <p:cNvSpPr/>
          <p:nvPr/>
        </p:nvSpPr>
        <p:spPr>
          <a:xfrm>
            <a:off x="1498600" y="4483100"/>
            <a:ext cx="1143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54" name="Shape 152"/>
          <p:cNvSpPr/>
          <p:nvPr/>
        </p:nvSpPr>
        <p:spPr>
          <a:xfrm>
            <a:off x="1536700" y="4362450"/>
            <a:ext cx="304800" cy="241300"/>
          </a:xfrm>
          <a:prstGeom prst="rect">
            <a:avLst/>
          </a:prstGeom>
          <a:solidFill>
            <a:srgbClr val="F0FFF0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536700" y="43624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156" name="Shape 154"/>
          <p:cNvSpPr/>
          <p:nvPr/>
        </p:nvSpPr>
        <p:spPr>
          <a:xfrm>
            <a:off x="1892300" y="4387850"/>
            <a:ext cx="12065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012950" y="4387850"/>
            <a:ext cx="12065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133600" y="4387850"/>
            <a:ext cx="12065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59000" y="42291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60" name="Shape 158"/>
          <p:cNvSpPr/>
          <p:nvPr/>
        </p:nvSpPr>
        <p:spPr>
          <a:xfrm>
            <a:off x="2273300" y="4483100"/>
            <a:ext cx="1143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161" name="Shape 159"/>
          <p:cNvSpPr/>
          <p:nvPr/>
        </p:nvSpPr>
        <p:spPr>
          <a:xfrm>
            <a:off x="1130300" y="4699000"/>
            <a:ext cx="355600" cy="279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130300" y="46990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163" name="Shape 161"/>
          <p:cNvSpPr/>
          <p:nvPr/>
        </p:nvSpPr>
        <p:spPr>
          <a:xfrm>
            <a:off x="1498600" y="4838700"/>
            <a:ext cx="1143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64" name="Shape 162"/>
          <p:cNvSpPr/>
          <p:nvPr/>
        </p:nvSpPr>
        <p:spPr>
          <a:xfrm>
            <a:off x="1536700" y="4718050"/>
            <a:ext cx="304800" cy="241300"/>
          </a:xfrm>
          <a:prstGeom prst="rect">
            <a:avLst/>
          </a:prstGeom>
          <a:solidFill>
            <a:srgbClr val="F0FFF0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536700" y="47180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166" name="Shape 164"/>
          <p:cNvSpPr/>
          <p:nvPr/>
        </p:nvSpPr>
        <p:spPr>
          <a:xfrm>
            <a:off x="1892300" y="4743450"/>
            <a:ext cx="12065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12950" y="4743450"/>
            <a:ext cx="12065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33600" y="4743450"/>
            <a:ext cx="12065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2159000" y="45847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70" name="Shape 168"/>
          <p:cNvSpPr/>
          <p:nvPr/>
        </p:nvSpPr>
        <p:spPr>
          <a:xfrm>
            <a:off x="2273300" y="4838700"/>
            <a:ext cx="1143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2387600" y="3340100"/>
            <a:ext cx="736600" cy="1778000"/>
          </a:xfrm>
          <a:prstGeom prst="rect">
            <a:avLst/>
          </a:prstGeom>
          <a:solidFill>
            <a:srgbClr val="D8C0A8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387600" y="3365500"/>
            <a:ext cx="73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C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Product</a:t>
            </a:r>
            <a:endParaRPr lang="en-US" sz="650" dirty="0"/>
          </a:p>
        </p:txBody>
      </p:sp>
      <p:sp>
        <p:nvSpPr>
          <p:cNvPr id="173" name="Shape 171"/>
          <p:cNvSpPr/>
          <p:nvPr/>
        </p:nvSpPr>
        <p:spPr>
          <a:xfrm>
            <a:off x="2755900" y="5080000"/>
            <a:ext cx="-203200" cy="-1905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89200" y="47752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527300" y="48133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55900" y="5080000"/>
            <a:ext cx="-101600" cy="-5461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590800" y="44196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628900" y="44577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2755900" y="5080000"/>
            <a:ext cx="25400" cy="-9017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717800" y="40640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755900" y="41021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2755900" y="5080000"/>
            <a:ext cx="177800" cy="-12573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870200" y="37084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908300" y="37465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2755900" y="5143500"/>
            <a:ext cx="0" cy="2540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86" name="Shape 184"/>
          <p:cNvSpPr/>
          <p:nvPr/>
        </p:nvSpPr>
        <p:spPr>
          <a:xfrm>
            <a:off x="3162300" y="3771900"/>
            <a:ext cx="20066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3162300" y="4127500"/>
            <a:ext cx="20066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3162300" y="4483100"/>
            <a:ext cx="20066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3162300" y="4838700"/>
            <a:ext cx="20066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dash"/>
          </a:ln>
        </p:spPr>
      </p:sp>
      <p:sp>
        <p:nvSpPr>
          <p:cNvPr id="190" name="Text 188"/>
          <p:cNvSpPr/>
          <p:nvPr/>
        </p:nvSpPr>
        <p:spPr>
          <a:xfrm>
            <a:off x="3149600" y="3352800"/>
            <a:ext cx="304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K,q</a:t>
            </a:r>
            <a:endParaRPr lang="en-US" sz="650" dirty="0"/>
          </a:p>
        </p:txBody>
      </p:sp>
      <p:sp>
        <p:nvSpPr>
          <p:cNvPr id="191" name="Shape 189"/>
          <p:cNvSpPr/>
          <p:nvPr/>
        </p:nvSpPr>
        <p:spPr>
          <a:xfrm>
            <a:off x="3441700" y="3340100"/>
            <a:ext cx="279400" cy="1778000"/>
          </a:xfrm>
          <a:prstGeom prst="roundRect">
            <a:avLst>
              <a:gd name="adj" fmla="val 29455"/>
            </a:avLst>
          </a:prstGeom>
          <a:solidFill>
            <a:srgbClr val="FBD8E8"/>
          </a:solidFill>
          <a:ln w="9525">
            <a:solidFill>
              <a:srgbClr val="E8A8C8"/>
            </a:solidFill>
            <a:prstDash val="solid"/>
          </a:ln>
        </p:spPr>
      </p:sp>
      <p:pic>
        <p:nvPicPr>
          <p:cNvPr id="192" name="Image 0" descr="/home/ahmed/Projects/ai_llm_slides/videos/deep-learning/001_transformers_part1/recreated_pptx/build/assets/eq_scaling_pill_r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0750" y="3556000"/>
            <a:ext cx="236217" cy="1126239"/>
          </a:xfrm>
          <a:prstGeom prst="rect">
            <a:avLst/>
          </a:prstGeom>
        </p:spPr>
      </p:pic>
      <p:pic>
        <p:nvPicPr>
          <p:cNvPr id="193" name="Image 1" descr="/home/ahmed/Projects/ai_llm_slides/videos/deep-learning/001_transformers_part1/recreated_pptx/build/assets/eq_kq_sqrt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0" y="3251200"/>
            <a:ext cx="205740" cy="289563"/>
          </a:xfrm>
          <a:prstGeom prst="rect">
            <a:avLst/>
          </a:prstGeom>
        </p:spPr>
      </p:pic>
      <p:sp>
        <p:nvSpPr>
          <p:cNvPr id="194" name="Shape 190"/>
          <p:cNvSpPr/>
          <p:nvPr/>
        </p:nvSpPr>
        <p:spPr>
          <a:xfrm>
            <a:off x="4127500" y="3340100"/>
            <a:ext cx="292100" cy="1778000"/>
          </a:xfrm>
          <a:prstGeom prst="roundRect">
            <a:avLst>
              <a:gd name="adj" fmla="val 28174"/>
            </a:avLst>
          </a:prstGeom>
          <a:solidFill>
            <a:srgbClr val="E4D8F4"/>
          </a:solidFill>
          <a:ln w="9525">
            <a:solidFill>
              <a:srgbClr val="C8B8E8"/>
            </a:solidFill>
            <a:prstDash val="solid"/>
          </a:ln>
        </p:spPr>
      </p:sp>
      <p:pic>
        <p:nvPicPr>
          <p:cNvPr id="195" name="Image 2" descr="/home/ahmed/Projects/ai_llm_slides/videos/deep-learning/001_transformers_part1/recreated_pptx/build/assets/eq_softmax_pill_r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0" y="3987800"/>
            <a:ext cx="111255" cy="524253"/>
          </a:xfrm>
          <a:prstGeom prst="rect">
            <a:avLst/>
          </a:prstGeom>
        </p:spPr>
      </p:pic>
      <p:sp>
        <p:nvSpPr>
          <p:cNvPr id="196" name="Shape 191"/>
          <p:cNvSpPr/>
          <p:nvPr/>
        </p:nvSpPr>
        <p:spPr>
          <a:xfrm>
            <a:off x="4711700" y="3035300"/>
            <a:ext cx="406400" cy="-76200"/>
          </a:xfrm>
          <a:prstGeom prst="line">
            <a:avLst/>
          </a:prstGeom>
          <a:noFill/>
          <a:ln w="31750">
            <a:solidFill>
              <a:srgbClr val="00AA00"/>
            </a:solidFill>
            <a:prstDash val="solid"/>
            <a:tailEnd type="triangle"/>
          </a:ln>
        </p:spPr>
      </p:sp>
      <p:sp>
        <p:nvSpPr>
          <p:cNvPr id="197" name="Shape 192"/>
          <p:cNvSpPr/>
          <p:nvPr/>
        </p:nvSpPr>
        <p:spPr>
          <a:xfrm>
            <a:off x="4406900" y="3276600"/>
            <a:ext cx="7620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198" name="Text 193"/>
          <p:cNvSpPr/>
          <p:nvPr/>
        </p:nvSpPr>
        <p:spPr>
          <a:xfrm>
            <a:off x="4406900" y="3276600"/>
            <a:ext cx="76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2000" dirty="0"/>
          </a:p>
        </p:txBody>
      </p:sp>
      <p:sp>
        <p:nvSpPr>
          <p:cNvPr id="199" name="Shape 194"/>
          <p:cNvSpPr/>
          <p:nvPr/>
        </p:nvSpPr>
        <p:spPr>
          <a:xfrm>
            <a:off x="5397500" y="36766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00" name="Text 195"/>
          <p:cNvSpPr/>
          <p:nvPr/>
        </p:nvSpPr>
        <p:spPr>
          <a:xfrm>
            <a:off x="5397500" y="36766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00" dirty="0"/>
          </a:p>
        </p:txBody>
      </p:sp>
      <p:sp>
        <p:nvSpPr>
          <p:cNvPr id="201" name="Shape 196"/>
          <p:cNvSpPr/>
          <p:nvPr/>
        </p:nvSpPr>
        <p:spPr>
          <a:xfrm>
            <a:off x="5219700" y="3530600"/>
            <a:ext cx="127000" cy="14605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202" name="Text 197"/>
          <p:cNvSpPr/>
          <p:nvPr/>
        </p:nvSpPr>
        <p:spPr>
          <a:xfrm>
            <a:off x="5651500" y="36576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203" name="Shape 198"/>
          <p:cNvSpPr/>
          <p:nvPr/>
        </p:nvSpPr>
        <p:spPr>
          <a:xfrm>
            <a:off x="5854700" y="3683000"/>
            <a:ext cx="1143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04" name="Shape 199"/>
          <p:cNvSpPr/>
          <p:nvPr/>
        </p:nvSpPr>
        <p:spPr>
          <a:xfrm>
            <a:off x="5969000" y="3683000"/>
            <a:ext cx="1143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05" name="Shape 200"/>
          <p:cNvSpPr/>
          <p:nvPr/>
        </p:nvSpPr>
        <p:spPr>
          <a:xfrm>
            <a:off x="6083300" y="3683000"/>
            <a:ext cx="1143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06" name="Shape 201"/>
          <p:cNvSpPr/>
          <p:nvPr/>
        </p:nvSpPr>
        <p:spPr>
          <a:xfrm>
            <a:off x="6197600" y="3683000"/>
            <a:ext cx="1143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07" name="Shape 202"/>
          <p:cNvSpPr/>
          <p:nvPr/>
        </p:nvSpPr>
        <p:spPr>
          <a:xfrm>
            <a:off x="6388100" y="3632200"/>
            <a:ext cx="533400" cy="27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208" name="Text 203"/>
          <p:cNvSpPr/>
          <p:nvPr/>
        </p:nvSpPr>
        <p:spPr>
          <a:xfrm>
            <a:off x="6388100" y="36322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209" name="Shape 204"/>
          <p:cNvSpPr/>
          <p:nvPr/>
        </p:nvSpPr>
        <p:spPr>
          <a:xfrm>
            <a:off x="5397500" y="40322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10" name="Text 205"/>
          <p:cNvSpPr/>
          <p:nvPr/>
        </p:nvSpPr>
        <p:spPr>
          <a:xfrm>
            <a:off x="5397500" y="40322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00" dirty="0"/>
          </a:p>
        </p:txBody>
      </p:sp>
      <p:sp>
        <p:nvSpPr>
          <p:cNvPr id="211" name="Shape 206"/>
          <p:cNvSpPr/>
          <p:nvPr/>
        </p:nvSpPr>
        <p:spPr>
          <a:xfrm>
            <a:off x="5219700" y="3581400"/>
            <a:ext cx="127000" cy="45085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212" name="Text 207"/>
          <p:cNvSpPr/>
          <p:nvPr/>
        </p:nvSpPr>
        <p:spPr>
          <a:xfrm>
            <a:off x="5651500" y="40132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213" name="Shape 208"/>
          <p:cNvSpPr/>
          <p:nvPr/>
        </p:nvSpPr>
        <p:spPr>
          <a:xfrm>
            <a:off x="5854700" y="4038600"/>
            <a:ext cx="1143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14" name="Shape 209"/>
          <p:cNvSpPr/>
          <p:nvPr/>
        </p:nvSpPr>
        <p:spPr>
          <a:xfrm>
            <a:off x="5969000" y="4038600"/>
            <a:ext cx="1143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15" name="Shape 210"/>
          <p:cNvSpPr/>
          <p:nvPr/>
        </p:nvSpPr>
        <p:spPr>
          <a:xfrm>
            <a:off x="6083300" y="4038600"/>
            <a:ext cx="1143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16" name="Shape 211"/>
          <p:cNvSpPr/>
          <p:nvPr/>
        </p:nvSpPr>
        <p:spPr>
          <a:xfrm>
            <a:off x="6197600" y="4038600"/>
            <a:ext cx="1143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17" name="Shape 212"/>
          <p:cNvSpPr/>
          <p:nvPr/>
        </p:nvSpPr>
        <p:spPr>
          <a:xfrm>
            <a:off x="6388100" y="3987800"/>
            <a:ext cx="533400" cy="27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218" name="Text 213"/>
          <p:cNvSpPr/>
          <p:nvPr/>
        </p:nvSpPr>
        <p:spPr>
          <a:xfrm>
            <a:off x="6388100" y="3987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219" name="Shape 214"/>
          <p:cNvSpPr/>
          <p:nvPr/>
        </p:nvSpPr>
        <p:spPr>
          <a:xfrm>
            <a:off x="5397500" y="43878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20" name="Text 215"/>
          <p:cNvSpPr/>
          <p:nvPr/>
        </p:nvSpPr>
        <p:spPr>
          <a:xfrm>
            <a:off x="5397500" y="43878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00" dirty="0"/>
          </a:p>
        </p:txBody>
      </p:sp>
      <p:sp>
        <p:nvSpPr>
          <p:cNvPr id="221" name="Shape 216"/>
          <p:cNvSpPr/>
          <p:nvPr/>
        </p:nvSpPr>
        <p:spPr>
          <a:xfrm>
            <a:off x="5219700" y="3632200"/>
            <a:ext cx="127000" cy="75565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222" name="Text 217"/>
          <p:cNvSpPr/>
          <p:nvPr/>
        </p:nvSpPr>
        <p:spPr>
          <a:xfrm>
            <a:off x="5651500" y="43688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223" name="Shape 218"/>
          <p:cNvSpPr/>
          <p:nvPr/>
        </p:nvSpPr>
        <p:spPr>
          <a:xfrm>
            <a:off x="5854700" y="4394200"/>
            <a:ext cx="1143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24" name="Shape 219"/>
          <p:cNvSpPr/>
          <p:nvPr/>
        </p:nvSpPr>
        <p:spPr>
          <a:xfrm>
            <a:off x="5969000" y="4394200"/>
            <a:ext cx="1143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25" name="Shape 220"/>
          <p:cNvSpPr/>
          <p:nvPr/>
        </p:nvSpPr>
        <p:spPr>
          <a:xfrm>
            <a:off x="6083300" y="4394200"/>
            <a:ext cx="1143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26" name="Shape 221"/>
          <p:cNvSpPr/>
          <p:nvPr/>
        </p:nvSpPr>
        <p:spPr>
          <a:xfrm>
            <a:off x="6197600" y="4394200"/>
            <a:ext cx="1143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27" name="Shape 222"/>
          <p:cNvSpPr/>
          <p:nvPr/>
        </p:nvSpPr>
        <p:spPr>
          <a:xfrm>
            <a:off x="6388100" y="4343400"/>
            <a:ext cx="533400" cy="27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228" name="Text 223"/>
          <p:cNvSpPr/>
          <p:nvPr/>
        </p:nvSpPr>
        <p:spPr>
          <a:xfrm>
            <a:off x="6388100" y="43434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229" name="Shape 224"/>
          <p:cNvSpPr/>
          <p:nvPr/>
        </p:nvSpPr>
        <p:spPr>
          <a:xfrm>
            <a:off x="5397500" y="47434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30" name="Text 225"/>
          <p:cNvSpPr/>
          <p:nvPr/>
        </p:nvSpPr>
        <p:spPr>
          <a:xfrm>
            <a:off x="5397500" y="47434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00" dirty="0"/>
          </a:p>
        </p:txBody>
      </p:sp>
      <p:sp>
        <p:nvSpPr>
          <p:cNvPr id="231" name="Shape 226"/>
          <p:cNvSpPr/>
          <p:nvPr/>
        </p:nvSpPr>
        <p:spPr>
          <a:xfrm>
            <a:off x="5219700" y="3683000"/>
            <a:ext cx="127000" cy="106045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232" name="Text 227"/>
          <p:cNvSpPr/>
          <p:nvPr/>
        </p:nvSpPr>
        <p:spPr>
          <a:xfrm>
            <a:off x="5651500" y="47244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233" name="Shape 228"/>
          <p:cNvSpPr/>
          <p:nvPr/>
        </p:nvSpPr>
        <p:spPr>
          <a:xfrm>
            <a:off x="5854700" y="4749800"/>
            <a:ext cx="1143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34" name="Shape 229"/>
          <p:cNvSpPr/>
          <p:nvPr/>
        </p:nvSpPr>
        <p:spPr>
          <a:xfrm>
            <a:off x="5969000" y="4749800"/>
            <a:ext cx="1143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35" name="Shape 230"/>
          <p:cNvSpPr/>
          <p:nvPr/>
        </p:nvSpPr>
        <p:spPr>
          <a:xfrm>
            <a:off x="6083300" y="4749800"/>
            <a:ext cx="1143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36" name="Shape 231"/>
          <p:cNvSpPr/>
          <p:nvPr/>
        </p:nvSpPr>
        <p:spPr>
          <a:xfrm>
            <a:off x="6197600" y="4749800"/>
            <a:ext cx="1143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37" name="Shape 232"/>
          <p:cNvSpPr/>
          <p:nvPr/>
        </p:nvSpPr>
        <p:spPr>
          <a:xfrm>
            <a:off x="6388100" y="4699000"/>
            <a:ext cx="533400" cy="27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238" name="Text 233"/>
          <p:cNvSpPr/>
          <p:nvPr/>
        </p:nvSpPr>
        <p:spPr>
          <a:xfrm>
            <a:off x="6388100" y="46990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239" name="Shape 234"/>
          <p:cNvSpPr/>
          <p:nvPr/>
        </p:nvSpPr>
        <p:spPr>
          <a:xfrm>
            <a:off x="6997700" y="3581400"/>
            <a:ext cx="584200" cy="142240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240" name="Text 235"/>
          <p:cNvSpPr/>
          <p:nvPr/>
        </p:nvSpPr>
        <p:spPr>
          <a:xfrm>
            <a:off x="7035800" y="3657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41" name="Shape 236"/>
          <p:cNvSpPr/>
          <p:nvPr/>
        </p:nvSpPr>
        <p:spPr>
          <a:xfrm>
            <a:off x="7200900" y="36576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2" name="Shape 237"/>
          <p:cNvSpPr/>
          <p:nvPr/>
        </p:nvSpPr>
        <p:spPr>
          <a:xfrm>
            <a:off x="7321550" y="36576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3" name="Shape 238"/>
          <p:cNvSpPr/>
          <p:nvPr/>
        </p:nvSpPr>
        <p:spPr>
          <a:xfrm>
            <a:off x="7442200" y="36576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4" name="Text 239"/>
          <p:cNvSpPr/>
          <p:nvPr/>
        </p:nvSpPr>
        <p:spPr>
          <a:xfrm>
            <a:off x="7035800" y="40005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45" name="Shape 240"/>
          <p:cNvSpPr/>
          <p:nvPr/>
        </p:nvSpPr>
        <p:spPr>
          <a:xfrm>
            <a:off x="7200900" y="40005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6" name="Shape 241"/>
          <p:cNvSpPr/>
          <p:nvPr/>
        </p:nvSpPr>
        <p:spPr>
          <a:xfrm>
            <a:off x="7321550" y="40005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7" name="Shape 242"/>
          <p:cNvSpPr/>
          <p:nvPr/>
        </p:nvSpPr>
        <p:spPr>
          <a:xfrm>
            <a:off x="7442200" y="40005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48" name="Text 243"/>
          <p:cNvSpPr/>
          <p:nvPr/>
        </p:nvSpPr>
        <p:spPr>
          <a:xfrm>
            <a:off x="7035800" y="4343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49" name="Shape 244"/>
          <p:cNvSpPr/>
          <p:nvPr/>
        </p:nvSpPr>
        <p:spPr>
          <a:xfrm>
            <a:off x="7200900" y="43434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0" name="Shape 245"/>
          <p:cNvSpPr/>
          <p:nvPr/>
        </p:nvSpPr>
        <p:spPr>
          <a:xfrm>
            <a:off x="7321550" y="43434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1" name="Shape 246"/>
          <p:cNvSpPr/>
          <p:nvPr/>
        </p:nvSpPr>
        <p:spPr>
          <a:xfrm>
            <a:off x="7442200" y="43434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2" name="Text 247"/>
          <p:cNvSpPr/>
          <p:nvPr/>
        </p:nvSpPr>
        <p:spPr>
          <a:xfrm>
            <a:off x="7035800" y="46863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53" name="Shape 248"/>
          <p:cNvSpPr/>
          <p:nvPr/>
        </p:nvSpPr>
        <p:spPr>
          <a:xfrm>
            <a:off x="7200900" y="46863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4" name="Shape 249"/>
          <p:cNvSpPr/>
          <p:nvPr/>
        </p:nvSpPr>
        <p:spPr>
          <a:xfrm>
            <a:off x="7321550" y="46863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5" name="Shape 250"/>
          <p:cNvSpPr/>
          <p:nvPr/>
        </p:nvSpPr>
        <p:spPr>
          <a:xfrm>
            <a:off x="7442200" y="46863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56" name="Shape 251"/>
          <p:cNvSpPr/>
          <p:nvPr/>
        </p:nvSpPr>
        <p:spPr>
          <a:xfrm>
            <a:off x="2514600" y="5448300"/>
            <a:ext cx="584200" cy="152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57" name="Text 252"/>
          <p:cNvSpPr/>
          <p:nvPr/>
        </p:nvSpPr>
        <p:spPr>
          <a:xfrm>
            <a:off x="2311400" y="5435600"/>
            <a:ext cx="19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52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258" name="Shape 253"/>
          <p:cNvSpPr/>
          <p:nvPr/>
        </p:nvSpPr>
        <p:spPr>
          <a:xfrm>
            <a:off x="3187700" y="5207000"/>
            <a:ext cx="558800" cy="3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59" name="Text 254"/>
          <p:cNvSpPr/>
          <p:nvPr/>
        </p:nvSpPr>
        <p:spPr>
          <a:xfrm>
            <a:off x="3187700" y="5207000"/>
            <a:ext cx="55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553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520" b="1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650" dirty="0"/>
          </a:p>
        </p:txBody>
      </p:sp>
      <p:sp>
        <p:nvSpPr>
          <p:cNvPr id="260" name="Shape 255"/>
          <p:cNvSpPr/>
          <p:nvPr/>
        </p:nvSpPr>
        <p:spPr>
          <a:xfrm>
            <a:off x="3467100" y="5537200"/>
            <a:ext cx="0" cy="152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261" name="Shape 256"/>
          <p:cNvSpPr/>
          <p:nvPr/>
        </p:nvSpPr>
        <p:spPr>
          <a:xfrm>
            <a:off x="1841500" y="5765800"/>
            <a:ext cx="2413000" cy="368300"/>
          </a:xfrm>
          <a:prstGeom prst="roundRect">
            <a:avLst>
              <a:gd name="adj" fmla="val 12414"/>
            </a:avLst>
          </a:prstGeom>
          <a:solidFill>
            <a:srgbClr val="E8FCE8"/>
          </a:solidFill>
          <a:ln w="15875">
            <a:solidFill>
              <a:srgbClr val="2E8B57"/>
            </a:solidFill>
            <a:prstDash val="dash"/>
          </a:ln>
        </p:spPr>
      </p:sp>
      <p:sp>
        <p:nvSpPr>
          <p:cNvPr id="262" name="Shape 257"/>
          <p:cNvSpPr/>
          <p:nvPr/>
        </p:nvSpPr>
        <p:spPr>
          <a:xfrm>
            <a:off x="1917700" y="5816600"/>
            <a:ext cx="711200" cy="190500"/>
          </a:xfrm>
          <a:prstGeom prst="rect">
            <a:avLst/>
          </a:prstGeom>
          <a:solidFill>
            <a:srgbClr val="F7F3D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63" name="Text 258"/>
          <p:cNvSpPr/>
          <p:nvPr/>
        </p:nvSpPr>
        <p:spPr>
          <a:xfrm>
            <a:off x="1917700" y="5816600"/>
            <a:ext cx="71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64" name="Shape 259"/>
          <p:cNvSpPr/>
          <p:nvPr/>
        </p:nvSpPr>
        <p:spPr>
          <a:xfrm>
            <a:off x="2730500" y="5816600"/>
            <a:ext cx="457200" cy="190500"/>
          </a:xfrm>
          <a:prstGeom prst="rect">
            <a:avLst/>
          </a:prstGeom>
          <a:solidFill>
            <a:srgbClr val="F2C8F0"/>
          </a:solidFill>
          <a:ln w="19050">
            <a:solidFill>
              <a:srgbClr val="FF69B4"/>
            </a:solidFill>
            <a:prstDash val="solid"/>
          </a:ln>
        </p:spPr>
      </p:sp>
      <p:sp>
        <p:nvSpPr>
          <p:cNvPr id="265" name="Text 260"/>
          <p:cNvSpPr/>
          <p:nvPr/>
        </p:nvSpPr>
        <p:spPr>
          <a:xfrm>
            <a:off x="2730500" y="58166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66" name="Shape 261"/>
          <p:cNvSpPr/>
          <p:nvPr/>
        </p:nvSpPr>
        <p:spPr>
          <a:xfrm>
            <a:off x="3213100" y="5816600"/>
            <a:ext cx="584200" cy="190500"/>
          </a:xfrm>
          <a:prstGeom prst="rect">
            <a:avLst/>
          </a:prstGeom>
          <a:solidFill>
            <a:srgbClr val="F7F3D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67" name="Text 262"/>
          <p:cNvSpPr/>
          <p:nvPr/>
        </p:nvSpPr>
        <p:spPr>
          <a:xfrm>
            <a:off x="3213100" y="5816600"/>
            <a:ext cx="58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68" name="Shape 263"/>
          <p:cNvSpPr/>
          <p:nvPr/>
        </p:nvSpPr>
        <p:spPr>
          <a:xfrm>
            <a:off x="3848100" y="5816600"/>
            <a:ext cx="406400" cy="190500"/>
          </a:xfrm>
          <a:prstGeom prst="rect">
            <a:avLst/>
          </a:prstGeom>
          <a:solidFill>
            <a:srgbClr val="F7F3D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69" name="Text 264"/>
          <p:cNvSpPr/>
          <p:nvPr/>
        </p:nvSpPr>
        <p:spPr>
          <a:xfrm>
            <a:off x="3848100" y="58166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70" name="Shape 265"/>
          <p:cNvSpPr/>
          <p:nvPr/>
        </p:nvSpPr>
        <p:spPr>
          <a:xfrm>
            <a:off x="2997200" y="6032500"/>
            <a:ext cx="127000" cy="-16510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  <a:tailEnd type="triangle"/>
          </a:ln>
        </p:spPr>
      </p:sp>
      <p:pic>
        <p:nvPicPr>
          <p:cNvPr id="271" name="Image 3" descr="/home/ahmed/Projects/ai_llm_slides/videos/deep-learning/001_transformers_part1/recreated_pptx/build/assets/bottom_cur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2100" y="5257800"/>
            <a:ext cx="4762497" cy="1041401"/>
          </a:xfrm>
          <a:prstGeom prst="rect">
            <a:avLst/>
          </a:prstGeom>
        </p:spPr>
      </p:pic>
      <p:sp>
        <p:nvSpPr>
          <p:cNvPr id="272" name="Shape 266"/>
          <p:cNvSpPr/>
          <p:nvPr/>
        </p:nvSpPr>
        <p:spPr>
          <a:xfrm>
            <a:off x="7734300" y="3606800"/>
            <a:ext cx="533400" cy="15494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273" name="Text 267"/>
          <p:cNvSpPr/>
          <p:nvPr/>
        </p:nvSpPr>
        <p:spPr>
          <a:xfrm>
            <a:off x="7772400" y="3708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74" name="Shape 268"/>
          <p:cNvSpPr/>
          <p:nvPr/>
        </p:nvSpPr>
        <p:spPr>
          <a:xfrm>
            <a:off x="7924800" y="37084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75" name="Shape 269"/>
          <p:cNvSpPr/>
          <p:nvPr/>
        </p:nvSpPr>
        <p:spPr>
          <a:xfrm>
            <a:off x="8032750" y="37084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76" name="Shape 270"/>
          <p:cNvSpPr/>
          <p:nvPr/>
        </p:nvSpPr>
        <p:spPr>
          <a:xfrm>
            <a:off x="8140700" y="37084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77" name="Text 271"/>
          <p:cNvSpPr/>
          <p:nvPr/>
        </p:nvSpPr>
        <p:spPr>
          <a:xfrm>
            <a:off x="7772400" y="4089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78" name="Shape 272"/>
          <p:cNvSpPr/>
          <p:nvPr/>
        </p:nvSpPr>
        <p:spPr>
          <a:xfrm>
            <a:off x="7924800" y="40894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79" name="Shape 273"/>
          <p:cNvSpPr/>
          <p:nvPr/>
        </p:nvSpPr>
        <p:spPr>
          <a:xfrm>
            <a:off x="8032750" y="40894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0" name="Shape 274"/>
          <p:cNvSpPr/>
          <p:nvPr/>
        </p:nvSpPr>
        <p:spPr>
          <a:xfrm>
            <a:off x="8140700" y="40894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1" name="Text 275"/>
          <p:cNvSpPr/>
          <p:nvPr/>
        </p:nvSpPr>
        <p:spPr>
          <a:xfrm>
            <a:off x="7772400" y="4470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82" name="Shape 276"/>
          <p:cNvSpPr/>
          <p:nvPr/>
        </p:nvSpPr>
        <p:spPr>
          <a:xfrm>
            <a:off x="7924800" y="44704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3" name="Shape 277"/>
          <p:cNvSpPr/>
          <p:nvPr/>
        </p:nvSpPr>
        <p:spPr>
          <a:xfrm>
            <a:off x="8032750" y="44704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4" name="Shape 278"/>
          <p:cNvSpPr/>
          <p:nvPr/>
        </p:nvSpPr>
        <p:spPr>
          <a:xfrm>
            <a:off x="8140700" y="44704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5" name="Text 279"/>
          <p:cNvSpPr/>
          <p:nvPr/>
        </p:nvSpPr>
        <p:spPr>
          <a:xfrm>
            <a:off x="7772400" y="4851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86" name="Shape 280"/>
          <p:cNvSpPr/>
          <p:nvPr/>
        </p:nvSpPr>
        <p:spPr>
          <a:xfrm>
            <a:off x="7924800" y="48514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7" name="Shape 281"/>
          <p:cNvSpPr/>
          <p:nvPr/>
        </p:nvSpPr>
        <p:spPr>
          <a:xfrm>
            <a:off x="8032750" y="48514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8" name="Shape 282"/>
          <p:cNvSpPr/>
          <p:nvPr/>
        </p:nvSpPr>
        <p:spPr>
          <a:xfrm>
            <a:off x="8140700" y="48514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89" name="Shape 283"/>
          <p:cNvSpPr/>
          <p:nvPr/>
        </p:nvSpPr>
        <p:spPr>
          <a:xfrm>
            <a:off x="8001000" y="5080000"/>
            <a:ext cx="0" cy="114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290" name="Shape 284"/>
          <p:cNvSpPr/>
          <p:nvPr/>
        </p:nvSpPr>
        <p:spPr>
          <a:xfrm>
            <a:off x="8293100" y="3276600"/>
            <a:ext cx="533400" cy="15494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291" name="Text 285"/>
          <p:cNvSpPr/>
          <p:nvPr/>
        </p:nvSpPr>
        <p:spPr>
          <a:xfrm>
            <a:off x="8331200" y="33782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92" name="Shape 286"/>
          <p:cNvSpPr/>
          <p:nvPr/>
        </p:nvSpPr>
        <p:spPr>
          <a:xfrm>
            <a:off x="8483600" y="33782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3" name="Shape 287"/>
          <p:cNvSpPr/>
          <p:nvPr/>
        </p:nvSpPr>
        <p:spPr>
          <a:xfrm>
            <a:off x="8591550" y="33782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4" name="Shape 288"/>
          <p:cNvSpPr/>
          <p:nvPr/>
        </p:nvSpPr>
        <p:spPr>
          <a:xfrm>
            <a:off x="8699500" y="33782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5" name="Text 289"/>
          <p:cNvSpPr/>
          <p:nvPr/>
        </p:nvSpPr>
        <p:spPr>
          <a:xfrm>
            <a:off x="8331200" y="37592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96" name="Shape 290"/>
          <p:cNvSpPr/>
          <p:nvPr/>
        </p:nvSpPr>
        <p:spPr>
          <a:xfrm>
            <a:off x="8483600" y="37592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7" name="Shape 291"/>
          <p:cNvSpPr/>
          <p:nvPr/>
        </p:nvSpPr>
        <p:spPr>
          <a:xfrm>
            <a:off x="8591550" y="37592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8" name="Shape 292"/>
          <p:cNvSpPr/>
          <p:nvPr/>
        </p:nvSpPr>
        <p:spPr>
          <a:xfrm>
            <a:off x="8699500" y="37592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299" name="Text 293"/>
          <p:cNvSpPr/>
          <p:nvPr/>
        </p:nvSpPr>
        <p:spPr>
          <a:xfrm>
            <a:off x="8331200" y="41402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300" name="Shape 294"/>
          <p:cNvSpPr/>
          <p:nvPr/>
        </p:nvSpPr>
        <p:spPr>
          <a:xfrm>
            <a:off x="8483600" y="41402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1" name="Shape 295"/>
          <p:cNvSpPr/>
          <p:nvPr/>
        </p:nvSpPr>
        <p:spPr>
          <a:xfrm>
            <a:off x="8591550" y="41402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2" name="Shape 296"/>
          <p:cNvSpPr/>
          <p:nvPr/>
        </p:nvSpPr>
        <p:spPr>
          <a:xfrm>
            <a:off x="8699500" y="41402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3" name="Text 297"/>
          <p:cNvSpPr/>
          <p:nvPr/>
        </p:nvSpPr>
        <p:spPr>
          <a:xfrm>
            <a:off x="8331200" y="45212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304" name="Shape 298"/>
          <p:cNvSpPr/>
          <p:nvPr/>
        </p:nvSpPr>
        <p:spPr>
          <a:xfrm>
            <a:off x="8483600" y="45212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5" name="Shape 299"/>
          <p:cNvSpPr/>
          <p:nvPr/>
        </p:nvSpPr>
        <p:spPr>
          <a:xfrm>
            <a:off x="8591550" y="45212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6" name="Shape 300"/>
          <p:cNvSpPr/>
          <p:nvPr/>
        </p:nvSpPr>
        <p:spPr>
          <a:xfrm>
            <a:off x="8699500" y="45212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07" name="Shape 301"/>
          <p:cNvSpPr/>
          <p:nvPr/>
        </p:nvSpPr>
        <p:spPr>
          <a:xfrm>
            <a:off x="8559800" y="4749800"/>
            <a:ext cx="0" cy="114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08" name="Shape 302"/>
          <p:cNvSpPr/>
          <p:nvPr/>
        </p:nvSpPr>
        <p:spPr>
          <a:xfrm>
            <a:off x="8851900" y="2946400"/>
            <a:ext cx="533400" cy="15494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309" name="Text 303"/>
          <p:cNvSpPr/>
          <p:nvPr/>
        </p:nvSpPr>
        <p:spPr>
          <a:xfrm>
            <a:off x="8890000" y="30480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310" name="Shape 304"/>
          <p:cNvSpPr/>
          <p:nvPr/>
        </p:nvSpPr>
        <p:spPr>
          <a:xfrm>
            <a:off x="9042400" y="30480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1" name="Shape 305"/>
          <p:cNvSpPr/>
          <p:nvPr/>
        </p:nvSpPr>
        <p:spPr>
          <a:xfrm>
            <a:off x="9150350" y="30480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2" name="Shape 306"/>
          <p:cNvSpPr/>
          <p:nvPr/>
        </p:nvSpPr>
        <p:spPr>
          <a:xfrm>
            <a:off x="9258300" y="30480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3" name="Text 307"/>
          <p:cNvSpPr/>
          <p:nvPr/>
        </p:nvSpPr>
        <p:spPr>
          <a:xfrm>
            <a:off x="8890000" y="34290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314" name="Shape 308"/>
          <p:cNvSpPr/>
          <p:nvPr/>
        </p:nvSpPr>
        <p:spPr>
          <a:xfrm>
            <a:off x="9042400" y="34290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5" name="Shape 309"/>
          <p:cNvSpPr/>
          <p:nvPr/>
        </p:nvSpPr>
        <p:spPr>
          <a:xfrm>
            <a:off x="9150350" y="34290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6" name="Shape 310"/>
          <p:cNvSpPr/>
          <p:nvPr/>
        </p:nvSpPr>
        <p:spPr>
          <a:xfrm>
            <a:off x="9258300" y="34290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7" name="Text 311"/>
          <p:cNvSpPr/>
          <p:nvPr/>
        </p:nvSpPr>
        <p:spPr>
          <a:xfrm>
            <a:off x="8890000" y="38100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318" name="Shape 312"/>
          <p:cNvSpPr/>
          <p:nvPr/>
        </p:nvSpPr>
        <p:spPr>
          <a:xfrm>
            <a:off x="9042400" y="38100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19" name="Shape 313"/>
          <p:cNvSpPr/>
          <p:nvPr/>
        </p:nvSpPr>
        <p:spPr>
          <a:xfrm>
            <a:off x="9150350" y="38100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0" name="Shape 314"/>
          <p:cNvSpPr/>
          <p:nvPr/>
        </p:nvSpPr>
        <p:spPr>
          <a:xfrm>
            <a:off x="9258300" y="38100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1" name="Text 315"/>
          <p:cNvSpPr/>
          <p:nvPr/>
        </p:nvSpPr>
        <p:spPr>
          <a:xfrm>
            <a:off x="8890000" y="41910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322" name="Shape 316"/>
          <p:cNvSpPr/>
          <p:nvPr/>
        </p:nvSpPr>
        <p:spPr>
          <a:xfrm>
            <a:off x="9042400" y="41910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3" name="Shape 317"/>
          <p:cNvSpPr/>
          <p:nvPr/>
        </p:nvSpPr>
        <p:spPr>
          <a:xfrm>
            <a:off x="9150350" y="41910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4" name="Shape 318"/>
          <p:cNvSpPr/>
          <p:nvPr/>
        </p:nvSpPr>
        <p:spPr>
          <a:xfrm>
            <a:off x="9258300" y="41910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5" name="Shape 319"/>
          <p:cNvSpPr/>
          <p:nvPr/>
        </p:nvSpPr>
        <p:spPr>
          <a:xfrm>
            <a:off x="9118600" y="4419600"/>
            <a:ext cx="0" cy="114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26" name="Shape 320"/>
          <p:cNvSpPr/>
          <p:nvPr/>
        </p:nvSpPr>
        <p:spPr>
          <a:xfrm>
            <a:off x="9410700" y="2616200"/>
            <a:ext cx="533400" cy="15494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327" name="Text 321"/>
          <p:cNvSpPr/>
          <p:nvPr/>
        </p:nvSpPr>
        <p:spPr>
          <a:xfrm>
            <a:off x="9448800" y="2717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328" name="Shape 322"/>
          <p:cNvSpPr/>
          <p:nvPr/>
        </p:nvSpPr>
        <p:spPr>
          <a:xfrm>
            <a:off x="9601200" y="27178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29" name="Shape 323"/>
          <p:cNvSpPr/>
          <p:nvPr/>
        </p:nvSpPr>
        <p:spPr>
          <a:xfrm>
            <a:off x="9709150" y="27178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0" name="Shape 324"/>
          <p:cNvSpPr/>
          <p:nvPr/>
        </p:nvSpPr>
        <p:spPr>
          <a:xfrm>
            <a:off x="9817100" y="27178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1" name="Text 325"/>
          <p:cNvSpPr/>
          <p:nvPr/>
        </p:nvSpPr>
        <p:spPr>
          <a:xfrm>
            <a:off x="9448800" y="3098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332" name="Shape 326"/>
          <p:cNvSpPr/>
          <p:nvPr/>
        </p:nvSpPr>
        <p:spPr>
          <a:xfrm>
            <a:off x="9601200" y="30988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3" name="Shape 327"/>
          <p:cNvSpPr/>
          <p:nvPr/>
        </p:nvSpPr>
        <p:spPr>
          <a:xfrm>
            <a:off x="9709150" y="30988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4" name="Shape 328"/>
          <p:cNvSpPr/>
          <p:nvPr/>
        </p:nvSpPr>
        <p:spPr>
          <a:xfrm>
            <a:off x="9817100" y="30988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5" name="Text 329"/>
          <p:cNvSpPr/>
          <p:nvPr/>
        </p:nvSpPr>
        <p:spPr>
          <a:xfrm>
            <a:off x="9448800" y="3479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336" name="Shape 330"/>
          <p:cNvSpPr/>
          <p:nvPr/>
        </p:nvSpPr>
        <p:spPr>
          <a:xfrm>
            <a:off x="9601200" y="34798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7" name="Shape 331"/>
          <p:cNvSpPr/>
          <p:nvPr/>
        </p:nvSpPr>
        <p:spPr>
          <a:xfrm>
            <a:off x="9709150" y="34798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8" name="Shape 332"/>
          <p:cNvSpPr/>
          <p:nvPr/>
        </p:nvSpPr>
        <p:spPr>
          <a:xfrm>
            <a:off x="9817100" y="3479800"/>
            <a:ext cx="1079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9" name="Text 333"/>
          <p:cNvSpPr/>
          <p:nvPr/>
        </p:nvSpPr>
        <p:spPr>
          <a:xfrm>
            <a:off x="9448800" y="3860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340" name="Shape 334"/>
          <p:cNvSpPr/>
          <p:nvPr/>
        </p:nvSpPr>
        <p:spPr>
          <a:xfrm>
            <a:off x="9601200" y="3860800"/>
            <a:ext cx="1079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1" name="Shape 335"/>
          <p:cNvSpPr/>
          <p:nvPr/>
        </p:nvSpPr>
        <p:spPr>
          <a:xfrm>
            <a:off x="9709150" y="3860800"/>
            <a:ext cx="1079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2" name="Shape 336"/>
          <p:cNvSpPr/>
          <p:nvPr/>
        </p:nvSpPr>
        <p:spPr>
          <a:xfrm>
            <a:off x="9817100" y="3860800"/>
            <a:ext cx="1079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3" name="Shape 337"/>
          <p:cNvSpPr/>
          <p:nvPr/>
        </p:nvSpPr>
        <p:spPr>
          <a:xfrm>
            <a:off x="9677400" y="4089400"/>
            <a:ext cx="0" cy="114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44" name="Shape 338"/>
          <p:cNvSpPr/>
          <p:nvPr/>
        </p:nvSpPr>
        <p:spPr>
          <a:xfrm>
            <a:off x="7734300" y="51816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45" name="Text 339"/>
          <p:cNvSpPr/>
          <p:nvPr/>
        </p:nvSpPr>
        <p:spPr>
          <a:xfrm>
            <a:off x="7734300" y="51816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46" name="Shape 340"/>
          <p:cNvSpPr/>
          <p:nvPr/>
        </p:nvSpPr>
        <p:spPr>
          <a:xfrm>
            <a:off x="7734300" y="54864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47" name="Text 341"/>
          <p:cNvSpPr/>
          <p:nvPr/>
        </p:nvSpPr>
        <p:spPr>
          <a:xfrm>
            <a:off x="7734300" y="54864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48" name="Shape 342"/>
          <p:cNvSpPr/>
          <p:nvPr/>
        </p:nvSpPr>
        <p:spPr>
          <a:xfrm>
            <a:off x="7734300" y="57912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49" name="Text 343"/>
          <p:cNvSpPr/>
          <p:nvPr/>
        </p:nvSpPr>
        <p:spPr>
          <a:xfrm>
            <a:off x="7734300" y="57912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50" name="Shape 344"/>
          <p:cNvSpPr/>
          <p:nvPr/>
        </p:nvSpPr>
        <p:spPr>
          <a:xfrm>
            <a:off x="8293100" y="48514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51" name="Text 345"/>
          <p:cNvSpPr/>
          <p:nvPr/>
        </p:nvSpPr>
        <p:spPr>
          <a:xfrm>
            <a:off x="8293100" y="48514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52" name="Shape 346"/>
          <p:cNvSpPr/>
          <p:nvPr/>
        </p:nvSpPr>
        <p:spPr>
          <a:xfrm>
            <a:off x="8293100" y="51562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53" name="Text 347"/>
          <p:cNvSpPr/>
          <p:nvPr/>
        </p:nvSpPr>
        <p:spPr>
          <a:xfrm>
            <a:off x="8293100" y="51562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54" name="Shape 348"/>
          <p:cNvSpPr/>
          <p:nvPr/>
        </p:nvSpPr>
        <p:spPr>
          <a:xfrm>
            <a:off x="8293100" y="54610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55" name="Text 349"/>
          <p:cNvSpPr/>
          <p:nvPr/>
        </p:nvSpPr>
        <p:spPr>
          <a:xfrm>
            <a:off x="8293100" y="54610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56" name="Shape 350"/>
          <p:cNvSpPr/>
          <p:nvPr/>
        </p:nvSpPr>
        <p:spPr>
          <a:xfrm>
            <a:off x="8851900" y="45212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57" name="Text 351"/>
          <p:cNvSpPr/>
          <p:nvPr/>
        </p:nvSpPr>
        <p:spPr>
          <a:xfrm>
            <a:off x="8851900" y="45212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58" name="Shape 352"/>
          <p:cNvSpPr/>
          <p:nvPr/>
        </p:nvSpPr>
        <p:spPr>
          <a:xfrm>
            <a:off x="8851900" y="48260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59" name="Text 353"/>
          <p:cNvSpPr/>
          <p:nvPr/>
        </p:nvSpPr>
        <p:spPr>
          <a:xfrm>
            <a:off x="8851900" y="48260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60" name="Shape 354"/>
          <p:cNvSpPr/>
          <p:nvPr/>
        </p:nvSpPr>
        <p:spPr>
          <a:xfrm>
            <a:off x="8851900" y="51308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61" name="Text 355"/>
          <p:cNvSpPr/>
          <p:nvPr/>
        </p:nvSpPr>
        <p:spPr>
          <a:xfrm>
            <a:off x="8851900" y="5130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62" name="Shape 356"/>
          <p:cNvSpPr/>
          <p:nvPr/>
        </p:nvSpPr>
        <p:spPr>
          <a:xfrm>
            <a:off x="9410700" y="41910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63" name="Text 357"/>
          <p:cNvSpPr/>
          <p:nvPr/>
        </p:nvSpPr>
        <p:spPr>
          <a:xfrm>
            <a:off x="9410700" y="41910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64" name="Shape 358"/>
          <p:cNvSpPr/>
          <p:nvPr/>
        </p:nvSpPr>
        <p:spPr>
          <a:xfrm>
            <a:off x="9410700" y="44958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65" name="Text 359"/>
          <p:cNvSpPr/>
          <p:nvPr/>
        </p:nvSpPr>
        <p:spPr>
          <a:xfrm>
            <a:off x="9410700" y="4495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66" name="Shape 360"/>
          <p:cNvSpPr/>
          <p:nvPr/>
        </p:nvSpPr>
        <p:spPr>
          <a:xfrm>
            <a:off x="9410700" y="4800600"/>
            <a:ext cx="533400" cy="27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67" name="Text 361"/>
          <p:cNvSpPr/>
          <p:nvPr/>
        </p:nvSpPr>
        <p:spPr>
          <a:xfrm>
            <a:off x="9410700" y="48006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pic>
        <p:nvPicPr>
          <p:cNvPr id="368" name="Image 4" descr="/home/ahmed/Projects/ai_llm_slides/videos/deep-learning/001_transformers_part1/recreated_pptx/build/assets/swoo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600" y="3644900"/>
            <a:ext cx="2222504" cy="1904997"/>
          </a:xfrm>
          <a:prstGeom prst="rect">
            <a:avLst/>
          </a:prstGeom>
        </p:spPr>
      </p:pic>
      <p:sp>
        <p:nvSpPr>
          <p:cNvPr id="369" name="Text 362"/>
          <p:cNvSpPr/>
          <p:nvPr/>
        </p:nvSpPr>
        <p:spPr>
          <a:xfrm rot="19320000">
            <a:off x="7683500" y="4495800"/>
            <a:ext cx="1219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pPr algn="ctr" indent="0" marL="0">
              <a:buNone/>
            </a:pPr>
            <a:r>
              <a:rPr lang="en-US" sz="700" b="1" i="1" baseline="30000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</a:t>
            </a:r>
            <a:pPr algn="ctr" indent="0" marL="0">
              <a:buNone/>
            </a:pPr>
            <a:r>
              <a:rPr lang="en-US" sz="1000" b="1" i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Heads</a:t>
            </a:r>
            <a:endParaRPr lang="en-US" sz="1000" dirty="0"/>
          </a:p>
        </p:txBody>
      </p:sp>
      <p:sp>
        <p:nvSpPr>
          <p:cNvPr id="370" name="Shape 363"/>
          <p:cNvSpPr/>
          <p:nvPr/>
        </p:nvSpPr>
        <p:spPr>
          <a:xfrm>
            <a:off x="9804400" y="4394200"/>
            <a:ext cx="1244600" cy="60960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371" name="Text 364"/>
          <p:cNvSpPr/>
          <p:nvPr/>
        </p:nvSpPr>
        <p:spPr>
          <a:xfrm>
            <a:off x="9804400" y="4394200"/>
            <a:ext cx="1244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</a:t>
            </a:r>
            <a:endParaRPr lang="en-US" sz="900" dirty="0"/>
          </a:p>
        </p:txBody>
      </p:sp>
      <p:sp>
        <p:nvSpPr>
          <p:cNvPr id="372" name="Shape 365"/>
          <p:cNvSpPr/>
          <p:nvPr/>
        </p:nvSpPr>
        <p:spPr>
          <a:xfrm>
            <a:off x="9829800" y="5041900"/>
            <a:ext cx="1143000" cy="215900"/>
          </a:xfrm>
          <a:prstGeom prst="rect">
            <a:avLst/>
          </a:prstGeom>
          <a:solidFill>
            <a:srgbClr val="0A0AC0"/>
          </a:solidFill>
          <a:ln w="9525">
            <a:solidFill>
              <a:srgbClr val="000060"/>
            </a:solidFill>
            <a:prstDash val="solid"/>
          </a:ln>
        </p:spPr>
      </p:sp>
      <p:sp>
        <p:nvSpPr>
          <p:cNvPr id="373" name="Text 366"/>
          <p:cNvSpPr/>
          <p:nvPr/>
        </p:nvSpPr>
        <p:spPr>
          <a:xfrm>
            <a:off x="9829800" y="5041900"/>
            <a:ext cx="28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374" name="Text 367"/>
          <p:cNvSpPr/>
          <p:nvPr/>
        </p:nvSpPr>
        <p:spPr>
          <a:xfrm>
            <a:off x="10115550" y="5041900"/>
            <a:ext cx="28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375" name="Text 368"/>
          <p:cNvSpPr/>
          <p:nvPr/>
        </p:nvSpPr>
        <p:spPr>
          <a:xfrm>
            <a:off x="10401300" y="5041900"/>
            <a:ext cx="28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376" name="Text 369"/>
          <p:cNvSpPr/>
          <p:nvPr/>
        </p:nvSpPr>
        <p:spPr>
          <a:xfrm>
            <a:off x="10687050" y="5041900"/>
            <a:ext cx="28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377" name="Shape 370"/>
          <p:cNvSpPr/>
          <p:nvPr/>
        </p:nvSpPr>
        <p:spPr>
          <a:xfrm>
            <a:off x="9944100" y="4972050"/>
            <a:ext cx="0" cy="6985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78" name="Shape 371"/>
          <p:cNvSpPr/>
          <p:nvPr/>
        </p:nvSpPr>
        <p:spPr>
          <a:xfrm>
            <a:off x="10223500" y="4972050"/>
            <a:ext cx="0" cy="6985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79" name="Shape 372"/>
          <p:cNvSpPr/>
          <p:nvPr/>
        </p:nvSpPr>
        <p:spPr>
          <a:xfrm>
            <a:off x="10490200" y="4972050"/>
            <a:ext cx="0" cy="6985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80" name="Shape 373"/>
          <p:cNvSpPr/>
          <p:nvPr/>
        </p:nvSpPr>
        <p:spPr>
          <a:xfrm>
            <a:off x="10706100" y="4972050"/>
            <a:ext cx="0" cy="6985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81" name="Shape 374"/>
          <p:cNvSpPr/>
          <p:nvPr/>
        </p:nvSpPr>
        <p:spPr>
          <a:xfrm>
            <a:off x="9753600" y="5308600"/>
            <a:ext cx="1930400" cy="215900"/>
          </a:xfrm>
          <a:prstGeom prst="rect">
            <a:avLst/>
          </a:prstGeom>
          <a:solidFill>
            <a:srgbClr val="42423E"/>
          </a:solidFill>
          <a:ln/>
        </p:spPr>
      </p:sp>
      <p:sp>
        <p:nvSpPr>
          <p:cNvPr id="382" name="Text 375"/>
          <p:cNvSpPr/>
          <p:nvPr/>
        </p:nvSpPr>
        <p:spPr>
          <a:xfrm>
            <a:off x="9753600" y="5308600"/>
            <a:ext cx="1930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vectors into “H” chunks</a:t>
            </a:r>
            <a:endParaRPr lang="en-US" sz="700" dirty="0"/>
          </a:p>
        </p:txBody>
      </p:sp>
      <p:sp>
        <p:nvSpPr>
          <p:cNvPr id="383" name="Shape 376"/>
          <p:cNvSpPr/>
          <p:nvPr/>
        </p:nvSpPr>
        <p:spPr>
          <a:xfrm>
            <a:off x="9867900" y="5270500"/>
            <a:ext cx="0" cy="1498600"/>
          </a:xfrm>
          <a:prstGeom prst="line">
            <a:avLst/>
          </a:prstGeom>
          <a:noFill/>
          <a:ln w="6350">
            <a:solidFill>
              <a:srgbClr val="8A8A8A"/>
            </a:solidFill>
            <a:prstDash val="solid"/>
          </a:ln>
        </p:spPr>
      </p:sp>
      <p:sp>
        <p:nvSpPr>
          <p:cNvPr id="384" name="Shape 377"/>
          <p:cNvSpPr/>
          <p:nvPr/>
        </p:nvSpPr>
        <p:spPr>
          <a:xfrm>
            <a:off x="10147300" y="5270500"/>
            <a:ext cx="0" cy="1498600"/>
          </a:xfrm>
          <a:prstGeom prst="line">
            <a:avLst/>
          </a:prstGeom>
          <a:noFill/>
          <a:ln w="6350">
            <a:solidFill>
              <a:srgbClr val="8A8A8A"/>
            </a:solidFill>
            <a:prstDash val="solid"/>
          </a:ln>
        </p:spPr>
      </p:sp>
      <p:sp>
        <p:nvSpPr>
          <p:cNvPr id="385" name="Shape 378"/>
          <p:cNvSpPr/>
          <p:nvPr/>
        </p:nvSpPr>
        <p:spPr>
          <a:xfrm>
            <a:off x="10426700" y="5270500"/>
            <a:ext cx="0" cy="1498600"/>
          </a:xfrm>
          <a:prstGeom prst="line">
            <a:avLst/>
          </a:prstGeom>
          <a:noFill/>
          <a:ln w="6350">
            <a:solidFill>
              <a:srgbClr val="8A8A8A"/>
            </a:solidFill>
            <a:prstDash val="solid"/>
          </a:ln>
        </p:spPr>
      </p:sp>
      <p:sp>
        <p:nvSpPr>
          <p:cNvPr id="386" name="Shape 379"/>
          <p:cNvSpPr/>
          <p:nvPr/>
        </p:nvSpPr>
        <p:spPr>
          <a:xfrm>
            <a:off x="10706100" y="5270500"/>
            <a:ext cx="0" cy="1498600"/>
          </a:xfrm>
          <a:prstGeom prst="line">
            <a:avLst/>
          </a:prstGeom>
          <a:noFill/>
          <a:ln w="6350">
            <a:solidFill>
              <a:srgbClr val="8A8A8A"/>
            </a:solidFill>
            <a:prstDash val="solid"/>
          </a:ln>
        </p:spPr>
      </p:sp>
      <p:sp>
        <p:nvSpPr>
          <p:cNvPr id="387" name="Shape 380"/>
          <p:cNvSpPr/>
          <p:nvPr/>
        </p:nvSpPr>
        <p:spPr>
          <a:xfrm>
            <a:off x="9550400" y="5588000"/>
            <a:ext cx="2108200" cy="203200"/>
          </a:xfrm>
          <a:prstGeom prst="roundRect">
            <a:avLst>
              <a:gd name="adj" fmla="val 36000"/>
            </a:avLst>
          </a:prstGeom>
          <a:solidFill>
            <a:srgbClr val="F7E2CD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388" name="Shape 381"/>
          <p:cNvSpPr/>
          <p:nvPr/>
        </p:nvSpPr>
        <p:spPr>
          <a:xfrm>
            <a:off x="9886950" y="56261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389" name="Text 382"/>
          <p:cNvSpPr/>
          <p:nvPr/>
        </p:nvSpPr>
        <p:spPr>
          <a:xfrm>
            <a:off x="9886950" y="56261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390" name="Shape 383"/>
          <p:cNvSpPr/>
          <p:nvPr/>
        </p:nvSpPr>
        <p:spPr>
          <a:xfrm>
            <a:off x="9982200" y="56388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391" name="Shape 384"/>
          <p:cNvSpPr/>
          <p:nvPr/>
        </p:nvSpPr>
        <p:spPr>
          <a:xfrm>
            <a:off x="10003790" y="56388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392" name="Shape 385"/>
          <p:cNvSpPr/>
          <p:nvPr/>
        </p:nvSpPr>
        <p:spPr>
          <a:xfrm>
            <a:off x="10025380" y="56388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393" name="Shape 386"/>
          <p:cNvSpPr/>
          <p:nvPr/>
        </p:nvSpPr>
        <p:spPr>
          <a:xfrm>
            <a:off x="10046970" y="56388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394" name="Shape 387"/>
          <p:cNvSpPr/>
          <p:nvPr/>
        </p:nvSpPr>
        <p:spPr>
          <a:xfrm>
            <a:off x="10068560" y="56388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395" name="Shape 388"/>
          <p:cNvSpPr/>
          <p:nvPr/>
        </p:nvSpPr>
        <p:spPr>
          <a:xfrm>
            <a:off x="10166350" y="56261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396" name="Text 389"/>
          <p:cNvSpPr/>
          <p:nvPr/>
        </p:nvSpPr>
        <p:spPr>
          <a:xfrm>
            <a:off x="10166350" y="56261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397" name="Shape 390"/>
          <p:cNvSpPr/>
          <p:nvPr/>
        </p:nvSpPr>
        <p:spPr>
          <a:xfrm>
            <a:off x="10261600" y="56388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398" name="Shape 391"/>
          <p:cNvSpPr/>
          <p:nvPr/>
        </p:nvSpPr>
        <p:spPr>
          <a:xfrm>
            <a:off x="10283190" y="56388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399" name="Shape 392"/>
          <p:cNvSpPr/>
          <p:nvPr/>
        </p:nvSpPr>
        <p:spPr>
          <a:xfrm>
            <a:off x="10304780" y="56388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00" name="Shape 393"/>
          <p:cNvSpPr/>
          <p:nvPr/>
        </p:nvSpPr>
        <p:spPr>
          <a:xfrm>
            <a:off x="10326370" y="56388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01" name="Shape 394"/>
          <p:cNvSpPr/>
          <p:nvPr/>
        </p:nvSpPr>
        <p:spPr>
          <a:xfrm>
            <a:off x="10347960" y="56388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02" name="Shape 395"/>
          <p:cNvSpPr/>
          <p:nvPr/>
        </p:nvSpPr>
        <p:spPr>
          <a:xfrm>
            <a:off x="10445750" y="56261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03" name="Text 396"/>
          <p:cNvSpPr/>
          <p:nvPr/>
        </p:nvSpPr>
        <p:spPr>
          <a:xfrm>
            <a:off x="10445750" y="56261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404" name="Shape 397"/>
          <p:cNvSpPr/>
          <p:nvPr/>
        </p:nvSpPr>
        <p:spPr>
          <a:xfrm>
            <a:off x="10541000" y="56388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05" name="Shape 398"/>
          <p:cNvSpPr/>
          <p:nvPr/>
        </p:nvSpPr>
        <p:spPr>
          <a:xfrm>
            <a:off x="10562590" y="56388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06" name="Shape 399"/>
          <p:cNvSpPr/>
          <p:nvPr/>
        </p:nvSpPr>
        <p:spPr>
          <a:xfrm>
            <a:off x="10584180" y="56388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07" name="Shape 400"/>
          <p:cNvSpPr/>
          <p:nvPr/>
        </p:nvSpPr>
        <p:spPr>
          <a:xfrm>
            <a:off x="10605770" y="56388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08" name="Shape 401"/>
          <p:cNvSpPr/>
          <p:nvPr/>
        </p:nvSpPr>
        <p:spPr>
          <a:xfrm>
            <a:off x="10627360" y="56388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09" name="Shape 402"/>
          <p:cNvSpPr/>
          <p:nvPr/>
        </p:nvSpPr>
        <p:spPr>
          <a:xfrm>
            <a:off x="10725150" y="56261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10" name="Text 403"/>
          <p:cNvSpPr/>
          <p:nvPr/>
        </p:nvSpPr>
        <p:spPr>
          <a:xfrm>
            <a:off x="10725150" y="56261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411" name="Shape 404"/>
          <p:cNvSpPr/>
          <p:nvPr/>
        </p:nvSpPr>
        <p:spPr>
          <a:xfrm>
            <a:off x="10820400" y="56388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12" name="Shape 405"/>
          <p:cNvSpPr/>
          <p:nvPr/>
        </p:nvSpPr>
        <p:spPr>
          <a:xfrm>
            <a:off x="10841990" y="56388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13" name="Shape 406"/>
          <p:cNvSpPr/>
          <p:nvPr/>
        </p:nvSpPr>
        <p:spPr>
          <a:xfrm>
            <a:off x="10863580" y="56388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14" name="Shape 407"/>
          <p:cNvSpPr/>
          <p:nvPr/>
        </p:nvSpPr>
        <p:spPr>
          <a:xfrm>
            <a:off x="10885170" y="56388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15" name="Shape 408"/>
          <p:cNvSpPr/>
          <p:nvPr/>
        </p:nvSpPr>
        <p:spPr>
          <a:xfrm>
            <a:off x="10906760" y="56388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16" name="Text 409"/>
          <p:cNvSpPr/>
          <p:nvPr/>
        </p:nvSpPr>
        <p:spPr>
          <a:xfrm>
            <a:off x="10972800" y="55880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Head 5</a:t>
            </a:r>
            <a:endParaRPr lang="en-US" sz="700" dirty="0"/>
          </a:p>
        </p:txBody>
      </p:sp>
      <p:sp>
        <p:nvSpPr>
          <p:cNvPr id="417" name="Shape 410"/>
          <p:cNvSpPr/>
          <p:nvPr/>
        </p:nvSpPr>
        <p:spPr>
          <a:xfrm>
            <a:off x="9550400" y="5829300"/>
            <a:ext cx="2108200" cy="203200"/>
          </a:xfrm>
          <a:prstGeom prst="roundRect">
            <a:avLst>
              <a:gd name="adj" fmla="val 36000"/>
            </a:avLst>
          </a:prstGeom>
          <a:solidFill>
            <a:srgbClr val="D4FFE5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18" name="Shape 411"/>
          <p:cNvSpPr/>
          <p:nvPr/>
        </p:nvSpPr>
        <p:spPr>
          <a:xfrm>
            <a:off x="9886950" y="58674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19" name="Text 412"/>
          <p:cNvSpPr/>
          <p:nvPr/>
        </p:nvSpPr>
        <p:spPr>
          <a:xfrm>
            <a:off x="9886950" y="58674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420" name="Shape 413"/>
          <p:cNvSpPr/>
          <p:nvPr/>
        </p:nvSpPr>
        <p:spPr>
          <a:xfrm>
            <a:off x="9982200" y="58801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21" name="Shape 414"/>
          <p:cNvSpPr/>
          <p:nvPr/>
        </p:nvSpPr>
        <p:spPr>
          <a:xfrm>
            <a:off x="10003790" y="58801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22" name="Shape 415"/>
          <p:cNvSpPr/>
          <p:nvPr/>
        </p:nvSpPr>
        <p:spPr>
          <a:xfrm>
            <a:off x="10025380" y="58801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23" name="Shape 416"/>
          <p:cNvSpPr/>
          <p:nvPr/>
        </p:nvSpPr>
        <p:spPr>
          <a:xfrm>
            <a:off x="10046970" y="58801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24" name="Shape 417"/>
          <p:cNvSpPr/>
          <p:nvPr/>
        </p:nvSpPr>
        <p:spPr>
          <a:xfrm>
            <a:off x="10068560" y="58801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25" name="Shape 418"/>
          <p:cNvSpPr/>
          <p:nvPr/>
        </p:nvSpPr>
        <p:spPr>
          <a:xfrm>
            <a:off x="10166350" y="58674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26" name="Text 419"/>
          <p:cNvSpPr/>
          <p:nvPr/>
        </p:nvSpPr>
        <p:spPr>
          <a:xfrm>
            <a:off x="10166350" y="58674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427" name="Shape 420"/>
          <p:cNvSpPr/>
          <p:nvPr/>
        </p:nvSpPr>
        <p:spPr>
          <a:xfrm>
            <a:off x="10261600" y="58801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28" name="Shape 421"/>
          <p:cNvSpPr/>
          <p:nvPr/>
        </p:nvSpPr>
        <p:spPr>
          <a:xfrm>
            <a:off x="10283190" y="58801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29" name="Shape 422"/>
          <p:cNvSpPr/>
          <p:nvPr/>
        </p:nvSpPr>
        <p:spPr>
          <a:xfrm>
            <a:off x="10304780" y="58801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30" name="Shape 423"/>
          <p:cNvSpPr/>
          <p:nvPr/>
        </p:nvSpPr>
        <p:spPr>
          <a:xfrm>
            <a:off x="10326370" y="58801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31" name="Shape 424"/>
          <p:cNvSpPr/>
          <p:nvPr/>
        </p:nvSpPr>
        <p:spPr>
          <a:xfrm>
            <a:off x="10347960" y="58801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32" name="Shape 425"/>
          <p:cNvSpPr/>
          <p:nvPr/>
        </p:nvSpPr>
        <p:spPr>
          <a:xfrm>
            <a:off x="10445750" y="58674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33" name="Text 426"/>
          <p:cNvSpPr/>
          <p:nvPr/>
        </p:nvSpPr>
        <p:spPr>
          <a:xfrm>
            <a:off x="10445750" y="58674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434" name="Shape 427"/>
          <p:cNvSpPr/>
          <p:nvPr/>
        </p:nvSpPr>
        <p:spPr>
          <a:xfrm>
            <a:off x="10541000" y="58801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35" name="Shape 428"/>
          <p:cNvSpPr/>
          <p:nvPr/>
        </p:nvSpPr>
        <p:spPr>
          <a:xfrm>
            <a:off x="10562590" y="58801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36" name="Shape 429"/>
          <p:cNvSpPr/>
          <p:nvPr/>
        </p:nvSpPr>
        <p:spPr>
          <a:xfrm>
            <a:off x="10584180" y="58801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37" name="Shape 430"/>
          <p:cNvSpPr/>
          <p:nvPr/>
        </p:nvSpPr>
        <p:spPr>
          <a:xfrm>
            <a:off x="10605770" y="58801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38" name="Shape 431"/>
          <p:cNvSpPr/>
          <p:nvPr/>
        </p:nvSpPr>
        <p:spPr>
          <a:xfrm>
            <a:off x="10627360" y="58801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39" name="Shape 432"/>
          <p:cNvSpPr/>
          <p:nvPr/>
        </p:nvSpPr>
        <p:spPr>
          <a:xfrm>
            <a:off x="10725150" y="58674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40" name="Text 433"/>
          <p:cNvSpPr/>
          <p:nvPr/>
        </p:nvSpPr>
        <p:spPr>
          <a:xfrm>
            <a:off x="10725150" y="58674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441" name="Shape 434"/>
          <p:cNvSpPr/>
          <p:nvPr/>
        </p:nvSpPr>
        <p:spPr>
          <a:xfrm>
            <a:off x="10820400" y="58801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42" name="Shape 435"/>
          <p:cNvSpPr/>
          <p:nvPr/>
        </p:nvSpPr>
        <p:spPr>
          <a:xfrm>
            <a:off x="10841990" y="58801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43" name="Shape 436"/>
          <p:cNvSpPr/>
          <p:nvPr/>
        </p:nvSpPr>
        <p:spPr>
          <a:xfrm>
            <a:off x="10863580" y="58801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44" name="Shape 437"/>
          <p:cNvSpPr/>
          <p:nvPr/>
        </p:nvSpPr>
        <p:spPr>
          <a:xfrm>
            <a:off x="10885170" y="58801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45" name="Shape 438"/>
          <p:cNvSpPr/>
          <p:nvPr/>
        </p:nvSpPr>
        <p:spPr>
          <a:xfrm>
            <a:off x="10906760" y="58801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46" name="Text 439"/>
          <p:cNvSpPr/>
          <p:nvPr/>
        </p:nvSpPr>
        <p:spPr>
          <a:xfrm>
            <a:off x="10972800" y="58293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Head 4</a:t>
            </a:r>
            <a:endParaRPr lang="en-US" sz="700" dirty="0"/>
          </a:p>
        </p:txBody>
      </p:sp>
      <p:sp>
        <p:nvSpPr>
          <p:cNvPr id="447" name="Shape 440"/>
          <p:cNvSpPr/>
          <p:nvPr/>
        </p:nvSpPr>
        <p:spPr>
          <a:xfrm>
            <a:off x="9550400" y="6070600"/>
            <a:ext cx="2108200" cy="203200"/>
          </a:xfrm>
          <a:prstGeom prst="roundRect">
            <a:avLst>
              <a:gd name="adj" fmla="val 36000"/>
            </a:avLst>
          </a:prstGeom>
          <a:solidFill>
            <a:srgbClr val="F8FF9A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48" name="Shape 441"/>
          <p:cNvSpPr/>
          <p:nvPr/>
        </p:nvSpPr>
        <p:spPr>
          <a:xfrm>
            <a:off x="9886950" y="61087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49" name="Text 442"/>
          <p:cNvSpPr/>
          <p:nvPr/>
        </p:nvSpPr>
        <p:spPr>
          <a:xfrm>
            <a:off x="9886950" y="61087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450" name="Shape 443"/>
          <p:cNvSpPr/>
          <p:nvPr/>
        </p:nvSpPr>
        <p:spPr>
          <a:xfrm>
            <a:off x="9982200" y="61214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51" name="Shape 444"/>
          <p:cNvSpPr/>
          <p:nvPr/>
        </p:nvSpPr>
        <p:spPr>
          <a:xfrm>
            <a:off x="10003790" y="61214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52" name="Shape 445"/>
          <p:cNvSpPr/>
          <p:nvPr/>
        </p:nvSpPr>
        <p:spPr>
          <a:xfrm>
            <a:off x="10025380" y="61214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53" name="Shape 446"/>
          <p:cNvSpPr/>
          <p:nvPr/>
        </p:nvSpPr>
        <p:spPr>
          <a:xfrm>
            <a:off x="10046970" y="61214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54" name="Shape 447"/>
          <p:cNvSpPr/>
          <p:nvPr/>
        </p:nvSpPr>
        <p:spPr>
          <a:xfrm>
            <a:off x="10068560" y="61214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55" name="Shape 448"/>
          <p:cNvSpPr/>
          <p:nvPr/>
        </p:nvSpPr>
        <p:spPr>
          <a:xfrm>
            <a:off x="10166350" y="61087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56" name="Text 449"/>
          <p:cNvSpPr/>
          <p:nvPr/>
        </p:nvSpPr>
        <p:spPr>
          <a:xfrm>
            <a:off x="10166350" y="61087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457" name="Shape 450"/>
          <p:cNvSpPr/>
          <p:nvPr/>
        </p:nvSpPr>
        <p:spPr>
          <a:xfrm>
            <a:off x="10261600" y="61214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58" name="Shape 451"/>
          <p:cNvSpPr/>
          <p:nvPr/>
        </p:nvSpPr>
        <p:spPr>
          <a:xfrm>
            <a:off x="10283190" y="61214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59" name="Shape 452"/>
          <p:cNvSpPr/>
          <p:nvPr/>
        </p:nvSpPr>
        <p:spPr>
          <a:xfrm>
            <a:off x="10304780" y="61214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60" name="Shape 453"/>
          <p:cNvSpPr/>
          <p:nvPr/>
        </p:nvSpPr>
        <p:spPr>
          <a:xfrm>
            <a:off x="10326370" y="61214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61" name="Shape 454"/>
          <p:cNvSpPr/>
          <p:nvPr/>
        </p:nvSpPr>
        <p:spPr>
          <a:xfrm>
            <a:off x="10347960" y="61214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62" name="Shape 455"/>
          <p:cNvSpPr/>
          <p:nvPr/>
        </p:nvSpPr>
        <p:spPr>
          <a:xfrm>
            <a:off x="10445750" y="61087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63" name="Text 456"/>
          <p:cNvSpPr/>
          <p:nvPr/>
        </p:nvSpPr>
        <p:spPr>
          <a:xfrm>
            <a:off x="10445750" y="61087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464" name="Shape 457"/>
          <p:cNvSpPr/>
          <p:nvPr/>
        </p:nvSpPr>
        <p:spPr>
          <a:xfrm>
            <a:off x="10541000" y="61214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65" name="Shape 458"/>
          <p:cNvSpPr/>
          <p:nvPr/>
        </p:nvSpPr>
        <p:spPr>
          <a:xfrm>
            <a:off x="10562590" y="61214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66" name="Shape 459"/>
          <p:cNvSpPr/>
          <p:nvPr/>
        </p:nvSpPr>
        <p:spPr>
          <a:xfrm>
            <a:off x="10584180" y="61214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67" name="Shape 460"/>
          <p:cNvSpPr/>
          <p:nvPr/>
        </p:nvSpPr>
        <p:spPr>
          <a:xfrm>
            <a:off x="10605770" y="61214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68" name="Shape 461"/>
          <p:cNvSpPr/>
          <p:nvPr/>
        </p:nvSpPr>
        <p:spPr>
          <a:xfrm>
            <a:off x="10627360" y="61214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69" name="Shape 462"/>
          <p:cNvSpPr/>
          <p:nvPr/>
        </p:nvSpPr>
        <p:spPr>
          <a:xfrm>
            <a:off x="10725150" y="61087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70" name="Text 463"/>
          <p:cNvSpPr/>
          <p:nvPr/>
        </p:nvSpPr>
        <p:spPr>
          <a:xfrm>
            <a:off x="10725150" y="61087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471" name="Shape 464"/>
          <p:cNvSpPr/>
          <p:nvPr/>
        </p:nvSpPr>
        <p:spPr>
          <a:xfrm>
            <a:off x="10820400" y="61214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72" name="Shape 465"/>
          <p:cNvSpPr/>
          <p:nvPr/>
        </p:nvSpPr>
        <p:spPr>
          <a:xfrm>
            <a:off x="10841990" y="61214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73" name="Shape 466"/>
          <p:cNvSpPr/>
          <p:nvPr/>
        </p:nvSpPr>
        <p:spPr>
          <a:xfrm>
            <a:off x="10863580" y="61214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74" name="Shape 467"/>
          <p:cNvSpPr/>
          <p:nvPr/>
        </p:nvSpPr>
        <p:spPr>
          <a:xfrm>
            <a:off x="10885170" y="61214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75" name="Shape 468"/>
          <p:cNvSpPr/>
          <p:nvPr/>
        </p:nvSpPr>
        <p:spPr>
          <a:xfrm>
            <a:off x="10906760" y="61214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76" name="Text 469"/>
          <p:cNvSpPr/>
          <p:nvPr/>
        </p:nvSpPr>
        <p:spPr>
          <a:xfrm>
            <a:off x="10972800" y="60706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Head 3</a:t>
            </a:r>
            <a:endParaRPr lang="en-US" sz="700" dirty="0"/>
          </a:p>
        </p:txBody>
      </p:sp>
      <p:sp>
        <p:nvSpPr>
          <p:cNvPr id="477" name="Shape 470"/>
          <p:cNvSpPr/>
          <p:nvPr/>
        </p:nvSpPr>
        <p:spPr>
          <a:xfrm>
            <a:off x="9550400" y="6311900"/>
            <a:ext cx="2108200" cy="203200"/>
          </a:xfrm>
          <a:prstGeom prst="roundRect">
            <a:avLst>
              <a:gd name="adj" fmla="val 36000"/>
            </a:avLst>
          </a:prstGeom>
          <a:solidFill>
            <a:srgbClr val="C5C1F4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78" name="Shape 471"/>
          <p:cNvSpPr/>
          <p:nvPr/>
        </p:nvSpPr>
        <p:spPr>
          <a:xfrm>
            <a:off x="9886950" y="63500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79" name="Text 472"/>
          <p:cNvSpPr/>
          <p:nvPr/>
        </p:nvSpPr>
        <p:spPr>
          <a:xfrm>
            <a:off x="9886950" y="63500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480" name="Shape 473"/>
          <p:cNvSpPr/>
          <p:nvPr/>
        </p:nvSpPr>
        <p:spPr>
          <a:xfrm>
            <a:off x="9982200" y="63627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81" name="Shape 474"/>
          <p:cNvSpPr/>
          <p:nvPr/>
        </p:nvSpPr>
        <p:spPr>
          <a:xfrm>
            <a:off x="10003790" y="63627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82" name="Shape 475"/>
          <p:cNvSpPr/>
          <p:nvPr/>
        </p:nvSpPr>
        <p:spPr>
          <a:xfrm>
            <a:off x="10025380" y="63627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83" name="Shape 476"/>
          <p:cNvSpPr/>
          <p:nvPr/>
        </p:nvSpPr>
        <p:spPr>
          <a:xfrm>
            <a:off x="10046970" y="63627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84" name="Shape 477"/>
          <p:cNvSpPr/>
          <p:nvPr/>
        </p:nvSpPr>
        <p:spPr>
          <a:xfrm>
            <a:off x="10068560" y="63627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85" name="Shape 478"/>
          <p:cNvSpPr/>
          <p:nvPr/>
        </p:nvSpPr>
        <p:spPr>
          <a:xfrm>
            <a:off x="10166350" y="63500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86" name="Text 479"/>
          <p:cNvSpPr/>
          <p:nvPr/>
        </p:nvSpPr>
        <p:spPr>
          <a:xfrm>
            <a:off x="10166350" y="63500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487" name="Shape 480"/>
          <p:cNvSpPr/>
          <p:nvPr/>
        </p:nvSpPr>
        <p:spPr>
          <a:xfrm>
            <a:off x="10261600" y="63627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88" name="Shape 481"/>
          <p:cNvSpPr/>
          <p:nvPr/>
        </p:nvSpPr>
        <p:spPr>
          <a:xfrm>
            <a:off x="10283190" y="63627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89" name="Shape 482"/>
          <p:cNvSpPr/>
          <p:nvPr/>
        </p:nvSpPr>
        <p:spPr>
          <a:xfrm>
            <a:off x="10304780" y="63627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90" name="Shape 483"/>
          <p:cNvSpPr/>
          <p:nvPr/>
        </p:nvSpPr>
        <p:spPr>
          <a:xfrm>
            <a:off x="10326370" y="63627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91" name="Shape 484"/>
          <p:cNvSpPr/>
          <p:nvPr/>
        </p:nvSpPr>
        <p:spPr>
          <a:xfrm>
            <a:off x="10347960" y="63627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92" name="Shape 485"/>
          <p:cNvSpPr/>
          <p:nvPr/>
        </p:nvSpPr>
        <p:spPr>
          <a:xfrm>
            <a:off x="10445750" y="63500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493" name="Text 486"/>
          <p:cNvSpPr/>
          <p:nvPr/>
        </p:nvSpPr>
        <p:spPr>
          <a:xfrm>
            <a:off x="10445750" y="63500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494" name="Shape 487"/>
          <p:cNvSpPr/>
          <p:nvPr/>
        </p:nvSpPr>
        <p:spPr>
          <a:xfrm>
            <a:off x="10541000" y="63627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495" name="Shape 488"/>
          <p:cNvSpPr/>
          <p:nvPr/>
        </p:nvSpPr>
        <p:spPr>
          <a:xfrm>
            <a:off x="10562590" y="63627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496" name="Shape 489"/>
          <p:cNvSpPr/>
          <p:nvPr/>
        </p:nvSpPr>
        <p:spPr>
          <a:xfrm>
            <a:off x="10584180" y="63627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497" name="Shape 490"/>
          <p:cNvSpPr/>
          <p:nvPr/>
        </p:nvSpPr>
        <p:spPr>
          <a:xfrm>
            <a:off x="10605770" y="63627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498" name="Shape 491"/>
          <p:cNvSpPr/>
          <p:nvPr/>
        </p:nvSpPr>
        <p:spPr>
          <a:xfrm>
            <a:off x="10627360" y="63627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499" name="Shape 492"/>
          <p:cNvSpPr/>
          <p:nvPr/>
        </p:nvSpPr>
        <p:spPr>
          <a:xfrm>
            <a:off x="10725150" y="63500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00" name="Text 493"/>
          <p:cNvSpPr/>
          <p:nvPr/>
        </p:nvSpPr>
        <p:spPr>
          <a:xfrm>
            <a:off x="10725150" y="63500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501" name="Shape 494"/>
          <p:cNvSpPr/>
          <p:nvPr/>
        </p:nvSpPr>
        <p:spPr>
          <a:xfrm>
            <a:off x="10820400" y="63627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502" name="Shape 495"/>
          <p:cNvSpPr/>
          <p:nvPr/>
        </p:nvSpPr>
        <p:spPr>
          <a:xfrm>
            <a:off x="10841990" y="63627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503" name="Shape 496"/>
          <p:cNvSpPr/>
          <p:nvPr/>
        </p:nvSpPr>
        <p:spPr>
          <a:xfrm>
            <a:off x="10863580" y="63627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504" name="Shape 497"/>
          <p:cNvSpPr/>
          <p:nvPr/>
        </p:nvSpPr>
        <p:spPr>
          <a:xfrm>
            <a:off x="10885170" y="63627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505" name="Shape 498"/>
          <p:cNvSpPr/>
          <p:nvPr/>
        </p:nvSpPr>
        <p:spPr>
          <a:xfrm>
            <a:off x="10906760" y="63627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506" name="Text 499"/>
          <p:cNvSpPr/>
          <p:nvPr/>
        </p:nvSpPr>
        <p:spPr>
          <a:xfrm>
            <a:off x="10972800" y="63119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Head 2</a:t>
            </a:r>
            <a:endParaRPr lang="en-US" sz="700" dirty="0"/>
          </a:p>
        </p:txBody>
      </p:sp>
      <p:sp>
        <p:nvSpPr>
          <p:cNvPr id="507" name="Shape 500"/>
          <p:cNvSpPr/>
          <p:nvPr/>
        </p:nvSpPr>
        <p:spPr>
          <a:xfrm>
            <a:off x="9550400" y="6553200"/>
            <a:ext cx="2108200" cy="203200"/>
          </a:xfrm>
          <a:prstGeom prst="roundRect">
            <a:avLst>
              <a:gd name="adj" fmla="val 36000"/>
            </a:avLst>
          </a:prstGeom>
          <a:solidFill>
            <a:srgbClr val="EF8C96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08" name="Shape 501"/>
          <p:cNvSpPr/>
          <p:nvPr/>
        </p:nvSpPr>
        <p:spPr>
          <a:xfrm>
            <a:off x="9886950" y="65913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09" name="Text 502"/>
          <p:cNvSpPr/>
          <p:nvPr/>
        </p:nvSpPr>
        <p:spPr>
          <a:xfrm>
            <a:off x="9886950" y="65913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510" name="Shape 503"/>
          <p:cNvSpPr/>
          <p:nvPr/>
        </p:nvSpPr>
        <p:spPr>
          <a:xfrm>
            <a:off x="9982200" y="66040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511" name="Shape 504"/>
          <p:cNvSpPr/>
          <p:nvPr/>
        </p:nvSpPr>
        <p:spPr>
          <a:xfrm>
            <a:off x="10003790" y="66040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512" name="Shape 505"/>
          <p:cNvSpPr/>
          <p:nvPr/>
        </p:nvSpPr>
        <p:spPr>
          <a:xfrm>
            <a:off x="10025380" y="66040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513" name="Shape 506"/>
          <p:cNvSpPr/>
          <p:nvPr/>
        </p:nvSpPr>
        <p:spPr>
          <a:xfrm>
            <a:off x="10046970" y="66040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514" name="Shape 507"/>
          <p:cNvSpPr/>
          <p:nvPr/>
        </p:nvSpPr>
        <p:spPr>
          <a:xfrm>
            <a:off x="10068560" y="66040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515" name="Shape 508"/>
          <p:cNvSpPr/>
          <p:nvPr/>
        </p:nvSpPr>
        <p:spPr>
          <a:xfrm>
            <a:off x="10166350" y="65913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16" name="Text 509"/>
          <p:cNvSpPr/>
          <p:nvPr/>
        </p:nvSpPr>
        <p:spPr>
          <a:xfrm>
            <a:off x="10166350" y="65913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517" name="Shape 510"/>
          <p:cNvSpPr/>
          <p:nvPr/>
        </p:nvSpPr>
        <p:spPr>
          <a:xfrm>
            <a:off x="10261600" y="66040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518" name="Shape 511"/>
          <p:cNvSpPr/>
          <p:nvPr/>
        </p:nvSpPr>
        <p:spPr>
          <a:xfrm>
            <a:off x="10283190" y="66040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519" name="Shape 512"/>
          <p:cNvSpPr/>
          <p:nvPr/>
        </p:nvSpPr>
        <p:spPr>
          <a:xfrm>
            <a:off x="10304780" y="66040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520" name="Shape 513"/>
          <p:cNvSpPr/>
          <p:nvPr/>
        </p:nvSpPr>
        <p:spPr>
          <a:xfrm>
            <a:off x="10326370" y="66040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521" name="Shape 514"/>
          <p:cNvSpPr/>
          <p:nvPr/>
        </p:nvSpPr>
        <p:spPr>
          <a:xfrm>
            <a:off x="10347960" y="66040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522" name="Shape 515"/>
          <p:cNvSpPr/>
          <p:nvPr/>
        </p:nvSpPr>
        <p:spPr>
          <a:xfrm>
            <a:off x="10445750" y="65913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23" name="Text 516"/>
          <p:cNvSpPr/>
          <p:nvPr/>
        </p:nvSpPr>
        <p:spPr>
          <a:xfrm>
            <a:off x="10445750" y="65913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524" name="Shape 517"/>
          <p:cNvSpPr/>
          <p:nvPr/>
        </p:nvSpPr>
        <p:spPr>
          <a:xfrm>
            <a:off x="10541000" y="66040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525" name="Shape 518"/>
          <p:cNvSpPr/>
          <p:nvPr/>
        </p:nvSpPr>
        <p:spPr>
          <a:xfrm>
            <a:off x="10562590" y="66040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526" name="Shape 519"/>
          <p:cNvSpPr/>
          <p:nvPr/>
        </p:nvSpPr>
        <p:spPr>
          <a:xfrm>
            <a:off x="10584180" y="66040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527" name="Shape 520"/>
          <p:cNvSpPr/>
          <p:nvPr/>
        </p:nvSpPr>
        <p:spPr>
          <a:xfrm>
            <a:off x="10605770" y="66040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528" name="Shape 521"/>
          <p:cNvSpPr/>
          <p:nvPr/>
        </p:nvSpPr>
        <p:spPr>
          <a:xfrm>
            <a:off x="10627360" y="66040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529" name="Shape 522"/>
          <p:cNvSpPr/>
          <p:nvPr/>
        </p:nvSpPr>
        <p:spPr>
          <a:xfrm>
            <a:off x="10725150" y="6591300"/>
            <a:ext cx="203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</p:spPr>
      </p:sp>
      <p:sp>
        <p:nvSpPr>
          <p:cNvPr id="530" name="Text 523"/>
          <p:cNvSpPr/>
          <p:nvPr/>
        </p:nvSpPr>
        <p:spPr>
          <a:xfrm>
            <a:off x="10725150" y="65913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5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531" name="Shape 524"/>
          <p:cNvSpPr/>
          <p:nvPr/>
        </p:nvSpPr>
        <p:spPr>
          <a:xfrm>
            <a:off x="10820400" y="6604000"/>
            <a:ext cx="19050" cy="101600"/>
          </a:xfrm>
          <a:prstGeom prst="rect">
            <a:avLst/>
          </a:prstGeom>
          <a:solidFill>
            <a:srgbClr val="E07070"/>
          </a:solidFill>
          <a:ln/>
        </p:spPr>
      </p:sp>
      <p:sp>
        <p:nvSpPr>
          <p:cNvPr id="532" name="Shape 525"/>
          <p:cNvSpPr/>
          <p:nvPr/>
        </p:nvSpPr>
        <p:spPr>
          <a:xfrm>
            <a:off x="10841990" y="6604000"/>
            <a:ext cx="19050" cy="10160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533" name="Shape 526"/>
          <p:cNvSpPr/>
          <p:nvPr/>
        </p:nvSpPr>
        <p:spPr>
          <a:xfrm>
            <a:off x="10863580" y="6604000"/>
            <a:ext cx="19050" cy="101600"/>
          </a:xfrm>
          <a:prstGeom prst="rect">
            <a:avLst/>
          </a:prstGeom>
          <a:solidFill>
            <a:srgbClr val="E6E65C"/>
          </a:solidFill>
          <a:ln/>
        </p:spPr>
      </p:sp>
      <p:sp>
        <p:nvSpPr>
          <p:cNvPr id="534" name="Shape 527"/>
          <p:cNvSpPr/>
          <p:nvPr/>
        </p:nvSpPr>
        <p:spPr>
          <a:xfrm>
            <a:off x="10885170" y="6604000"/>
            <a:ext cx="19050" cy="101600"/>
          </a:xfrm>
          <a:prstGeom prst="rect">
            <a:avLst/>
          </a:prstGeom>
          <a:solidFill>
            <a:srgbClr val="7CC47C"/>
          </a:solidFill>
          <a:ln/>
        </p:spPr>
      </p:sp>
      <p:sp>
        <p:nvSpPr>
          <p:cNvPr id="535" name="Shape 528"/>
          <p:cNvSpPr/>
          <p:nvPr/>
        </p:nvSpPr>
        <p:spPr>
          <a:xfrm>
            <a:off x="10906760" y="6604000"/>
            <a:ext cx="19050" cy="101600"/>
          </a:xfrm>
          <a:prstGeom prst="rect">
            <a:avLst/>
          </a:prstGeom>
          <a:solidFill>
            <a:srgbClr val="F0A0B0"/>
          </a:solidFill>
          <a:ln/>
        </p:spPr>
      </p:sp>
      <p:sp>
        <p:nvSpPr>
          <p:cNvPr id="536" name="Text 529"/>
          <p:cNvSpPr/>
          <p:nvPr/>
        </p:nvSpPr>
        <p:spPr>
          <a:xfrm>
            <a:off x="10972800" y="65532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Head 1</a:t>
            </a:r>
            <a:endParaRPr lang="en-US" sz="700" dirty="0"/>
          </a:p>
        </p:txBody>
      </p:sp>
      <p:sp>
        <p:nvSpPr>
          <p:cNvPr id="537" name="Text 530"/>
          <p:cNvSpPr/>
          <p:nvPr/>
        </p:nvSpPr>
        <p:spPr>
          <a:xfrm>
            <a:off x="6350000" y="571500"/>
            <a:ext cx="508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of Word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538" name="Text 531"/>
          <p:cNvSpPr/>
          <p:nvPr/>
        </p:nvSpPr>
        <p:spPr>
          <a:xfrm>
            <a:off x="5969000" y="939800"/>
            <a:ext cx="508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i="1" dirty="0">
                <a:solidFill>
                  <a:srgbClr val="1F1F8C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“Narrow”</a:t>
            </a:r>
            <a:pPr algn="r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Architecture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2026-10-11T17:12:11Z</dcterms:created>
  <dcterms:modified xsi:type="dcterms:W3CDTF">2026-10-11T17:12:11Z</dcterms:modified>
</cp:coreProperties>
</file>