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82900" y="19558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14" name="Shape 12"/>
          <p:cNvSpPr/>
          <p:nvPr/>
        </p:nvSpPr>
        <p:spPr>
          <a:xfrm>
            <a:off x="2311400" y="21590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15" name="Shape 13"/>
          <p:cNvSpPr/>
          <p:nvPr/>
        </p:nvSpPr>
        <p:spPr>
          <a:xfrm>
            <a:off x="1841500" y="24638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1900" y="27178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22300" y="29972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35560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130300" y="36322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0300" y="36322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1498600" y="37719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36700" y="36512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700" y="36512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1892300" y="36766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2950" y="36766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3600" y="36766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59000" y="35179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273300" y="37719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30300" y="39878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0300" y="3987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498600" y="4127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536700" y="4006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36700" y="4006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1892300" y="4032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2950" y="4032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33600" y="4032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59000" y="3873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273300" y="4127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130300" y="43434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0300" y="4343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498600" y="4483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536700" y="4362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36700" y="4362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1892300" y="4387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2950" y="4387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33600" y="4387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59000" y="4229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273300" y="4483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130300" y="46990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0300" y="4699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498600" y="4838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536700" y="4718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36700" y="4718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1892300" y="4743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2950" y="4743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33600" y="4743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59000" y="4584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273300" y="4838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387600" y="33401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87600" y="33655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755900" y="50800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89200" y="4775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27300" y="4813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64" name="Shape 62"/>
          <p:cNvSpPr/>
          <p:nvPr/>
        </p:nvSpPr>
        <p:spPr>
          <a:xfrm>
            <a:off x="2755900" y="50800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90800" y="4419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28900" y="4457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67" name="Shape 65"/>
          <p:cNvSpPr/>
          <p:nvPr/>
        </p:nvSpPr>
        <p:spPr>
          <a:xfrm>
            <a:off x="2755900" y="50800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17800" y="4064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55900" y="4102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70" name="Shape 68"/>
          <p:cNvSpPr/>
          <p:nvPr/>
        </p:nvSpPr>
        <p:spPr>
          <a:xfrm>
            <a:off x="2755900" y="50800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70200" y="37084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08300" y="37465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73" name="Shape 71"/>
          <p:cNvSpPr/>
          <p:nvPr/>
        </p:nvSpPr>
        <p:spPr>
          <a:xfrm>
            <a:off x="2755900" y="51435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74" name="Shape 72"/>
          <p:cNvSpPr/>
          <p:nvPr/>
        </p:nvSpPr>
        <p:spPr>
          <a:xfrm>
            <a:off x="3162300" y="37719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162300" y="4127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3162300" y="4483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3162300" y="4838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3149600" y="33528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441700" y="33401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80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0" y="3556000"/>
            <a:ext cx="236217" cy="1126239"/>
          </a:xfrm>
          <a:prstGeom prst="rect">
            <a:avLst/>
          </a:prstGeom>
        </p:spPr>
      </p:pic>
      <p:pic>
        <p:nvPicPr>
          <p:cNvPr id="81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3251200"/>
            <a:ext cx="205740" cy="289563"/>
          </a:xfrm>
          <a:prstGeom prst="rect">
            <a:avLst/>
          </a:prstGeom>
        </p:spPr>
      </p:pic>
      <p:sp>
        <p:nvSpPr>
          <p:cNvPr id="82" name="Shape 78"/>
          <p:cNvSpPr/>
          <p:nvPr/>
        </p:nvSpPr>
        <p:spPr>
          <a:xfrm>
            <a:off x="4127500" y="33401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83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0" y="3987800"/>
            <a:ext cx="111255" cy="524253"/>
          </a:xfrm>
          <a:prstGeom prst="rect">
            <a:avLst/>
          </a:prstGeom>
        </p:spPr>
      </p:pic>
      <p:sp>
        <p:nvSpPr>
          <p:cNvPr id="84" name="Shape 79"/>
          <p:cNvSpPr/>
          <p:nvPr/>
        </p:nvSpPr>
        <p:spPr>
          <a:xfrm>
            <a:off x="4711700" y="30353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85" name="Shape 80"/>
          <p:cNvSpPr/>
          <p:nvPr/>
        </p:nvSpPr>
        <p:spPr>
          <a:xfrm>
            <a:off x="4406900" y="32766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4406900" y="32766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87" name="Shape 82"/>
          <p:cNvSpPr/>
          <p:nvPr/>
        </p:nvSpPr>
        <p:spPr>
          <a:xfrm>
            <a:off x="5397500" y="36766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5397500" y="36766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89" name="Shape 84"/>
          <p:cNvSpPr/>
          <p:nvPr/>
        </p:nvSpPr>
        <p:spPr>
          <a:xfrm>
            <a:off x="5219700" y="35306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90" name="Text 85"/>
          <p:cNvSpPr/>
          <p:nvPr/>
        </p:nvSpPr>
        <p:spPr>
          <a:xfrm>
            <a:off x="5651500" y="36576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91" name="Shape 86"/>
          <p:cNvSpPr/>
          <p:nvPr/>
        </p:nvSpPr>
        <p:spPr>
          <a:xfrm>
            <a:off x="5854700" y="36830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5969000" y="36830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6083300" y="36830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197600" y="36830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6388100" y="36322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6388100" y="3632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97" name="Shape 92"/>
          <p:cNvSpPr/>
          <p:nvPr/>
        </p:nvSpPr>
        <p:spPr>
          <a:xfrm>
            <a:off x="5397500" y="4032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5397500" y="4032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99" name="Shape 94"/>
          <p:cNvSpPr/>
          <p:nvPr/>
        </p:nvSpPr>
        <p:spPr>
          <a:xfrm>
            <a:off x="5219700" y="35814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00" name="Text 95"/>
          <p:cNvSpPr/>
          <p:nvPr/>
        </p:nvSpPr>
        <p:spPr>
          <a:xfrm>
            <a:off x="5651500" y="4013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01" name="Shape 96"/>
          <p:cNvSpPr/>
          <p:nvPr/>
        </p:nvSpPr>
        <p:spPr>
          <a:xfrm>
            <a:off x="5854700" y="4038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5969000" y="4038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6083300" y="4038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6197600" y="4038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6388100" y="3987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6388100" y="3987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7" name="Shape 102"/>
          <p:cNvSpPr/>
          <p:nvPr/>
        </p:nvSpPr>
        <p:spPr>
          <a:xfrm>
            <a:off x="5397500" y="4387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5397500" y="4387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09" name="Shape 104"/>
          <p:cNvSpPr/>
          <p:nvPr/>
        </p:nvSpPr>
        <p:spPr>
          <a:xfrm>
            <a:off x="5219700" y="36322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10" name="Text 105"/>
          <p:cNvSpPr/>
          <p:nvPr/>
        </p:nvSpPr>
        <p:spPr>
          <a:xfrm>
            <a:off x="5651500" y="4368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11" name="Shape 106"/>
          <p:cNvSpPr/>
          <p:nvPr/>
        </p:nvSpPr>
        <p:spPr>
          <a:xfrm>
            <a:off x="5854700" y="4394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5969000" y="4394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6083300" y="4394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6197600" y="4394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6388100" y="4343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16" name="Text 111"/>
          <p:cNvSpPr/>
          <p:nvPr/>
        </p:nvSpPr>
        <p:spPr>
          <a:xfrm>
            <a:off x="6388100" y="434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17" name="Shape 112"/>
          <p:cNvSpPr/>
          <p:nvPr/>
        </p:nvSpPr>
        <p:spPr>
          <a:xfrm>
            <a:off x="5397500" y="4743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8" name="Text 113"/>
          <p:cNvSpPr/>
          <p:nvPr/>
        </p:nvSpPr>
        <p:spPr>
          <a:xfrm>
            <a:off x="5397500" y="4743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19" name="Shape 114"/>
          <p:cNvSpPr/>
          <p:nvPr/>
        </p:nvSpPr>
        <p:spPr>
          <a:xfrm>
            <a:off x="5219700" y="36830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0" name="Text 115"/>
          <p:cNvSpPr/>
          <p:nvPr/>
        </p:nvSpPr>
        <p:spPr>
          <a:xfrm>
            <a:off x="5651500" y="4724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21" name="Shape 116"/>
          <p:cNvSpPr/>
          <p:nvPr/>
        </p:nvSpPr>
        <p:spPr>
          <a:xfrm>
            <a:off x="5854700" y="4749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5969000" y="4749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6083300" y="4749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6197600" y="4749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6388100" y="4699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6388100" y="469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27" name="Shape 122"/>
          <p:cNvSpPr/>
          <p:nvPr/>
        </p:nvSpPr>
        <p:spPr>
          <a:xfrm>
            <a:off x="6997700" y="35814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28" name="Text 123"/>
          <p:cNvSpPr/>
          <p:nvPr/>
        </p:nvSpPr>
        <p:spPr>
          <a:xfrm>
            <a:off x="7035800" y="3657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29" name="Shape 124"/>
          <p:cNvSpPr/>
          <p:nvPr/>
        </p:nvSpPr>
        <p:spPr>
          <a:xfrm>
            <a:off x="7200900" y="36576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7321550" y="36576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7442200" y="36576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2" name="Text 127"/>
          <p:cNvSpPr/>
          <p:nvPr/>
        </p:nvSpPr>
        <p:spPr>
          <a:xfrm>
            <a:off x="7035800" y="40005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33" name="Shape 128"/>
          <p:cNvSpPr/>
          <p:nvPr/>
        </p:nvSpPr>
        <p:spPr>
          <a:xfrm>
            <a:off x="7200900" y="40005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7321550" y="40005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7442200" y="40005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70358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37" name="Shape 132"/>
          <p:cNvSpPr/>
          <p:nvPr/>
        </p:nvSpPr>
        <p:spPr>
          <a:xfrm>
            <a:off x="7200900" y="43434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7321550" y="43434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7442200" y="43434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7035800" y="46863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41" name="Shape 136"/>
          <p:cNvSpPr/>
          <p:nvPr/>
        </p:nvSpPr>
        <p:spPr>
          <a:xfrm>
            <a:off x="7200900" y="46863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7321550" y="46863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7442200" y="46863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2514600" y="54483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45" name="Text 140"/>
          <p:cNvSpPr/>
          <p:nvPr/>
        </p:nvSpPr>
        <p:spPr>
          <a:xfrm>
            <a:off x="2311400" y="54356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46" name="Shape 141"/>
          <p:cNvSpPr/>
          <p:nvPr/>
        </p:nvSpPr>
        <p:spPr>
          <a:xfrm>
            <a:off x="3187700" y="52070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7" name="Text 142"/>
          <p:cNvSpPr/>
          <p:nvPr/>
        </p:nvSpPr>
        <p:spPr>
          <a:xfrm>
            <a:off x="3187700" y="52070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148" name="Shape 143"/>
          <p:cNvSpPr/>
          <p:nvPr/>
        </p:nvSpPr>
        <p:spPr>
          <a:xfrm>
            <a:off x="3467100" y="55372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9" name="Shape 144"/>
          <p:cNvSpPr/>
          <p:nvPr/>
        </p:nvSpPr>
        <p:spPr>
          <a:xfrm>
            <a:off x="1841500" y="57658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50" name="Shape 145"/>
          <p:cNvSpPr/>
          <p:nvPr/>
        </p:nvSpPr>
        <p:spPr>
          <a:xfrm>
            <a:off x="1917700" y="58166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1" name="Text 146"/>
          <p:cNvSpPr/>
          <p:nvPr/>
        </p:nvSpPr>
        <p:spPr>
          <a:xfrm>
            <a:off x="1917700" y="58166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52" name="Shape 147"/>
          <p:cNvSpPr/>
          <p:nvPr/>
        </p:nvSpPr>
        <p:spPr>
          <a:xfrm>
            <a:off x="2730500" y="58166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153" name="Text 148"/>
          <p:cNvSpPr/>
          <p:nvPr/>
        </p:nvSpPr>
        <p:spPr>
          <a:xfrm>
            <a:off x="2730500" y="58166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54" name="Shape 149"/>
          <p:cNvSpPr/>
          <p:nvPr/>
        </p:nvSpPr>
        <p:spPr>
          <a:xfrm>
            <a:off x="3213100" y="58166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3213100" y="58166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56" name="Shape 151"/>
          <p:cNvSpPr/>
          <p:nvPr/>
        </p:nvSpPr>
        <p:spPr>
          <a:xfrm>
            <a:off x="3848100" y="58166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7" name="Text 152"/>
          <p:cNvSpPr/>
          <p:nvPr/>
        </p:nvSpPr>
        <p:spPr>
          <a:xfrm>
            <a:off x="3848100" y="58166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58" name="Shape 153"/>
          <p:cNvSpPr/>
          <p:nvPr/>
        </p:nvSpPr>
        <p:spPr>
          <a:xfrm>
            <a:off x="2997200" y="60325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59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100" y="5257800"/>
            <a:ext cx="4762497" cy="1041401"/>
          </a:xfrm>
          <a:prstGeom prst="rect">
            <a:avLst/>
          </a:prstGeom>
        </p:spPr>
      </p:pic>
      <p:sp>
        <p:nvSpPr>
          <p:cNvPr id="160" name="Shape 154"/>
          <p:cNvSpPr/>
          <p:nvPr/>
        </p:nvSpPr>
        <p:spPr>
          <a:xfrm>
            <a:off x="7734300" y="3606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61" name="Text 155"/>
          <p:cNvSpPr/>
          <p:nvPr/>
        </p:nvSpPr>
        <p:spPr>
          <a:xfrm>
            <a:off x="7772400" y="3708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62" name="Shape 156"/>
          <p:cNvSpPr/>
          <p:nvPr/>
        </p:nvSpPr>
        <p:spPr>
          <a:xfrm>
            <a:off x="7924800" y="3708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8032750" y="3708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8140700" y="3708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5" name="Text 159"/>
          <p:cNvSpPr/>
          <p:nvPr/>
        </p:nvSpPr>
        <p:spPr>
          <a:xfrm>
            <a:off x="7772400" y="4089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66" name="Shape 160"/>
          <p:cNvSpPr/>
          <p:nvPr/>
        </p:nvSpPr>
        <p:spPr>
          <a:xfrm>
            <a:off x="7924800" y="4089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8032750" y="4089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8140700" y="4089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9" name="Text 163"/>
          <p:cNvSpPr/>
          <p:nvPr/>
        </p:nvSpPr>
        <p:spPr>
          <a:xfrm>
            <a:off x="7772400" y="447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70" name="Shape 164"/>
          <p:cNvSpPr/>
          <p:nvPr/>
        </p:nvSpPr>
        <p:spPr>
          <a:xfrm>
            <a:off x="7924800" y="447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8032750" y="4470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8140700" y="447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3" name="Text 167"/>
          <p:cNvSpPr/>
          <p:nvPr/>
        </p:nvSpPr>
        <p:spPr>
          <a:xfrm>
            <a:off x="7772400" y="485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74" name="Shape 168"/>
          <p:cNvSpPr/>
          <p:nvPr/>
        </p:nvSpPr>
        <p:spPr>
          <a:xfrm>
            <a:off x="7924800" y="485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8032750" y="4851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8140700" y="485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8001000" y="5080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78" name="Shape 172"/>
          <p:cNvSpPr/>
          <p:nvPr/>
        </p:nvSpPr>
        <p:spPr>
          <a:xfrm>
            <a:off x="8293100" y="32766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79" name="Text 173"/>
          <p:cNvSpPr/>
          <p:nvPr/>
        </p:nvSpPr>
        <p:spPr>
          <a:xfrm>
            <a:off x="8331200" y="3378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0" name="Shape 174"/>
          <p:cNvSpPr/>
          <p:nvPr/>
        </p:nvSpPr>
        <p:spPr>
          <a:xfrm>
            <a:off x="8483600" y="33782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591550" y="33782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699500" y="33782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3" name="Text 177"/>
          <p:cNvSpPr/>
          <p:nvPr/>
        </p:nvSpPr>
        <p:spPr>
          <a:xfrm>
            <a:off x="8331200" y="3759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84" name="Shape 178"/>
          <p:cNvSpPr/>
          <p:nvPr/>
        </p:nvSpPr>
        <p:spPr>
          <a:xfrm>
            <a:off x="8483600" y="37592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591550" y="37592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699500" y="37592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7" name="Text 181"/>
          <p:cNvSpPr/>
          <p:nvPr/>
        </p:nvSpPr>
        <p:spPr>
          <a:xfrm>
            <a:off x="83312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88" name="Shape 182"/>
          <p:cNvSpPr/>
          <p:nvPr/>
        </p:nvSpPr>
        <p:spPr>
          <a:xfrm>
            <a:off x="8483600" y="41402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591550" y="41402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699500" y="41402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1" name="Text 185"/>
          <p:cNvSpPr/>
          <p:nvPr/>
        </p:nvSpPr>
        <p:spPr>
          <a:xfrm>
            <a:off x="8331200" y="4521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92" name="Shape 186"/>
          <p:cNvSpPr/>
          <p:nvPr/>
        </p:nvSpPr>
        <p:spPr>
          <a:xfrm>
            <a:off x="8483600" y="45212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591550" y="45212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699500" y="45212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8559800" y="47498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96" name="Shape 190"/>
          <p:cNvSpPr/>
          <p:nvPr/>
        </p:nvSpPr>
        <p:spPr>
          <a:xfrm>
            <a:off x="8851900" y="2946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97" name="Text 191"/>
          <p:cNvSpPr/>
          <p:nvPr/>
        </p:nvSpPr>
        <p:spPr>
          <a:xfrm>
            <a:off x="8890000" y="3048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98" name="Shape 192"/>
          <p:cNvSpPr/>
          <p:nvPr/>
        </p:nvSpPr>
        <p:spPr>
          <a:xfrm>
            <a:off x="9042400" y="3048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9150350" y="3048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258300" y="3048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1" name="Text 195"/>
          <p:cNvSpPr/>
          <p:nvPr/>
        </p:nvSpPr>
        <p:spPr>
          <a:xfrm>
            <a:off x="8890000" y="3429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02" name="Shape 196"/>
          <p:cNvSpPr/>
          <p:nvPr/>
        </p:nvSpPr>
        <p:spPr>
          <a:xfrm>
            <a:off x="9042400" y="3429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9150350" y="3429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258300" y="3429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5" name="Text 199"/>
          <p:cNvSpPr/>
          <p:nvPr/>
        </p:nvSpPr>
        <p:spPr>
          <a:xfrm>
            <a:off x="8890000" y="3810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06" name="Shape 200"/>
          <p:cNvSpPr/>
          <p:nvPr/>
        </p:nvSpPr>
        <p:spPr>
          <a:xfrm>
            <a:off x="9042400" y="3810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9150350" y="3810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258300" y="3810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9" name="Text 203"/>
          <p:cNvSpPr/>
          <p:nvPr/>
        </p:nvSpPr>
        <p:spPr>
          <a:xfrm>
            <a:off x="88900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10" name="Shape 204"/>
          <p:cNvSpPr/>
          <p:nvPr/>
        </p:nvSpPr>
        <p:spPr>
          <a:xfrm>
            <a:off x="904240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915035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258300" y="4191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9118600" y="4419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14" name="Shape 208"/>
          <p:cNvSpPr/>
          <p:nvPr/>
        </p:nvSpPr>
        <p:spPr>
          <a:xfrm>
            <a:off x="9410700" y="2616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15" name="Text 209"/>
          <p:cNvSpPr/>
          <p:nvPr/>
        </p:nvSpPr>
        <p:spPr>
          <a:xfrm>
            <a:off x="9448800" y="2717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16" name="Shape 210"/>
          <p:cNvSpPr/>
          <p:nvPr/>
        </p:nvSpPr>
        <p:spPr>
          <a:xfrm>
            <a:off x="9601200" y="2717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709150" y="2717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817100" y="2717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9" name="Text 213"/>
          <p:cNvSpPr/>
          <p:nvPr/>
        </p:nvSpPr>
        <p:spPr>
          <a:xfrm>
            <a:off x="9448800" y="3098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0" name="Shape 214"/>
          <p:cNvSpPr/>
          <p:nvPr/>
        </p:nvSpPr>
        <p:spPr>
          <a:xfrm>
            <a:off x="9601200" y="3098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709150" y="3098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817100" y="3098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3" name="Text 217"/>
          <p:cNvSpPr/>
          <p:nvPr/>
        </p:nvSpPr>
        <p:spPr>
          <a:xfrm>
            <a:off x="9448800" y="3479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24" name="Shape 218"/>
          <p:cNvSpPr/>
          <p:nvPr/>
        </p:nvSpPr>
        <p:spPr>
          <a:xfrm>
            <a:off x="9601200" y="3479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709150" y="3479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817100" y="3479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7" name="Text 221"/>
          <p:cNvSpPr/>
          <p:nvPr/>
        </p:nvSpPr>
        <p:spPr>
          <a:xfrm>
            <a:off x="94488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28" name="Shape 222"/>
          <p:cNvSpPr/>
          <p:nvPr/>
        </p:nvSpPr>
        <p:spPr>
          <a:xfrm>
            <a:off x="960120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70915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817100" y="3860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7400" y="4089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32" name="Shape 226"/>
          <p:cNvSpPr/>
          <p:nvPr/>
        </p:nvSpPr>
        <p:spPr>
          <a:xfrm>
            <a:off x="7734300" y="5181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33" name="Text 227"/>
          <p:cNvSpPr/>
          <p:nvPr/>
        </p:nvSpPr>
        <p:spPr>
          <a:xfrm>
            <a:off x="77343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34" name="Shape 228"/>
          <p:cNvSpPr/>
          <p:nvPr/>
        </p:nvSpPr>
        <p:spPr>
          <a:xfrm>
            <a:off x="7734300" y="5486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35" name="Text 229"/>
          <p:cNvSpPr/>
          <p:nvPr/>
        </p:nvSpPr>
        <p:spPr>
          <a:xfrm>
            <a:off x="7734300" y="5486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36" name="Shape 230"/>
          <p:cNvSpPr/>
          <p:nvPr/>
        </p:nvSpPr>
        <p:spPr>
          <a:xfrm>
            <a:off x="7734300" y="5791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37" name="Text 231"/>
          <p:cNvSpPr/>
          <p:nvPr/>
        </p:nvSpPr>
        <p:spPr>
          <a:xfrm>
            <a:off x="7734300" y="5791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38" name="Shape 232"/>
          <p:cNvSpPr/>
          <p:nvPr/>
        </p:nvSpPr>
        <p:spPr>
          <a:xfrm>
            <a:off x="8293100" y="4851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39" name="Text 233"/>
          <p:cNvSpPr/>
          <p:nvPr/>
        </p:nvSpPr>
        <p:spPr>
          <a:xfrm>
            <a:off x="8293100" y="4851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40" name="Shape 234"/>
          <p:cNvSpPr/>
          <p:nvPr/>
        </p:nvSpPr>
        <p:spPr>
          <a:xfrm>
            <a:off x="8293100" y="5156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41" name="Text 235"/>
          <p:cNvSpPr/>
          <p:nvPr/>
        </p:nvSpPr>
        <p:spPr>
          <a:xfrm>
            <a:off x="8293100" y="5156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42" name="Shape 236"/>
          <p:cNvSpPr/>
          <p:nvPr/>
        </p:nvSpPr>
        <p:spPr>
          <a:xfrm>
            <a:off x="8293100" y="5461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8293100" y="5461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44" name="Shape 238"/>
          <p:cNvSpPr/>
          <p:nvPr/>
        </p:nvSpPr>
        <p:spPr>
          <a:xfrm>
            <a:off x="8851900" y="4521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45" name="Text 239"/>
          <p:cNvSpPr/>
          <p:nvPr/>
        </p:nvSpPr>
        <p:spPr>
          <a:xfrm>
            <a:off x="8851900" y="4521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46" name="Shape 240"/>
          <p:cNvSpPr/>
          <p:nvPr/>
        </p:nvSpPr>
        <p:spPr>
          <a:xfrm>
            <a:off x="8851900" y="4826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47" name="Text 241"/>
          <p:cNvSpPr/>
          <p:nvPr/>
        </p:nvSpPr>
        <p:spPr>
          <a:xfrm>
            <a:off x="88519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48" name="Shape 242"/>
          <p:cNvSpPr/>
          <p:nvPr/>
        </p:nvSpPr>
        <p:spPr>
          <a:xfrm>
            <a:off x="8851900" y="5130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49" name="Text 243"/>
          <p:cNvSpPr/>
          <p:nvPr/>
        </p:nvSpPr>
        <p:spPr>
          <a:xfrm>
            <a:off x="8851900" y="5130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50" name="Shape 244"/>
          <p:cNvSpPr/>
          <p:nvPr/>
        </p:nvSpPr>
        <p:spPr>
          <a:xfrm>
            <a:off x="9410700" y="4191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51" name="Text 245"/>
          <p:cNvSpPr/>
          <p:nvPr/>
        </p:nvSpPr>
        <p:spPr>
          <a:xfrm>
            <a:off x="9410700" y="4191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52" name="Shape 246"/>
          <p:cNvSpPr/>
          <p:nvPr/>
        </p:nvSpPr>
        <p:spPr>
          <a:xfrm>
            <a:off x="9410700" y="4495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53" name="Text 247"/>
          <p:cNvSpPr/>
          <p:nvPr/>
        </p:nvSpPr>
        <p:spPr>
          <a:xfrm>
            <a:off x="9410700" y="4495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54" name="Shape 248"/>
          <p:cNvSpPr/>
          <p:nvPr/>
        </p:nvSpPr>
        <p:spPr>
          <a:xfrm>
            <a:off x="9410700" y="4800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55" name="Text 249"/>
          <p:cNvSpPr/>
          <p:nvPr/>
        </p:nvSpPr>
        <p:spPr>
          <a:xfrm>
            <a:off x="9410700" y="4800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256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644900"/>
            <a:ext cx="2222504" cy="1904997"/>
          </a:xfrm>
          <a:prstGeom prst="rect">
            <a:avLst/>
          </a:prstGeom>
        </p:spPr>
      </p:pic>
      <p:sp>
        <p:nvSpPr>
          <p:cNvPr id="257" name="Text 250"/>
          <p:cNvSpPr/>
          <p:nvPr/>
        </p:nvSpPr>
        <p:spPr>
          <a:xfrm rot="19320000">
            <a:off x="7683500" y="44958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2026-10-11T16:11:41Z</dcterms:created>
  <dcterms:modified xsi:type="dcterms:W3CDTF">2026-10-11T16:11:41Z</dcterms:modified>
</cp:coreProperties>
</file>