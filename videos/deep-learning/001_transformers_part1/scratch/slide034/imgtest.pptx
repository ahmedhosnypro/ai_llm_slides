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ahmed/Projects/ai_llm_slides/videos/deep-learning/001_transformers_part1/recreated_pptx/build/assets/eq34_exp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38600" y="3619500"/>
            <a:ext cx="682755" cy="28650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860800" y="3949700"/>
            <a:ext cx="1016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2026-10-11T11:38:49Z</dcterms:created>
  <dcterms:modified xsi:type="dcterms:W3CDTF">2026-10-11T11:38:49Z</dcterms:modified>
</cp:coreProperties>
</file>