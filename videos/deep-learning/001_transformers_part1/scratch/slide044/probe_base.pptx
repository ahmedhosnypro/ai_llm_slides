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2" name="Shape 40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6" name="Shape 44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1" name="Text 59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9" name="Text 67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7" name="Text 75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5" name="Text 83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3" name="Shape 111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16" name="Shape 114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26" name="Shape 124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6" name="Shape 144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0" name="Text 148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52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53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154" name="Shape 150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55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56" name="Shape 151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57" name="Shape 152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59" name="Shape 154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61" name="Shape 156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2" name="Text 157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63" name="Shape 158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68" name="Text 163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69" name="Shape 164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71" name="Shape 166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2" name="Text 167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73" name="Shape 168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4" name="Shape 169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78" name="Text 173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79" name="Shape 174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80" name="Text 175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81" name="Shape 176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2" name="Text 177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83" name="Shape 178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88" name="Text 183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89" name="Shape 184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91" name="Shape 186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2" name="Text 187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93" name="Shape 188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99" name="Shape 194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00" name="Text 195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01" name="Shape 196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4" name="Text 199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05" name="Shape 200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09" name="Shape 204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13" name="Shape 208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7" name="Text 212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18" name="Shape 213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9" name="Text 214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220" name="Shape 215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1" name="Shape 216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22" name="Shape 217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3" name="Text 218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24" name="Shape 219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6" name="Shape 221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28" name="Shape 223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9" name="Text 224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30" name="Shape 225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31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32" name="Shape 226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3" name="Text 227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4" name="Shape 228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5" name="Shape 229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Text 231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8" name="Shape 232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Text 235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2" name="Shape 236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Text 239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6" name="Shape 240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50" name="Shape 244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1" name="Text 245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2" name="Shape 246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3" name="Shape 247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4" name="Shape 248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5" name="Text 249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6" name="Shape 250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7" name="Shape 251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8" name="Shape 252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9" name="Text 253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Shape 254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1" name="Shape 255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2" name="Shape 256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3" name="Text 257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4" name="Shape 258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5" name="Shape 259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6" name="Shape 260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68" name="Shape 262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69" name="Text 263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Shape 264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1" name="Shape 265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2" name="Shape 266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3" name="Text 267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4" name="Shape 268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Shape 269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6" name="Shape 270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Text 271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8" name="Shape 272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9" name="Shape 273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0" name="Shape 274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1" name="Text 275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2" name="Shape 276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86" name="Shape 280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87" name="Text 281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88" name="Shape 282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1" name="Text 285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92" name="Shape 286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4" name="Shape 288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5" name="Text 289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96" name="Shape 290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7" name="Shape 291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8" name="Shape 292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9" name="Text 293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0" name="Shape 294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04" name="Shape 298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5" name="Text 299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7" name="Text 321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28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127500"/>
            <a:ext cx="2222504" cy="1904997"/>
          </a:xfrm>
          <a:prstGeom prst="rect">
            <a:avLst/>
          </a:prstGeom>
        </p:spPr>
      </p:pic>
      <p:sp>
        <p:nvSpPr>
          <p:cNvPr id="329" name="Text 322"/>
          <p:cNvSpPr/>
          <p:nvPr/>
        </p:nvSpPr>
        <p:spPr>
          <a:xfrm rot="19320000">
            <a:off x="7772400" y="49784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  <p:sp>
        <p:nvSpPr>
          <p:cNvPr id="330" name="Shape 323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331" name="Shape 324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2" name="Shape 325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3" name="Shape 326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7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Shape 328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6" name="Shape 329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0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1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340" name="Shape 333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342" name="Text 335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343" name="Shape 336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4" name="Shape 337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5" name="Shape 338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6" name="Shape 339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7" name="Shape 340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8" name="Shape 341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9" name="Shape 342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0" name="Text 343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351" name="Text 344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2026-10-11T14:41:18Z</dcterms:created>
  <dcterms:modified xsi:type="dcterms:W3CDTF">2026-10-11T14:41:18Z</dcterms:modified>
</cp:coreProperties>
</file>