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" y="1358900"/>
            <a:ext cx="10375900" cy="5270500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7900" y="6007100"/>
            <a:ext cx="4000500" cy="558800"/>
          </a:xfrm>
          <a:prstGeom prst="roundRect">
            <a:avLst>
              <a:gd name="adj" fmla="val 9818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24003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79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55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32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08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3900" y="6108700"/>
            <a:ext cx="190500" cy="304800"/>
          </a:xfrm>
          <a:prstGeom prst="rect">
            <a:avLst/>
          </a:prstGeom>
          <a:solidFill>
            <a:srgbClr val="F4AECB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4400" y="6108700"/>
            <a:ext cx="190500" cy="304800"/>
          </a:xfrm>
          <a:prstGeom prst="rect">
            <a:avLst/>
          </a:prstGeom>
          <a:solidFill>
            <a:srgbClr val="F2BEDA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4900" y="6108700"/>
            <a:ext cx="190500" cy="304800"/>
          </a:xfrm>
          <a:prstGeom prst="rect">
            <a:avLst/>
          </a:prstGeom>
          <a:solidFill>
            <a:srgbClr val="F293C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35400" y="6108700"/>
            <a:ext cx="190500" cy="304800"/>
          </a:xfrm>
          <a:prstGeom prst="rect">
            <a:avLst/>
          </a:prstGeom>
          <a:solidFill>
            <a:srgbClr val="E295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5900" y="6108700"/>
            <a:ext cx="190500" cy="304800"/>
          </a:xfrm>
          <a:prstGeom prst="rect">
            <a:avLst/>
          </a:prstGeom>
          <a:solidFill>
            <a:srgbClr val="DC88C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9650" y="60833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38500" y="6083300"/>
            <a:ext cx="1003300" cy="355600"/>
          </a:xfrm>
          <a:prstGeom prst="roundRect">
            <a:avLst>
              <a:gd name="adj" fmla="val 10286"/>
            </a:avLst>
          </a:prstGeom>
          <a:ln w="19050">
            <a:solidFill>
              <a:srgbClr val="BE4148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42545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21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97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74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250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59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181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7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533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10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6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95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85400" y="5105400"/>
            <a:ext cx="0" cy="889000"/>
          </a:xfrm>
          <a:prstGeom prst="line">
            <a:avLst/>
          </a:prstGeom>
          <a:noFill/>
          <a:ln w="15875">
            <a:solidFill>
              <a:srgbClr val="4E7D52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100965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84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5" name="Shape 33"/>
          <p:cNvSpPr/>
          <p:nvPr/>
        </p:nvSpPr>
        <p:spPr>
          <a:xfrm>
            <a:off x="736600" y="2870200"/>
            <a:ext cx="1041400" cy="2159000"/>
          </a:xfrm>
          <a:prstGeom prst="roundRect">
            <a:avLst>
              <a:gd name="adj" fmla="val 7024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9690100" y="2870200"/>
            <a:ext cx="1054100" cy="2159000"/>
          </a:xfrm>
          <a:prstGeom prst="roundRect">
            <a:avLst>
              <a:gd name="adj" fmla="val 6940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838200" y="30099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3300" y="30099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68400" y="30099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3500" y="30099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98600" y="30099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5850" y="29845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91700" y="30099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61880" y="30099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32060" y="30099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02240" y="30099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72420" y="30099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46970" y="29845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8200" y="35306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3300" y="35306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8400" y="35306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33500" y="35306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98600" y="35306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5850" y="35052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791700" y="35306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61880" y="35306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32060" y="35306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02240" y="35306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72420" y="35306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6970" y="35052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8200" y="40513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3300" y="40513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68400" y="40513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33500" y="40513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98600" y="40513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5850" y="40259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791700" y="40513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61880" y="40513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32060" y="40513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02240" y="40513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72420" y="40513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46970" y="40259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38200" y="46101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3300" y="46101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8400" y="46101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33500" y="46101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498600" y="46101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85850" y="45847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791700" y="46101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961880" y="46101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132060" y="46101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302240" y="46101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72420" y="46101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46970" y="45847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38500" y="2463800"/>
            <a:ext cx="1104900" cy="2641600"/>
          </a:xfrm>
          <a:prstGeom prst="rect">
            <a:avLst/>
          </a:prstGeom>
          <a:solidFill>
            <a:srgbClr val="DC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27400" y="2489200"/>
            <a:ext cx="914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216400" y="2489200"/>
            <a:ext cx="330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108450" y="30416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46550" y="30797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0" name="Shape 88"/>
          <p:cNvSpPr/>
          <p:nvPr/>
        </p:nvSpPr>
        <p:spPr>
          <a:xfrm>
            <a:off x="3905250" y="35623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43350" y="36004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2" name="Shape 90"/>
          <p:cNvSpPr/>
          <p:nvPr/>
        </p:nvSpPr>
        <p:spPr>
          <a:xfrm>
            <a:off x="3676650" y="40830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14750" y="41211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4" name="Shape 92"/>
          <p:cNvSpPr/>
          <p:nvPr/>
        </p:nvSpPr>
        <p:spPr>
          <a:xfrm>
            <a:off x="3435350" y="46418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73450" y="46799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6" name="Shape 94"/>
          <p:cNvSpPr/>
          <p:nvPr/>
        </p:nvSpPr>
        <p:spPr>
          <a:xfrm>
            <a:off x="17653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653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7653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7653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540000" y="3143250"/>
            <a:ext cx="15494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2540000" y="3657600"/>
            <a:ext cx="13462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2540000" y="4178300"/>
            <a:ext cx="1117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2540000" y="4730750"/>
            <a:ext cx="876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H="1">
            <a:off x="95631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95631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95631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95631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810000" y="3124200"/>
            <a:ext cx="381000" cy="19431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810000" y="3644900"/>
            <a:ext cx="177800" cy="1422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59200" y="4165600"/>
            <a:ext cx="50800" cy="9017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517900" y="4724400"/>
            <a:ext cx="292100" cy="3429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05000" y="28702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864600" y="29083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2590800" y="29337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674620" y="29337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58440" y="29337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842260" y="29337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926080" y="29337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590800" y="34544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674620" y="34544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58440" y="34544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842260" y="34544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926080" y="34544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90800" y="39751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674620" y="39751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58440" y="39751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842260" y="39751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926080" y="39751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590800" y="45339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674620" y="45339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58440" y="45339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842260" y="45339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926080" y="45339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470900" y="29337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549640" y="29337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628380" y="29337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707120" y="29337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785860" y="29337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470900" y="34544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49640" y="34544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628380" y="34544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707120" y="34544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785860" y="34544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470900" y="39751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549640" y="39751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628380" y="39751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07120" y="39751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785860" y="39751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470900" y="45339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549640" y="45339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628380" y="45339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707120" y="45339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785860" y="45339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997200" y="2908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8102600" y="28829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2" name="Text 170"/>
          <p:cNvSpPr/>
          <p:nvPr/>
        </p:nvSpPr>
        <p:spPr>
          <a:xfrm>
            <a:off x="2997200" y="34290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3" name="Text 171"/>
          <p:cNvSpPr/>
          <p:nvPr/>
        </p:nvSpPr>
        <p:spPr>
          <a:xfrm>
            <a:off x="8102600" y="3416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4" name="Text 172"/>
          <p:cNvSpPr/>
          <p:nvPr/>
        </p:nvSpPr>
        <p:spPr>
          <a:xfrm>
            <a:off x="2997200" y="39497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5" name="Text 173"/>
          <p:cNvSpPr/>
          <p:nvPr/>
        </p:nvSpPr>
        <p:spPr>
          <a:xfrm>
            <a:off x="8102600" y="40132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6" name="Text 174"/>
          <p:cNvSpPr/>
          <p:nvPr/>
        </p:nvSpPr>
        <p:spPr>
          <a:xfrm>
            <a:off x="2997200" y="4508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7" name="Text 175"/>
          <p:cNvSpPr/>
          <p:nvPr/>
        </p:nvSpPr>
        <p:spPr>
          <a:xfrm>
            <a:off x="8102600" y="4572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5816600" y="2463800"/>
            <a:ext cx="419100" cy="2654300"/>
          </a:xfrm>
          <a:prstGeom prst="roundRect">
            <a:avLst>
              <a:gd name="adj" fmla="val 17455"/>
            </a:avLst>
          </a:prstGeom>
          <a:solidFill>
            <a:srgbClr val="F8DDFC"/>
          </a:solidFill>
          <a:ln w="12700">
            <a:solidFill>
              <a:srgbClr val="C0AEC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 rot="5400000">
            <a:off x="5676900" y="35941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4279900" y="3143250"/>
            <a:ext cx="14986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4076700" y="3657600"/>
            <a:ext cx="17018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>
            <a:off x="3848100" y="4178300"/>
            <a:ext cx="19304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>
            <a:off x="3606800" y="4730750"/>
            <a:ext cx="21717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186" name="Shape 184"/>
          <p:cNvSpPr/>
          <p:nvPr/>
        </p:nvSpPr>
        <p:spPr>
          <a:xfrm>
            <a:off x="6635750" y="30035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635750" y="30035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88" name="Shape 186"/>
          <p:cNvSpPr/>
          <p:nvPr/>
        </p:nvSpPr>
        <p:spPr>
          <a:xfrm>
            <a:off x="7029450" y="3536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029450" y="35369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0" name="Shape 188"/>
          <p:cNvSpPr/>
          <p:nvPr/>
        </p:nvSpPr>
        <p:spPr>
          <a:xfrm>
            <a:off x="7397750" y="4044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7397750" y="40449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2" name="Shape 190"/>
          <p:cNvSpPr/>
          <p:nvPr/>
        </p:nvSpPr>
        <p:spPr>
          <a:xfrm>
            <a:off x="7778750" y="46037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778750" y="46037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4" name="Shape 192"/>
          <p:cNvSpPr/>
          <p:nvPr/>
        </p:nvSpPr>
        <p:spPr>
          <a:xfrm flipV="1">
            <a:off x="6743700" y="2857500"/>
            <a:ext cx="0" cy="2032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V="1">
            <a:off x="7150100" y="2857500"/>
            <a:ext cx="0" cy="736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 flipV="1">
            <a:off x="7518400" y="2857500"/>
            <a:ext cx="0" cy="1244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7" name="Shape 195"/>
          <p:cNvSpPr/>
          <p:nvPr/>
        </p:nvSpPr>
        <p:spPr>
          <a:xfrm flipV="1">
            <a:off x="7912100" y="2857500"/>
            <a:ext cx="0" cy="1803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 flipH="1">
            <a:off x="7289800" y="3657600"/>
            <a:ext cx="1270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 flipH="1">
            <a:off x="7543800" y="4178300"/>
            <a:ext cx="228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 flipH="1">
            <a:off x="7924800" y="4730750"/>
            <a:ext cx="241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3517900" y="51689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4" name="Shape 202"/>
          <p:cNvSpPr/>
          <p:nvPr/>
        </p:nvSpPr>
        <p:spPr>
          <a:xfrm>
            <a:off x="3860800" y="5257800"/>
            <a:ext cx="8636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947160" y="5257800"/>
            <a:ext cx="8636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033520" y="5257800"/>
            <a:ext cx="8636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119880" y="5257800"/>
            <a:ext cx="8636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206240" y="5257800"/>
            <a:ext cx="8636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flipV="1">
            <a:off x="3797300" y="5168900"/>
            <a:ext cx="0" cy="3302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flipV="1">
            <a:off x="3797300" y="5892800"/>
            <a:ext cx="0" cy="13970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69723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1501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279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5057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6835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972300" y="1536700"/>
            <a:ext cx="889000" cy="317500"/>
          </a:xfrm>
          <a:prstGeom prst="rect">
            <a:avLst/>
          </a:prstGeom>
          <a:ln w="12700">
            <a:solidFill>
              <a:srgbClr val="7FA37C"/>
            </a:solidFill>
            <a:prstDash val="sysDot"/>
          </a:ln>
        </p:spPr>
      </p:sp>
      <p:sp>
        <p:nvSpPr>
          <p:cNvPr id="217" name="Text 215"/>
          <p:cNvSpPr/>
          <p:nvPr/>
        </p:nvSpPr>
        <p:spPr>
          <a:xfrm>
            <a:off x="7302500" y="1562100"/>
            <a:ext cx="21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218" name="Text 216"/>
          <p:cNvSpPr/>
          <p:nvPr/>
        </p:nvSpPr>
        <p:spPr>
          <a:xfrm>
            <a:off x="7416800" y="1701800"/>
            <a:ext cx="101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 rot="18900000">
            <a:off x="6959600" y="1892300"/>
            <a:ext cx="381000" cy="203200"/>
          </a:xfrm>
          <a:prstGeom prst="rightArrow">
            <a:avLst/>
          </a:prstGeom>
          <a:solidFill>
            <a:srgbClr val="4E9A4E"/>
          </a:solidFill>
          <a:ln w="9525">
            <a:solidFill>
              <a:srgbClr val="2F6B2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353300" y="1854200"/>
            <a:ext cx="101600" cy="101600"/>
          </a:xfrm>
          <a:prstGeom prst="triangle">
            <a:avLst/>
          </a:prstGeom>
          <a:solidFill>
            <a:srgbClr val="8F202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7404100" y="1981200"/>
            <a:ext cx="0" cy="482600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441700" y="2070100"/>
            <a:ext cx="8509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3" name="Text 221"/>
          <p:cNvSpPr/>
          <p:nvPr/>
        </p:nvSpPr>
        <p:spPr>
          <a:xfrm>
            <a:off x="3441700" y="2070100"/>
            <a:ext cx="850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24" name="Shape 222"/>
          <p:cNvSpPr/>
          <p:nvPr/>
        </p:nvSpPr>
        <p:spPr>
          <a:xfrm>
            <a:off x="5448300" y="2044700"/>
            <a:ext cx="10922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5" name="Text 223"/>
          <p:cNvSpPr/>
          <p:nvPr/>
        </p:nvSpPr>
        <p:spPr>
          <a:xfrm>
            <a:off x="5448300" y="2044700"/>
            <a:ext cx="1092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26" name="Shape 224"/>
          <p:cNvSpPr/>
          <p:nvPr/>
        </p:nvSpPr>
        <p:spPr>
          <a:xfrm>
            <a:off x="7569200" y="2044700"/>
            <a:ext cx="1206500" cy="292100"/>
          </a:xfrm>
          <a:prstGeom prst="roundRect">
            <a:avLst>
              <a:gd name="adj" fmla="val 37565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7" name="Text 225"/>
          <p:cNvSpPr/>
          <p:nvPr/>
        </p:nvSpPr>
        <p:spPr>
          <a:xfrm>
            <a:off x="7569200" y="2044700"/>
            <a:ext cx="12065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28" name="Shape 226"/>
          <p:cNvSpPr/>
          <p:nvPr/>
        </p:nvSpPr>
        <p:spPr>
          <a:xfrm>
            <a:off x="9347200" y="5930900"/>
            <a:ext cx="2095500" cy="800100"/>
          </a:xfrm>
          <a:prstGeom prst="roundRect">
            <a:avLst>
              <a:gd name="adj" fmla="val 9143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229" name="Shape 227"/>
          <p:cNvSpPr/>
          <p:nvPr/>
        </p:nvSpPr>
        <p:spPr>
          <a:xfrm>
            <a:off x="9563100" y="5969000"/>
            <a:ext cx="8128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644380" y="5969000"/>
            <a:ext cx="8128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725660" y="5969000"/>
            <a:ext cx="8128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806940" y="5969000"/>
            <a:ext cx="8128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888220" y="5969000"/>
            <a:ext cx="8128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693400" y="6070600"/>
            <a:ext cx="10160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795000" y="6070600"/>
            <a:ext cx="10160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896600" y="6070600"/>
            <a:ext cx="10160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998200" y="6070600"/>
            <a:ext cx="10160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099800" y="6070600"/>
            <a:ext cx="10160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9817100" y="61468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40" name="Shape 238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242" name="Text 240"/>
          <p:cNvSpPr/>
          <p:nvPr/>
        </p:nvSpPr>
        <p:spPr>
          <a:xfrm>
            <a:off x="10083800" y="6350000"/>
            <a:ext cx="457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243" name="Text 241"/>
          <p:cNvSpPr/>
          <p:nvPr/>
        </p:nvSpPr>
        <p:spPr>
          <a:xfrm>
            <a:off x="10502900" y="6057900"/>
            <a:ext cx="165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44" name="Text 242"/>
          <p:cNvSpPr/>
          <p:nvPr/>
        </p:nvSpPr>
        <p:spPr>
          <a:xfrm>
            <a:off x="11036300" y="62992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45" name="Text 243"/>
          <p:cNvSpPr/>
          <p:nvPr/>
        </p:nvSpPr>
        <p:spPr>
          <a:xfrm>
            <a:off x="9474200" y="6464300"/>
            <a:ext cx="187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1000" dirty="0"/>
          </a:p>
        </p:txBody>
      </p:sp>
      <p:sp>
        <p:nvSpPr>
          <p:cNvPr id="246" name="Shape 244"/>
          <p:cNvSpPr/>
          <p:nvPr/>
        </p:nvSpPr>
        <p:spPr>
          <a:xfrm rot="5400000">
            <a:off x="18034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7" name="Shape 245"/>
          <p:cNvSpPr/>
          <p:nvPr/>
        </p:nvSpPr>
        <p:spPr>
          <a:xfrm rot="5400000">
            <a:off x="18034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8" name="Shape 246"/>
          <p:cNvSpPr/>
          <p:nvPr/>
        </p:nvSpPr>
        <p:spPr>
          <a:xfrm rot="5400000">
            <a:off x="18034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9" name="Shape 247"/>
          <p:cNvSpPr/>
          <p:nvPr/>
        </p:nvSpPr>
        <p:spPr>
          <a:xfrm rot="5400000">
            <a:off x="18034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0" name="Shape 248"/>
          <p:cNvSpPr/>
          <p:nvPr/>
        </p:nvSpPr>
        <p:spPr>
          <a:xfrm rot="16200000">
            <a:off x="94107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1" name="Shape 249"/>
          <p:cNvSpPr/>
          <p:nvPr/>
        </p:nvSpPr>
        <p:spPr>
          <a:xfrm rot="16200000">
            <a:off x="94107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2" name="Shape 250"/>
          <p:cNvSpPr/>
          <p:nvPr/>
        </p:nvSpPr>
        <p:spPr>
          <a:xfrm rot="16200000">
            <a:off x="94107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3" name="Shape 251"/>
          <p:cNvSpPr/>
          <p:nvPr/>
        </p:nvSpPr>
        <p:spPr>
          <a:xfrm rot="16200000">
            <a:off x="94107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4" name="Shape 252"/>
          <p:cNvSpPr/>
          <p:nvPr/>
        </p:nvSpPr>
        <p:spPr>
          <a:xfrm>
            <a:off x="2730500" y="3822700"/>
            <a:ext cx="457200" cy="457200"/>
          </a:xfrm>
          <a:prstGeom prst="ellipse">
            <a:avLst/>
          </a:prstGeom>
          <a:solidFill>
            <a:srgbClr val="A00000">
              <a:alpha val="65000"/>
            </a:srgbClr>
          </a:solidFill>
          <a:ln/>
        </p:spPr>
      </p:sp>
      <p:sp>
        <p:nvSpPr>
          <p:cNvPr id="255" name="Shape 253"/>
          <p:cNvSpPr/>
          <p:nvPr/>
        </p:nvSpPr>
        <p:spPr>
          <a:xfrm rot="19920000">
            <a:off x="3340100" y="6489700"/>
            <a:ext cx="330200" cy="177800"/>
          </a:xfrm>
          <a:prstGeom prst="rightArrow">
            <a:avLst/>
          </a:prstGeom>
          <a:solidFill>
            <a:srgbClr val="A50D1E"/>
          </a:solidFill>
          <a:ln/>
        </p:spPr>
      </p:sp>
      <p:sp>
        <p:nvSpPr>
          <p:cNvPr id="256" name="Text 254"/>
          <p:cNvSpPr/>
          <p:nvPr/>
        </p:nvSpPr>
        <p:spPr>
          <a:xfrm>
            <a:off x="2324100" y="6731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257" name="Text 255"/>
          <p:cNvSpPr/>
          <p:nvPr/>
        </p:nvSpPr>
        <p:spPr>
          <a:xfrm>
            <a:off x="2324100" y="10287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2026-10-11T22:20:28Z</dcterms:created>
  <dcterms:modified xsi:type="dcterms:W3CDTF">2026-10-11T22:20:28Z</dcterms:modified>
</cp:coreProperties>
</file>