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08450" y="30416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46550" y="30797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0" name="Shape 88"/>
          <p:cNvSpPr/>
          <p:nvPr/>
        </p:nvSpPr>
        <p:spPr>
          <a:xfrm>
            <a:off x="3905250" y="35623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43350" y="36004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2" name="Shape 90"/>
          <p:cNvSpPr/>
          <p:nvPr/>
        </p:nvSpPr>
        <p:spPr>
          <a:xfrm>
            <a:off x="3676650" y="40830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14750" y="41211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4" name="Shape 92"/>
          <p:cNvSpPr/>
          <p:nvPr/>
        </p:nvSpPr>
        <p:spPr>
          <a:xfrm>
            <a:off x="3435350" y="46418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3450" y="46799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6" name="Shape 94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810000" y="3124200"/>
            <a:ext cx="381000" cy="19431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10000" y="3644900"/>
            <a:ext cx="177800" cy="1422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59200" y="4165600"/>
            <a:ext cx="50800" cy="9017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17900" y="4724400"/>
            <a:ext cx="292100" cy="3429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186" name="Shape 184"/>
          <p:cNvSpPr/>
          <p:nvPr/>
        </p:nvSpPr>
        <p:spPr>
          <a:xfrm>
            <a:off x="6635750" y="30035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635750" y="30035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8" name="Shape 186"/>
          <p:cNvSpPr/>
          <p:nvPr/>
        </p:nvSpPr>
        <p:spPr>
          <a:xfrm>
            <a:off x="7029450" y="3536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029450" y="3536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0" name="Shape 188"/>
          <p:cNvSpPr/>
          <p:nvPr/>
        </p:nvSpPr>
        <p:spPr>
          <a:xfrm>
            <a:off x="7397750" y="4044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397750" y="4044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7778750" y="46037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778750" y="46037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4" name="Shape 192"/>
          <p:cNvSpPr/>
          <p:nvPr/>
        </p:nvSpPr>
        <p:spPr>
          <a:xfrm flipV="1">
            <a:off x="6743700" y="2857500"/>
            <a:ext cx="0" cy="2032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7150100" y="2857500"/>
            <a:ext cx="0" cy="736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V="1">
            <a:off x="7518400" y="2857500"/>
            <a:ext cx="0" cy="1244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 flipV="1">
            <a:off x="7912100" y="2857500"/>
            <a:ext cx="0" cy="1803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H="1">
            <a:off x="7289800" y="3657600"/>
            <a:ext cx="1270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H="1">
            <a:off x="7543800" y="4178300"/>
            <a:ext cx="228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H="1">
            <a:off x="7924800" y="4730750"/>
            <a:ext cx="241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17" name="Text 215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3" name="Text 221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24" name="Shape 222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5" name="Text 223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26" name="Shape 224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7" name="Text 225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29" name="Shape 227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42" name="Text 240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43" name="Text 241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7" name="Shape 245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8" name="Shape 246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9" name="Shape 247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0" name="Shape 248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1" name="Shape 249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2" name="Shape 250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3" name="Shape 251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4" name="Shape 252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56" name="Text 254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57" name="Text 255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2026-10-11T22:28:48Z</dcterms:created>
  <dcterms:modified xsi:type="dcterms:W3CDTF">2026-10-11T22:28:48Z</dcterms:modified>
</cp:coreProperties>
</file>