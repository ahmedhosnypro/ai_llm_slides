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5" name="Shape 33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6" name="Shape 34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0" name="Shape 88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2" name="Shape 90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4" name="Shape 92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6" name="Shape 94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5" name="Text 173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6" name="Text 174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7" name="Text 175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8" name="Shape 176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80" name="Shape 178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2" name="Shape 180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3" name="Shape 181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86" name="Shape 184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635750" y="30035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8" name="Shape 186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029450" y="3536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0" name="Shape 188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7397750" y="4044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2" name="Shape 190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778750" y="46037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4" name="Shape 192"/>
          <p:cNvSpPr/>
          <p:nvPr/>
        </p:nvSpPr>
        <p:spPr>
          <a:xfrm flipV="1">
            <a:off x="6743700" y="2857500"/>
            <a:ext cx="0" cy="2032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7150100" y="2857500"/>
            <a:ext cx="0" cy="736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V="1">
            <a:off x="7518400" y="2857500"/>
            <a:ext cx="0" cy="1244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7912100" y="2857500"/>
            <a:ext cx="0" cy="1803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 flipH="1">
            <a:off x="7289800" y="3657600"/>
            <a:ext cx="1270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9" name="Shape 197"/>
          <p:cNvSpPr/>
          <p:nvPr/>
        </p:nvSpPr>
        <p:spPr>
          <a:xfrm flipH="1">
            <a:off x="7543800" y="4178300"/>
            <a:ext cx="228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H="1">
            <a:off x="7924800" y="4730750"/>
            <a:ext cx="241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17" name="Text 215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18" name="Text 216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19" name="Shape 217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21" name="Shape 219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3" name="Text 221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24" name="Shape 222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5" name="Text 223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26" name="Shape 224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7" name="Text 225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28" name="Shape 226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29" name="Shape 227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42" name="Text 240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43" name="Text 241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44" name="Text 242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46" name="Shape 244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7" name="Shape 245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8" name="Shape 246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9" name="Shape 247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0" name="Shape 248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1" name="Shape 249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2" name="Shape 250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3" name="Shape 251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4" name="Shape 252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55" name="Shape 253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56" name="Text 254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57" name="Text 255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2026-10-11T22:28:48Z</dcterms:created>
  <dcterms:modified xsi:type="dcterms:W3CDTF">2026-10-11T22:28:48Z</dcterms:modified>
</cp:coreProperties>
</file>