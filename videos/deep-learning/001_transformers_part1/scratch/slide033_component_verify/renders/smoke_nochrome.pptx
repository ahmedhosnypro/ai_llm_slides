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7700" y="1358900"/>
            <a:ext cx="10375900" cy="5270500"/>
          </a:xfrm>
          <a:prstGeom prst="rect">
            <a:avLst/>
          </a:prstGeom>
          <a:solidFill>
            <a:srgbClr val="F7E2CD"/>
          </a:solidFill>
          <a:ln w="12700">
            <a:solidFill>
              <a:srgbClr val="C9C5C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47900" y="6007100"/>
            <a:ext cx="4000500" cy="558800"/>
          </a:xfrm>
          <a:prstGeom prst="roundRect">
            <a:avLst>
              <a:gd name="adj" fmla="val 9818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4" name="Shape 2"/>
          <p:cNvSpPr/>
          <p:nvPr/>
        </p:nvSpPr>
        <p:spPr>
          <a:xfrm>
            <a:off x="24003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679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355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032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708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3900" y="6108700"/>
            <a:ext cx="190500" cy="304800"/>
          </a:xfrm>
          <a:prstGeom prst="rect">
            <a:avLst/>
          </a:prstGeom>
          <a:solidFill>
            <a:srgbClr val="F4AECB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4400" y="6108700"/>
            <a:ext cx="190500" cy="304800"/>
          </a:xfrm>
          <a:prstGeom prst="rect">
            <a:avLst/>
          </a:prstGeom>
          <a:solidFill>
            <a:srgbClr val="F2BEDA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44900" y="6108700"/>
            <a:ext cx="190500" cy="304800"/>
          </a:xfrm>
          <a:prstGeom prst="rect">
            <a:avLst/>
          </a:prstGeom>
          <a:solidFill>
            <a:srgbClr val="F293C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35400" y="6108700"/>
            <a:ext cx="190500" cy="304800"/>
          </a:xfrm>
          <a:prstGeom prst="rect">
            <a:avLst/>
          </a:prstGeom>
          <a:solidFill>
            <a:srgbClr val="E295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5900" y="6108700"/>
            <a:ext cx="190500" cy="304800"/>
          </a:xfrm>
          <a:prstGeom prst="rect">
            <a:avLst/>
          </a:prstGeom>
          <a:solidFill>
            <a:srgbClr val="DC88C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49650" y="60833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38500" y="6083300"/>
            <a:ext cx="1003300" cy="355600"/>
          </a:xfrm>
          <a:prstGeom prst="roundRect">
            <a:avLst>
              <a:gd name="adj" fmla="val 10286"/>
            </a:avLst>
          </a:prstGeom>
          <a:ln w="19050">
            <a:solidFill>
              <a:srgbClr val="BE4148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42545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221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897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74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250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59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18100" y="6108700"/>
            <a:ext cx="167640" cy="3048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5740" y="6108700"/>
            <a:ext cx="167640" cy="3048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3380" y="6108700"/>
            <a:ext cx="167640" cy="3048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21020" y="6108700"/>
            <a:ext cx="167640" cy="3048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88660" y="6108700"/>
            <a:ext cx="167640" cy="3048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69560" y="6083300"/>
            <a:ext cx="33528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185400" y="5105400"/>
            <a:ext cx="0" cy="889000"/>
          </a:xfrm>
          <a:prstGeom prst="line">
            <a:avLst/>
          </a:prstGeom>
          <a:noFill/>
          <a:ln w="15875">
            <a:solidFill>
              <a:srgbClr val="4E7D52"/>
            </a:solidFill>
            <a:prstDash val="sysDot"/>
          </a:ln>
        </p:spPr>
      </p:sp>
      <p:sp>
        <p:nvSpPr>
          <p:cNvPr id="30" name="Shape 28"/>
          <p:cNvSpPr/>
          <p:nvPr/>
        </p:nvSpPr>
        <p:spPr>
          <a:xfrm>
            <a:off x="100965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1" name="Shape 29"/>
          <p:cNvSpPr/>
          <p:nvPr/>
        </p:nvSpPr>
        <p:spPr>
          <a:xfrm>
            <a:off x="1168400" y="4978400"/>
            <a:ext cx="177800" cy="177800"/>
          </a:xfrm>
          <a:prstGeom prst="triangle">
            <a:avLst/>
          </a:prstGeom>
          <a:solidFill>
            <a:srgbClr val="4E7D52"/>
          </a:solidFill>
          <a:ln/>
        </p:spPr>
      </p:sp>
      <p:sp>
        <p:nvSpPr>
          <p:cNvPr id="32" name="Shape 30"/>
          <p:cNvSpPr/>
          <p:nvPr/>
        </p:nvSpPr>
        <p:spPr>
          <a:xfrm>
            <a:off x="736600" y="2870200"/>
            <a:ext cx="1041400" cy="2159000"/>
          </a:xfrm>
          <a:prstGeom prst="roundRect">
            <a:avLst>
              <a:gd name="adj" fmla="val 7024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3" name="Shape 31"/>
          <p:cNvSpPr/>
          <p:nvPr/>
        </p:nvSpPr>
        <p:spPr>
          <a:xfrm>
            <a:off x="9690100" y="2870200"/>
            <a:ext cx="1054100" cy="2159000"/>
          </a:xfrm>
          <a:prstGeom prst="roundRect">
            <a:avLst>
              <a:gd name="adj" fmla="val 6940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34" name="Shape 32"/>
          <p:cNvSpPr/>
          <p:nvPr/>
        </p:nvSpPr>
        <p:spPr>
          <a:xfrm>
            <a:off x="838200" y="30099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3300" y="30099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68400" y="30099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33500" y="30099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98600" y="30099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5850" y="29845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791700" y="30099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961880" y="30099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132060" y="30099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302240" y="30099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472420" y="30099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46970" y="29845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838200" y="35306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03300" y="35306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68400" y="35306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33500" y="35306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498600" y="35306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85850" y="35052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791700" y="35306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961880" y="35306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132060" y="35306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02240" y="35306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472420" y="35306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46970" y="35052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38200" y="40513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3300" y="40513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8400" y="40513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333500" y="40513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498600" y="40513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85850" y="40259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9791700" y="40513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9961880" y="40513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0132060" y="40513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0302240" y="40513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0472420" y="40513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046970" y="40259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838200" y="4610100"/>
            <a:ext cx="16510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03300" y="4610100"/>
            <a:ext cx="16510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68400" y="4610100"/>
            <a:ext cx="16510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333500" y="4610100"/>
            <a:ext cx="16510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98600" y="4610100"/>
            <a:ext cx="16510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85850" y="4584700"/>
            <a:ext cx="3302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9791700" y="4610100"/>
            <a:ext cx="170180" cy="2159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961880" y="4610100"/>
            <a:ext cx="170180" cy="2159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132060" y="4610100"/>
            <a:ext cx="170180" cy="2159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302240" y="4610100"/>
            <a:ext cx="170180" cy="2159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72420" y="4610100"/>
            <a:ext cx="170180" cy="2159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046970" y="4584700"/>
            <a:ext cx="3403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3238500" y="2463800"/>
            <a:ext cx="1104900" cy="2641600"/>
          </a:xfrm>
          <a:prstGeom prst="rect">
            <a:avLst/>
          </a:prstGeom>
          <a:solidFill>
            <a:srgbClr val="DCCBBB"/>
          </a:solidFill>
          <a:ln w="12700">
            <a:solidFill>
              <a:srgbClr val="A69B9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327400" y="2489200"/>
            <a:ext cx="9144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Dot</a:t>
            </a:r>
            <a:endParaRPr lang="en-US" sz="110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6E51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4216400" y="2489200"/>
            <a:ext cx="330200" cy="215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pPr algn="l" indent="0" marL="0">
              <a:buNone/>
            </a:pPr>
            <a:r>
              <a:rPr lang="en-US" sz="900" b="1" dirty="0">
                <a:solidFill>
                  <a:srgbClr val="7A23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108450" y="30416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46550" y="30797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87" name="Shape 85"/>
          <p:cNvSpPr/>
          <p:nvPr/>
        </p:nvSpPr>
        <p:spPr>
          <a:xfrm>
            <a:off x="3905250" y="35623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943350" y="36004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89" name="Shape 87"/>
          <p:cNvSpPr/>
          <p:nvPr/>
        </p:nvSpPr>
        <p:spPr>
          <a:xfrm>
            <a:off x="3676650" y="40830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714750" y="41211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1" name="Shape 89"/>
          <p:cNvSpPr/>
          <p:nvPr/>
        </p:nvSpPr>
        <p:spPr>
          <a:xfrm>
            <a:off x="3435350" y="4641850"/>
            <a:ext cx="165100" cy="165100"/>
          </a:xfrm>
          <a:prstGeom prst="ellipse">
            <a:avLst/>
          </a:prstGeom>
          <a:solidFill>
            <a:srgbClr val="9FC5F0"/>
          </a:solidFill>
          <a:ln w="6350">
            <a:solidFill>
              <a:srgbClr val="6F8FC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473450" y="4679950"/>
            <a:ext cx="88900" cy="88900"/>
          </a:xfrm>
          <a:prstGeom prst="ellipse">
            <a:avLst/>
          </a:prstGeom>
          <a:solidFill>
            <a:srgbClr val="0D1B8F"/>
          </a:solidFill>
          <a:ln/>
        </p:spPr>
      </p:sp>
      <p:sp>
        <p:nvSpPr>
          <p:cNvPr id="93" name="Shape 91"/>
          <p:cNvSpPr/>
          <p:nvPr/>
        </p:nvSpPr>
        <p:spPr>
          <a:xfrm>
            <a:off x="17653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7653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7653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7653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2540000" y="3143250"/>
            <a:ext cx="15494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>
            <a:off x="2540000" y="3657600"/>
            <a:ext cx="13462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>
            <a:off x="2540000" y="4178300"/>
            <a:ext cx="1117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2540000" y="4730750"/>
            <a:ext cx="876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01" name="Shape 99"/>
          <p:cNvSpPr/>
          <p:nvPr/>
        </p:nvSpPr>
        <p:spPr>
          <a:xfrm flipH="1">
            <a:off x="9563100" y="31432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H="1">
            <a:off x="9563100" y="36576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flipH="1">
            <a:off x="9563100" y="417830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flipH="1">
            <a:off x="9563100" y="4730750"/>
            <a:ext cx="127000" cy="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 flipV="1">
            <a:off x="3810000" y="3124200"/>
            <a:ext cx="381000" cy="19431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3810000" y="3644900"/>
            <a:ext cx="177800" cy="1422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3759200" y="4165600"/>
            <a:ext cx="50800" cy="9017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3517900" y="4724400"/>
            <a:ext cx="292100" cy="3429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1905000" y="28702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0" name="Shape 108"/>
          <p:cNvSpPr/>
          <p:nvPr/>
        </p:nvSpPr>
        <p:spPr>
          <a:xfrm>
            <a:off x="8864600" y="2908300"/>
            <a:ext cx="635000" cy="2108200"/>
          </a:xfrm>
          <a:prstGeom prst="rect">
            <a:avLst/>
          </a:prstGeom>
          <a:solidFill>
            <a:srgbClr val="F7F96B"/>
          </a:solidFill>
          <a:ln/>
        </p:spPr>
      </p:sp>
      <p:sp>
        <p:nvSpPr>
          <p:cNvPr id="111" name="Shape 109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9050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3" name="Shape 111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19050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5" name="Shape 113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9050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7" name="Shape 115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9050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19" name="Shape 117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864600" y="29718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1" name="Shape 119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864600" y="3505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3" name="Shape 121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864600" y="40132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5" name="Shape 123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864600" y="4572000"/>
            <a:ext cx="63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1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100" dirty="0"/>
          </a:p>
        </p:txBody>
      </p:sp>
      <p:sp>
        <p:nvSpPr>
          <p:cNvPr id="127" name="Shape 125"/>
          <p:cNvSpPr/>
          <p:nvPr/>
        </p:nvSpPr>
        <p:spPr>
          <a:xfrm>
            <a:off x="2590800" y="29337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2674620" y="29337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758440" y="29337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842260" y="29337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926080" y="29337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2590800" y="34544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2674620" y="34544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2758440" y="34544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2842260" y="34544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2926080" y="34544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2590800" y="39751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2674620" y="39751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2758440" y="39751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2842260" y="39751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2926080" y="39751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590800" y="4533900"/>
            <a:ext cx="8382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674620" y="4533900"/>
            <a:ext cx="8382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758440" y="4533900"/>
            <a:ext cx="8382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842260" y="4533900"/>
            <a:ext cx="8382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2926080" y="4533900"/>
            <a:ext cx="8382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8470900" y="29337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8549640" y="29337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8628380" y="29337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8707120" y="29337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8785860" y="29337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8470900" y="34544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8549640" y="34544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8628380" y="34544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8707120" y="34544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8785860" y="34544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8470900" y="39751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8549640" y="39751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8628380" y="39751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8707120" y="39751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8785860" y="39751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8470900" y="4533900"/>
            <a:ext cx="7874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8549640" y="4533900"/>
            <a:ext cx="7874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8628380" y="4533900"/>
            <a:ext cx="7874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8707120" y="4533900"/>
            <a:ext cx="7874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8785860" y="4533900"/>
            <a:ext cx="7874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2997200" y="29083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8" name="Text 166"/>
          <p:cNvSpPr/>
          <p:nvPr/>
        </p:nvSpPr>
        <p:spPr>
          <a:xfrm>
            <a:off x="8102600" y="28829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69" name="Text 167"/>
          <p:cNvSpPr/>
          <p:nvPr/>
        </p:nvSpPr>
        <p:spPr>
          <a:xfrm>
            <a:off x="2997200" y="34290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0" name="Text 168"/>
          <p:cNvSpPr/>
          <p:nvPr/>
        </p:nvSpPr>
        <p:spPr>
          <a:xfrm>
            <a:off x="8102600" y="34163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1" name="Text 169"/>
          <p:cNvSpPr/>
          <p:nvPr/>
        </p:nvSpPr>
        <p:spPr>
          <a:xfrm>
            <a:off x="2997200" y="39497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2" name="Text 170"/>
          <p:cNvSpPr/>
          <p:nvPr/>
        </p:nvSpPr>
        <p:spPr>
          <a:xfrm>
            <a:off x="8102600" y="40132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3" name="Text 171"/>
          <p:cNvSpPr/>
          <p:nvPr/>
        </p:nvSpPr>
        <p:spPr>
          <a:xfrm>
            <a:off x="2997200" y="4508500"/>
            <a:ext cx="254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4" name="Text 172"/>
          <p:cNvSpPr/>
          <p:nvPr/>
        </p:nvSpPr>
        <p:spPr>
          <a:xfrm>
            <a:off x="8102600" y="4572000"/>
            <a:ext cx="254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</a:t>
            </a:r>
            <a:pPr algn="l" indent="0" marL="0">
              <a:buNone/>
            </a:pPr>
            <a:r>
              <a:rPr lang="en-US" sz="1100" b="1" baseline="-40000" dirty="0">
                <a:solidFill>
                  <a:srgbClr val="8E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75" name="Shape 173"/>
          <p:cNvSpPr/>
          <p:nvPr/>
        </p:nvSpPr>
        <p:spPr>
          <a:xfrm>
            <a:off x="5816600" y="2463800"/>
            <a:ext cx="419100" cy="2654300"/>
          </a:xfrm>
          <a:prstGeom prst="roundRect">
            <a:avLst>
              <a:gd name="adj" fmla="val 17455"/>
            </a:avLst>
          </a:prstGeom>
          <a:solidFill>
            <a:srgbClr val="F8DDFC"/>
          </a:solidFill>
          <a:ln w="12700">
            <a:solidFill>
              <a:srgbClr val="C0AEC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 rot="5400000">
            <a:off x="5676900" y="35941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1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max</a:t>
            </a:r>
            <a:endParaRPr lang="en-US" sz="1100" dirty="0"/>
          </a:p>
        </p:txBody>
      </p:sp>
      <p:sp>
        <p:nvSpPr>
          <p:cNvPr id="177" name="Shape 175"/>
          <p:cNvSpPr/>
          <p:nvPr/>
        </p:nvSpPr>
        <p:spPr>
          <a:xfrm>
            <a:off x="4279900" y="3143250"/>
            <a:ext cx="14986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8" name="Shape 176"/>
          <p:cNvSpPr/>
          <p:nvPr/>
        </p:nvSpPr>
        <p:spPr>
          <a:xfrm>
            <a:off x="4076700" y="3657600"/>
            <a:ext cx="17018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79" name="Shape 177"/>
          <p:cNvSpPr/>
          <p:nvPr/>
        </p:nvSpPr>
        <p:spPr>
          <a:xfrm>
            <a:off x="3848100" y="4178300"/>
            <a:ext cx="19304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3606800" y="4730750"/>
            <a:ext cx="2171700" cy="0"/>
          </a:xfrm>
          <a:prstGeom prst="line">
            <a:avLst/>
          </a:prstGeom>
          <a:noFill/>
          <a:ln w="952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solidFill>
            <a:srgbClr val="EAFEFC"/>
          </a:solidFill>
          <a:ln w="12700">
            <a:solidFill>
              <a:srgbClr val="C3C7C6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6553200" y="2463800"/>
            <a:ext cx="17145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</a:t>
            </a:r>
            <a:endParaRPr lang="en-US" sz="1600" dirty="0"/>
          </a:p>
        </p:txBody>
      </p:sp>
      <p:sp>
        <p:nvSpPr>
          <p:cNvPr id="183" name="Shape 181"/>
          <p:cNvSpPr/>
          <p:nvPr/>
        </p:nvSpPr>
        <p:spPr>
          <a:xfrm>
            <a:off x="6635750" y="30035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6635750" y="30035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5" name="Shape 183"/>
          <p:cNvSpPr/>
          <p:nvPr/>
        </p:nvSpPr>
        <p:spPr>
          <a:xfrm>
            <a:off x="7029450" y="3536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029450" y="3536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7" name="Shape 185"/>
          <p:cNvSpPr/>
          <p:nvPr/>
        </p:nvSpPr>
        <p:spPr>
          <a:xfrm>
            <a:off x="7397750" y="40449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7397750" y="40449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7778750" y="4603750"/>
            <a:ext cx="241300" cy="241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03030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778750" y="4603750"/>
            <a:ext cx="241300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endParaRPr lang="en-US" sz="1400" dirty="0"/>
          </a:p>
        </p:txBody>
      </p:sp>
      <p:sp>
        <p:nvSpPr>
          <p:cNvPr id="191" name="Shape 189"/>
          <p:cNvSpPr/>
          <p:nvPr/>
        </p:nvSpPr>
        <p:spPr>
          <a:xfrm flipV="1">
            <a:off x="6743700" y="2857500"/>
            <a:ext cx="0" cy="2032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2" name="Shape 190"/>
          <p:cNvSpPr/>
          <p:nvPr/>
        </p:nvSpPr>
        <p:spPr>
          <a:xfrm flipV="1">
            <a:off x="7150100" y="2857500"/>
            <a:ext cx="0" cy="736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3" name="Shape 191"/>
          <p:cNvSpPr/>
          <p:nvPr/>
        </p:nvSpPr>
        <p:spPr>
          <a:xfrm flipV="1">
            <a:off x="7518400" y="2857500"/>
            <a:ext cx="0" cy="12446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4" name="Shape 192"/>
          <p:cNvSpPr/>
          <p:nvPr/>
        </p:nvSpPr>
        <p:spPr>
          <a:xfrm flipV="1">
            <a:off x="7912100" y="2857500"/>
            <a:ext cx="0" cy="1803400"/>
          </a:xfrm>
          <a:prstGeom prst="line">
            <a:avLst/>
          </a:prstGeom>
          <a:noFill/>
          <a:ln w="1270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 flipH="1">
            <a:off x="7289800" y="3657600"/>
            <a:ext cx="1270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 flipH="1">
            <a:off x="7543800" y="4178300"/>
            <a:ext cx="2286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7" name="Shape 195"/>
          <p:cNvSpPr/>
          <p:nvPr/>
        </p:nvSpPr>
        <p:spPr>
          <a:xfrm flipH="1">
            <a:off x="7924800" y="4730750"/>
            <a:ext cx="241300" cy="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198" name="Shape 196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solidFill>
            <a:srgbClr val="F7F96B"/>
          </a:solidFill>
          <a:ln w="12700">
            <a:solidFill>
              <a:srgbClr val="5E8A50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3441700" y="5435600"/>
            <a:ext cx="647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pPr algn="ctr" indent="0" marL="0">
              <a:buNone/>
            </a:pPr>
            <a:r>
              <a:rPr lang="en-US" sz="1200" b="1" baseline="-40000" dirty="0">
                <a:solidFill>
                  <a:srgbClr val="6B7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ctr" indent="0" marL="0">
              <a:buNone/>
            </a:pPr>
            <a:r>
              <a:rPr lang="en-US" sz="650" b="1" baseline="30000" dirty="0">
                <a:solidFill>
                  <a:srgbClr val="A08A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(r)</a:t>
            </a:r>
            <a:endParaRPr lang="en-US" sz="1200" dirty="0"/>
          </a:p>
        </p:txBody>
      </p:sp>
      <p:sp>
        <p:nvSpPr>
          <p:cNvPr id="200" name="Text 198"/>
          <p:cNvSpPr/>
          <p:nvPr/>
        </p:nvSpPr>
        <p:spPr>
          <a:xfrm>
            <a:off x="3517900" y="5168900"/>
            <a:ext cx="330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</a:t>
            </a:r>
            <a:pPr algn="l" indent="0" marL="0">
              <a:buNone/>
            </a:pPr>
            <a:r>
              <a:rPr lang="en-US" sz="1200" b="1" baseline="-40000" dirty="0">
                <a:solidFill>
                  <a:srgbClr val="8000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1" name="Shape 199"/>
          <p:cNvSpPr/>
          <p:nvPr/>
        </p:nvSpPr>
        <p:spPr>
          <a:xfrm>
            <a:off x="3860800" y="5257800"/>
            <a:ext cx="86360" cy="152400"/>
          </a:xfrm>
          <a:prstGeom prst="rect">
            <a:avLst/>
          </a:prstGeom>
          <a:solidFill>
            <a:srgbClr val="EFF5C3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947160" y="5257800"/>
            <a:ext cx="86360" cy="152400"/>
          </a:xfrm>
          <a:prstGeom prst="rect">
            <a:avLst/>
          </a:prstGeom>
          <a:solidFill>
            <a:srgbClr val="F3F9D9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4033520" y="5257800"/>
            <a:ext cx="86360" cy="152400"/>
          </a:xfrm>
          <a:prstGeom prst="rect">
            <a:avLst/>
          </a:prstGeom>
          <a:solidFill>
            <a:srgbClr val="FBDF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4119880" y="5257800"/>
            <a:ext cx="86360" cy="152400"/>
          </a:xfrm>
          <a:prstGeom prst="rect">
            <a:avLst/>
          </a:prstGeom>
          <a:solidFill>
            <a:srgbClr val="DFE5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4206240" y="5257800"/>
            <a:ext cx="86360" cy="152400"/>
          </a:xfrm>
          <a:prstGeom prst="rect">
            <a:avLst/>
          </a:prstGeom>
          <a:solidFill>
            <a:srgbClr val="ECDEF0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flipV="1">
            <a:off x="3797300" y="5168900"/>
            <a:ext cx="0" cy="330200"/>
          </a:xfrm>
          <a:prstGeom prst="line">
            <a:avLst/>
          </a:prstGeom>
          <a:noFill/>
          <a:ln w="19050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7" name="Shape 205"/>
          <p:cNvSpPr/>
          <p:nvPr/>
        </p:nvSpPr>
        <p:spPr>
          <a:xfrm flipV="1">
            <a:off x="3797300" y="5892800"/>
            <a:ext cx="0" cy="139700"/>
          </a:xfrm>
          <a:prstGeom prst="line">
            <a:avLst/>
          </a:prstGeom>
          <a:noFill/>
          <a:ln w="15875">
            <a:solidFill>
              <a:srgbClr val="C03030"/>
            </a:solidFill>
            <a:prstDash val="solid"/>
            <a:tailEnd type="triangle"/>
          </a:ln>
        </p:spPr>
      </p:sp>
      <p:sp>
        <p:nvSpPr>
          <p:cNvPr id="208" name="Shape 206"/>
          <p:cNvSpPr/>
          <p:nvPr/>
        </p:nvSpPr>
        <p:spPr>
          <a:xfrm>
            <a:off x="69723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1501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327900" y="1536700"/>
            <a:ext cx="177800" cy="317500"/>
          </a:xfrm>
          <a:prstGeom prst="rect">
            <a:avLst/>
          </a:prstGeom>
          <a:solidFill>
            <a:srgbClr val="9CCB96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5057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683500" y="1536700"/>
            <a:ext cx="177800" cy="317500"/>
          </a:xfrm>
          <a:prstGeom prst="rect">
            <a:avLst/>
          </a:prstGeom>
          <a:solidFill>
            <a:srgbClr val="C9D6DA"/>
          </a:solidFill>
          <a:ln w="6350">
            <a:solidFill>
              <a:srgbClr val="7FA37C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6972300" y="1536700"/>
            <a:ext cx="889000" cy="317500"/>
          </a:xfrm>
          <a:prstGeom prst="rect">
            <a:avLst/>
          </a:prstGeom>
          <a:ln w="12700">
            <a:solidFill>
              <a:srgbClr val="7FA37C"/>
            </a:solidFill>
            <a:prstDash val="sysDot"/>
          </a:ln>
        </p:spPr>
      </p:sp>
      <p:sp>
        <p:nvSpPr>
          <p:cNvPr id="214" name="Text 212"/>
          <p:cNvSpPr/>
          <p:nvPr/>
        </p:nvSpPr>
        <p:spPr>
          <a:xfrm>
            <a:off x="7302500" y="1562100"/>
            <a:ext cx="2159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</a:t>
            </a:r>
            <a:endParaRPr lang="en-US" sz="1300" dirty="0"/>
          </a:p>
        </p:txBody>
      </p:sp>
      <p:sp>
        <p:nvSpPr>
          <p:cNvPr id="215" name="Text 213"/>
          <p:cNvSpPr/>
          <p:nvPr/>
        </p:nvSpPr>
        <p:spPr>
          <a:xfrm>
            <a:off x="7416800" y="1701800"/>
            <a:ext cx="101600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b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E9B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216" name="Shape 214"/>
          <p:cNvSpPr/>
          <p:nvPr/>
        </p:nvSpPr>
        <p:spPr>
          <a:xfrm rot="18900000">
            <a:off x="6959600" y="1892300"/>
            <a:ext cx="381000" cy="203200"/>
          </a:xfrm>
          <a:prstGeom prst="rightArrow">
            <a:avLst/>
          </a:prstGeom>
          <a:solidFill>
            <a:srgbClr val="4E9A4E"/>
          </a:solidFill>
          <a:ln w="9525">
            <a:solidFill>
              <a:srgbClr val="2F6B2F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7353300" y="1854200"/>
            <a:ext cx="101600" cy="101600"/>
          </a:xfrm>
          <a:prstGeom prst="triangle">
            <a:avLst/>
          </a:prstGeom>
          <a:solidFill>
            <a:srgbClr val="8F2020"/>
          </a:solidFill>
          <a:ln/>
        </p:spPr>
      </p:sp>
      <p:sp>
        <p:nvSpPr>
          <p:cNvPr id="218" name="Shape 216"/>
          <p:cNvSpPr/>
          <p:nvPr/>
        </p:nvSpPr>
        <p:spPr>
          <a:xfrm>
            <a:off x="7404100" y="1981200"/>
            <a:ext cx="0" cy="482600"/>
          </a:xfrm>
          <a:prstGeom prst="line">
            <a:avLst/>
          </a:prstGeom>
          <a:noFill/>
          <a:ln w="9525">
            <a:solidFill>
              <a:srgbClr val="A9A5A0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3441700" y="2070100"/>
            <a:ext cx="8509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0" name="Text 218"/>
          <p:cNvSpPr/>
          <p:nvPr/>
        </p:nvSpPr>
        <p:spPr>
          <a:xfrm>
            <a:off x="3441700" y="2070100"/>
            <a:ext cx="8509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Similarity</a:t>
            </a:r>
            <a:endParaRPr lang="en-US" sz="1100" dirty="0"/>
          </a:p>
        </p:txBody>
      </p:sp>
      <p:sp>
        <p:nvSpPr>
          <p:cNvPr id="221" name="Shape 219"/>
          <p:cNvSpPr/>
          <p:nvPr/>
        </p:nvSpPr>
        <p:spPr>
          <a:xfrm>
            <a:off x="5448300" y="2044700"/>
            <a:ext cx="1092200" cy="279400"/>
          </a:xfrm>
          <a:prstGeom prst="roundRect">
            <a:avLst>
              <a:gd name="adj" fmla="val 39273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2" name="Text 220"/>
          <p:cNvSpPr/>
          <p:nvPr/>
        </p:nvSpPr>
        <p:spPr>
          <a:xfrm>
            <a:off x="5448300" y="2044700"/>
            <a:ext cx="10922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Probabilities</a:t>
            </a:r>
            <a:endParaRPr lang="en-US" sz="1100" dirty="0"/>
          </a:p>
        </p:txBody>
      </p:sp>
      <p:sp>
        <p:nvSpPr>
          <p:cNvPr id="223" name="Shape 221"/>
          <p:cNvSpPr/>
          <p:nvPr/>
        </p:nvSpPr>
        <p:spPr>
          <a:xfrm>
            <a:off x="7569200" y="2044700"/>
            <a:ext cx="1206500" cy="292100"/>
          </a:xfrm>
          <a:prstGeom prst="roundRect">
            <a:avLst>
              <a:gd name="adj" fmla="val 37565"/>
            </a:avLst>
          </a:prstGeom>
          <a:solidFill>
            <a:srgbClr val="FFFFE3"/>
          </a:solidFill>
          <a:ln w="12700">
            <a:solidFill>
              <a:srgbClr val="8AA88A"/>
            </a:solidFill>
            <a:prstDash val="sysDot"/>
          </a:ln>
        </p:spPr>
      </p:sp>
      <p:sp>
        <p:nvSpPr>
          <p:cNvPr id="224" name="Text 222"/>
          <p:cNvSpPr/>
          <p:nvPr/>
        </p:nvSpPr>
        <p:spPr>
          <a:xfrm>
            <a:off x="7569200" y="2044700"/>
            <a:ext cx="1206500" cy="292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F3F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SUM</a:t>
            </a:r>
            <a:endParaRPr lang="en-US" sz="1100" dirty="0"/>
          </a:p>
        </p:txBody>
      </p:sp>
      <p:sp>
        <p:nvSpPr>
          <p:cNvPr id="225" name="Shape 223"/>
          <p:cNvSpPr/>
          <p:nvPr/>
        </p:nvSpPr>
        <p:spPr>
          <a:xfrm>
            <a:off x="9347200" y="5930900"/>
            <a:ext cx="2095500" cy="800100"/>
          </a:xfrm>
          <a:prstGeom prst="roundRect">
            <a:avLst>
              <a:gd name="adj" fmla="val 9143"/>
            </a:avLst>
          </a:prstGeom>
          <a:solidFill>
            <a:srgbClr val="E7FFE9"/>
          </a:solidFill>
          <a:ln w="15875">
            <a:solidFill>
              <a:srgbClr val="4E7D52"/>
            </a:solidFill>
            <a:prstDash val="sysDot"/>
          </a:ln>
        </p:spPr>
      </p:sp>
      <p:sp>
        <p:nvSpPr>
          <p:cNvPr id="226" name="Shape 224"/>
          <p:cNvSpPr/>
          <p:nvPr/>
        </p:nvSpPr>
        <p:spPr>
          <a:xfrm>
            <a:off x="9563100" y="5969000"/>
            <a:ext cx="8128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9644380" y="5969000"/>
            <a:ext cx="8128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9725660" y="5969000"/>
            <a:ext cx="8128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9806940" y="5969000"/>
            <a:ext cx="8128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9888220" y="5969000"/>
            <a:ext cx="8128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693400" y="6070600"/>
            <a:ext cx="101600" cy="190500"/>
          </a:xfrm>
          <a:prstGeom prst="rect">
            <a:avLst/>
          </a:prstGeom>
          <a:solidFill>
            <a:srgbClr val="F2F4C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795000" y="6070600"/>
            <a:ext cx="101600" cy="190500"/>
          </a:xfrm>
          <a:prstGeom prst="rect">
            <a:avLst/>
          </a:prstGeom>
          <a:solidFill>
            <a:srgbClr val="F6F8D6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896600" y="6070600"/>
            <a:ext cx="101600" cy="190500"/>
          </a:xfrm>
          <a:prstGeom prst="rect">
            <a:avLst/>
          </a:prstGeom>
          <a:solidFill>
            <a:srgbClr val="FAEDD2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10998200" y="6070600"/>
            <a:ext cx="101600" cy="190500"/>
          </a:xfrm>
          <a:prstGeom prst="rect">
            <a:avLst/>
          </a:prstGeom>
          <a:solidFill>
            <a:srgbClr val="EFE2EC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>
            <a:off x="11099800" y="6070600"/>
            <a:ext cx="101600" cy="190500"/>
          </a:xfrm>
          <a:prstGeom prst="rect">
            <a:avLst/>
          </a:prstGeom>
          <a:solidFill>
            <a:srgbClr val="F5E1EE"/>
          </a:solidFill>
          <a:ln w="6350">
            <a:solidFill>
              <a:srgbClr val="B5AFA2"/>
            </a:solidFill>
            <a:prstDash val="solid"/>
          </a:ln>
        </p:spPr>
      </p:sp>
      <p:sp>
        <p:nvSpPr>
          <p:cNvPr id="236" name="Text 234"/>
          <p:cNvSpPr/>
          <p:nvPr/>
        </p:nvSpPr>
        <p:spPr>
          <a:xfrm>
            <a:off x="9817100" y="61468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37" name="Shape 235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solidFill>
            <a:srgbClr val="FFFBD1"/>
          </a:solidFill>
          <a:ln w="19050">
            <a:solidFill>
              <a:srgbClr val="C87A2A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10134600" y="5994400"/>
            <a:ext cx="368300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</a:t>
            </a:r>
            <a:endParaRPr lang="en-US" sz="1400" dirty="0"/>
          </a:p>
        </p:txBody>
      </p:sp>
      <p:sp>
        <p:nvSpPr>
          <p:cNvPr id="239" name="Text 237"/>
          <p:cNvSpPr/>
          <p:nvPr/>
        </p:nvSpPr>
        <p:spPr>
          <a:xfrm>
            <a:off x="10083800" y="6350000"/>
            <a:ext cx="4572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90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00" dirty="0"/>
          </a:p>
        </p:txBody>
      </p:sp>
      <p:sp>
        <p:nvSpPr>
          <p:cNvPr id="240" name="Text 238"/>
          <p:cNvSpPr/>
          <p:nvPr/>
        </p:nvSpPr>
        <p:spPr>
          <a:xfrm>
            <a:off x="10502900" y="6057900"/>
            <a:ext cx="165100" cy="2667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F4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1100" dirty="0"/>
          </a:p>
        </p:txBody>
      </p:sp>
      <p:sp>
        <p:nvSpPr>
          <p:cNvPr id="241" name="Text 239"/>
          <p:cNvSpPr/>
          <p:nvPr/>
        </p:nvSpPr>
        <p:spPr>
          <a:xfrm>
            <a:off x="11036300" y="6299200"/>
            <a:ext cx="2667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ctr" indent="0" marL="0">
              <a:buNone/>
            </a:pPr>
            <a:r>
              <a:rPr lang="en-US" sz="850" b="1" dirty="0">
                <a:solidFill>
                  <a:srgbClr val="A03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850" dirty="0"/>
          </a:p>
        </p:txBody>
      </p:sp>
      <p:sp>
        <p:nvSpPr>
          <p:cNvPr id="242" name="Text 240"/>
          <p:cNvSpPr/>
          <p:nvPr/>
        </p:nvSpPr>
        <p:spPr>
          <a:xfrm>
            <a:off x="9474200" y="6464300"/>
            <a:ext cx="1879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d: Embedding Length</a:t>
            </a:r>
            <a:endParaRPr lang="en-US" sz="1000" dirty="0"/>
          </a:p>
        </p:txBody>
      </p:sp>
      <p:sp>
        <p:nvSpPr>
          <p:cNvPr id="243" name="Shape 241"/>
          <p:cNvSpPr/>
          <p:nvPr/>
        </p:nvSpPr>
        <p:spPr>
          <a:xfrm rot="5400000">
            <a:off x="18034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4" name="Shape 242"/>
          <p:cNvSpPr/>
          <p:nvPr/>
        </p:nvSpPr>
        <p:spPr>
          <a:xfrm rot="5400000">
            <a:off x="18034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5" name="Shape 243"/>
          <p:cNvSpPr/>
          <p:nvPr/>
        </p:nvSpPr>
        <p:spPr>
          <a:xfrm rot="5400000">
            <a:off x="18034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6" name="Shape 244"/>
          <p:cNvSpPr/>
          <p:nvPr/>
        </p:nvSpPr>
        <p:spPr>
          <a:xfrm rot="5400000">
            <a:off x="18034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7" name="Shape 245"/>
          <p:cNvSpPr/>
          <p:nvPr/>
        </p:nvSpPr>
        <p:spPr>
          <a:xfrm rot="16200000">
            <a:off x="9410700" y="30861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8" name="Shape 246"/>
          <p:cNvSpPr/>
          <p:nvPr/>
        </p:nvSpPr>
        <p:spPr>
          <a:xfrm rot="16200000">
            <a:off x="9410700" y="36004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49" name="Shape 247"/>
          <p:cNvSpPr/>
          <p:nvPr/>
        </p:nvSpPr>
        <p:spPr>
          <a:xfrm rot="16200000">
            <a:off x="9410700" y="412115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0" name="Shape 248"/>
          <p:cNvSpPr/>
          <p:nvPr/>
        </p:nvSpPr>
        <p:spPr>
          <a:xfrm rot="16200000">
            <a:off x="9410700" y="4673600"/>
            <a:ext cx="101600" cy="114300"/>
          </a:xfrm>
          <a:prstGeom prst="triangle">
            <a:avLst/>
          </a:prstGeom>
          <a:solidFill>
            <a:srgbClr val="C5700A"/>
          </a:solidFill>
          <a:ln/>
        </p:spPr>
      </p:sp>
      <p:sp>
        <p:nvSpPr>
          <p:cNvPr id="251" name="Shape 249"/>
          <p:cNvSpPr/>
          <p:nvPr/>
        </p:nvSpPr>
        <p:spPr>
          <a:xfrm>
            <a:off x="2730500" y="3822700"/>
            <a:ext cx="457200" cy="457200"/>
          </a:xfrm>
          <a:prstGeom prst="ellipse">
            <a:avLst/>
          </a:prstGeom>
          <a:solidFill>
            <a:srgbClr val="A00000">
              <a:alpha val="65000"/>
            </a:srgbClr>
          </a:solidFill>
          <a:ln/>
        </p:spPr>
      </p:sp>
      <p:sp>
        <p:nvSpPr>
          <p:cNvPr id="252" name="Shape 250"/>
          <p:cNvSpPr/>
          <p:nvPr/>
        </p:nvSpPr>
        <p:spPr>
          <a:xfrm rot="19920000">
            <a:off x="3340100" y="6489700"/>
            <a:ext cx="330200" cy="177800"/>
          </a:xfrm>
          <a:prstGeom prst="rightArrow">
            <a:avLst/>
          </a:prstGeom>
          <a:solidFill>
            <a:srgbClr val="A50D1E"/>
          </a:solidFill>
          <a:ln/>
        </p:spPr>
      </p:sp>
      <p:sp>
        <p:nvSpPr>
          <p:cNvPr id="253" name="Text 251"/>
          <p:cNvSpPr/>
          <p:nvPr/>
        </p:nvSpPr>
        <p:spPr>
          <a:xfrm>
            <a:off x="2324100" y="6731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Attention Mechanism </a:t>
            </a:r>
            <a:pPr algn="ctr" indent="0" marL="0">
              <a:buNone/>
            </a:pPr>
            <a:r>
              <a:rPr lang="en-US" sz="2000" b="1" dirty="0">
                <a:solidFill>
                  <a:srgbClr val="0000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(Linear Transformation of Inputs)</a:t>
            </a:r>
            <a:endParaRPr lang="en-US" sz="2000" dirty="0"/>
          </a:p>
        </p:txBody>
      </p:sp>
      <p:sp>
        <p:nvSpPr>
          <p:cNvPr id="254" name="Text 252"/>
          <p:cNvSpPr/>
          <p:nvPr/>
        </p:nvSpPr>
        <p:spPr>
          <a:xfrm>
            <a:off x="2324100" y="1028700"/>
            <a:ext cx="825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(Self Attention of word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w.r.t All words in Sentence (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ctr" indent="0" marL="0">
              <a:buNone/>
            </a:pPr>
            <a:r>
              <a:rPr lang="en-US" sz="2000" b="1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pPr algn="ctr" indent="0" marL="0">
              <a:buNone/>
            </a:pPr>
            <a:r>
              <a:rPr lang="en-US" sz="2000" b="1" baseline="-40000" dirty="0">
                <a:solidFill>
                  <a:srgbClr val="990C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ctr" indent="0" marL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)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2026-10-11T22:28:48Z</dcterms:created>
  <dcterms:modified xsi:type="dcterms:W3CDTF">2026-10-11T22:28:48Z</dcterms:modified>
</cp:coreProperties>
</file>