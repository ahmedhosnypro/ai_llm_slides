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7700" y="1358900"/>
            <a:ext cx="10375900" cy="5270500"/>
          </a:xfrm>
          <a:prstGeom prst="rect">
            <a:avLst/>
          </a:prstGeom>
          <a:solidFill>
            <a:srgbClr val="F7E2CD"/>
          </a:solidFill>
          <a:ln w="12700">
            <a:solidFill>
              <a:srgbClr val="C9C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7900" y="6007100"/>
            <a:ext cx="4000500" cy="558800"/>
          </a:xfrm>
          <a:prstGeom prst="roundRect">
            <a:avLst>
              <a:gd name="adj" fmla="val 9818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24003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79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355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32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708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3900" y="6108700"/>
            <a:ext cx="190500" cy="304800"/>
          </a:xfrm>
          <a:prstGeom prst="rect">
            <a:avLst/>
          </a:prstGeom>
          <a:solidFill>
            <a:srgbClr val="F4AECB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4400" y="6108700"/>
            <a:ext cx="190500" cy="304800"/>
          </a:xfrm>
          <a:prstGeom prst="rect">
            <a:avLst/>
          </a:prstGeom>
          <a:solidFill>
            <a:srgbClr val="F2BEDA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4900" y="6108700"/>
            <a:ext cx="190500" cy="304800"/>
          </a:xfrm>
          <a:prstGeom prst="rect">
            <a:avLst/>
          </a:prstGeom>
          <a:solidFill>
            <a:srgbClr val="F293C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35400" y="6108700"/>
            <a:ext cx="190500" cy="304800"/>
          </a:xfrm>
          <a:prstGeom prst="rect">
            <a:avLst/>
          </a:prstGeom>
          <a:solidFill>
            <a:srgbClr val="E295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5900" y="6108700"/>
            <a:ext cx="190500" cy="304800"/>
          </a:xfrm>
          <a:prstGeom prst="rect">
            <a:avLst/>
          </a:prstGeom>
          <a:solidFill>
            <a:srgbClr val="DC88C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9650" y="6083300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38500" y="6083300"/>
            <a:ext cx="1003300" cy="355600"/>
          </a:xfrm>
          <a:prstGeom prst="roundRect">
            <a:avLst>
              <a:gd name="adj" fmla="val 10286"/>
            </a:avLst>
          </a:prstGeom>
          <a:ln w="19050">
            <a:solidFill>
              <a:srgbClr val="BE4148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42545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221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897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74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250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59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181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57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533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210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886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695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185400" y="5105400"/>
            <a:ext cx="0" cy="889000"/>
          </a:xfrm>
          <a:prstGeom prst="line">
            <a:avLst/>
          </a:prstGeom>
          <a:noFill/>
          <a:ln w="15875">
            <a:solidFill>
              <a:srgbClr val="4E7D52"/>
            </a:solidFill>
            <a:prstDash val="sysDot"/>
          </a:ln>
        </p:spPr>
      </p:sp>
      <p:sp>
        <p:nvSpPr>
          <p:cNvPr id="33" name="Shape 31"/>
          <p:cNvSpPr/>
          <p:nvPr/>
        </p:nvSpPr>
        <p:spPr>
          <a:xfrm>
            <a:off x="100965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34" name="Shape 32"/>
          <p:cNvSpPr/>
          <p:nvPr/>
        </p:nvSpPr>
        <p:spPr>
          <a:xfrm>
            <a:off x="11684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35" name="Shape 33"/>
          <p:cNvSpPr/>
          <p:nvPr/>
        </p:nvSpPr>
        <p:spPr>
          <a:xfrm>
            <a:off x="736600" y="2870200"/>
            <a:ext cx="1041400" cy="2159000"/>
          </a:xfrm>
          <a:prstGeom prst="roundRect">
            <a:avLst>
              <a:gd name="adj" fmla="val 7024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36" name="Shape 34"/>
          <p:cNvSpPr/>
          <p:nvPr/>
        </p:nvSpPr>
        <p:spPr>
          <a:xfrm>
            <a:off x="9690100" y="2870200"/>
            <a:ext cx="1054100" cy="2159000"/>
          </a:xfrm>
          <a:prstGeom prst="roundRect">
            <a:avLst>
              <a:gd name="adj" fmla="val 6940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37" name="Shape 35"/>
          <p:cNvSpPr/>
          <p:nvPr/>
        </p:nvSpPr>
        <p:spPr>
          <a:xfrm>
            <a:off x="838200" y="30099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3300" y="30099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68400" y="30099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33500" y="30099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98600" y="30099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5850" y="29845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791700" y="30099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61880" y="30099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32060" y="30099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02240" y="30099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472420" y="30099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46970" y="29845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8200" y="35306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03300" y="35306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68400" y="35306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33500" y="35306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98600" y="35306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85850" y="35052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791700" y="35306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61880" y="35306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32060" y="35306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02240" y="35306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472420" y="35306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46970" y="35052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38200" y="40513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03300" y="40513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68400" y="40513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33500" y="40513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98600" y="40513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85850" y="40259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791700" y="40513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961880" y="40513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132060" y="40513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02240" y="40513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472420" y="40513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046970" y="40259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38200" y="46101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03300" y="46101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8400" y="46101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33500" y="46101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498600" y="46101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85850" y="45847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791700" y="46101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961880" y="46101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132060" y="46101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302240" y="46101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472420" y="46101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46970" y="45847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3238500" y="2463800"/>
            <a:ext cx="1104900" cy="2641600"/>
          </a:xfrm>
          <a:prstGeom prst="rect">
            <a:avLst/>
          </a:prstGeom>
          <a:solidFill>
            <a:srgbClr val="DCCBBB"/>
          </a:solidFill>
          <a:ln w="12700">
            <a:solidFill>
              <a:srgbClr val="A69B9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327400" y="2489200"/>
            <a:ext cx="914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216400" y="2489200"/>
            <a:ext cx="3302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108450" y="30416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46550" y="30797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0" name="Shape 88"/>
          <p:cNvSpPr/>
          <p:nvPr/>
        </p:nvSpPr>
        <p:spPr>
          <a:xfrm>
            <a:off x="3905250" y="35623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943350" y="36004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2" name="Shape 90"/>
          <p:cNvSpPr/>
          <p:nvPr/>
        </p:nvSpPr>
        <p:spPr>
          <a:xfrm>
            <a:off x="3676650" y="40830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14750" y="41211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4" name="Shape 92"/>
          <p:cNvSpPr/>
          <p:nvPr/>
        </p:nvSpPr>
        <p:spPr>
          <a:xfrm>
            <a:off x="3435350" y="46418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473450" y="46799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6" name="Shape 94"/>
          <p:cNvSpPr/>
          <p:nvPr/>
        </p:nvSpPr>
        <p:spPr>
          <a:xfrm>
            <a:off x="1765300" y="31432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765300" y="36576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765300" y="41783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765300" y="47307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540000" y="3143250"/>
            <a:ext cx="15494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2540000" y="3657600"/>
            <a:ext cx="13462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2540000" y="4178300"/>
            <a:ext cx="11176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2540000" y="4730750"/>
            <a:ext cx="8763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 flipH="1">
            <a:off x="9563100" y="31432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9563100" y="36576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9563100" y="41783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9563100" y="47307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810000" y="3124200"/>
            <a:ext cx="381000" cy="19431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3810000" y="3644900"/>
            <a:ext cx="177800" cy="14224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759200" y="4165600"/>
            <a:ext cx="50800" cy="9017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517900" y="4724400"/>
            <a:ext cx="292100" cy="3429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905000" y="2870200"/>
            <a:ext cx="635000" cy="2108200"/>
          </a:xfrm>
          <a:prstGeom prst="rect">
            <a:avLst/>
          </a:prstGeom>
          <a:solidFill>
            <a:srgbClr val="F7F96B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864600" y="2908300"/>
            <a:ext cx="635000" cy="2108200"/>
          </a:xfrm>
          <a:prstGeom prst="rect">
            <a:avLst/>
          </a:prstGeom>
          <a:solidFill>
            <a:srgbClr val="F7F96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905000" y="29718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905000" y="29718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1905000" y="3505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905000" y="350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1905000" y="4013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905000" y="4013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1905000" y="45720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905000" y="45720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8864600" y="29718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864600" y="29718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8864600" y="3505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864600" y="350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8864600" y="4013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864600" y="4013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8864600" y="45720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864600" y="45720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2590800" y="29337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674620" y="29337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758440" y="29337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842260" y="29337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926080" y="29337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590800" y="34544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674620" y="34544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758440" y="34544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842260" y="34544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926080" y="34544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590800" y="39751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674620" y="39751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758440" y="39751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842260" y="39751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926080" y="39751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590800" y="45339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674620" y="45339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758440" y="45339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842260" y="45339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926080" y="45339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470900" y="29337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549640" y="29337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628380" y="29337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707120" y="29337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785860" y="29337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470900" y="34544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549640" y="34544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628380" y="34544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707120" y="34544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785860" y="34544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470900" y="39751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549640" y="39751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628380" y="39751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707120" y="39751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785860" y="39751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470900" y="45339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549640" y="45339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628380" y="45339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707120" y="45339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785860" y="45339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2997200" y="29083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1" name="Text 169"/>
          <p:cNvSpPr/>
          <p:nvPr/>
        </p:nvSpPr>
        <p:spPr>
          <a:xfrm>
            <a:off x="8102600" y="28829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2" name="Text 170"/>
          <p:cNvSpPr/>
          <p:nvPr/>
        </p:nvSpPr>
        <p:spPr>
          <a:xfrm>
            <a:off x="2997200" y="34290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3" name="Text 171"/>
          <p:cNvSpPr/>
          <p:nvPr/>
        </p:nvSpPr>
        <p:spPr>
          <a:xfrm>
            <a:off x="8102600" y="3416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4" name="Text 172"/>
          <p:cNvSpPr/>
          <p:nvPr/>
        </p:nvSpPr>
        <p:spPr>
          <a:xfrm>
            <a:off x="2997200" y="39497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5" name="Text 173"/>
          <p:cNvSpPr/>
          <p:nvPr/>
        </p:nvSpPr>
        <p:spPr>
          <a:xfrm>
            <a:off x="8102600" y="40132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6" name="Text 174"/>
          <p:cNvSpPr/>
          <p:nvPr/>
        </p:nvSpPr>
        <p:spPr>
          <a:xfrm>
            <a:off x="2997200" y="45085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7" name="Text 175"/>
          <p:cNvSpPr/>
          <p:nvPr/>
        </p:nvSpPr>
        <p:spPr>
          <a:xfrm>
            <a:off x="8102600" y="4572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8" name="Shape 176"/>
          <p:cNvSpPr/>
          <p:nvPr/>
        </p:nvSpPr>
        <p:spPr>
          <a:xfrm>
            <a:off x="5816600" y="2463800"/>
            <a:ext cx="419100" cy="2654300"/>
          </a:xfrm>
          <a:prstGeom prst="roundRect">
            <a:avLst>
              <a:gd name="adj" fmla="val 17455"/>
            </a:avLst>
          </a:prstGeom>
          <a:solidFill>
            <a:srgbClr val="F8DDFC"/>
          </a:solidFill>
          <a:ln w="12700">
            <a:solidFill>
              <a:srgbClr val="C0AEC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 rot="5400000">
            <a:off x="5676900" y="35941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100" dirty="0"/>
          </a:p>
        </p:txBody>
      </p:sp>
      <p:sp>
        <p:nvSpPr>
          <p:cNvPr id="180" name="Shape 178"/>
          <p:cNvSpPr/>
          <p:nvPr/>
        </p:nvSpPr>
        <p:spPr>
          <a:xfrm>
            <a:off x="4279900" y="3143250"/>
            <a:ext cx="14986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1" name="Shape 179"/>
          <p:cNvSpPr/>
          <p:nvPr/>
        </p:nvSpPr>
        <p:spPr>
          <a:xfrm>
            <a:off x="4076700" y="3657600"/>
            <a:ext cx="17018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2" name="Shape 180"/>
          <p:cNvSpPr/>
          <p:nvPr/>
        </p:nvSpPr>
        <p:spPr>
          <a:xfrm>
            <a:off x="3848100" y="4178300"/>
            <a:ext cx="19304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3" name="Shape 181"/>
          <p:cNvSpPr/>
          <p:nvPr/>
        </p:nvSpPr>
        <p:spPr>
          <a:xfrm>
            <a:off x="3606800" y="4730750"/>
            <a:ext cx="21717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4" name="Shape 182"/>
          <p:cNvSpPr/>
          <p:nvPr/>
        </p:nvSpPr>
        <p:spPr>
          <a:xfrm>
            <a:off x="3441700" y="5435600"/>
            <a:ext cx="647700" cy="5080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441700" y="5435600"/>
            <a:ext cx="64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200" dirty="0"/>
          </a:p>
        </p:txBody>
      </p:sp>
      <p:sp>
        <p:nvSpPr>
          <p:cNvPr id="186" name="Text 184"/>
          <p:cNvSpPr/>
          <p:nvPr/>
        </p:nvSpPr>
        <p:spPr>
          <a:xfrm>
            <a:off x="3517900" y="5168900"/>
            <a:ext cx="330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3860800" y="5257800"/>
            <a:ext cx="8636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947160" y="5257800"/>
            <a:ext cx="8636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4033520" y="5257800"/>
            <a:ext cx="8636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119880" y="5257800"/>
            <a:ext cx="8636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206240" y="5257800"/>
            <a:ext cx="8636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flipV="1">
            <a:off x="3797300" y="5168900"/>
            <a:ext cx="0" cy="33020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3" name="Shape 191"/>
          <p:cNvSpPr/>
          <p:nvPr/>
        </p:nvSpPr>
        <p:spPr>
          <a:xfrm flipV="1">
            <a:off x="3797300" y="5892800"/>
            <a:ext cx="0" cy="13970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4" name="Shape 192"/>
          <p:cNvSpPr/>
          <p:nvPr/>
        </p:nvSpPr>
        <p:spPr>
          <a:xfrm>
            <a:off x="69723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1501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279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505700" y="1536700"/>
            <a:ext cx="177800" cy="317500"/>
          </a:xfrm>
          <a:prstGeom prst="rect">
            <a:avLst/>
          </a:prstGeom>
          <a:solidFill>
            <a:srgbClr val="C9D6DA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83500" y="1536700"/>
            <a:ext cx="177800" cy="317500"/>
          </a:xfrm>
          <a:prstGeom prst="rect">
            <a:avLst/>
          </a:prstGeom>
          <a:solidFill>
            <a:srgbClr val="C9D6DA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972300" y="1536700"/>
            <a:ext cx="889000" cy="317500"/>
          </a:xfrm>
          <a:prstGeom prst="rect">
            <a:avLst/>
          </a:prstGeom>
          <a:ln w="12700">
            <a:solidFill>
              <a:srgbClr val="7FA37C"/>
            </a:solidFill>
            <a:prstDash val="sysDot"/>
          </a:ln>
        </p:spPr>
      </p:sp>
      <p:sp>
        <p:nvSpPr>
          <p:cNvPr id="200" name="Text 198"/>
          <p:cNvSpPr/>
          <p:nvPr/>
        </p:nvSpPr>
        <p:spPr>
          <a:xfrm>
            <a:off x="7302500" y="1562100"/>
            <a:ext cx="2159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201" name="Text 199"/>
          <p:cNvSpPr/>
          <p:nvPr/>
        </p:nvSpPr>
        <p:spPr>
          <a:xfrm>
            <a:off x="7416800" y="1701800"/>
            <a:ext cx="101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E9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 rot="18900000">
            <a:off x="6959600" y="1892300"/>
            <a:ext cx="381000" cy="203200"/>
          </a:xfrm>
          <a:prstGeom prst="rightArrow">
            <a:avLst/>
          </a:prstGeom>
          <a:solidFill>
            <a:srgbClr val="4E9A4E"/>
          </a:solidFill>
          <a:ln w="9525">
            <a:solidFill>
              <a:srgbClr val="2F6B2F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53300" y="1854200"/>
            <a:ext cx="101600" cy="101600"/>
          </a:xfrm>
          <a:prstGeom prst="triangle">
            <a:avLst/>
          </a:prstGeom>
          <a:solidFill>
            <a:srgbClr val="8F2020"/>
          </a:solidFill>
          <a:ln/>
        </p:spPr>
      </p:sp>
      <p:sp>
        <p:nvSpPr>
          <p:cNvPr id="204" name="Shape 202"/>
          <p:cNvSpPr/>
          <p:nvPr/>
        </p:nvSpPr>
        <p:spPr>
          <a:xfrm>
            <a:off x="7404100" y="1981200"/>
            <a:ext cx="0" cy="482600"/>
          </a:xfrm>
          <a:prstGeom prst="line">
            <a:avLst/>
          </a:prstGeom>
          <a:noFill/>
          <a:ln w="9525">
            <a:solidFill>
              <a:srgbClr val="A9A5A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441700" y="2070100"/>
            <a:ext cx="8509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06" name="Text 204"/>
          <p:cNvSpPr/>
          <p:nvPr/>
        </p:nvSpPr>
        <p:spPr>
          <a:xfrm>
            <a:off x="3441700" y="2070100"/>
            <a:ext cx="8509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207" name="Shape 205"/>
          <p:cNvSpPr/>
          <p:nvPr/>
        </p:nvSpPr>
        <p:spPr>
          <a:xfrm>
            <a:off x="5448300" y="2044700"/>
            <a:ext cx="10922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08" name="Text 206"/>
          <p:cNvSpPr/>
          <p:nvPr/>
        </p:nvSpPr>
        <p:spPr>
          <a:xfrm>
            <a:off x="5448300" y="2044700"/>
            <a:ext cx="1092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100" dirty="0"/>
          </a:p>
        </p:txBody>
      </p:sp>
      <p:sp>
        <p:nvSpPr>
          <p:cNvPr id="209" name="Shape 207"/>
          <p:cNvSpPr/>
          <p:nvPr/>
        </p:nvSpPr>
        <p:spPr>
          <a:xfrm>
            <a:off x="7569200" y="2044700"/>
            <a:ext cx="1206500" cy="292100"/>
          </a:xfrm>
          <a:prstGeom prst="roundRect">
            <a:avLst>
              <a:gd name="adj" fmla="val 37565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10" name="Text 208"/>
          <p:cNvSpPr/>
          <p:nvPr/>
        </p:nvSpPr>
        <p:spPr>
          <a:xfrm>
            <a:off x="7569200" y="2044700"/>
            <a:ext cx="12065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100" dirty="0"/>
          </a:p>
        </p:txBody>
      </p:sp>
      <p:sp>
        <p:nvSpPr>
          <p:cNvPr id="211" name="Shape 209"/>
          <p:cNvSpPr/>
          <p:nvPr/>
        </p:nvSpPr>
        <p:spPr>
          <a:xfrm>
            <a:off x="9347200" y="5930900"/>
            <a:ext cx="2095500" cy="800100"/>
          </a:xfrm>
          <a:prstGeom prst="roundRect">
            <a:avLst>
              <a:gd name="adj" fmla="val 9143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212" name="Shape 210"/>
          <p:cNvSpPr/>
          <p:nvPr/>
        </p:nvSpPr>
        <p:spPr>
          <a:xfrm>
            <a:off x="9563100" y="5969000"/>
            <a:ext cx="8128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644380" y="5969000"/>
            <a:ext cx="8128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9725660" y="5969000"/>
            <a:ext cx="8128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9806940" y="5969000"/>
            <a:ext cx="8128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9888220" y="5969000"/>
            <a:ext cx="8128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693400" y="6070600"/>
            <a:ext cx="10160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795000" y="6070600"/>
            <a:ext cx="10160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896600" y="6070600"/>
            <a:ext cx="10160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998200" y="6070600"/>
            <a:ext cx="10160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1099800" y="6070600"/>
            <a:ext cx="10160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817100" y="61468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223" name="Shape 221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solidFill>
            <a:srgbClr val="FFFBD1"/>
          </a:solidFill>
          <a:ln w="19050">
            <a:solidFill>
              <a:srgbClr val="C87A2A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225" name="Text 223"/>
          <p:cNvSpPr/>
          <p:nvPr/>
        </p:nvSpPr>
        <p:spPr>
          <a:xfrm>
            <a:off x="10083800" y="6350000"/>
            <a:ext cx="457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226" name="Text 224"/>
          <p:cNvSpPr/>
          <p:nvPr/>
        </p:nvSpPr>
        <p:spPr>
          <a:xfrm>
            <a:off x="10502900" y="6057900"/>
            <a:ext cx="1651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227" name="Text 225"/>
          <p:cNvSpPr/>
          <p:nvPr/>
        </p:nvSpPr>
        <p:spPr>
          <a:xfrm>
            <a:off x="11036300" y="62992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228" name="Text 226"/>
          <p:cNvSpPr/>
          <p:nvPr/>
        </p:nvSpPr>
        <p:spPr>
          <a:xfrm>
            <a:off x="9474200" y="6464300"/>
            <a:ext cx="187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1000" dirty="0"/>
          </a:p>
        </p:txBody>
      </p:sp>
      <p:sp>
        <p:nvSpPr>
          <p:cNvPr id="229" name="Shape 227"/>
          <p:cNvSpPr/>
          <p:nvPr/>
        </p:nvSpPr>
        <p:spPr>
          <a:xfrm rot="5400000">
            <a:off x="1803400" y="30861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30" name="Shape 228"/>
          <p:cNvSpPr/>
          <p:nvPr/>
        </p:nvSpPr>
        <p:spPr>
          <a:xfrm rot="5400000">
            <a:off x="1803400" y="36004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31" name="Shape 229"/>
          <p:cNvSpPr/>
          <p:nvPr/>
        </p:nvSpPr>
        <p:spPr>
          <a:xfrm rot="5400000">
            <a:off x="1803400" y="41211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32" name="Shape 230"/>
          <p:cNvSpPr/>
          <p:nvPr/>
        </p:nvSpPr>
        <p:spPr>
          <a:xfrm rot="5400000">
            <a:off x="1803400" y="46736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33" name="Shape 231"/>
          <p:cNvSpPr/>
          <p:nvPr/>
        </p:nvSpPr>
        <p:spPr>
          <a:xfrm rot="16200000">
            <a:off x="9410700" y="30861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34" name="Shape 232"/>
          <p:cNvSpPr/>
          <p:nvPr/>
        </p:nvSpPr>
        <p:spPr>
          <a:xfrm rot="16200000">
            <a:off x="9410700" y="36004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35" name="Shape 233"/>
          <p:cNvSpPr/>
          <p:nvPr/>
        </p:nvSpPr>
        <p:spPr>
          <a:xfrm rot="16200000">
            <a:off x="9410700" y="41211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36" name="Shape 234"/>
          <p:cNvSpPr/>
          <p:nvPr/>
        </p:nvSpPr>
        <p:spPr>
          <a:xfrm rot="16200000">
            <a:off x="9410700" y="46736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37" name="Shape 235"/>
          <p:cNvSpPr/>
          <p:nvPr/>
        </p:nvSpPr>
        <p:spPr>
          <a:xfrm>
            <a:off x="2730500" y="3822700"/>
            <a:ext cx="457200" cy="457200"/>
          </a:xfrm>
          <a:prstGeom prst="ellipse">
            <a:avLst/>
          </a:prstGeom>
          <a:solidFill>
            <a:srgbClr val="A00000">
              <a:alpha val="65000"/>
            </a:srgbClr>
          </a:solidFill>
          <a:ln/>
        </p:spPr>
      </p:sp>
      <p:sp>
        <p:nvSpPr>
          <p:cNvPr id="238" name="Shape 236"/>
          <p:cNvSpPr/>
          <p:nvPr/>
        </p:nvSpPr>
        <p:spPr>
          <a:xfrm rot="19920000">
            <a:off x="3340100" y="6489700"/>
            <a:ext cx="330200" cy="177800"/>
          </a:xfrm>
          <a:prstGeom prst="rightArrow">
            <a:avLst/>
          </a:prstGeom>
          <a:solidFill>
            <a:srgbClr val="A50D1E"/>
          </a:solidFill>
          <a:ln/>
        </p:spPr>
      </p:sp>
      <p:sp>
        <p:nvSpPr>
          <p:cNvPr id="239" name="Text 237"/>
          <p:cNvSpPr/>
          <p:nvPr/>
        </p:nvSpPr>
        <p:spPr>
          <a:xfrm>
            <a:off x="2324100" y="6731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(Linear Transformation of Inputs)</a:t>
            </a:r>
            <a:endParaRPr lang="en-US" sz="2000" dirty="0"/>
          </a:p>
        </p:txBody>
      </p:sp>
      <p:sp>
        <p:nvSpPr>
          <p:cNvPr id="240" name="Text 238"/>
          <p:cNvSpPr/>
          <p:nvPr/>
        </p:nvSpPr>
        <p:spPr>
          <a:xfrm>
            <a:off x="2324100" y="10287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2026-10-11T22:28:48Z</dcterms:created>
  <dcterms:modified xsi:type="dcterms:W3CDTF">2026-10-11T22:28:48Z</dcterms:modified>
</cp:coreProperties>
</file>