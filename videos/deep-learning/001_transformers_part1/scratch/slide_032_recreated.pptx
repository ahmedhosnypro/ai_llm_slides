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0250" y="831850"/>
            <a:ext cx="5200650" cy="2609850"/>
          </a:xfrm>
          <a:prstGeom prst="roundRect">
            <a:avLst>
              <a:gd name="adj" fmla="val 6307"/>
            </a:avLst>
          </a:prstGeom>
          <a:solidFill>
            <a:srgbClr val="FEFFFD"/>
          </a:solidFill>
          <a:ln w="31750">
            <a:solidFill>
              <a:srgbClr val="8A21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1700" y="1371600"/>
            <a:ext cx="1727200" cy="457200"/>
          </a:xfrm>
          <a:prstGeom prst="roundRect">
            <a:avLst>
              <a:gd name="adj" fmla="val 34000"/>
            </a:avLst>
          </a:prstGeom>
          <a:solidFill>
            <a:srgbClr val="F2C9EF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1416050"/>
            <a:ext cx="177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51100" y="1416050"/>
            <a:ext cx="177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22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4097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24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7399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26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0574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01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22400" y="19685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05050" y="178435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16150" y="262255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806700" y="1092200"/>
            <a:ext cx="1917700" cy="2197100"/>
          </a:xfrm>
          <a:prstGeom prst="roundRect">
            <a:avLst>
              <a:gd name="adj" fmla="val 4768"/>
            </a:avLst>
          </a:prstGeom>
          <a:solidFill>
            <a:srgbClr val="F7C7CB"/>
          </a:solidFill>
          <a:ln w="12700">
            <a:solidFill>
              <a:srgbClr val="D5AA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93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19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45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9400" y="16383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19400" y="21590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9400" y="26797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46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972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72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798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798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497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97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146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46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972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72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798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798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497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97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146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146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972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972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798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798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497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97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146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146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3972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972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8798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798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497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97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279900" y="30353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64100" y="2044700"/>
            <a:ext cx="25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12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5213350" y="1092200"/>
            <a:ext cx="520700" cy="2178050"/>
          </a:xfrm>
          <a:prstGeom prst="roundRect">
            <a:avLst>
              <a:gd name="adj" fmla="val 21073"/>
            </a:avLst>
          </a:prstGeom>
          <a:solidFill>
            <a:srgbClr val="F7C7C9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70500" y="13208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76850" y="13208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270500" y="18034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76850" y="18034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270500" y="23495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76850" y="23495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270500" y="28829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76850" y="28829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016750" y="150495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spc="125" kern="0" dirty="0">
                <a:solidFill>
                  <a:srgbClr val="8B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889750" y="18034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spc="210" kern="0" dirty="0">
                <a:solidFill>
                  <a:srgbClr val="08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 Fully connected Layer)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6159500" y="1860550"/>
            <a:ext cx="838200" cy="38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6654800" y="2247900"/>
            <a:ext cx="342900" cy="34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 rot="10800000">
            <a:off x="6654800" y="2590800"/>
            <a:ext cx="342900" cy="42545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6159500" y="1860550"/>
            <a:ext cx="838200" cy="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97700" y="1860550"/>
            <a:ext cx="0" cy="7366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6832600" y="2597150"/>
            <a:ext cx="165100" cy="4191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 flipV="1">
            <a:off x="6654800" y="2597150"/>
            <a:ext cx="177800" cy="4191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6654800" y="2247900"/>
            <a:ext cx="0" cy="34925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159500" y="2247900"/>
            <a:ext cx="495300" cy="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6159500" y="1860550"/>
            <a:ext cx="0" cy="38735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3450" y="3136900"/>
            <a:ext cx="5537200" cy="3314700"/>
          </a:xfrm>
          <a:prstGeom prst="roundRect">
            <a:avLst>
              <a:gd name="adj" fmla="val 7724"/>
            </a:avLst>
          </a:prstGeom>
          <a:solidFill>
            <a:srgbClr val="FFFFFF"/>
          </a:solidFill>
          <a:ln w="31750">
            <a:solidFill>
              <a:srgbClr val="1C138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23000" y="3898900"/>
            <a:ext cx="5080000" cy="1536700"/>
          </a:xfrm>
          <a:prstGeom prst="roundRect">
            <a:avLst>
              <a:gd name="adj" fmla="val 7140"/>
            </a:avLst>
          </a:prstGeom>
          <a:solidFill>
            <a:srgbClr val="E7E9E6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6858000" y="3771900"/>
            <a:ext cx="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6858000" y="3771900"/>
            <a:ext cx="13716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6858000" y="3771900"/>
            <a:ext cx="27559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6858000" y="3771900"/>
            <a:ext cx="40767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6858000" y="3771900"/>
            <a:ext cx="13716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8229600" y="3771900"/>
            <a:ext cx="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8229600" y="3771900"/>
            <a:ext cx="13843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8229600" y="3771900"/>
            <a:ext cx="27051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 flipV="1">
            <a:off x="6858000" y="3771900"/>
            <a:ext cx="27559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 flipV="1">
            <a:off x="8229600" y="3771900"/>
            <a:ext cx="13843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9613900" y="3771900"/>
            <a:ext cx="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9613900" y="3771900"/>
            <a:ext cx="13208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 flipV="1">
            <a:off x="6858000" y="3771900"/>
            <a:ext cx="40767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 flipV="1">
            <a:off x="8229600" y="3771900"/>
            <a:ext cx="27051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 flipV="1">
            <a:off x="9613900" y="3771900"/>
            <a:ext cx="13208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10934700" y="3771900"/>
            <a:ext cx="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23000" y="4622800"/>
            <a:ext cx="558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96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100" b="1" i="1" baseline="-40000" dirty="0">
                <a:solidFill>
                  <a:srgbClr val="96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100" dirty="0"/>
          </a:p>
        </p:txBody>
      </p:sp>
      <p:sp>
        <p:nvSpPr>
          <p:cNvPr id="101" name="Text 99"/>
          <p:cNvSpPr/>
          <p:nvPr/>
        </p:nvSpPr>
        <p:spPr>
          <a:xfrm rot="-600000">
            <a:off x="6477000" y="3968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 rot="-600000">
            <a:off x="7213600" y="41211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 rot="-600000">
            <a:off x="7759700" y="43370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 rot="-600000">
            <a:off x="8699500" y="4730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 rot="-600000">
            <a:off x="7924800" y="39814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 rot="-600000">
            <a:off x="8445500" y="42100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 rot="-600000">
            <a:off x="8915400" y="44513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 rot="-600000">
            <a:off x="9525000" y="48069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 rot="-600000">
            <a:off x="9601200" y="4095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 rot="-600000">
            <a:off x="9931400" y="42989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 rot="-600000">
            <a:off x="10287000" y="45402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 rot="-600000">
            <a:off x="10706100" y="4857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731000" y="3695700"/>
            <a:ext cx="254000" cy="139700"/>
          </a:xfrm>
          <a:prstGeom prst="ellipse">
            <a:avLst/>
          </a:prstGeom>
          <a:solidFill>
            <a:srgbClr val="C34A5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102600" y="3695700"/>
            <a:ext cx="254000" cy="139700"/>
          </a:xfrm>
          <a:prstGeom prst="ellipse">
            <a:avLst/>
          </a:prstGeom>
          <a:solidFill>
            <a:srgbClr val="3A2DA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807700" y="3695700"/>
            <a:ext cx="254000" cy="139700"/>
          </a:xfrm>
          <a:prstGeom prst="ellipse">
            <a:avLst/>
          </a:prstGeom>
          <a:solidFill>
            <a:srgbClr val="4E8E4D"/>
          </a:solidFill>
          <a:ln/>
        </p:spPr>
      </p:sp>
      <p:sp>
        <p:nvSpPr>
          <p:cNvPr id="116" name="Shape 114"/>
          <p:cNvSpPr/>
          <p:nvPr/>
        </p:nvSpPr>
        <p:spPr>
          <a:xfrm rot="-1800000">
            <a:off x="8699500" y="4451350"/>
            <a:ext cx="190500" cy="57150"/>
          </a:xfrm>
          <a:prstGeom prst="rect">
            <a:avLst/>
          </a:prstGeom>
          <a:solidFill>
            <a:srgbClr val="FDFDF8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1800000">
            <a:off x="8655050" y="4425950"/>
            <a:ext cx="63500" cy="63500"/>
          </a:xfrm>
          <a:prstGeom prst="triangle">
            <a:avLst/>
          </a:prstGeom>
          <a:solidFill>
            <a:srgbClr val="2A2A2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6103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421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9819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0137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93662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3980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106870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7188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65913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6675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79629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0391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93472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4234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06680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7442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2026-10-12T04:41:23Z</dcterms:created>
  <dcterms:modified xsi:type="dcterms:W3CDTF">2026-10-12T04:41:23Z</dcterms:modified>
</cp:coreProperties>
</file>