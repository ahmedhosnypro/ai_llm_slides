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1000" y="615950"/>
            <a:ext cx="889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1187450" y="1346200"/>
            <a:ext cx="4038600" cy="528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" name="Image 0" descr="/home/ahmed/Projects/ai_llm_slides/videos/deep-learning/001_transformers_part1/recreated_pptx/build/assets/slide014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460500"/>
            <a:ext cx="3517900" cy="51689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77100" y="1333500"/>
            <a:ext cx="4076700" cy="53213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6" name="Image 1" descr="/home/ahmed/Projects/ai_llm_slides/videos/deep-learning/001_transformers_part1/recreated_pptx/build/assets/slide015_fig1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0" y="1358900"/>
            <a:ext cx="4038600" cy="5283200"/>
          </a:xfrm>
          <a:prstGeom prst="rect">
            <a:avLst/>
          </a:prstGeom>
        </p:spPr>
      </p:pic>
      <p:pic>
        <p:nvPicPr>
          <p:cNvPr id="7" name="Image 2" descr="/home/ahmed/Projects/ai_llm_slides/videos/deep-learning/001_transformers_part1/recreated_pptx/build/assets/slide015_block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600" y="3746500"/>
            <a:ext cx="863600" cy="304800"/>
          </a:xfrm>
          <a:prstGeom prst="rect">
            <a:avLst/>
          </a:prstGeom>
        </p:spPr>
      </p:pic>
      <p:pic>
        <p:nvPicPr>
          <p:cNvPr id="8" name="Image 3" descr="/home/ahmed/Projects/ai_llm_slides/videos/deep-learning/001_transformers_part1/recreated_pptx/build/assets/slide015_up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6184900"/>
            <a:ext cx="165100" cy="342900"/>
          </a:xfrm>
          <a:prstGeom prst="rect">
            <a:avLst/>
          </a:prstGeom>
        </p:spPr>
      </p:pic>
      <p:pic>
        <p:nvPicPr>
          <p:cNvPr id="9" name="Image 4" descr="/home/ahmed/Projects/ai_llm_slides/videos/deep-learning/001_transformers_part1/recreated_pptx/build/assets/slide015_up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0" y="1473200"/>
            <a:ext cx="139700" cy="3175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7404100" y="14224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9766300" y="14097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2026-10-11T17:11:16Z</dcterms:created>
  <dcterms:modified xsi:type="dcterms:W3CDTF">2026-10-11T17:11:16Z</dcterms:modified>
</cp:coreProperties>
</file>