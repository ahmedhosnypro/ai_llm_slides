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 separable vs. Not linearly separable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94560" y="822960"/>
            <a:ext cx="69494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914" cy="260604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8961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 separable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161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linear decision boundary that separates the two classes exists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664208"/>
            <a:ext cx="914" cy="1417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3081528"/>
            <a:ext cx="237744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6184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02352" y="298094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86557" y="1979676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3371850" y="1837944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2991460" y="2263140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419399" y="2163928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655" y="2504084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3514496" y="2404872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3300527" y="2730856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223156" y="2017624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32224" y="1847545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2028" y="2329434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4" name="Shape 22"/>
          <p:cNvSpPr/>
          <p:nvPr/>
        </p:nvSpPr>
        <p:spPr>
          <a:xfrm>
            <a:off x="4651096" y="2187702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5" name="Shape 23"/>
          <p:cNvSpPr/>
          <p:nvPr/>
        </p:nvSpPr>
        <p:spPr>
          <a:xfrm>
            <a:off x="4151833" y="2584552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4675" y="2726284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7" name="Shape 25"/>
          <p:cNvSpPr/>
          <p:nvPr/>
        </p:nvSpPr>
        <p:spPr>
          <a:xfrm>
            <a:off x="4722419" y="2442820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3886200" y="1735074"/>
            <a:ext cx="71323" cy="12755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2854757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boundary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60720" y="8961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linearly separable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06440" y="1161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linear decision boundary that separates the two classes perfectly exists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70448" y="1737360"/>
            <a:ext cx="914" cy="13533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0448" y="3090672"/>
            <a:ext cx="1371600" cy="91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4416" y="169164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60336" y="29992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137910" y="2081997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2502" y="1946666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6439662" y="2109064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47638" y="2406792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6549390" y="2487991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6055614" y="2596256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25362" y="2239823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3" name="Shape 41"/>
          <p:cNvSpPr/>
          <p:nvPr/>
        </p:nvSpPr>
        <p:spPr>
          <a:xfrm>
            <a:off x="6599682" y="1887962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4" name="Shape 42"/>
          <p:cNvSpPr/>
          <p:nvPr/>
        </p:nvSpPr>
        <p:spPr>
          <a:xfrm>
            <a:off x="6764274" y="2293955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5" name="Shape 43"/>
          <p:cNvSpPr/>
          <p:nvPr/>
        </p:nvSpPr>
        <p:spPr>
          <a:xfrm>
            <a:off x="6462522" y="2699949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6" name="Shape 44"/>
          <p:cNvSpPr/>
          <p:nvPr/>
        </p:nvSpPr>
        <p:spPr>
          <a:xfrm>
            <a:off x="6023610" y="2293955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7" name="Shape 45"/>
          <p:cNvSpPr/>
          <p:nvPr/>
        </p:nvSpPr>
        <p:spPr>
          <a:xfrm>
            <a:off x="6736842" y="2618750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8" name="Shape 46"/>
          <p:cNvSpPr/>
          <p:nvPr/>
        </p:nvSpPr>
        <p:spPr>
          <a:xfrm>
            <a:off x="6901434" y="2050359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9" name="Shape 47"/>
          <p:cNvSpPr/>
          <p:nvPr/>
        </p:nvSpPr>
        <p:spPr>
          <a:xfrm flipV="1">
            <a:off x="5980176" y="1845625"/>
            <a:ext cx="1152144" cy="113678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44768" y="1980956"/>
            <a:ext cx="713232" cy="676656"/>
          </a:xfrm>
          <a:prstGeom prst="ellipse">
            <a:avLst/>
          </a:prstGeom>
          <a:ln w="9525">
            <a:solidFill>
              <a:srgbClr val="00000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 flipH="1" flipV="1">
            <a:off x="5952744" y="2251619"/>
            <a:ext cx="54864" cy="230063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 flipV="1">
            <a:off x="5952744" y="2035089"/>
            <a:ext cx="54864" cy="21653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flipV="1">
            <a:off x="6007608" y="1899757"/>
            <a:ext cx="164592" cy="135331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 flipV="1">
            <a:off x="6172200" y="1845625"/>
            <a:ext cx="192024" cy="54132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6364224" y="1845625"/>
            <a:ext cx="164592" cy="54132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6126480" y="15727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Nonlinear boundary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479792" y="1737360"/>
            <a:ext cx="914" cy="13533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79792" y="3090672"/>
            <a:ext cx="1371600" cy="91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23760" y="169164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869680" y="29992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578090" y="1860895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2" name="Shape 60"/>
          <p:cNvSpPr/>
          <p:nvPr/>
        </p:nvSpPr>
        <p:spPr>
          <a:xfrm>
            <a:off x="8620506" y="1915028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3" name="Shape 61"/>
          <p:cNvSpPr/>
          <p:nvPr/>
        </p:nvSpPr>
        <p:spPr>
          <a:xfrm>
            <a:off x="7632954" y="2835280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4" name="Shape 62"/>
          <p:cNvSpPr/>
          <p:nvPr/>
        </p:nvSpPr>
        <p:spPr>
          <a:xfrm>
            <a:off x="8647938" y="2754081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5" name="Shape 63"/>
          <p:cNvSpPr/>
          <p:nvPr/>
        </p:nvSpPr>
        <p:spPr>
          <a:xfrm>
            <a:off x="8126730" y="1793230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6" name="Shape 64"/>
          <p:cNvSpPr/>
          <p:nvPr/>
        </p:nvSpPr>
        <p:spPr>
          <a:xfrm>
            <a:off x="7536942" y="2375154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7" name="Shape 65"/>
          <p:cNvSpPr/>
          <p:nvPr/>
        </p:nvSpPr>
        <p:spPr>
          <a:xfrm>
            <a:off x="8702802" y="2348088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8" name="Shape 66"/>
          <p:cNvSpPr/>
          <p:nvPr/>
        </p:nvSpPr>
        <p:spPr>
          <a:xfrm>
            <a:off x="8154162" y="2916479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9" name="Shape 67"/>
          <p:cNvSpPr/>
          <p:nvPr/>
        </p:nvSpPr>
        <p:spPr>
          <a:xfrm>
            <a:off x="8021574" y="2244395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8213598" y="2325594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8090154" y="2460925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2" name="Shape 70"/>
          <p:cNvSpPr/>
          <p:nvPr/>
        </p:nvSpPr>
        <p:spPr>
          <a:xfrm>
            <a:off x="7952994" y="2406792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8145018" y="2163196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4" name="Shape 72"/>
          <p:cNvSpPr/>
          <p:nvPr/>
        </p:nvSpPr>
        <p:spPr>
          <a:xfrm>
            <a:off x="8282178" y="2460925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5" name="Shape 73"/>
          <p:cNvSpPr/>
          <p:nvPr/>
        </p:nvSpPr>
        <p:spPr>
          <a:xfrm>
            <a:off x="8049006" y="2569190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6" name="Shape 74"/>
          <p:cNvSpPr/>
          <p:nvPr/>
        </p:nvSpPr>
        <p:spPr>
          <a:xfrm>
            <a:off x="7863840" y="2062155"/>
            <a:ext cx="603504" cy="622524"/>
          </a:xfrm>
          <a:prstGeom prst="ellipse">
            <a:avLst/>
          </a:prstGeom>
          <a:ln w="9525">
            <a:solidFill>
              <a:srgbClr val="000000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7616952" y="1926824"/>
            <a:ext cx="1069848" cy="97438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78" name="Image 0" descr="videos/ml-intro/recreated_pptx/build/assets/graphs/s35_graph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30" y="3594141"/>
            <a:ext cx="3670310" cy="311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2026-10-10T19:45:49Z</dcterms:created>
  <dcterms:modified xsi:type="dcterms:W3CDTF">2026-10-10T19:45:49Z</dcterms:modified>
</cp:coreProperties>
</file>