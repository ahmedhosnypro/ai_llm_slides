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1548872" cy="5257800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labeled training examples {(x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. . . , (x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model that predicts the label y for a test example 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and the test examples are drawn from the same data distribution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to keep in mind: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10469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learning algorithm is universally good ("no free lunch")</a:t>
            </a:r>
            <a:endParaRPr lang="en-US" sz="2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learning algorithms work with different assumptions</a:t>
            </a:r>
            <a:endParaRPr lang="en-US" sz="2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is particularly important for supervised learning</a:t>
            </a:r>
            <a:endParaRPr lang="en-US" sz="2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2026-10-10T19:45:47Z</dcterms:created>
  <dcterms:modified xsi:type="dcterms:W3CDTF">2026-10-10T19:45:47Z</dcterms:modified>
</cp:coreProperties>
</file>