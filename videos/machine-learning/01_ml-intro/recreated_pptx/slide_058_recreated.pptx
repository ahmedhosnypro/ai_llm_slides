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Neighbor: Properties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86968" y="1773936"/>
            <a:ext cx="10351008" cy="484632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323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and intuitive; </a:t>
            </a:r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implementable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779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 -NN approaches the best possible classifier (Bayes optimal)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2369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not so nice..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 all the training data in memory even at test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995928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Can be memory intensive for large training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An example of non-parametric, or memory/instance-based methods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507992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Different from parametric, model-based learning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892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Expensive at test time: O(ND) computations for each test 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276088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Have to search through all training data to find nearest neighbors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5532120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Distance computations with N training points (D features each)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916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Sensitive to noisy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263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May perform badly in high dimensions (curse of dimensionality)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2026-10-10T19:44:31Z</dcterms:created>
  <dcterms:modified xsi:type="dcterms:W3CDTF">2026-10-10T19:44:31Z</dcterms:modified>
</cp:coreProperties>
</file>