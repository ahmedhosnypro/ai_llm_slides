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" y="1316736"/>
            <a:ext cx="10378440" cy="4828032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11091672" cy="670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900"/>
              </a:lnSpc>
              <a:buNone/>
            </a:pPr>
            <a:r>
              <a:rPr lang="en-US" sz="5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</a:t>
            </a:r>
            <a:endParaRPr lang="en-US" sz="5100" dirty="0"/>
          </a:p>
          <a:p>
            <a:pPr algn="ctr" indent="0" marL="0">
              <a:lnSpc>
                <a:spcPts val="8900"/>
              </a:lnSpc>
              <a:buNone/>
            </a:pPr>
            <a:r>
              <a:rPr lang="en-US" sz="5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5100" dirty="0"/>
          </a:p>
          <a:p>
            <a:pPr algn="ctr" indent="0" marL="0">
              <a:lnSpc>
                <a:spcPts val="8900"/>
              </a:lnSpc>
              <a:buNone/>
            </a:pPr>
            <a:r>
              <a:rPr lang="en-US" sz="5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Process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2026-10-10T19:44:26Z</dcterms:created>
  <dcterms:modified xsi:type="dcterms:W3CDTF">2026-10-10T19:44:26Z</dcterms:modified>
</cp:coreProperties>
</file>