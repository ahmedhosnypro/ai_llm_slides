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46304"/>
            <a:ext cx="11896344" cy="914400"/>
          </a:xfrm>
          <a:prstGeom prst="rect">
            <a:avLst/>
          </a:prstGeom>
          <a:solidFill>
            <a:srgbClr val="E0E0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38912"/>
            <a:ext cx="384048" cy="329184"/>
          </a:xfrm>
          <a:prstGeom prst="rect">
            <a:avLst/>
          </a:prstGeom>
          <a:solidFill>
            <a:srgbClr val="E0E0E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47472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1328" y="521208"/>
            <a:ext cx="137160" cy="137160"/>
          </a:xfrm>
          <a:prstGeom prst="donut">
            <a:avLst/>
          </a:prstGeom>
          <a:solidFill>
            <a:srgbClr val="E0E0E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207008" y="475488"/>
            <a:ext cx="329184" cy="292608"/>
          </a:xfrm>
          <a:prstGeom prst="trapezoid">
            <a:avLst/>
          </a:prstGeom>
          <a:solidFill>
            <a:srgbClr val="E0E0E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8448" y="310896"/>
            <a:ext cx="27432" cy="118872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176" y="310896"/>
            <a:ext cx="27432" cy="118872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9905" y="1028700"/>
            <a:ext cx="1096914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1417320"/>
            <a:ext cx="9144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has form: {(x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. . . , (x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)} (labeled), or {x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. . . , 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 (unlabeled)</a:t>
            </a:r>
            <a:endParaRPr lang="en-US" sz="2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example X is a set of (numeric) 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attributes / dimensions</a:t>
            </a:r>
            <a:endParaRPr lang="en-US" sz="22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is commonly represented as a D × 1 vector</a:t>
            </a:r>
            <a:endParaRPr lang="en-US" sz="2200" dirty="0"/>
          </a:p>
          <a:p>
            <a:pPr algn="l" lvl="1" marL="304800" indent="-1524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a 28 × 28 image: x can be a 784 × 1 vector of pixel values</a:t>
            </a:r>
            <a:endParaRPr lang="en-US" sz="2200" dirty="0"/>
          </a:p>
          <a:p>
            <a:pPr algn="l"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a text document: x can be a vector of word-counts of words appearing in that document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2026-10-10T19:44:25Z</dcterms:created>
  <dcterms:modified xsi:type="dcterms:W3CDTF">2026-10-10T19:44:25Z</dcterms:modified>
</cp:coreProperties>
</file>