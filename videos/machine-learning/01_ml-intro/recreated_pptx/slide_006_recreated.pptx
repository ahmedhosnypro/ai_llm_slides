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965960"/>
            <a:ext cx="11914632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9E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56032"/>
            <a:ext cx="4873752" cy="1508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11091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Domains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Machine/Deep Learning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16152" y="4251960"/>
            <a:ext cx="2194560" cy="1577340"/>
          </a:xfrm>
          <a:prstGeom prst="rect">
            <a:avLst/>
          </a:prstGeom>
          <a:solidFill>
            <a:srgbClr val="0B0BA8"/>
          </a:solidFill>
          <a:ln w="12700">
            <a:solidFill>
              <a:srgbClr val="0B0B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4251960"/>
            <a:ext cx="21945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776472" y="4251960"/>
            <a:ext cx="2194560" cy="1577340"/>
          </a:xfrm>
          <a:prstGeom prst="rect">
            <a:avLst/>
          </a:prstGeom>
          <a:solidFill>
            <a:srgbClr val="1E8C3C"/>
          </a:solidFill>
          <a:ln w="12700">
            <a:solidFill>
              <a:srgbClr val="1E8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4251960"/>
            <a:ext cx="21945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4251960"/>
            <a:ext cx="2194560" cy="1577340"/>
          </a:xfrm>
          <a:prstGeom prst="rect">
            <a:avLst/>
          </a:prstGeom>
          <a:solidFill>
            <a:srgbClr val="7A4A00"/>
          </a:solidFill>
          <a:ln w="12700">
            <a:solidFill>
              <a:srgbClr val="7A4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251960"/>
            <a:ext cx="21945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778240" y="4251960"/>
            <a:ext cx="2194560" cy="157734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4251960"/>
            <a:ext cx="21945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 flipH="1">
            <a:off x="2313432" y="1764792"/>
            <a:ext cx="3781044" cy="2487168"/>
          </a:xfrm>
          <a:prstGeom prst="curvedConnector2">
            <a:avLst/>
          </a:prstGeom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4873752" y="1764792"/>
            <a:ext cx="1220724" cy="2487168"/>
          </a:xfrm>
          <a:prstGeom prst="curvedConnector2">
            <a:avLst/>
          </a:prstGeom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94476" y="1764792"/>
            <a:ext cx="1220724" cy="2487168"/>
          </a:xfrm>
          <a:prstGeom prst="curvedConnector2">
            <a:avLst/>
          </a:prstGeom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94476" y="1764792"/>
            <a:ext cx="3781044" cy="2487168"/>
          </a:xfrm>
          <a:prstGeom prst="curvedConnector2">
            <a:avLst/>
          </a:prstGeom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2026-10-10T19:45:46Z</dcterms:created>
  <dcterms:modified xsi:type="dcterms:W3CDTF">2026-10-10T19:45:46Z</dcterms:modified>
</cp:coreProperties>
</file>