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Machine Learning Paradigms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19656"/>
            <a:ext cx="11274552" cy="4809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299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Nomenclature: </a:t>
            </a:r>
            <a:pPr algn="l" indent="0" marL="0">
              <a:buNone/>
            </a:pPr>
            <a:r>
              <a:rPr lang="en-US" sz="2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denotes an </a:t>
            </a:r>
            <a:pPr algn="l" indent="0" marL="0">
              <a:buNone/>
            </a:pPr>
            <a:r>
              <a:rPr lang="en-US" sz="25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input,</a:t>
            </a:r>
            <a:pPr algn="l" indent="0" marL="0">
              <a:buNone/>
            </a:pPr>
            <a:r>
              <a:rPr lang="en-US" sz="2500" b="1" dirty="0">
                <a:solidFill>
                  <a:srgbClr val="222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</a:t>
            </a:r>
            <a:pPr algn="l" indent="0" marL="0">
              <a:buNone/>
            </a:pPr>
            <a:r>
              <a:rPr lang="en-US" sz="2500" dirty="0">
                <a:solidFill>
                  <a:srgbClr val="222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denotes  output/label/prediction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97280" y="25740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 </a:t>
            </a:r>
            <a:pPr algn="l" indent="0" marL="0">
              <a:buNone/>
            </a:pPr>
            <a:r>
              <a:rPr lang="en-US" sz="2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Learning:</a:t>
            </a:r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learning with a teacher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965960" y="3017520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Given: N labeled training examples {(x</a:t>
            </a:r>
            <a:pPr algn="l" indent="0" marL="0"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y</a:t>
            </a:r>
            <a:pPr algn="l" indent="0" marL="0"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), . . . , (x</a:t>
            </a:r>
            <a:pPr algn="l" indent="0" marL="0"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y</a:t>
            </a:r>
            <a:pPr algn="l" indent="0" marL="0"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)}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65960" y="3502152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Goal: learn mapping </a:t>
            </a:r>
            <a:pPr algn="l" indent="0" marL="0">
              <a:buNone/>
            </a:pPr>
            <a:r>
              <a:rPr lang="en-US" sz="2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predicts label y for a test example 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65960" y="3931920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Example: Spam classification, webpage categorization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44119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 </a:t>
            </a:r>
            <a:pPr algn="l" indent="0" marL="0">
              <a:buNone/>
            </a:pPr>
            <a:r>
              <a:rPr lang="en-US" sz="2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Learning:</a:t>
            </a:r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learning without a teacher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965960" y="4837176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Given: a set of N unlabeled inputs {x</a:t>
            </a:r>
            <a:pPr algn="l" indent="0" marL="0"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. . . , x</a:t>
            </a:r>
            <a:pPr algn="l" indent="0" marL="0"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}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65960" y="5266944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Goal: learn some intrinsic structure in the inputs (e.g., groups/clusters)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65960" y="5637276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Example: Automatically grouping news stories (Google News)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2026-10-10T19:44:22Z</dcterms:created>
  <dcterms:modified xsi:type="dcterms:W3CDTF">2026-10-10T19:44:22Z</dcterms:modified>
</cp:coreProperties>
</file>