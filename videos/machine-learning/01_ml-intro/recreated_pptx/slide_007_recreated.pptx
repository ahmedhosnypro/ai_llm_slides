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Programming Languages, Platforms, and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9448" y="1920240"/>
            <a:ext cx="5241249" cy="45262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9488" y="2066544"/>
            <a:ext cx="46926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Languages for ML/DL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29488" y="2432304"/>
            <a:ext cx="46926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Matlab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9488" y="3218688"/>
            <a:ext cx="46926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Platforms for ML/DL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29488" y="3584448"/>
            <a:ext cx="46926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 Flow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14600" y="3456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+ Keras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9488" y="4105656"/>
            <a:ext cx="469260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Libraries (for python)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29488" y="4471416"/>
            <a:ext cx="4692609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 Learn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SciPy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NLTK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Spacy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Gensim</a:t>
            </a:r>
            <a:endParaRPr lang="en-US" sz="1600" dirty="0"/>
          </a:p>
          <a:p>
            <a:pPr marL="254000" indent="-254000">
              <a:lnSpc>
                <a:spcPct val="1000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2026-10-10T19:44:21Z</dcterms:created>
  <dcterms:modified xsi:type="dcterms:W3CDTF">2026-10-10T19:44:21Z</dcterms:modified>
</cp:coreProperties>
</file>