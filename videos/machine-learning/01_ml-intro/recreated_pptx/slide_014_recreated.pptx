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7E6E6"/>
          </a:solidFill>
          <a:ln w="6350">
            <a:solidFill>
              <a:srgbClr val="E7E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1109167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Learning: </a:t>
            </a:r>
            <a:pPr algn="ctr" indent="0" marL="0">
              <a:buNone/>
            </a:pPr>
            <a:r>
              <a:rPr lang="en-US" sz="2800" b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7238" y="1421892"/>
            <a:ext cx="11521440" cy="5084064"/>
          </a:xfrm>
          <a:prstGeom prst="rect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5236" y="16642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Types: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45236" y="2200046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Univariate Regression: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45236" y="2694737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is a single real-valued number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5236" y="319674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the </a:t>
            </a:r>
            <a:pPr algn="l" indent="0" marL="0">
              <a:buNone/>
            </a:pPr>
            <a:r>
              <a:rPr lang="en-US" sz="24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price of a stock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45236" y="4180637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Multivariate Regression: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45236" y="467624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is a real-valued vector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45236" y="517093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element of y tells the value of one response variable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45236" y="5674766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pPr algn="l" indent="0" marL="0">
              <a:buNone/>
            </a:pPr>
            <a:r>
              <a:rPr lang="en-US" sz="24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Torque values in multiple joints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 robotic arm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2026-10-10T19:44:23Z</dcterms:created>
  <dcterms:modified xsi:type="dcterms:W3CDTF">2026-10-10T19:44:23Z</dcterms:modified>
</cp:coreProperties>
</file>