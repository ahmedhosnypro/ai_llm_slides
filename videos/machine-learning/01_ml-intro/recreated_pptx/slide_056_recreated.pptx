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173736"/>
            <a:ext cx="11841480" cy="651052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K - Neighborhood Size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896112" y="1773936"/>
            <a:ext cx="10360152" cy="4837176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2996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56816" y="24323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Creates many small regions for each class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56816" y="274320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May lead to non-smooth decision boundaries </a:t>
            </a:r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over-fit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56816" y="349300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Creates fewer larger regions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56816" y="379476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Usually leads to smoother decision boundaries (caution: too smooth decision boundary can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56816" y="40325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under-fit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classes with larger members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71600" y="43982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56816" y="475488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Often data dependent and heuristic based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56816" y="510235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Or using cross-validation (using some held-out data)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56816" y="5431536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6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a K too small or too big is bad!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53312" y="5623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2026-10-10T19:44:30Z</dcterms:created>
  <dcterms:modified xsi:type="dcterms:W3CDTF">2026-10-10T19:44:30Z</dcterms:modified>
</cp:coreProperties>
</file>