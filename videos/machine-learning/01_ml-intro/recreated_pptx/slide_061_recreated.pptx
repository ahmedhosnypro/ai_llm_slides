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of High Dimensional Data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(IRIS Dataset)</a:t>
            </a:r>
            <a:endParaRPr lang="en-US" sz="2600" dirty="0"/>
          </a:p>
        </p:txBody>
      </p:sp>
      <p:pic>
        <p:nvPicPr>
          <p:cNvPr id="7" name="Image 0" descr="videos/ml-intro/recreated_pptx/build/assets/slide061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390" y="2387498"/>
            <a:ext cx="4849978" cy="3771900"/>
          </a:xfrm>
          <a:prstGeom prst="rect">
            <a:avLst/>
          </a:prstGeom>
        </p:spPr>
      </p:pic>
      <p:pic>
        <p:nvPicPr>
          <p:cNvPr id="8" name="Image 1" descr="videos/ml-intro/recreated_pptx/build/assets/slide061_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871216"/>
            <a:ext cx="3355848" cy="2633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6217920"/>
            <a:ext cx="11548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6217920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Features: </a:t>
            </a:r>
            <a:pPr algn="ctr" indent="0" marL="0"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and Length of both sepal and petal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2026-10-10T19:44:31Z</dcterms:created>
  <dcterms:modified xsi:type="dcterms:W3CDTF">2026-10-10T19:44:31Z</dcterms:modified>
</cp:coreProperties>
</file>