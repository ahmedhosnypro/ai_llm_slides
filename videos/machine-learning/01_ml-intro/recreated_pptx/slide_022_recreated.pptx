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Paradigms: Active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719072"/>
            <a:ext cx="10972800" cy="4636008"/>
          </a:xfrm>
          <a:prstGeom prst="roundRect">
            <a:avLst>
              <a:gd name="adj" fmla="val 2367"/>
            </a:avLst>
          </a:prstGeom>
          <a:solidFill>
            <a:srgbClr val="E8E8E8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Similar motivation as semi-supervised learning (saving data labeling cost)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45973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supervised learning is passive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9077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Learner has no choice for the data it has to learn from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31927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 all labeled examples are really informative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7307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Spending labeling efforts on uninformative examples isn't really worth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142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Learning: </a:t>
            </a:r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the learner to ask for specific labeled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459028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.. the ones it considers the </a:t>
            </a:r>
            <a:pPr indent="0" marL="0">
              <a:buNone/>
            </a:pPr>
            <a:r>
              <a:rPr lang="en-US" sz="18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informative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50017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Learning can lead to </a:t>
            </a:r>
            <a:pPr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benefits: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544982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Less labeled data needed to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586130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Better classifiers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2026-10-10T19:44:24Z</dcterms:created>
  <dcterms:modified xsi:type="dcterms:W3CDTF">2026-10-10T19:44:24Z</dcterms:modified>
</cp:coreProperties>
</file>