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CSAI 253  -  Spring 2024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0" y="2423160"/>
            <a:ext cx="5788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41080" y="5349240"/>
            <a:ext cx="960120" cy="960120"/>
          </a:xfrm>
          <a:prstGeom prst="rect">
            <a:avLst/>
          </a:prstGeom>
          <a:solidFill>
            <a:srgbClr val="1B9E8F"/>
          </a:solidFill>
          <a:ln w="6350">
            <a:solidFill>
              <a:srgbClr val="1B9E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08008" y="5458968"/>
            <a:ext cx="182880" cy="182880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69096" y="5568696"/>
            <a:ext cx="713232" cy="384048"/>
          </a:xfrm>
          <a:prstGeom prst="triangle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59710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ZEWAIL CITY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56064" y="5404104"/>
            <a:ext cx="2514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9216" y="54589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العلوم والتكنولوجيا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Science and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2026-10-10T19:45:45Z</dcterms:created>
  <dcterms:modified xsi:type="dcterms:W3CDTF">2026-10-10T19:45:45Z</dcterms:modified>
</cp:coreProperties>
</file>