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714500"/>
            <a:ext cx="926287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011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697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algorithms that can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learn patterns from data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3081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them)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3611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supplies training examples, the machine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3995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526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machine a bunch of spam and legitimate emails and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49103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learn to predict if a new email is spam or not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2026-10-10T19:44:21Z</dcterms:created>
  <dcterms:modified xsi:type="dcterms:W3CDTF">2026-10-10T19:44:21Z</dcterms:modified>
</cp:coreProperties>
</file>