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 </a:t>
            </a:r>
            <a:pPr algn="ctr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(KNN) , K=5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" y="960120"/>
            <a:ext cx="11914632" cy="0"/>
          </a:xfrm>
          <a:prstGeom prst="line">
            <a:avLst/>
          </a:prstGeom>
          <a:noFill/>
          <a:ln w="19050">
            <a:solidFill>
              <a:srgbClr val="B22222"/>
            </a:solidFill>
            <a:prstDash val="solid"/>
          </a:ln>
        </p:spPr>
      </p:sp>
      <p:pic>
        <p:nvPicPr>
          <p:cNvPr id="7" name="Image 0" descr="/home/ahmed/Projects/ai_llm_slides/videos/ml-intro/recreated_pptx/build/assets/graphs/s49_graph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70" y="1270010"/>
            <a:ext cx="10604480" cy="54229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6152" y="61813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Nearest 5 Neighbors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72084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K=5,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00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cyan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45936" y="6272784"/>
            <a:ext cx="5230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on 5 Nearest Neighbors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2026-10-10T19:45:50Z</dcterms:created>
  <dcterms:modified xsi:type="dcterms:W3CDTF">2026-10-10T19:45:50Z</dcterms:modified>
</cp:coreProperties>
</file>