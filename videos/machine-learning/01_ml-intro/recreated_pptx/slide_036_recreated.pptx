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778000"/>
            <a:ext cx="10325100" cy="482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00550" y="1054100"/>
            <a:ext cx="3390900" cy="7366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233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74800" y="1905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Commonly used classifiers: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9300" y="2458720"/>
            <a:ext cx="8229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Linear Regression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Logistic Regression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Neural Network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Support Vector Machine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Hidden Markov Model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Decision Trees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Bayesian classifier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.......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2026-10-10T19:44:27Z</dcterms:created>
  <dcterms:modified xsi:type="dcterms:W3CDTF">2026-10-10T19:44:27Z</dcterms:modified>
</cp:coreProperties>
</file>