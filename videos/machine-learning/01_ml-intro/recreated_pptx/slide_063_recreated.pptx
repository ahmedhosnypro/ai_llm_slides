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 Reduced Features  [ </a:t>
            </a:r>
            <a:pPr algn="ctr" indent="0" marL="0">
              <a:buNone/>
            </a:pPr>
            <a:r>
              <a:rPr lang="en-US" sz="2200" b="1" dirty="0">
                <a:solidFill>
                  <a:srgbClr val="0000CC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ctr" indent="0" marL="0">
              <a:buNone/>
            </a:pPr>
            <a:r>
              <a:rPr lang="en-US" sz="22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features are reduced to </a:t>
            </a:r>
            <a:pPr algn="ctr" indent="0" marL="0">
              <a:buNone/>
            </a:pPr>
            <a:r>
              <a:rPr lang="en-US" sz="2200" b="1" dirty="0">
                <a:solidFill>
                  <a:srgbClr val="0000CC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two</a:t>
            </a:r>
            <a:pPr algn="ctr" indent="0" marL="0">
              <a:buNone/>
            </a:pPr>
            <a:r>
              <a:rPr lang="en-US" sz="22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features]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7006" y="1170432"/>
            <a:ext cx="10848442" cy="5010912"/>
          </a:xfrm>
          <a:prstGeom prst="rect">
            <a:avLst/>
          </a:prstGeom>
          <a:solidFill>
            <a:srgbClr val="E8E8E8"/>
          </a:solidFill>
          <a:ln w="15875">
            <a:solidFill>
              <a:srgbClr val="8B0000"/>
            </a:solidFill>
            <a:prstDash val="solid"/>
          </a:ln>
        </p:spPr>
      </p:sp>
      <p:pic>
        <p:nvPicPr>
          <p:cNvPr id="7" name="Image 0" descr="videos/ml-intro/recreated_pptx/build/assets/graphs/s63_graph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4230" y="1206459"/>
            <a:ext cx="6349959" cy="508004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27202" y="1803197"/>
            <a:ext cx="1904695" cy="1473098"/>
          </a:xfrm>
          <a:prstGeom prst="rect">
            <a:avLst/>
          </a:prstGeom>
          <a:solidFill>
            <a:srgbClr val="E8E8E8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96970" y="1866930"/>
            <a:ext cx="50841" cy="1333470"/>
          </a:xfrm>
          <a:prstGeom prst="arc">
            <a:avLst>
              <a:gd name="adj1" fmla="val 5400000"/>
              <a:gd name="adj2" fmla="val 16200000"/>
            </a:avLst>
          </a:prstGeom>
          <a:solidFill>
            <a:srgbClr val="E8E8E8">
              <a:alpha val="0"/>
            </a:srgbClr>
          </a:solidFill>
          <a:ln w="28575">
            <a:solidFill>
              <a:srgbClr val="B3B3B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384310" y="1866930"/>
            <a:ext cx="34930" cy="1333470"/>
          </a:xfrm>
          <a:prstGeom prst="arc">
            <a:avLst>
              <a:gd name="adj1" fmla="val 16200000"/>
              <a:gd name="adj2" fmla="val 5400000"/>
            </a:avLst>
          </a:prstGeom>
          <a:solidFill>
            <a:srgbClr val="E8E8E8">
              <a:alpha val="0"/>
            </a:srgbClr>
          </a:solidFill>
          <a:ln w="28575">
            <a:solidFill>
              <a:srgbClr val="B3B3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18565" y="1877263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ᵀ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9886" y="1890979"/>
            <a:ext cx="54864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5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₁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19886" y="2223821"/>
            <a:ext cx="54864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pPr algn="ctr" indent="0" marL="0">
              <a:buNone/>
            </a:pPr>
            <a:r>
              <a:rPr lang="en-US" sz="15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₁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19886" y="2556662"/>
            <a:ext cx="54864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5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₂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19886" y="2889504"/>
            <a:ext cx="54864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pPr algn="ctr" indent="0" marL="0">
              <a:buNone/>
            </a:pPr>
            <a:r>
              <a:rPr lang="en-US" sz="15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₂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727302" y="2210105"/>
            <a:ext cx="50840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701698" y="2482596"/>
            <a:ext cx="495605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861718" y="2497226"/>
            <a:ext cx="279806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2419320" y="2197120"/>
            <a:ext cx="63459" cy="685800"/>
          </a:xfrm>
          <a:prstGeom prst="arc">
            <a:avLst>
              <a:gd name="adj1" fmla="val 5400000"/>
              <a:gd name="adj2" fmla="val 16200000"/>
            </a:avLst>
          </a:prstGeom>
          <a:solidFill>
            <a:srgbClr val="E8E8E8">
              <a:alpha val="0"/>
            </a:srgbClr>
          </a:solidFill>
          <a:ln w="28575">
            <a:solidFill>
              <a:srgbClr val="B3B3B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724180" y="2197120"/>
            <a:ext cx="38130" cy="685800"/>
          </a:xfrm>
          <a:prstGeom prst="arc">
            <a:avLst>
              <a:gd name="adj1" fmla="val 16200000"/>
              <a:gd name="adj2" fmla="val 5400000"/>
            </a:avLst>
          </a:prstGeom>
          <a:solidFill>
            <a:srgbClr val="E8E8E8">
              <a:alpha val="0"/>
            </a:srgbClr>
          </a:solidFill>
          <a:ln w="28575">
            <a:solidFill>
              <a:srgbClr val="B3B3B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66974" y="2105863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ᵀ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328977" y="2196846"/>
            <a:ext cx="54864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₁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2328977" y="2526944"/>
            <a:ext cx="54864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₂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0113264" y="2734056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Setosa</a:t>
            </a:r>
            <a:endParaRPr lang="en-US" sz="700" dirty="0"/>
          </a:p>
          <a:p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Versicolor</a:t>
            </a:r>
            <a:endParaRPr lang="en-US" sz="700" dirty="0"/>
          </a:p>
          <a:p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Virginica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2441448" y="6291072"/>
            <a:ext cx="7315200" cy="384048"/>
          </a:xfrm>
          <a:prstGeom prst="rect">
            <a:avLst/>
          </a:prstGeom>
          <a:solidFill>
            <a:srgbClr val="E8E8E8"/>
          </a:solidFill>
          <a:ln w="12700">
            <a:solidFill>
              <a:srgbClr val="A3A1B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441448" y="629107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 Classes </a:t>
            </a:r>
            <a:pPr algn="ctr" indent="0" marL="0">
              <a:buNone/>
            </a:pPr>
            <a:r>
              <a:rPr lang="en-US" sz="15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</a:t>
            </a:r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2-D</a:t>
            </a:r>
            <a:pPr algn="ctr" indent="0" marL="0">
              <a:buNone/>
            </a:pPr>
            <a:r>
              <a:rPr lang="en-US" sz="15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(Z₁ vs Z₂)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2026-10-10T19:45:51Z</dcterms:created>
  <dcterms:modified xsi:type="dcterms:W3CDTF">2026-10-10T19:45:51Z</dcterms:modified>
</cp:coreProperties>
</file>