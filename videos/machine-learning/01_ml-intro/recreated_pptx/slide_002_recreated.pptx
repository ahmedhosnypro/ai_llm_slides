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61409" y="1920240"/>
            <a:ext cx="4266133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961409" y="1920240"/>
            <a:ext cx="42661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17520" y="3566160"/>
            <a:ext cx="2925348" cy="82296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3566160"/>
            <a:ext cx="2925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Based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(Expert Systems)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3566160"/>
            <a:ext cx="2925348" cy="822960"/>
          </a:xfrm>
          <a:prstGeom prst="rect">
            <a:avLst/>
          </a:prstGeom>
          <a:solidFill>
            <a:srgbClr val="2E8B2E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3566160"/>
            <a:ext cx="2925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(Machine Learning)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4476" y="2743200"/>
            <a:ext cx="0" cy="411480"/>
          </a:xfrm>
          <a:prstGeom prst="line">
            <a:avLst/>
          </a:prstGeom>
          <a:ln w="12700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4480194" y="3154680"/>
            <a:ext cx="1614282" cy="411480"/>
          </a:xfrm>
          <a:prstGeom prst="curvedConnector2">
            <a:avLst/>
          </a:prstGeom>
          <a:ln w="127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94476" y="3154680"/>
            <a:ext cx="1613550" cy="411480"/>
          </a:xfrm>
          <a:prstGeom prst="curvedConnector2">
            <a:avLst/>
          </a:prstGeom>
          <a:ln w="127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2026-10-10T19:45:46Z</dcterms:created>
  <dcterms:modified xsi:type="dcterms:W3CDTF">2026-10-10T19:45:46Z</dcterms:modified>
</cp:coreProperties>
</file>