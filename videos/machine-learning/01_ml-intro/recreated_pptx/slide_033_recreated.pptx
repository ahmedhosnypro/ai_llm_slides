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" y="1371600"/>
            <a:ext cx="10488168" cy="5138928"/>
          </a:xfrm>
          <a:prstGeom prst="rect">
            <a:avLst/>
          </a:prstGeom>
          <a:solidFill>
            <a:srgbClr val="FFFFFF"/>
          </a:solidFill>
          <a:ln w="25400">
            <a:solidFill>
              <a:srgbClr val="CC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95928" y="256032"/>
            <a:ext cx="4206240" cy="685800"/>
          </a:xfrm>
          <a:prstGeom prst="rect">
            <a:avLst/>
          </a:prstGeom>
          <a:solidFill>
            <a:srgbClr val="CCE5FF"/>
          </a:solidFill>
          <a:ln w="1587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Invariants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Invariants are</a:t>
            </a:r>
            <a:pPr algn="l" indent="0" marL="0">
              <a:buNone/>
            </a:pPr>
            <a:r>
              <a:rPr lang="en-US" sz="20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dependent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Rotation Invariant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816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Invariant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255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invariant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6941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Mirroring Invariant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2026-10-10T19:44:27Z</dcterms:created>
  <dcterms:modified xsi:type="dcterms:W3CDTF">2026-10-10T19:44:27Z</dcterms:modified>
</cp:coreProperties>
</file>