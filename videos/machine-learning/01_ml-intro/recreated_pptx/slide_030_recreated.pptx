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</a:t>
            </a:r>
            <a:pPr algn="ctr" indent="0" marL="0">
              <a:buNone/>
            </a:pPr>
            <a:r>
              <a:rPr lang="en-US" sz="300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7824" y="1298448"/>
            <a:ext cx="10497312" cy="4864608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56232"/>
            <a:ext cx="1636776" cy="694944"/>
          </a:xfrm>
          <a:prstGeom prst="ellipse">
            <a:avLst/>
          </a:prstGeom>
          <a:solidFill>
            <a:srgbClr val="F5E0C8"/>
          </a:solidFill>
          <a:ln w="9525">
            <a:solidFill>
              <a:srgbClr val="B4B4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56232"/>
            <a:ext cx="1636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71016" y="2578608"/>
            <a:ext cx="566928" cy="530352"/>
          </a:xfrm>
          <a:prstGeom prst="curvedConnector2">
            <a:avLst/>
          </a:prstGeom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83664" y="2743200"/>
            <a:ext cx="1271016" cy="740664"/>
          </a:xfrm>
          <a:prstGeom prst="rect">
            <a:avLst/>
          </a:prstGeom>
          <a:solidFill>
            <a:srgbClr val="FFFDE7"/>
          </a:solidFill>
          <a:ln w="12700">
            <a:solidFill>
              <a:srgbClr val="5F56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83664" y="2743200"/>
            <a:ext cx="12710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94176" y="2779776"/>
            <a:ext cx="1691640" cy="694944"/>
          </a:xfrm>
          <a:prstGeom prst="rect">
            <a:avLst/>
          </a:prstGeom>
          <a:solidFill>
            <a:srgbClr val="D6E4F0"/>
          </a:solidFill>
          <a:ln w="12700">
            <a:solidFill>
              <a:srgbClr val="555C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277977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0136" y="2798064"/>
            <a:ext cx="1399032" cy="676656"/>
          </a:xfrm>
          <a:prstGeom prst="rect">
            <a:avLst/>
          </a:prstGeom>
          <a:solidFill>
            <a:srgbClr val="D9EAD3"/>
          </a:solidFill>
          <a:ln w="12700">
            <a:solidFill>
              <a:srgbClr val="74A5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2798064"/>
            <a:ext cx="1399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70648" y="2752344"/>
            <a:ext cx="1673352" cy="749808"/>
          </a:xfrm>
          <a:prstGeom prst="rect">
            <a:avLst/>
          </a:prstGeom>
          <a:solidFill>
            <a:srgbClr val="B30000"/>
          </a:solidFill>
          <a:ln w="12700">
            <a:solidFill>
              <a:srgbClr val="7A00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2752344"/>
            <a:ext cx="1673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46336" y="2807208"/>
            <a:ext cx="1344168" cy="649224"/>
          </a:xfrm>
          <a:prstGeom prst="rect">
            <a:avLst/>
          </a:prstGeom>
          <a:solidFill>
            <a:srgbClr val="E6CCFF"/>
          </a:solidFill>
          <a:ln w="12700">
            <a:solidFill>
              <a:srgbClr val="8D42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46336" y="2807208"/>
            <a:ext cx="1344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54680" y="3127248"/>
            <a:ext cx="539496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85816" y="3127248"/>
            <a:ext cx="27432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59168" y="3127248"/>
            <a:ext cx="41148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0" y="3127248"/>
            <a:ext cx="402336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63240" y="3849624"/>
            <a:ext cx="1106424" cy="521208"/>
          </a:xfrm>
          <a:prstGeom prst="roundRect">
            <a:avLst>
              <a:gd name="adj" fmla="val 14035"/>
            </a:avLst>
          </a:prstGeom>
          <a:solidFill>
            <a:srgbClr val="E8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3063240" y="384962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01184" y="3849624"/>
            <a:ext cx="1106424" cy="521208"/>
          </a:xfrm>
          <a:prstGeom prst="roundRect">
            <a:avLst>
              <a:gd name="adj" fmla="val 14035"/>
            </a:avLst>
          </a:prstGeom>
          <a:solidFill>
            <a:srgbClr val="E8E8E8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384962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21424" y="3849624"/>
            <a:ext cx="1106424" cy="521208"/>
          </a:xfrm>
          <a:prstGeom prst="roundRect">
            <a:avLst>
              <a:gd name="adj" fmla="val 14035"/>
            </a:avLst>
          </a:prstGeom>
          <a:solidFill>
            <a:srgbClr val="E8E8E8"/>
          </a:solidFill>
          <a:ln/>
        </p:spPr>
      </p:sp>
      <p:sp>
        <p:nvSpPr>
          <p:cNvPr id="29" name="Text 27"/>
          <p:cNvSpPr/>
          <p:nvPr/>
        </p:nvSpPr>
        <p:spPr>
          <a:xfrm>
            <a:off x="6821424" y="384962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Features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14816" y="3849624"/>
            <a:ext cx="1106424" cy="521208"/>
          </a:xfrm>
          <a:prstGeom prst="roundRect">
            <a:avLst>
              <a:gd name="adj" fmla="val 14035"/>
            </a:avLst>
          </a:prstGeom>
          <a:solidFill>
            <a:srgbClr val="E8E8E8"/>
          </a:solidFill>
          <a:ln/>
        </p:spPr>
      </p:sp>
      <p:sp>
        <p:nvSpPr>
          <p:cNvPr id="31" name="Text 29"/>
          <p:cNvSpPr/>
          <p:nvPr/>
        </p:nvSpPr>
        <p:spPr>
          <a:xfrm>
            <a:off x="8814816" y="384962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Class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13264" y="4114800"/>
            <a:ext cx="1170432" cy="521208"/>
          </a:xfrm>
          <a:prstGeom prst="ellipse">
            <a:avLst/>
          </a:prstGeom>
          <a:solidFill>
            <a:srgbClr val="FFFF66"/>
          </a:solidFill>
          <a:ln/>
        </p:spPr>
      </p:sp>
      <p:sp>
        <p:nvSpPr>
          <p:cNvPr id="33" name="Text 31"/>
          <p:cNvSpPr/>
          <p:nvPr/>
        </p:nvSpPr>
        <p:spPr>
          <a:xfrm>
            <a:off x="10113264" y="4114800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671048" y="3456432"/>
            <a:ext cx="18288" cy="621792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2026-10-10T19:44:26Z</dcterms:created>
  <dcterms:modified xsi:type="dcterms:W3CDTF">2026-10-10T19:44:26Z</dcterms:modified>
</cp:coreProperties>
</file>