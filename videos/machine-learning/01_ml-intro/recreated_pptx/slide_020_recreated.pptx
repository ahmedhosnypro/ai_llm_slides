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(RL)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0332720" cy="4818888"/>
          </a:xfrm>
          <a:prstGeom prst="rect">
            <a:avLst/>
          </a:prstGeom>
          <a:solidFill>
            <a:srgbClr val="FFFFFF"/>
          </a:solidFill>
          <a:ln w="25400">
            <a:solidFill>
              <a:srgbClr val="B0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19072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supervised/unsupervised learning, RL does not receive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9072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26426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19072" y="26426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Rather, </a:t>
            </a:r>
            <a:pPr algn="l" indent="0" marL="0">
              <a:buNone/>
            </a:pPr>
            <a:r>
              <a:rPr lang="en-US" sz="24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learns (gathers experience) by interacting with the world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31363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19072" y="31363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by an agent and an environment the agent acts 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6301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9072" y="36301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of actions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 of states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25880" y="41239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19072" y="412394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sequence of actions by the agent that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19072" y="44897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reward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4983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19072" y="4983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policy which maps states to actions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25880" y="54772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19072" y="54772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problems always include time as a variable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59710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19072" y="5971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problems: </a:t>
            </a:r>
            <a:pPr algn="l" indent="0" marL="0">
              <a:buNone/>
            </a:pPr>
            <a:r>
              <a:rPr lang="en-US" sz="24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Chess, Robot control, autonomous driving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2026-10-10T19:44:24Z</dcterms:created>
  <dcterms:modified xsi:type="dcterms:W3CDTF">2026-10-10T19:44:24Z</dcterms:modified>
</cp:coreProperties>
</file>