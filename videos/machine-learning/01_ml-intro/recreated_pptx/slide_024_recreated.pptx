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45636" y="256032"/>
            <a:ext cx="429768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Sets for Model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3246120"/>
            <a:ext cx="2432304" cy="105156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246120"/>
            <a:ext cx="2432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75%)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73752" y="3246120"/>
            <a:ext cx="2441448" cy="105156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3246120"/>
            <a:ext cx="2441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10%)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84464" y="3246120"/>
            <a:ext cx="2441448" cy="1051560"/>
          </a:xfrm>
          <a:prstGeom prst="rect">
            <a:avLst/>
          </a:prstGeom>
          <a:solidFill>
            <a:srgbClr val="B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84464" y="3246120"/>
            <a:ext cx="2441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15%)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0472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Train the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39996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Testing during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(Stopping criteria)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0708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test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Model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4476" y="1225296"/>
            <a:ext cx="0" cy="199339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6034474" y="1225296"/>
            <a:ext cx="60002" cy="21594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 flipH="1">
            <a:off x="5868585" y="1441238"/>
            <a:ext cx="165888" cy="17428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 flipH="1">
            <a:off x="5617988" y="1615525"/>
            <a:ext cx="250597" cy="142409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5303859" y="1757934"/>
            <a:ext cx="314129" cy="12031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 flipH="1">
            <a:off x="4947375" y="1878245"/>
            <a:ext cx="356484" cy="10799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 flipH="1">
            <a:off x="4569714" y="1986238"/>
            <a:ext cx="377661" cy="10545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 flipH="1">
            <a:off x="4192053" y="2091690"/>
            <a:ext cx="377661" cy="11269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 flipH="1">
            <a:off x="3835569" y="2204381"/>
            <a:ext cx="356484" cy="129709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 flipH="1">
            <a:off x="3521440" y="2334091"/>
            <a:ext cx="314129" cy="15650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 flipH="1">
            <a:off x="3270843" y="2490597"/>
            <a:ext cx="250597" cy="19308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 flipH="1">
            <a:off x="3104954" y="2683679"/>
            <a:ext cx="165888" cy="239437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 flipH="1">
            <a:off x="3044952" y="2923117"/>
            <a:ext cx="60002" cy="29557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94476" y="1225296"/>
            <a:ext cx="67109" cy="21594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6161585" y="1441238"/>
            <a:ext cx="185536" cy="17428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6347121" y="1615525"/>
            <a:ext cx="280278" cy="142409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6627400" y="1757934"/>
            <a:ext cx="351335" cy="12031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978735" y="1878245"/>
            <a:ext cx="398706" cy="10799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7377441" y="1986238"/>
            <a:ext cx="422391" cy="10545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7799832" y="2091690"/>
            <a:ext cx="422391" cy="11269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8222223" y="2204381"/>
            <a:ext cx="398706" cy="129709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620929" y="2334091"/>
            <a:ext cx="351335" cy="15650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8972264" y="2490597"/>
            <a:ext cx="280278" cy="19308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252543" y="2683679"/>
            <a:ext cx="185536" cy="239437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438079" y="2923117"/>
            <a:ext cx="67109" cy="29557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94360" y="53492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and unannotated data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have labels for your Dataset ???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2026-10-10T19:44:25Z</dcterms:created>
  <dcterms:modified xsi:type="dcterms:W3CDTF">2026-10-10T19:44:25Z</dcterms:modified>
</cp:coreProperties>
</file>