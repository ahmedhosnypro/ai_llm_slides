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3135" y="1577340"/>
            <a:ext cx="10482682" cy="5074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5676" y="256032"/>
            <a:ext cx="3657600" cy="822960"/>
          </a:xfrm>
          <a:prstGeom prst="rect">
            <a:avLst/>
          </a:prstGeom>
          <a:solidFill>
            <a:srgbClr val="CFE8EF"/>
          </a:solidFill>
          <a:ln w="15875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Types are is</a:t>
            </a:r>
            <a:pPr algn="l" indent="0" marL="0">
              <a:buNone/>
            </a:pPr>
            <a:r>
              <a:rPr lang="en-US" sz="2000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Problem dependent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60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may include: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3063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Center of Gravity location,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4107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Aspect Ratio,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75818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Length and Width,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410565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Number of intersections,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44531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Moments,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9164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Geometrical Features ,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91640" y="514807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Colors,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495544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Transformations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91640" y="584301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.........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2026-10-10T19:44:26Z</dcterms:created>
  <dcterms:modified xsi:type="dcterms:W3CDTF">2026-10-10T19:44:26Z</dcterms:modified>
</cp:coreProperties>
</file>