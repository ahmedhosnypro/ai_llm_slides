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72122" y="2194560"/>
            <a:ext cx="76790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A02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72122" y="2194560"/>
            <a:ext cx="767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0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Sets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2026-10-10T19:45:48Z</dcterms:created>
  <dcterms:modified xsi:type="dcterms:W3CDTF">2026-10-10T19:45:48Z</dcterms:modified>
</cp:coreProperties>
</file>