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Visualize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Features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are reduced to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three features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65992" cy="5257800"/>
          </a:xfrm>
          <a:prstGeom prst="rect">
            <a:avLst/>
          </a:prstGeom>
          <a:solidFill>
            <a:srgbClr val="E8E8E8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16090"/>
            <a:ext cx="1930390" cy="146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3460" y="187325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044700"/>
            <a:ext cx="411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pic>
        <p:nvPicPr>
          <p:cNvPr id="10" name="Image 0" descr="videos/ml-intro/recreated_pptx/build/assets/parens_064/wl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98" y="1879600"/>
            <a:ext cx="32004" cy="1346200"/>
          </a:xfrm>
          <a:prstGeom prst="rect">
            <a:avLst/>
          </a:prstGeom>
        </p:spPr>
      </p:pic>
      <p:pic>
        <p:nvPicPr>
          <p:cNvPr id="11" name="Image 1" descr="videos/ml-intro/recreated_pptx/build/assets/parens_064/wl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698" y="1892300"/>
            <a:ext cx="32004" cy="1320800"/>
          </a:xfrm>
          <a:prstGeom prst="rect">
            <a:avLst/>
          </a:prstGeom>
        </p:spPr>
      </p:pic>
      <p:pic>
        <p:nvPicPr>
          <p:cNvPr id="12" name="Image 2" descr="videos/ml-intro/recreated_pptx/build/assets/parens_064/z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698" y="2057400"/>
            <a:ext cx="32004" cy="990600"/>
          </a:xfrm>
          <a:prstGeom prst="rect">
            <a:avLst/>
          </a:prstGeom>
        </p:spPr>
      </p:pic>
      <p:pic>
        <p:nvPicPr>
          <p:cNvPr id="13" name="Image 3" descr="videos/ml-intro/recreated_pptx/build/assets/parens_064/z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248" y="2044700"/>
            <a:ext cx="32004" cy="990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1865376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706624" y="185623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661160" y="2217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14500" y="2523744"/>
            <a:ext cx="58420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pic>
        <p:nvPicPr>
          <p:cNvPr id="18" name="Image 4" descr="videos/ml-intro/recreated_pptx/build/assets/graphs/s064_graph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395" y="1168603"/>
            <a:ext cx="6197803" cy="50922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92640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9692640" y="2953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9692640" y="33009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2651760" y="6391656"/>
            <a:ext cx="6903720" cy="292608"/>
          </a:xfrm>
          <a:prstGeom prst="rect">
            <a:avLst/>
          </a:prstGeom>
          <a:solidFill>
            <a:srgbClr val="E8E8E8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651760" y="6391656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</a:t>
            </a:r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3-D (z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Z 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Z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2026-10-10T19:45:52Z</dcterms:created>
  <dcterms:modified xsi:type="dcterms:W3CDTF">2026-10-10T19:45:52Z</dcterms:modified>
</cp:coreProperties>
</file>