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3227" y="1920240"/>
            <a:ext cx="10360609" cy="390906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1109167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00"/>
              </a:lnSpc>
              <a:buNone/>
            </a:pPr>
            <a:r>
              <a:rPr lang="en-US" sz="5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   (NN)</a:t>
            </a:r>
            <a:endParaRPr lang="en-US" sz="5200" dirty="0"/>
          </a:p>
          <a:p>
            <a:pPr algn="ctr" indent="0" marL="0">
              <a:lnSpc>
                <a:spcPts val="78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5200" dirty="0"/>
          </a:p>
          <a:p>
            <a:pPr algn="ctr" indent="0" marL="0">
              <a:lnSpc>
                <a:spcPts val="7800"/>
              </a:lnSpc>
              <a:buNone/>
            </a:pPr>
            <a:r>
              <a:rPr lang="en-US" sz="5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-Nearest Neighbor (K -NN)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2026-10-10T19:44:28Z</dcterms:created>
  <dcterms:modified xsi:type="dcterms:W3CDTF">2026-10-10T19:44:28Z</dcterms:modified>
</cp:coreProperties>
</file>