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image" Target="../media/image-1-2.png"/><Relationship Id="rId5" Type="http://schemas.openxmlformats.org/officeDocument/2006/relationships/image" Target="../media/image-1-1.png"/><Relationship Id="rId6" Type="http://schemas.openxmlformats.org/officeDocument/2006/relationships/image" Target="../media/image-1-2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7.png"/><Relationship Id="rId10" Type="http://schemas.openxmlformats.org/officeDocument/2006/relationships/image" Target="../media/image-1-8.png"/><Relationship Id="rId11" Type="http://schemas.openxmlformats.org/officeDocument/2006/relationships/image" Target="../media/image-1-7.png"/><Relationship Id="rId12" Type="http://schemas.openxmlformats.org/officeDocument/2006/relationships/image" Target="../media/image-1-8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3.png"/><Relationship Id="rId16" Type="http://schemas.openxmlformats.org/officeDocument/2006/relationships/image" Target="../media/image-1-14.png"/><Relationship Id="rId17" Type="http://schemas.openxmlformats.org/officeDocument/2006/relationships/image" Target="../media/image-1-13.png"/><Relationship Id="rId18" Type="http://schemas.openxmlformats.org/officeDocument/2006/relationships/image" Target="../media/image-1-14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3.png"/><Relationship Id="rId26" Type="http://schemas.openxmlformats.org/officeDocument/2006/relationships/image" Target="../media/image-1-24.png"/><Relationship Id="rId27" Type="http://schemas.openxmlformats.org/officeDocument/2006/relationships/image" Target="../media/image-1-23.png"/><Relationship Id="rId28" Type="http://schemas.openxmlformats.org/officeDocument/2006/relationships/image" Target="../media/image-1-24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29.png"/><Relationship Id="rId32" Type="http://schemas.openxmlformats.org/officeDocument/2006/relationships/image" Target="../media/image-1-30.png"/><Relationship Id="rId33" Type="http://schemas.openxmlformats.org/officeDocument/2006/relationships/image" Target="../media/image-1-29.png"/><Relationship Id="rId34" Type="http://schemas.openxmlformats.org/officeDocument/2006/relationships/image" Target="../media/image-1-30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5.png"/><Relationship Id="rId38" Type="http://schemas.openxmlformats.org/officeDocument/2006/relationships/image" Target="../media/image-1-36.png"/><Relationship Id="rId39" Type="http://schemas.openxmlformats.org/officeDocument/2006/relationships/image" Target="../media/image-1-35.png"/><Relationship Id="rId40" Type="http://schemas.openxmlformats.org/officeDocument/2006/relationships/image" Target="../media/image-1-36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slideLayout" Target="../slideLayouts/slideLayout1.xml"/><Relationship Id="rId47" Type="http://schemas.openxmlformats.org/officeDocument/2006/relationships/notesSlide" Target="../notesSlides/notesSlide1.xml"/></Relationships>
</file>

<file path=ppt/slides/slide1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 Distance </a:t>
            </a:r>
            <a:pPr algn="ctr" indent="0" marL="0">
              <a:buNone/>
            </a:pPr>
            <a:r>
              <a:rPr lang="en-US" sz="3000" b="1" u="sng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</a:t>
            </a:r>
            <a:pPr algn="ctr" indent="0" marL="0">
              <a:buNone/>
            </a:pPr>
            <a:r>
              <a:rPr lang="en-US" sz="3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89000" y="1784350"/>
            <a:ext cx="10350500" cy="4819650"/>
          </a:xfrm>
          <a:prstGeom prst="rect">
            <a:avLst/>
          </a:prstGeom>
          <a:solidFill>
            <a:srgbClr val="FFFFFF"/>
          </a:solidFill>
          <a:ln w="41275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700" y="1836483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Vector  for bars: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2387600" y="2314575"/>
            <a:ext cx="157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Class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68850" y="2314575"/>
            <a:ext cx="157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Class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72350" y="2314575"/>
            <a:ext cx="157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Class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97950" y="2314575"/>
            <a:ext cx="157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31400" y="2314575"/>
            <a:ext cx="157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S.D</a:t>
            </a:r>
            <a:endParaRPr lang="en-US" sz="1500" dirty="0"/>
          </a:p>
        </p:txBody>
      </p:sp>
      <p:pic>
        <p:nvPicPr>
          <p:cNvPr id="13" name="Image 0" descr="videos/ml-intro/recreated_pptx/build/assets/parens54/paren_feat_lp_48.0_CC0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8304" y="2724404"/>
            <a:ext cx="76200" cy="621792"/>
          </a:xfrm>
          <a:prstGeom prst="rect">
            <a:avLst/>
          </a:prstGeom>
        </p:spPr>
      </p:pic>
      <p:pic>
        <p:nvPicPr>
          <p:cNvPr id="14" name="Image 1" descr="videos/ml-intro/recreated_pptx/build/assets/parens54/paren_feat_rp_48.0_CC00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920" y="2724404"/>
            <a:ext cx="76200" cy="6217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65350" y="27002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2165350" y="30177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</a:t>
            </a:r>
            <a:endParaRPr lang="en-US" sz="2200" dirty="0"/>
          </a:p>
        </p:txBody>
      </p:sp>
      <p:pic>
        <p:nvPicPr>
          <p:cNvPr id="17" name="Image 2" descr="videos/ml-intro/recreated_pptx/build/assets/parens54/paren_feat_lp_48.0_CC00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304" y="2724404"/>
            <a:ext cx="76200" cy="621792"/>
          </a:xfrm>
          <a:prstGeom prst="rect">
            <a:avLst/>
          </a:prstGeom>
        </p:spPr>
      </p:pic>
      <p:pic>
        <p:nvPicPr>
          <p:cNvPr id="18" name="Image 3" descr="videos/ml-intro/recreated_pptx/build/assets/parens54/paren_feat_rp_48.0_CC00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1220" y="2724404"/>
            <a:ext cx="76200" cy="6217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921000" y="27002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2921000" y="30177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150</a:t>
            </a:r>
            <a:endParaRPr lang="en-US" sz="2200" dirty="0"/>
          </a:p>
        </p:txBody>
      </p:sp>
      <p:pic>
        <p:nvPicPr>
          <p:cNvPr id="21" name="Image 4" descr="videos/ml-intro/recreated_pptx/build/assets/parens54/paren_feat_lp_48.0_CC000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9604" y="2724404"/>
            <a:ext cx="76200" cy="621792"/>
          </a:xfrm>
          <a:prstGeom prst="rect">
            <a:avLst/>
          </a:prstGeom>
        </p:spPr>
      </p:pic>
      <p:pic>
        <p:nvPicPr>
          <p:cNvPr id="22" name="Image 5" descr="videos/ml-intro/recreated_pptx/build/assets/parens54/paren_feat_rp_48.0_CC000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3220" y="2724404"/>
            <a:ext cx="76200" cy="62179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676650" y="27002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16"/>
          <p:cNvSpPr/>
          <p:nvPr/>
        </p:nvSpPr>
        <p:spPr>
          <a:xfrm>
            <a:off x="3676650" y="30177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</a:t>
            </a:r>
            <a:endParaRPr lang="en-US" sz="2200" dirty="0"/>
          </a:p>
        </p:txBody>
      </p:sp>
      <p:pic>
        <p:nvPicPr>
          <p:cNvPr id="25" name="Image 6" descr="videos/ml-intro/recreated_pptx/build/assets/parens54/paren_feat_lp_48.0_0000C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9404" y="2724404"/>
            <a:ext cx="76200" cy="621792"/>
          </a:xfrm>
          <a:prstGeom prst="rect">
            <a:avLst/>
          </a:prstGeom>
        </p:spPr>
      </p:pic>
      <p:pic>
        <p:nvPicPr>
          <p:cNvPr id="26" name="Image 7" descr="videos/ml-intro/recreated_pptx/build/assets/parens54/paren_feat_rp_48.0_0000C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0320" y="2724404"/>
            <a:ext cx="76200" cy="62179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610100" y="27002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2200" dirty="0"/>
          </a:p>
        </p:txBody>
      </p:sp>
      <p:sp>
        <p:nvSpPr>
          <p:cNvPr id="28" name="Text 18"/>
          <p:cNvSpPr/>
          <p:nvPr/>
        </p:nvSpPr>
        <p:spPr>
          <a:xfrm>
            <a:off x="4610100" y="30177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150</a:t>
            </a:r>
            <a:endParaRPr lang="en-US" sz="2200" dirty="0"/>
          </a:p>
        </p:txBody>
      </p:sp>
      <p:pic>
        <p:nvPicPr>
          <p:cNvPr id="29" name="Image 8" descr="videos/ml-intro/recreated_pptx/build/assets/parens54/paren_feat_lp_48.0_0000C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1404" y="2724404"/>
            <a:ext cx="76200" cy="621792"/>
          </a:xfrm>
          <a:prstGeom prst="rect">
            <a:avLst/>
          </a:prstGeom>
        </p:spPr>
      </p:pic>
      <p:pic>
        <p:nvPicPr>
          <p:cNvPr id="30" name="Image 9" descr="videos/ml-intro/recreated_pptx/build/assets/parens54/paren_feat_rp_48.0_0000CC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75020" y="2724404"/>
            <a:ext cx="76200" cy="621792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378450" y="27002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2200" dirty="0"/>
          </a:p>
        </p:txBody>
      </p:sp>
      <p:sp>
        <p:nvSpPr>
          <p:cNvPr id="32" name="Text 20"/>
          <p:cNvSpPr/>
          <p:nvPr/>
        </p:nvSpPr>
        <p:spPr>
          <a:xfrm>
            <a:off x="5378450" y="30177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</a:t>
            </a:r>
            <a:endParaRPr lang="en-US" sz="2200" dirty="0"/>
          </a:p>
        </p:txBody>
      </p:sp>
      <p:pic>
        <p:nvPicPr>
          <p:cNvPr id="33" name="Image 10" descr="videos/ml-intro/recreated_pptx/build/assets/parens54/paren_feat_lp_48.0_0000CC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53404" y="2724404"/>
            <a:ext cx="76200" cy="621792"/>
          </a:xfrm>
          <a:prstGeom prst="rect">
            <a:avLst/>
          </a:prstGeom>
        </p:spPr>
      </p:pic>
      <p:pic>
        <p:nvPicPr>
          <p:cNvPr id="34" name="Image 11" descr="videos/ml-intro/recreated_pptx/build/assets/parens54/paren_feat_rp_48.0_0000CC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49720" y="2724404"/>
            <a:ext cx="76200" cy="621792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6146800" y="27002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2200" dirty="0"/>
          </a:p>
        </p:txBody>
      </p:sp>
      <p:sp>
        <p:nvSpPr>
          <p:cNvPr id="36" name="Text 22"/>
          <p:cNvSpPr/>
          <p:nvPr/>
        </p:nvSpPr>
        <p:spPr>
          <a:xfrm>
            <a:off x="6146800" y="30177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250</a:t>
            </a:r>
            <a:endParaRPr lang="en-US" sz="2200" dirty="0"/>
          </a:p>
        </p:txBody>
      </p:sp>
      <p:pic>
        <p:nvPicPr>
          <p:cNvPr id="37" name="Image 12" descr="videos/ml-intro/recreated_pptx/build/assets/parens54/paren_feat_lp_48.0_2E8B22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56704" y="2724404"/>
            <a:ext cx="76200" cy="621792"/>
          </a:xfrm>
          <a:prstGeom prst="rect">
            <a:avLst/>
          </a:prstGeom>
        </p:spPr>
      </p:pic>
      <p:pic>
        <p:nvPicPr>
          <p:cNvPr id="38" name="Image 13" descr="videos/ml-intro/recreated_pptx/build/assets/parens54/paren_feat_rp_48.0_2E8B2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7620" y="2724404"/>
            <a:ext cx="76200" cy="621792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7137400" y="27002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2200" dirty="0"/>
          </a:p>
        </p:txBody>
      </p:sp>
      <p:sp>
        <p:nvSpPr>
          <p:cNvPr id="40" name="Text 24"/>
          <p:cNvSpPr/>
          <p:nvPr/>
        </p:nvSpPr>
        <p:spPr>
          <a:xfrm>
            <a:off x="7137400" y="30177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150</a:t>
            </a:r>
            <a:endParaRPr lang="en-US" sz="2200" dirty="0"/>
          </a:p>
        </p:txBody>
      </p:sp>
      <p:pic>
        <p:nvPicPr>
          <p:cNvPr id="41" name="Image 14" descr="videos/ml-intro/recreated_pptx/build/assets/parens54/paren_feat_lp_48.0_2E8B22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18704" y="2724404"/>
            <a:ext cx="76200" cy="621792"/>
          </a:xfrm>
          <a:prstGeom prst="rect">
            <a:avLst/>
          </a:prstGeom>
        </p:spPr>
      </p:pic>
      <p:pic>
        <p:nvPicPr>
          <p:cNvPr id="42" name="Image 15" descr="videos/ml-intro/recreated_pptx/build/assets/parens54/paren_feat_rp_48.0_2E8B22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9620" y="2724404"/>
            <a:ext cx="76200" cy="621792"/>
          </a:xfrm>
          <a:prstGeom prst="rect">
            <a:avLst/>
          </a:prstGeom>
        </p:spPr>
      </p:pic>
      <p:sp>
        <p:nvSpPr>
          <p:cNvPr id="43" name="Text 25"/>
          <p:cNvSpPr/>
          <p:nvPr/>
        </p:nvSpPr>
        <p:spPr>
          <a:xfrm>
            <a:off x="7899400" y="27002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2200" dirty="0"/>
          </a:p>
        </p:txBody>
      </p:sp>
      <p:sp>
        <p:nvSpPr>
          <p:cNvPr id="44" name="Text 26"/>
          <p:cNvSpPr/>
          <p:nvPr/>
        </p:nvSpPr>
        <p:spPr>
          <a:xfrm>
            <a:off x="7899400" y="30177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250</a:t>
            </a:r>
            <a:endParaRPr lang="en-US" sz="2200" dirty="0"/>
          </a:p>
        </p:txBody>
      </p:sp>
      <p:pic>
        <p:nvPicPr>
          <p:cNvPr id="45" name="Image 16" descr="videos/ml-intro/recreated_pptx/build/assets/parens54/paren_feat_lp_48.0_2E8B22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80704" y="2724404"/>
            <a:ext cx="76200" cy="621792"/>
          </a:xfrm>
          <a:prstGeom prst="rect">
            <a:avLst/>
          </a:prstGeom>
        </p:spPr>
      </p:pic>
      <p:pic>
        <p:nvPicPr>
          <p:cNvPr id="46" name="Image 17" descr="videos/ml-intro/recreated_pptx/build/assets/parens54/paren_feat_rp_48.0_2E8B22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64320" y="2724404"/>
            <a:ext cx="76200" cy="621792"/>
          </a:xfrm>
          <a:prstGeom prst="rect">
            <a:avLst/>
          </a:prstGeom>
        </p:spPr>
      </p:pic>
      <p:sp>
        <p:nvSpPr>
          <p:cNvPr id="47" name="Text 27"/>
          <p:cNvSpPr/>
          <p:nvPr/>
        </p:nvSpPr>
        <p:spPr>
          <a:xfrm>
            <a:off x="8667750" y="27002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2200" dirty="0"/>
          </a:p>
        </p:txBody>
      </p:sp>
      <p:sp>
        <p:nvSpPr>
          <p:cNvPr id="48" name="Text 28"/>
          <p:cNvSpPr/>
          <p:nvPr/>
        </p:nvSpPr>
        <p:spPr>
          <a:xfrm>
            <a:off x="8667750" y="30177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300</a:t>
            </a:r>
            <a:endParaRPr lang="en-US" sz="2200" dirty="0"/>
          </a:p>
        </p:txBody>
      </p:sp>
      <p:pic>
        <p:nvPicPr>
          <p:cNvPr id="49" name="Image 18" descr="videos/ml-intro/recreated_pptx/build/assets/parens54/paren_mean_lp_42.5_B3B3B3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79204" y="2751328"/>
            <a:ext cx="76200" cy="551688"/>
          </a:xfrm>
          <a:prstGeom prst="rect">
            <a:avLst/>
          </a:prstGeom>
        </p:spPr>
      </p:pic>
      <p:pic>
        <p:nvPicPr>
          <p:cNvPr id="50" name="Image 19" descr="videos/ml-intro/recreated_pptx/build/assets/parens54/paren_mean_rp_42.5_B3B3B3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078720" y="2751328"/>
            <a:ext cx="76200" cy="551688"/>
          </a:xfrm>
          <a:prstGeom prst="rect">
            <a:avLst/>
          </a:prstGeom>
        </p:spPr>
      </p:pic>
      <p:sp>
        <p:nvSpPr>
          <p:cNvPr id="51" name="Text 29"/>
          <p:cNvSpPr/>
          <p:nvPr/>
        </p:nvSpPr>
        <p:spPr>
          <a:xfrm>
            <a:off x="9321800" y="27686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52" name="Text 30"/>
          <p:cNvSpPr/>
          <p:nvPr/>
        </p:nvSpPr>
        <p:spPr>
          <a:xfrm>
            <a:off x="9321800" y="30353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194.44</a:t>
            </a:r>
            <a:endParaRPr lang="en-US" sz="1600" dirty="0"/>
          </a:p>
        </p:txBody>
      </p:sp>
      <p:pic>
        <p:nvPicPr>
          <p:cNvPr id="53" name="Image 20" descr="videos/ml-intro/recreated_pptx/build/assets/parens54/paren_sd_lp_43.0_B3B3B3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19004" y="2738628"/>
            <a:ext cx="76200" cy="557784"/>
          </a:xfrm>
          <a:prstGeom prst="rect">
            <a:avLst/>
          </a:prstGeom>
        </p:spPr>
      </p:pic>
      <p:pic>
        <p:nvPicPr>
          <p:cNvPr id="54" name="Image 21" descr="videos/ml-intro/recreated_pptx/build/assets/parens54/paren_sd_rp_43.0_B3B3B3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31220" y="2738628"/>
            <a:ext cx="76200" cy="557784"/>
          </a:xfrm>
          <a:prstGeom prst="rect">
            <a:avLst/>
          </a:prstGeom>
        </p:spPr>
      </p:pic>
      <p:sp>
        <p:nvSpPr>
          <p:cNvPr id="55" name="Text 31"/>
          <p:cNvSpPr/>
          <p:nvPr/>
        </p:nvSpPr>
        <p:spPr>
          <a:xfrm>
            <a:off x="10267950" y="27686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4.163</a:t>
            </a:r>
            <a:endParaRPr lang="en-US" sz="1600" dirty="0"/>
          </a:p>
        </p:txBody>
      </p:sp>
      <p:sp>
        <p:nvSpPr>
          <p:cNvPr id="56" name="Text 32"/>
          <p:cNvSpPr/>
          <p:nvPr/>
        </p:nvSpPr>
        <p:spPr>
          <a:xfrm>
            <a:off x="10267950" y="30353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59.835</a:t>
            </a:r>
            <a:endParaRPr lang="en-US" sz="1600" dirty="0"/>
          </a:p>
        </p:txBody>
      </p:sp>
      <p:sp>
        <p:nvSpPr>
          <p:cNvPr id="57" name="Text 33"/>
          <p:cNvSpPr/>
          <p:nvPr/>
        </p:nvSpPr>
        <p:spPr>
          <a:xfrm>
            <a:off x="1054100" y="2809621"/>
            <a:ext cx="1231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 (KG)</a:t>
            </a:r>
            <a:endParaRPr lang="en-US" sz="1300" dirty="0"/>
          </a:p>
        </p:txBody>
      </p:sp>
      <p:sp>
        <p:nvSpPr>
          <p:cNvPr id="58" name="Text 34"/>
          <p:cNvSpPr/>
          <p:nvPr/>
        </p:nvSpPr>
        <p:spPr>
          <a:xfrm>
            <a:off x="1066800" y="3101721"/>
            <a:ext cx="1231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Length (cm)</a:t>
            </a:r>
            <a:endParaRPr lang="en-US" sz="1300" dirty="0"/>
          </a:p>
        </p:txBody>
      </p:sp>
      <p:sp>
        <p:nvSpPr>
          <p:cNvPr id="59" name="Text 35"/>
          <p:cNvSpPr/>
          <p:nvPr/>
        </p:nvSpPr>
        <p:spPr>
          <a:xfrm>
            <a:off x="3225800" y="25781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60" name="Text 36"/>
          <p:cNvSpPr/>
          <p:nvPr/>
        </p:nvSpPr>
        <p:spPr>
          <a:xfrm>
            <a:off x="2044700" y="3813175"/>
            <a:ext cx="241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</a:t>
            </a:r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 Class</a:t>
            </a:r>
            <a:endParaRPr lang="en-US" sz="1500" dirty="0"/>
          </a:p>
        </p:txBody>
      </p:sp>
      <p:sp>
        <p:nvSpPr>
          <p:cNvPr id="61" name="Text 37"/>
          <p:cNvSpPr/>
          <p:nvPr/>
        </p:nvSpPr>
        <p:spPr>
          <a:xfrm>
            <a:off x="4591050" y="3813175"/>
            <a:ext cx="241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</a:t>
            </a:r>
            <a:pPr algn="ctr" indent="0" marL="0">
              <a:buNone/>
            </a:pPr>
            <a:r>
              <a:rPr lang="en-US" sz="15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Blue Class</a:t>
            </a:r>
            <a:endParaRPr lang="en-US" sz="1500" dirty="0"/>
          </a:p>
        </p:txBody>
      </p:sp>
      <p:sp>
        <p:nvSpPr>
          <p:cNvPr id="62" name="Text 38"/>
          <p:cNvSpPr/>
          <p:nvPr/>
        </p:nvSpPr>
        <p:spPr>
          <a:xfrm>
            <a:off x="7073900" y="3813175"/>
            <a:ext cx="241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</a:t>
            </a:r>
            <a:pPr algn="ctr" indent="0" marL="0">
              <a:buNone/>
            </a:pPr>
            <a:r>
              <a:rPr lang="en-US" sz="1500" b="1" dirty="0">
                <a:solidFill>
                  <a:srgbClr val="2E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Green Class</a:t>
            </a:r>
            <a:endParaRPr lang="en-US" sz="1500" dirty="0"/>
          </a:p>
        </p:txBody>
      </p:sp>
      <p:sp>
        <p:nvSpPr>
          <p:cNvPr id="63" name="Text 39"/>
          <p:cNvSpPr/>
          <p:nvPr/>
        </p:nvSpPr>
        <p:spPr>
          <a:xfrm>
            <a:off x="9436100" y="3813175"/>
            <a:ext cx="190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</a:t>
            </a:r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</a:t>
            </a:r>
            <a:endParaRPr lang="en-US" sz="1500" dirty="0"/>
          </a:p>
        </p:txBody>
      </p:sp>
      <p:sp>
        <p:nvSpPr>
          <p:cNvPr id="64" name="Shape 40"/>
          <p:cNvSpPr/>
          <p:nvPr/>
        </p:nvSpPr>
        <p:spPr>
          <a:xfrm>
            <a:off x="2254250" y="4006850"/>
            <a:ext cx="1022350" cy="22860"/>
          </a:xfrm>
          <a:prstGeom prst="rect">
            <a:avLst/>
          </a:prstGeom>
          <a:solidFill>
            <a:srgbClr val="CC0000"/>
          </a:solidFill>
          <a:ln w="3175">
            <a:solidFill>
              <a:srgbClr val="CC0000">
                <a:alpha val="0"/>
              </a:srgbClr>
            </a:solidFill>
            <a:prstDash val="solid"/>
          </a:ln>
        </p:spPr>
      </p:sp>
      <p:sp>
        <p:nvSpPr>
          <p:cNvPr id="65" name="Shape 41"/>
          <p:cNvSpPr/>
          <p:nvPr/>
        </p:nvSpPr>
        <p:spPr>
          <a:xfrm>
            <a:off x="4781550" y="4006850"/>
            <a:ext cx="1016000" cy="22860"/>
          </a:xfrm>
          <a:prstGeom prst="rect">
            <a:avLst/>
          </a:prstGeom>
          <a:solidFill>
            <a:srgbClr val="0000CC"/>
          </a:solidFill>
          <a:ln w="3175">
            <a:solidFill>
              <a:srgbClr val="0000CC">
                <a:alpha val="0"/>
              </a:srgbClr>
            </a:solidFill>
            <a:prstDash val="solid"/>
          </a:ln>
        </p:spPr>
      </p:sp>
      <p:sp>
        <p:nvSpPr>
          <p:cNvPr id="66" name="Shape 42"/>
          <p:cNvSpPr/>
          <p:nvPr/>
        </p:nvSpPr>
        <p:spPr>
          <a:xfrm>
            <a:off x="7194550" y="4006850"/>
            <a:ext cx="1022350" cy="22860"/>
          </a:xfrm>
          <a:prstGeom prst="rect">
            <a:avLst/>
          </a:prstGeom>
          <a:solidFill>
            <a:srgbClr val="2E8B22"/>
          </a:solidFill>
          <a:ln w="3175">
            <a:solidFill>
              <a:srgbClr val="2E8B22">
                <a:alpha val="0"/>
              </a:srgbClr>
            </a:solidFill>
            <a:prstDash val="solid"/>
          </a:ln>
        </p:spPr>
      </p:sp>
      <p:sp>
        <p:nvSpPr>
          <p:cNvPr id="67" name="Shape 43"/>
          <p:cNvSpPr/>
          <p:nvPr/>
        </p:nvSpPr>
        <p:spPr>
          <a:xfrm>
            <a:off x="9683750" y="4024630"/>
            <a:ext cx="1009650" cy="2413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8" name="Image 22" descr="videos/ml-intro/recreated_pptx/build/assets/parens54/paren_nred_lp_35.0_CC0000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140204" y="4108704"/>
            <a:ext cx="76200" cy="457200"/>
          </a:xfrm>
          <a:prstGeom prst="rect">
            <a:avLst/>
          </a:prstGeom>
        </p:spPr>
      </p:pic>
      <p:pic>
        <p:nvPicPr>
          <p:cNvPr id="69" name="Image 23" descr="videos/ml-intro/recreated_pptx/build/assets/parens54/paren_nred_rp_35.0_CC0000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763520" y="4108704"/>
            <a:ext cx="76200" cy="457200"/>
          </a:xfrm>
          <a:prstGeom prst="rect">
            <a:avLst/>
          </a:prstGeom>
        </p:spPr>
      </p:pic>
      <p:sp>
        <p:nvSpPr>
          <p:cNvPr id="70" name="Text 44"/>
          <p:cNvSpPr/>
          <p:nvPr/>
        </p:nvSpPr>
        <p:spPr>
          <a:xfrm>
            <a:off x="2108200" y="4095813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−1.441</a:t>
            </a:r>
            <a:endParaRPr lang="en-US" sz="1550" dirty="0"/>
          </a:p>
        </p:txBody>
      </p:sp>
      <p:sp>
        <p:nvSpPr>
          <p:cNvPr id="71" name="Text 45"/>
          <p:cNvSpPr/>
          <p:nvPr/>
        </p:nvSpPr>
        <p:spPr>
          <a:xfrm>
            <a:off x="2108200" y="4324414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−1.578</a:t>
            </a:r>
            <a:endParaRPr lang="en-US" sz="1550" dirty="0"/>
          </a:p>
        </p:txBody>
      </p:sp>
      <p:pic>
        <p:nvPicPr>
          <p:cNvPr id="72" name="Image 24" descr="videos/ml-intro/recreated_pptx/build/assets/parens54/paren_nred_lp_35.0_CC0000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978404" y="4108704"/>
            <a:ext cx="76200" cy="457200"/>
          </a:xfrm>
          <a:prstGeom prst="rect">
            <a:avLst/>
          </a:prstGeom>
        </p:spPr>
      </p:pic>
      <p:pic>
        <p:nvPicPr>
          <p:cNvPr id="73" name="Image 25" descr="videos/ml-intro/recreated_pptx/build/assets/parens54/paren_nred_rp_35.0_CC0000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614420" y="4108704"/>
            <a:ext cx="76200" cy="457200"/>
          </a:xfrm>
          <a:prstGeom prst="rect">
            <a:avLst/>
          </a:prstGeom>
        </p:spPr>
      </p:pic>
      <p:sp>
        <p:nvSpPr>
          <p:cNvPr id="74" name="Text 46"/>
          <p:cNvSpPr/>
          <p:nvPr/>
        </p:nvSpPr>
        <p:spPr>
          <a:xfrm>
            <a:off x="2952750" y="4095813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−1.201</a:t>
            </a:r>
            <a:endParaRPr lang="en-US" sz="1550" dirty="0"/>
          </a:p>
        </p:txBody>
      </p:sp>
      <p:sp>
        <p:nvSpPr>
          <p:cNvPr id="75" name="Text 47"/>
          <p:cNvSpPr/>
          <p:nvPr/>
        </p:nvSpPr>
        <p:spPr>
          <a:xfrm>
            <a:off x="2952750" y="4324414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−0.743</a:t>
            </a:r>
            <a:endParaRPr lang="en-US" sz="1550" dirty="0"/>
          </a:p>
        </p:txBody>
      </p:sp>
      <p:pic>
        <p:nvPicPr>
          <p:cNvPr id="76" name="Image 26" descr="videos/ml-intro/recreated_pptx/build/assets/parens54/paren_nred_lp_35.0_CC0000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803904" y="4108704"/>
            <a:ext cx="76200" cy="457200"/>
          </a:xfrm>
          <a:prstGeom prst="rect">
            <a:avLst/>
          </a:prstGeom>
        </p:spPr>
      </p:pic>
      <p:pic>
        <p:nvPicPr>
          <p:cNvPr id="77" name="Image 27" descr="videos/ml-intro/recreated_pptx/build/assets/parens54/paren_nred_rp_35.0_CC0000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439920" y="4108704"/>
            <a:ext cx="76200" cy="457200"/>
          </a:xfrm>
          <a:prstGeom prst="rect">
            <a:avLst/>
          </a:prstGeom>
        </p:spPr>
      </p:pic>
      <p:sp>
        <p:nvSpPr>
          <p:cNvPr id="78" name="Text 48"/>
          <p:cNvSpPr/>
          <p:nvPr/>
        </p:nvSpPr>
        <p:spPr>
          <a:xfrm>
            <a:off x="3778250" y="4095813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−0.961</a:t>
            </a:r>
            <a:endParaRPr lang="en-US" sz="1550" dirty="0"/>
          </a:p>
        </p:txBody>
      </p:sp>
      <p:sp>
        <p:nvSpPr>
          <p:cNvPr id="79" name="Text 49"/>
          <p:cNvSpPr/>
          <p:nvPr/>
        </p:nvSpPr>
        <p:spPr>
          <a:xfrm>
            <a:off x="3778250" y="4324414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0.093</a:t>
            </a:r>
            <a:endParaRPr lang="en-US" sz="1550" dirty="0"/>
          </a:p>
        </p:txBody>
      </p:sp>
      <p:pic>
        <p:nvPicPr>
          <p:cNvPr id="80" name="Image 28" descr="videos/ml-intro/recreated_pptx/build/assets/parens54/paren_nblue_lp_37.0_0000CC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667504" y="4110228"/>
            <a:ext cx="76200" cy="481584"/>
          </a:xfrm>
          <a:prstGeom prst="rect">
            <a:avLst/>
          </a:prstGeom>
        </p:spPr>
      </p:pic>
      <p:pic>
        <p:nvPicPr>
          <p:cNvPr id="81" name="Image 29" descr="videos/ml-intro/recreated_pptx/build/assets/parens54/paren_nblue_rp_37.0_0000CC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354320" y="4110228"/>
            <a:ext cx="76200" cy="481584"/>
          </a:xfrm>
          <a:prstGeom prst="rect">
            <a:avLst/>
          </a:prstGeom>
        </p:spPr>
      </p:pic>
      <p:sp>
        <p:nvSpPr>
          <p:cNvPr id="82" name="Text 50"/>
          <p:cNvSpPr/>
          <p:nvPr/>
        </p:nvSpPr>
        <p:spPr>
          <a:xfrm>
            <a:off x="4667250" y="4092130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−0.24</a:t>
            </a:r>
            <a:endParaRPr lang="en-US" sz="1650" dirty="0"/>
          </a:p>
        </p:txBody>
      </p:sp>
      <p:sp>
        <p:nvSpPr>
          <p:cNvPr id="83" name="Text 51"/>
          <p:cNvSpPr/>
          <p:nvPr/>
        </p:nvSpPr>
        <p:spPr>
          <a:xfrm>
            <a:off x="4667250" y="4346130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−0.743</a:t>
            </a:r>
            <a:endParaRPr lang="en-US" sz="1650" dirty="0"/>
          </a:p>
        </p:txBody>
      </p:sp>
      <p:pic>
        <p:nvPicPr>
          <p:cNvPr id="84" name="Image 30" descr="videos/ml-intro/recreated_pptx/build/assets/parens54/paren_nblue_lp_37.0_0000CC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56504" y="4110228"/>
            <a:ext cx="76200" cy="481584"/>
          </a:xfrm>
          <a:prstGeom prst="rect">
            <a:avLst/>
          </a:prstGeom>
        </p:spPr>
      </p:pic>
      <p:pic>
        <p:nvPicPr>
          <p:cNvPr id="85" name="Image 31" descr="videos/ml-intro/recreated_pptx/build/assets/parens54/paren_nblue_rp_37.0_0000CC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078220" y="4110228"/>
            <a:ext cx="76200" cy="481584"/>
          </a:xfrm>
          <a:prstGeom prst="rect">
            <a:avLst/>
          </a:prstGeom>
        </p:spPr>
      </p:pic>
      <p:sp>
        <p:nvSpPr>
          <p:cNvPr id="86" name="Text 52"/>
          <p:cNvSpPr/>
          <p:nvPr/>
        </p:nvSpPr>
        <p:spPr>
          <a:xfrm>
            <a:off x="5473700" y="4092130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650" dirty="0"/>
          </a:p>
        </p:txBody>
      </p:sp>
      <p:sp>
        <p:nvSpPr>
          <p:cNvPr id="87" name="Text 53"/>
          <p:cNvSpPr/>
          <p:nvPr/>
        </p:nvSpPr>
        <p:spPr>
          <a:xfrm>
            <a:off x="5473700" y="4346130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0.093</a:t>
            </a:r>
            <a:endParaRPr lang="en-US" sz="1650" dirty="0"/>
          </a:p>
        </p:txBody>
      </p:sp>
      <p:pic>
        <p:nvPicPr>
          <p:cNvPr id="88" name="Image 32" descr="videos/ml-intro/recreated_pptx/build/assets/parens54/paren_nblue_lp_37.0_0000CC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293104" y="4110228"/>
            <a:ext cx="76200" cy="481584"/>
          </a:xfrm>
          <a:prstGeom prst="rect">
            <a:avLst/>
          </a:prstGeom>
        </p:spPr>
      </p:pic>
      <p:pic>
        <p:nvPicPr>
          <p:cNvPr id="89" name="Image 33" descr="videos/ml-intro/recreated_pptx/build/assets/parens54/paren_nblue_rp_37.0_0000CC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814820" y="4110228"/>
            <a:ext cx="76200" cy="481584"/>
          </a:xfrm>
          <a:prstGeom prst="rect">
            <a:avLst/>
          </a:prstGeom>
        </p:spPr>
      </p:pic>
      <p:sp>
        <p:nvSpPr>
          <p:cNvPr id="90" name="Text 54"/>
          <p:cNvSpPr/>
          <p:nvPr/>
        </p:nvSpPr>
        <p:spPr>
          <a:xfrm>
            <a:off x="6210300" y="4092130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0.24</a:t>
            </a:r>
            <a:endParaRPr lang="en-US" sz="1650" dirty="0"/>
          </a:p>
        </p:txBody>
      </p:sp>
      <p:sp>
        <p:nvSpPr>
          <p:cNvPr id="91" name="Text 55"/>
          <p:cNvSpPr/>
          <p:nvPr/>
        </p:nvSpPr>
        <p:spPr>
          <a:xfrm>
            <a:off x="6210300" y="4346130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0.928</a:t>
            </a:r>
            <a:endParaRPr lang="en-US" sz="1650" dirty="0"/>
          </a:p>
        </p:txBody>
      </p:sp>
      <p:pic>
        <p:nvPicPr>
          <p:cNvPr id="92" name="Image 34" descr="videos/ml-intro/recreated_pptx/build/assets/parens54/paren_ngreen_lp_35.0_2E8B22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118604" y="4159504"/>
            <a:ext cx="76200" cy="457200"/>
          </a:xfrm>
          <a:prstGeom prst="rect">
            <a:avLst/>
          </a:prstGeom>
        </p:spPr>
      </p:pic>
      <p:pic>
        <p:nvPicPr>
          <p:cNvPr id="93" name="Image 35" descr="videos/ml-intro/recreated_pptx/build/assets/parens54/paren_ngreen_rp_35.0_2E8B22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780020" y="4159504"/>
            <a:ext cx="76200" cy="457200"/>
          </a:xfrm>
          <a:prstGeom prst="rect">
            <a:avLst/>
          </a:prstGeom>
        </p:spPr>
      </p:pic>
      <p:sp>
        <p:nvSpPr>
          <p:cNvPr id="94" name="Text 56"/>
          <p:cNvSpPr/>
          <p:nvPr/>
        </p:nvSpPr>
        <p:spPr>
          <a:xfrm>
            <a:off x="7105650" y="4130231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0.961</a:t>
            </a:r>
            <a:endParaRPr lang="en-US" sz="1650" dirty="0"/>
          </a:p>
        </p:txBody>
      </p:sp>
      <p:sp>
        <p:nvSpPr>
          <p:cNvPr id="95" name="Text 57"/>
          <p:cNvSpPr/>
          <p:nvPr/>
        </p:nvSpPr>
        <p:spPr>
          <a:xfrm>
            <a:off x="7105650" y="4371530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−0.743</a:t>
            </a:r>
            <a:endParaRPr lang="en-US" sz="1650" dirty="0"/>
          </a:p>
        </p:txBody>
      </p:sp>
      <p:pic>
        <p:nvPicPr>
          <p:cNvPr id="96" name="Image 36" descr="videos/ml-intro/recreated_pptx/build/assets/parens54/paren_ngreen_lp_35.0_2E8B22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007604" y="4159504"/>
            <a:ext cx="76200" cy="457200"/>
          </a:xfrm>
          <a:prstGeom prst="rect">
            <a:avLst/>
          </a:prstGeom>
        </p:spPr>
      </p:pic>
      <p:pic>
        <p:nvPicPr>
          <p:cNvPr id="97" name="Image 37" descr="videos/ml-intro/recreated_pptx/build/assets/parens54/paren_ngreen_rp_35.0_2E8B22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529320" y="4159504"/>
            <a:ext cx="76200" cy="457200"/>
          </a:xfrm>
          <a:prstGeom prst="rect">
            <a:avLst/>
          </a:prstGeom>
        </p:spPr>
      </p:pic>
      <p:sp>
        <p:nvSpPr>
          <p:cNvPr id="98" name="Text 58"/>
          <p:cNvSpPr/>
          <p:nvPr/>
        </p:nvSpPr>
        <p:spPr>
          <a:xfrm>
            <a:off x="7924800" y="4130231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1.201</a:t>
            </a:r>
            <a:endParaRPr lang="en-US" sz="1650" dirty="0"/>
          </a:p>
        </p:txBody>
      </p:sp>
      <p:sp>
        <p:nvSpPr>
          <p:cNvPr id="99" name="Text 59"/>
          <p:cNvSpPr/>
          <p:nvPr/>
        </p:nvSpPr>
        <p:spPr>
          <a:xfrm>
            <a:off x="7924800" y="4371530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0.928</a:t>
            </a:r>
            <a:endParaRPr lang="en-US" sz="1650" dirty="0"/>
          </a:p>
        </p:txBody>
      </p:sp>
      <p:pic>
        <p:nvPicPr>
          <p:cNvPr id="100" name="Image 38" descr="videos/ml-intro/recreated_pptx/build/assets/parens54/paren_ngreen_lp_35.0_2E8B22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744204" y="4159504"/>
            <a:ext cx="76200" cy="457200"/>
          </a:xfrm>
          <a:prstGeom prst="rect">
            <a:avLst/>
          </a:prstGeom>
        </p:spPr>
      </p:pic>
      <p:pic>
        <p:nvPicPr>
          <p:cNvPr id="101" name="Image 39" descr="videos/ml-intro/recreated_pptx/build/assets/parens54/paren_ngreen_rp_35.0_2E8B22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253220" y="4159504"/>
            <a:ext cx="76200" cy="457200"/>
          </a:xfrm>
          <a:prstGeom prst="rect">
            <a:avLst/>
          </a:prstGeom>
        </p:spPr>
      </p:pic>
      <p:sp>
        <p:nvSpPr>
          <p:cNvPr id="102" name="Text 60"/>
          <p:cNvSpPr/>
          <p:nvPr/>
        </p:nvSpPr>
        <p:spPr>
          <a:xfrm>
            <a:off x="8655050" y="4130231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1.441</a:t>
            </a:r>
            <a:endParaRPr lang="en-US" sz="1650" dirty="0"/>
          </a:p>
        </p:txBody>
      </p:sp>
      <p:sp>
        <p:nvSpPr>
          <p:cNvPr id="103" name="Text 61"/>
          <p:cNvSpPr/>
          <p:nvPr/>
        </p:nvSpPr>
        <p:spPr>
          <a:xfrm>
            <a:off x="8655050" y="4371530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1.764</a:t>
            </a:r>
            <a:endParaRPr lang="en-US" sz="1650" dirty="0"/>
          </a:p>
        </p:txBody>
      </p:sp>
      <p:pic>
        <p:nvPicPr>
          <p:cNvPr id="104" name="Image 40" descr="videos/ml-intro/recreated_pptx/build/assets/parens54/paren_test_lp_44.5_000000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103104" y="4159504"/>
            <a:ext cx="82296" cy="577596"/>
          </a:xfrm>
          <a:prstGeom prst="rect">
            <a:avLst/>
          </a:prstGeom>
        </p:spPr>
      </p:pic>
      <p:pic>
        <p:nvPicPr>
          <p:cNvPr id="105" name="Image 41" descr="videos/ml-intro/recreated_pptx/build/assets/parens54/paren_test_rp_44.5_000000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809224" y="4159504"/>
            <a:ext cx="82296" cy="577596"/>
          </a:xfrm>
          <a:prstGeom prst="rect">
            <a:avLst/>
          </a:prstGeom>
        </p:spPr>
      </p:pic>
      <p:sp>
        <p:nvSpPr>
          <p:cNvPr id="106" name="Text 62"/>
          <p:cNvSpPr/>
          <p:nvPr/>
        </p:nvSpPr>
        <p:spPr>
          <a:xfrm>
            <a:off x="10115550" y="4166489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−0.24</a:t>
            </a:r>
            <a:endParaRPr lang="en-US" sz="1700" dirty="0"/>
          </a:p>
        </p:txBody>
      </p:sp>
      <p:sp>
        <p:nvSpPr>
          <p:cNvPr id="107" name="Text 63"/>
          <p:cNvSpPr/>
          <p:nvPr/>
        </p:nvSpPr>
        <p:spPr>
          <a:xfrm>
            <a:off x="10115550" y="4420489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−1.244</a:t>
            </a:r>
            <a:endParaRPr lang="en-US" sz="1700" dirty="0"/>
          </a:p>
        </p:txBody>
      </p:sp>
      <p:sp>
        <p:nvSpPr>
          <p:cNvPr id="108" name="Text 64"/>
          <p:cNvSpPr/>
          <p:nvPr/>
        </p:nvSpPr>
        <p:spPr>
          <a:xfrm>
            <a:off x="1092200" y="4092321"/>
            <a:ext cx="1231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 (KG)</a:t>
            </a:r>
            <a:endParaRPr lang="en-US" sz="1300" dirty="0"/>
          </a:p>
        </p:txBody>
      </p:sp>
      <p:sp>
        <p:nvSpPr>
          <p:cNvPr id="109" name="Text 65"/>
          <p:cNvSpPr/>
          <p:nvPr/>
        </p:nvSpPr>
        <p:spPr>
          <a:xfrm>
            <a:off x="1104900" y="4371721"/>
            <a:ext cx="1231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Length (cm)</a:t>
            </a:r>
            <a:endParaRPr lang="en-US" sz="1300" dirty="0"/>
          </a:p>
        </p:txBody>
      </p:sp>
      <p:sp>
        <p:nvSpPr>
          <p:cNvPr id="110" name="Text 66"/>
          <p:cNvSpPr/>
          <p:nvPr/>
        </p:nvSpPr>
        <p:spPr>
          <a:xfrm>
            <a:off x="984250" y="4826000"/>
            <a:ext cx="787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Squared distance between each </a:t>
            </a:r>
            <a:pPr algn="l" indent="0" marL="0">
              <a:buNone/>
            </a:pPr>
            <a:r>
              <a:rPr lang="en-US" sz="16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</a:t>
            </a:r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vector and </a:t>
            </a:r>
            <a:pPr algn="l" indent="0" marL="0">
              <a:buNone/>
            </a:pPr>
            <a:r>
              <a:rPr lang="en-US" sz="16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</a:t>
            </a:r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 vector</a:t>
            </a:r>
            <a:endParaRPr lang="en-US" sz="1600" dirty="0"/>
          </a:p>
        </p:txBody>
      </p:sp>
      <p:sp>
        <p:nvSpPr>
          <p:cNvPr id="111" name="Shape 67"/>
          <p:cNvSpPr/>
          <p:nvPr/>
        </p:nvSpPr>
        <p:spPr>
          <a:xfrm>
            <a:off x="4692650" y="5073650"/>
            <a:ext cx="444500" cy="419100"/>
          </a:xfrm>
          <a:prstGeom prst="ellipse">
            <a:avLst/>
          </a:prstGeom>
          <a:solidFill>
            <a:srgbClr val="DDDD00">
              <a:alpha val="30000"/>
            </a:srgbClr>
          </a:solidFill>
          <a:ln w="6350">
            <a:solidFill>
              <a:srgbClr val="DDDD00">
                <a:alpha val="0"/>
              </a:srgbClr>
            </a:solidFill>
            <a:prstDash val="solid"/>
          </a:ln>
        </p:spPr>
      </p:sp>
      <p:sp>
        <p:nvSpPr>
          <p:cNvPr id="112" name="Text 68"/>
          <p:cNvSpPr/>
          <p:nvPr/>
        </p:nvSpPr>
        <p:spPr>
          <a:xfrm>
            <a:off x="2205990" y="5095469"/>
            <a:ext cx="12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endParaRPr lang="en-US" sz="2200" dirty="0"/>
          </a:p>
        </p:txBody>
      </p:sp>
      <p:sp>
        <p:nvSpPr>
          <p:cNvPr id="113" name="Text 69"/>
          <p:cNvSpPr/>
          <p:nvPr/>
        </p:nvSpPr>
        <p:spPr>
          <a:xfrm>
            <a:off x="2286000" y="5176139"/>
            <a:ext cx="71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1.554</a:t>
            </a:r>
            <a:endParaRPr lang="en-US" sz="1700" dirty="0"/>
          </a:p>
        </p:txBody>
      </p:sp>
      <p:sp>
        <p:nvSpPr>
          <p:cNvPr id="114" name="Text 70"/>
          <p:cNvSpPr/>
          <p:nvPr/>
        </p:nvSpPr>
        <p:spPr>
          <a:xfrm>
            <a:off x="3136900" y="5176139"/>
            <a:ext cx="71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1.175</a:t>
            </a:r>
            <a:endParaRPr lang="en-US" sz="1700" dirty="0"/>
          </a:p>
        </p:txBody>
      </p:sp>
      <p:sp>
        <p:nvSpPr>
          <p:cNvPr id="115" name="Text 71"/>
          <p:cNvSpPr/>
          <p:nvPr/>
        </p:nvSpPr>
        <p:spPr>
          <a:xfrm>
            <a:off x="3886200" y="5176139"/>
            <a:ext cx="71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2.307</a:t>
            </a:r>
            <a:endParaRPr lang="en-US" sz="1700" dirty="0"/>
          </a:p>
        </p:txBody>
      </p:sp>
      <p:sp>
        <p:nvSpPr>
          <p:cNvPr id="116" name="Text 72"/>
          <p:cNvSpPr/>
          <p:nvPr/>
        </p:nvSpPr>
        <p:spPr>
          <a:xfrm>
            <a:off x="4344670" y="5095469"/>
            <a:ext cx="12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2200" dirty="0"/>
          </a:p>
        </p:txBody>
      </p:sp>
      <p:sp>
        <p:nvSpPr>
          <p:cNvPr id="117" name="Text 73"/>
          <p:cNvSpPr/>
          <p:nvPr/>
        </p:nvSpPr>
        <p:spPr>
          <a:xfrm>
            <a:off x="4618990" y="5095469"/>
            <a:ext cx="12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endParaRPr lang="en-US" sz="2200" dirty="0"/>
          </a:p>
        </p:txBody>
      </p:sp>
      <p:sp>
        <p:nvSpPr>
          <p:cNvPr id="118" name="Text 74"/>
          <p:cNvSpPr/>
          <p:nvPr/>
        </p:nvSpPr>
        <p:spPr>
          <a:xfrm>
            <a:off x="4648200" y="5176139"/>
            <a:ext cx="71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0.251</a:t>
            </a:r>
            <a:endParaRPr lang="en-US" sz="1700" dirty="0"/>
          </a:p>
        </p:txBody>
      </p:sp>
      <p:sp>
        <p:nvSpPr>
          <p:cNvPr id="119" name="Text 75"/>
          <p:cNvSpPr/>
          <p:nvPr/>
        </p:nvSpPr>
        <p:spPr>
          <a:xfrm>
            <a:off x="5549900" y="5176139"/>
            <a:ext cx="71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1.845</a:t>
            </a:r>
            <a:endParaRPr lang="en-US" sz="1700" dirty="0"/>
          </a:p>
        </p:txBody>
      </p:sp>
      <p:sp>
        <p:nvSpPr>
          <p:cNvPr id="120" name="Text 76"/>
          <p:cNvSpPr/>
          <p:nvPr/>
        </p:nvSpPr>
        <p:spPr>
          <a:xfrm>
            <a:off x="6299200" y="5176139"/>
            <a:ext cx="71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4.948</a:t>
            </a:r>
            <a:endParaRPr lang="en-US" sz="1700" dirty="0"/>
          </a:p>
        </p:txBody>
      </p:sp>
      <p:sp>
        <p:nvSpPr>
          <p:cNvPr id="121" name="Text 77"/>
          <p:cNvSpPr/>
          <p:nvPr/>
        </p:nvSpPr>
        <p:spPr>
          <a:xfrm>
            <a:off x="6753860" y="5095469"/>
            <a:ext cx="12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2200" dirty="0"/>
          </a:p>
        </p:txBody>
      </p:sp>
      <p:sp>
        <p:nvSpPr>
          <p:cNvPr id="122" name="Text 78"/>
          <p:cNvSpPr/>
          <p:nvPr/>
        </p:nvSpPr>
        <p:spPr>
          <a:xfrm>
            <a:off x="7184390" y="5095469"/>
            <a:ext cx="12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endParaRPr lang="en-US" sz="2200" dirty="0"/>
          </a:p>
        </p:txBody>
      </p:sp>
      <p:sp>
        <p:nvSpPr>
          <p:cNvPr id="123" name="Text 79"/>
          <p:cNvSpPr/>
          <p:nvPr/>
        </p:nvSpPr>
        <p:spPr>
          <a:xfrm>
            <a:off x="7264400" y="5176139"/>
            <a:ext cx="71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1.693</a:t>
            </a:r>
            <a:endParaRPr lang="en-US" sz="1700" dirty="0"/>
          </a:p>
        </p:txBody>
      </p:sp>
      <p:sp>
        <p:nvSpPr>
          <p:cNvPr id="124" name="Text 80"/>
          <p:cNvSpPr/>
          <p:nvPr/>
        </p:nvSpPr>
        <p:spPr>
          <a:xfrm>
            <a:off x="8001000" y="5176139"/>
            <a:ext cx="71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6.794</a:t>
            </a:r>
            <a:endParaRPr lang="en-US" sz="1700" dirty="0"/>
          </a:p>
        </p:txBody>
      </p:sp>
      <p:sp>
        <p:nvSpPr>
          <p:cNvPr id="125" name="Text 81"/>
          <p:cNvSpPr/>
          <p:nvPr/>
        </p:nvSpPr>
        <p:spPr>
          <a:xfrm>
            <a:off x="8788400" y="5176139"/>
            <a:ext cx="71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11.874</a:t>
            </a:r>
            <a:endParaRPr lang="en-US" sz="1700" dirty="0"/>
          </a:p>
        </p:txBody>
      </p:sp>
      <p:sp>
        <p:nvSpPr>
          <p:cNvPr id="126" name="Text 82"/>
          <p:cNvSpPr/>
          <p:nvPr/>
        </p:nvSpPr>
        <p:spPr>
          <a:xfrm>
            <a:off x="9331960" y="5095469"/>
            <a:ext cx="12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2200" dirty="0"/>
          </a:p>
        </p:txBody>
      </p:sp>
      <p:sp>
        <p:nvSpPr>
          <p:cNvPr id="127" name="Shape 83"/>
          <p:cNvSpPr/>
          <p:nvPr/>
        </p:nvSpPr>
        <p:spPr>
          <a:xfrm>
            <a:off x="1206496" y="5727701"/>
            <a:ext cx="2971800" cy="685800"/>
          </a:xfrm>
          <a:prstGeom prst="rect">
            <a:avLst/>
          </a:prstGeom>
          <a:solidFill>
            <a:srgbClr val="F9EDDF"/>
          </a:solidFill>
          <a:ln w="15875">
            <a:solidFill>
              <a:srgbClr val="8E4E3C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28" name="Equation OMML" descr="Normalized\ X = \dfrac{\,X - Mean\,}{S.D.}"/>
              <p:cNvSpPr txBox="1"/>
              <p:nvPr/>
            </p:nvSpPr>
            <p:spPr>
              <a:xfrm>
                <a:off x="1283205" y="5776470"/>
                <a:ext cx="2839212" cy="57911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Normalized X=</m:t>
                      </m:r>
                      <m:f>
                        <m:fPr>
                          <m:ctrlP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 X-Mean </m:t>
                          </m:r>
                        </m:num>
                        <m:den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S.D.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28" name="Image 42" descr="/home/ahmed/Projects/ai_llm_slides/videos/ml-intro/recreated_pptx/build/omml/slide_054/assets/eq_054_normalization.png">    </p:cNvPr>
              <p:cNvPicPr>
                <a:picLocks noChangeAspect="1"/>
              </p:cNvPicPr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283205" y="5776470"/>
                <a:ext cx="2839212" cy="579117"/>
              </a:xfrm>
              <a:prstGeom prst="rect">
                <a:avLst/>
              </a:prstGeom>
            </p:spPr>
          </p:pic>
        </mc:Fallback>
      </mc:AlternateContent>
      <p:sp>
        <p:nvSpPr>
          <p:cNvPr id="129" name="Shape 84"/>
          <p:cNvSpPr/>
          <p:nvPr/>
        </p:nvSpPr>
        <p:spPr>
          <a:xfrm>
            <a:off x="7391400" y="5575300"/>
            <a:ext cx="3594100" cy="914400"/>
          </a:xfrm>
          <a:prstGeom prst="rect">
            <a:avLst/>
          </a:prstGeom>
          <a:solidFill>
            <a:srgbClr val="FAFCE4"/>
          </a:solidFill>
          <a:ln w="12700">
            <a:solidFill>
              <a:srgbClr val="C8CDC8"/>
            </a:solidFill>
            <a:prstDash val="solid"/>
          </a:ln>
        </p:spPr>
      </p:sp>
      <p:pic>
        <p:nvPicPr>
          <p:cNvPr id="130" name="Image 43" descr="videos/ml-intro/recreated_pptx/build/assets/parens53/paren_lp_57_000000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613904" y="5658104"/>
            <a:ext cx="88392" cy="736092"/>
          </a:xfrm>
          <a:prstGeom prst="rect">
            <a:avLst/>
          </a:prstGeom>
        </p:spPr>
      </p:pic>
      <p:pic>
        <p:nvPicPr>
          <p:cNvPr id="131" name="Image 44" descr="videos/ml-intro/recreated_pptx/build/assets/parens53/paren_rp_57_000000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121904" y="5658104"/>
            <a:ext cx="88392" cy="736092"/>
          </a:xfrm>
          <a:prstGeom prst="rect">
            <a:avLst/>
          </a:prstGeom>
        </p:spPr>
      </p:pic>
      <p:sp>
        <p:nvSpPr>
          <p:cNvPr id="132" name="Text 85"/>
          <p:cNvSpPr/>
          <p:nvPr/>
        </p:nvSpPr>
        <p:spPr>
          <a:xfrm>
            <a:off x="7626350" y="5692140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2000" dirty="0"/>
          </a:p>
        </p:txBody>
      </p:sp>
      <p:sp>
        <p:nvSpPr>
          <p:cNvPr id="133" name="Text 86"/>
          <p:cNvSpPr/>
          <p:nvPr/>
        </p:nvSpPr>
        <p:spPr>
          <a:xfrm>
            <a:off x="7626350" y="6009640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</a:t>
            </a:r>
            <a:endParaRPr lang="en-US" sz="2000" dirty="0"/>
          </a:p>
        </p:txBody>
      </p:sp>
      <p:sp>
        <p:nvSpPr>
          <p:cNvPr id="134" name="Text 87"/>
          <p:cNvSpPr/>
          <p:nvPr/>
        </p:nvSpPr>
        <p:spPr>
          <a:xfrm>
            <a:off x="8533130" y="5902325"/>
            <a:ext cx="127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7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Belongs to</a:t>
            </a:r>
            <a:endParaRPr lang="en-US" sz="1300" dirty="0"/>
          </a:p>
        </p:txBody>
      </p:sp>
      <p:sp>
        <p:nvSpPr>
          <p:cNvPr id="135" name="Text 88"/>
          <p:cNvSpPr/>
          <p:nvPr/>
        </p:nvSpPr>
        <p:spPr>
          <a:xfrm>
            <a:off x="9734550" y="5891213"/>
            <a:ext cx="139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Class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2026-10-10T19:48:22Z</dcterms:created>
  <dcterms:modified xsi:type="dcterms:W3CDTF">2026-10-10T19:48:22Z</dcterms:modified>
</cp:coreProperties>
</file>