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(NN) Outlier Problem</a:t>
            </a:r>
            <a:endParaRPr lang="en-US" sz="3000" dirty="0"/>
          </a:p>
        </p:txBody>
      </p:sp>
      <p:pic>
        <p:nvPicPr>
          <p:cNvPr id="6" name="Image 0" descr="videos/ml-intro/recreated_pptx/build/assets/graphs/s46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41" y="2031980"/>
            <a:ext cx="9601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143000"/>
            <a:ext cx="868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1430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664208"/>
            <a:ext cx="1371600" cy="969264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6172200"/>
            <a:ext cx="4636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36792" y="617220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is the Green class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2026-10-10T19:45:50Z</dcterms:created>
  <dcterms:modified xsi:type="dcterms:W3CDTF">2026-10-10T19:45:50Z</dcterms:modified>
</cp:coreProperties>
</file>