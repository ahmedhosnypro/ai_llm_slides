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56032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AA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Non-Numeric</a:t>
            </a:r>
            <a:endParaRPr lang="en-US" sz="3500" dirty="0"/>
          </a:p>
          <a:p>
            <a:pPr algn="ctr" indent="0" marL="0">
              <a:buNone/>
            </a:pPr>
            <a:r>
              <a:rPr lang="en-US" sz="3500" b="1" dirty="0">
                <a:solidFill>
                  <a:srgbClr val="AA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Representation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886968" y="1856232"/>
            <a:ext cx="10259568" cy="2871216"/>
          </a:xfrm>
          <a:prstGeom prst="roundRect">
            <a:avLst>
              <a:gd name="adj" fmla="val 1592"/>
            </a:avLst>
          </a:prstGeom>
          <a:solidFill>
            <a:srgbClr val="FFFFFF"/>
          </a:solidFill>
          <a:ln w="15875">
            <a:solidFill>
              <a:srgbClr val="AA22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2728" y="2098548"/>
            <a:ext cx="128016" cy="12801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1600200" y="20116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the data has a non-numeric representation (e.g. Tennis Playing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600200" y="239572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example)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1252728" y="2912364"/>
            <a:ext cx="128016" cy="12801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1600200" y="285292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are nominal (Low/High, Yes/No, Overcast/Rainy/Sunny, etc.)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1252728" y="3406140"/>
            <a:ext cx="128016" cy="12801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1600200" y="3346704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with only 2 possible values can be represented as 0/1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1252728" y="3909060"/>
            <a:ext cx="128016" cy="12801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1600200" y="3849624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about features having more than 2 possible values?</a:t>
            </a:r>
            <a:endParaRPr lang="en-US" sz="2300" dirty="0"/>
          </a:p>
        </p:txBody>
      </p:sp>
      <p:sp>
        <p:nvSpPr>
          <p:cNvPr id="16" name="Shape 14"/>
          <p:cNvSpPr/>
          <p:nvPr/>
        </p:nvSpPr>
        <p:spPr>
          <a:xfrm>
            <a:off x="1252728" y="4411980"/>
            <a:ext cx="128016" cy="12801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1600200" y="434340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we just</a:t>
            </a:r>
            <a:pPr algn="l"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2300" i="1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Sunny to 0, Overcast to 1, Rainy to 2?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1362456" y="5029200"/>
            <a:ext cx="1746504" cy="1655064"/>
          </a:xfrm>
          <a:prstGeom prst="rect">
            <a:avLst/>
          </a:prstGeom>
          <a:solidFill>
            <a:srgbClr val="FFFFCC"/>
          </a:solidFill>
          <a:ln w="6350">
            <a:solidFill>
              <a:srgbClr val="FFFF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26464" y="502005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93392" y="502005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26464" y="531266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93392" y="53126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Play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26464" y="580644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993392" y="580644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426464" y="608990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993392" y="608990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426464" y="637336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993392" y="637336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Humidity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443984" y="4928616"/>
            <a:ext cx="411480" cy="170078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55464" y="4928616"/>
            <a:ext cx="740664" cy="1700784"/>
          </a:xfrm>
          <a:prstGeom prst="rect">
            <a:avLst/>
          </a:prstGeom>
          <a:solidFill>
            <a:srgbClr val="FF99CC"/>
          </a:solidFill>
          <a:ln w="3175">
            <a:solidFill>
              <a:srgbClr val="FF99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51576" y="4928616"/>
            <a:ext cx="420624" cy="1700784"/>
          </a:xfrm>
          <a:prstGeom prst="rect">
            <a:avLst/>
          </a:prstGeom>
          <a:solidFill>
            <a:srgbClr val="FFCC99"/>
          </a:solidFill>
          <a:ln w="3175">
            <a:solidFill>
              <a:srgbClr val="FFCC9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72784" y="4928616"/>
            <a:ext cx="329184" cy="1700784"/>
          </a:xfrm>
          <a:prstGeom prst="rect">
            <a:avLst/>
          </a:prstGeom>
          <a:solidFill>
            <a:srgbClr val="99FF99"/>
          </a:solidFill>
          <a:ln w="3175">
            <a:solidFill>
              <a:srgbClr val="99FF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43984" y="494690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55464" y="4946904"/>
            <a:ext cx="740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751576" y="4946904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72784" y="494690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443984" y="51389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55464" y="5138928"/>
            <a:ext cx="740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Sunny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751576" y="5138928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72784" y="513892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443984" y="5330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55464" y="5330952"/>
            <a:ext cx="740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Sunny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751576" y="533095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272784" y="533095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443984" y="552297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855464" y="5522976"/>
            <a:ext cx="740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Sunny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751576" y="5522976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272784" y="552297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443984" y="57150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855464" y="5715000"/>
            <a:ext cx="740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Overcast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751576" y="5715000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272784" y="571500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443984" y="590702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855464" y="5907024"/>
            <a:ext cx="740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Overcast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751576" y="5907024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272784" y="590702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443984" y="608990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855464" y="6089904"/>
            <a:ext cx="740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Overcast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751576" y="6089904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272784" y="608990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443984" y="62819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855464" y="6281928"/>
            <a:ext cx="740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Rainy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751576" y="6281928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272784" y="628192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4443984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4855464" y="6473952"/>
            <a:ext cx="740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Rainy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751576" y="647395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6272784" y="647395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931152" y="5669280"/>
            <a:ext cx="365760" cy="219456"/>
          </a:xfrm>
          <a:prstGeom prst="rightArrow">
            <a:avLst/>
          </a:prstGeom>
          <a:solidFill>
            <a:srgbClr val="E8E8E8"/>
          </a:solidFill>
          <a:ln w="15875">
            <a:solidFill>
              <a:srgbClr val="CC333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744968" y="4928616"/>
            <a:ext cx="429768" cy="170078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174736" y="4928616"/>
            <a:ext cx="347472" cy="1700784"/>
          </a:xfrm>
          <a:prstGeom prst="rect">
            <a:avLst/>
          </a:prstGeom>
          <a:solidFill>
            <a:srgbClr val="FF99CC"/>
          </a:solidFill>
          <a:ln w="3175">
            <a:solidFill>
              <a:srgbClr val="FF99C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622792" y="4928616"/>
            <a:ext cx="192024" cy="1700784"/>
          </a:xfrm>
          <a:prstGeom prst="rect">
            <a:avLst/>
          </a:prstGeom>
          <a:solidFill>
            <a:srgbClr val="FFCC99"/>
          </a:solidFill>
          <a:ln w="3175">
            <a:solidFill>
              <a:srgbClr val="FFCC9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814816" y="4928616"/>
            <a:ext cx="320040" cy="1700784"/>
          </a:xfrm>
          <a:prstGeom prst="rect">
            <a:avLst/>
          </a:prstGeom>
          <a:solidFill>
            <a:srgbClr val="99FF99"/>
          </a:solidFill>
          <a:ln w="3175">
            <a:solidFill>
              <a:srgbClr val="99FF9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744968" y="4946904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8174736" y="494690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8622792" y="4946904"/>
            <a:ext cx="192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8814816" y="494690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7744968" y="513892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8174736" y="513892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8622792" y="5138928"/>
            <a:ext cx="192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8814816" y="513892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7744968" y="5330952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8174736" y="53309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8622792" y="5330952"/>
            <a:ext cx="192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8814816" y="5330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7744968" y="5522976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8174736" y="5522976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8622792" y="5522976"/>
            <a:ext cx="192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8814816" y="55229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7744968" y="5715000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8174736" y="571500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8622792" y="5715000"/>
            <a:ext cx="192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8814816" y="571500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94" name="Text 92"/>
          <p:cNvSpPr/>
          <p:nvPr/>
        </p:nvSpPr>
        <p:spPr>
          <a:xfrm>
            <a:off x="7744968" y="5907024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8174736" y="590702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100" dirty="0"/>
          </a:p>
        </p:txBody>
      </p:sp>
      <p:sp>
        <p:nvSpPr>
          <p:cNvPr id="96" name="Text 94"/>
          <p:cNvSpPr/>
          <p:nvPr/>
        </p:nvSpPr>
        <p:spPr>
          <a:xfrm>
            <a:off x="8622792" y="5907024"/>
            <a:ext cx="192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97" name="Text 95"/>
          <p:cNvSpPr/>
          <p:nvPr/>
        </p:nvSpPr>
        <p:spPr>
          <a:xfrm>
            <a:off x="8814816" y="590702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98" name="Text 96"/>
          <p:cNvSpPr/>
          <p:nvPr/>
        </p:nvSpPr>
        <p:spPr>
          <a:xfrm>
            <a:off x="7744968" y="6089904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9" name="Text 97"/>
          <p:cNvSpPr/>
          <p:nvPr/>
        </p:nvSpPr>
        <p:spPr>
          <a:xfrm>
            <a:off x="8174736" y="608990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100" dirty="0"/>
          </a:p>
        </p:txBody>
      </p:sp>
      <p:sp>
        <p:nvSpPr>
          <p:cNvPr id="100" name="Text 98"/>
          <p:cNvSpPr/>
          <p:nvPr/>
        </p:nvSpPr>
        <p:spPr>
          <a:xfrm>
            <a:off x="8622792" y="6089904"/>
            <a:ext cx="192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101" name="Text 99"/>
          <p:cNvSpPr/>
          <p:nvPr/>
        </p:nvSpPr>
        <p:spPr>
          <a:xfrm>
            <a:off x="8814816" y="608990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2" name="Text 100"/>
          <p:cNvSpPr/>
          <p:nvPr/>
        </p:nvSpPr>
        <p:spPr>
          <a:xfrm>
            <a:off x="7744968" y="628192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103" name="Text 101"/>
          <p:cNvSpPr/>
          <p:nvPr/>
        </p:nvSpPr>
        <p:spPr>
          <a:xfrm>
            <a:off x="8174736" y="628192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100" dirty="0"/>
          </a:p>
        </p:txBody>
      </p:sp>
      <p:sp>
        <p:nvSpPr>
          <p:cNvPr id="104" name="Text 102"/>
          <p:cNvSpPr/>
          <p:nvPr/>
        </p:nvSpPr>
        <p:spPr>
          <a:xfrm>
            <a:off x="8622792" y="6281928"/>
            <a:ext cx="192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105" name="Text 103"/>
          <p:cNvSpPr/>
          <p:nvPr/>
        </p:nvSpPr>
        <p:spPr>
          <a:xfrm>
            <a:off x="8814816" y="628192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106" name="Text 104"/>
          <p:cNvSpPr/>
          <p:nvPr/>
        </p:nvSpPr>
        <p:spPr>
          <a:xfrm>
            <a:off x="7744968" y="6473952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7" name="Text 105"/>
          <p:cNvSpPr/>
          <p:nvPr/>
        </p:nvSpPr>
        <p:spPr>
          <a:xfrm>
            <a:off x="8174736" y="64739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100" dirty="0"/>
          </a:p>
        </p:txBody>
      </p:sp>
      <p:sp>
        <p:nvSpPr>
          <p:cNvPr id="108" name="Text 106"/>
          <p:cNvSpPr/>
          <p:nvPr/>
        </p:nvSpPr>
        <p:spPr>
          <a:xfrm>
            <a:off x="8622792" y="6473952"/>
            <a:ext cx="192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109" name="Text 107"/>
          <p:cNvSpPr/>
          <p:nvPr/>
        </p:nvSpPr>
        <p:spPr>
          <a:xfrm>
            <a:off x="8814816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2026-10-10T19:44:25Z</dcterms:created>
  <dcterms:modified xsi:type="dcterms:W3CDTF">2026-10-10T19:44:25Z</dcterms:modified>
</cp:coreProperties>
</file>