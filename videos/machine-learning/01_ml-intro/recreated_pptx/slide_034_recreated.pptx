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543032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874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Techniques are based on Data separability nature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separability point of view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can be classified into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2918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74920" y="3310128"/>
            <a:ext cx="1554480" cy="347472"/>
          </a:xfrm>
          <a:prstGeom prst="rightArrow">
            <a:avLst/>
          </a:prstGeom>
          <a:solidFill>
            <a:srgbClr val="CC000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Linear classifier)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2062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Non-Linearly Separable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74920" y="4224528"/>
            <a:ext cx="1554480" cy="347472"/>
          </a:xfrm>
          <a:prstGeom prst="rightArrow">
            <a:avLst/>
          </a:prstGeom>
          <a:solidFill>
            <a:srgbClr val="CC000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4206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Non-Linear classifier)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120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5120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Non-Separable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74920" y="5138928"/>
            <a:ext cx="1554480" cy="347472"/>
          </a:xfrm>
          <a:prstGeom prst="rightArrow">
            <a:avLst/>
          </a:prstGeom>
          <a:solidFill>
            <a:srgbClr val="CC000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5120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Kernels with Classifiers)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2026-10-10T19:44:27Z</dcterms:created>
  <dcterms:modified xsi:type="dcterms:W3CDTF">2026-10-10T19:44:27Z</dcterms:modified>
</cp:coreProperties>
</file>