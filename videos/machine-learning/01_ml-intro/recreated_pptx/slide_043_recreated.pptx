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914400"/>
          </a:xfrm>
          <a:prstGeom prst="rect">
            <a:avLst/>
          </a:prstGeom>
          <a:solidFill>
            <a:srgbClr val="E6E8E6"/>
          </a:solidFill>
          <a:ln w="12700">
            <a:solidFill>
              <a:srgbClr val="E6E8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>
              <a:alpha val="0"/>
            </a:srgbClr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Neighbors</a:t>
            </a:r>
            <a:pPr algn="ctr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(NN) Example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11640312" cy="55321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1A"/>
            </a:solidFill>
            <a:prstDash val="solid"/>
          </a:ln>
        </p:spPr>
      </p:sp>
      <p:pic>
        <p:nvPicPr>
          <p:cNvPr id="8" name="Image 0" descr="videos/ml-intro/recreated_pptx/build/assets/graphs/s43_graph_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20" y="2031980"/>
            <a:ext cx="4572000" cy="4114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5296" y="6135624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of Three Classes   and </a:t>
            </a:r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8B1A1A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ONE TEST</a:t>
            </a:r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sample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2026-10-10T19:45:49Z</dcterms:created>
  <dcterms:modified xsi:type="dcterms:W3CDTF">2026-10-10T19:45:49Z</dcterms:modified>
</cp:coreProperties>
</file>