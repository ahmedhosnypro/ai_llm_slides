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(KNN) , K=3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051560"/>
            <a:ext cx="11859768" cy="0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</p:sp>
      <p:pic>
        <p:nvPicPr>
          <p:cNvPr id="8" name="Image 0" descr="/home/ahmed/Projects/ai_llm_slides/videos/ml-intro/recreated_pptx/build/assets/graphs/s48_graph_v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10604480" cy="54229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613562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3 Neighbors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K=3,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00E5E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36792" y="6208776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3 Nearest Neighbors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2026-10-10T19:45:50Z</dcterms:created>
  <dcterms:modified xsi:type="dcterms:W3CDTF">2026-10-10T19:45:50Z</dcterms:modified>
</cp:coreProperties>
</file>