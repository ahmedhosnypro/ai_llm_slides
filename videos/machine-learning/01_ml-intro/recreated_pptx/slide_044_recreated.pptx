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 </a:t>
            </a:r>
            <a:pPr algn="ctr"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(NN) Example</a:t>
            </a:r>
            <a:endParaRPr lang="en-US" sz="3500" dirty="0"/>
          </a:p>
        </p:txBody>
      </p:sp>
      <p:pic>
        <p:nvPicPr>
          <p:cNvPr id="6" name="Image 0" descr="videos/ml-intro/recreated_pptx/build/assets/graphs/s44_graph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80" y="1473190"/>
            <a:ext cx="10350459" cy="51562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5380" y="1479591"/>
            <a:ext cx="10344150" cy="5149809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011" y="6086246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206490" y="608624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is the Orange class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2026-10-10T19:45:49Z</dcterms:created>
  <dcterms:modified xsi:type="dcterms:W3CDTF">2026-10-10T19:45:49Z</dcterms:modified>
</cp:coreProperties>
</file>