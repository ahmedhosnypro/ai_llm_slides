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5750" y="2827020"/>
            <a:ext cx="11176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Ridge Regularizer to Minimize Overfitting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324100" y="3750310"/>
            <a:ext cx="711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2775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(Also Known as L2 regularizer)</a:t>
            </a:r>
            <a:endParaRPr lang="en-US" sz="27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2026-10-23T18:30:35Z</dcterms:created>
  <dcterms:modified xsi:type="dcterms:W3CDTF">2026-10-23T18:30:35Z</dcterms:modified>
</cp:coreProperties>
</file>