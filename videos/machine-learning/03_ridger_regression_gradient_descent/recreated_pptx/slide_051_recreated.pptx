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1.png"/><Relationship Id="rId4" Type="http://schemas.openxmlformats.org/officeDocument/2006/relationships/image" Target="../media/image-1-2.png"/><Relationship Id="rId5" Type="http://schemas.openxmlformats.org/officeDocument/2006/relationships/image" Target="../media/image-1-1.png"/><Relationship Id="rId6" Type="http://schemas.openxmlformats.org/officeDocument/2006/relationships/image" Target="../media/image-1-2.png"/><Relationship Id="rId7" Type="http://schemas.openxmlformats.org/officeDocument/2006/relationships/image" Target="../media/image-1-1.png"/><Relationship Id="rId8" Type="http://schemas.openxmlformats.org/officeDocument/2006/relationships/image" Target="../media/image-1-2.png"/><Relationship Id="rId9" Type="http://schemas.openxmlformats.org/officeDocument/2006/relationships/image" Target="../media/image-1-1.png"/><Relationship Id="rId10" Type="http://schemas.openxmlformats.org/officeDocument/2006/relationships/image" Target="../media/image-1-2.png"/><Relationship Id="rId11" Type="http://schemas.openxmlformats.org/officeDocument/2006/relationships/image" Target="../media/image-1-1.png"/><Relationship Id="rId12" Type="http://schemas.openxmlformats.org/officeDocument/2006/relationships/image" Target="../media/image-1-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5.png"/><Relationship Id="rId18" Type="http://schemas.openxmlformats.org/officeDocument/2006/relationships/image" Target="../media/image-1-16.png"/><Relationship Id="rId19" Type="http://schemas.openxmlformats.org/officeDocument/2006/relationships/image" Target="../media/image-1-15.png"/><Relationship Id="rId20" Type="http://schemas.openxmlformats.org/officeDocument/2006/relationships/image" Target="../media/image-1-16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1.png"/><Relationship Id="rId24" Type="http://schemas.openxmlformats.org/officeDocument/2006/relationships/image" Target="../media/image-1-22.png"/><Relationship Id="rId25" Type="http://schemas.openxmlformats.org/officeDocument/2006/relationships/image" Target="../media/image-1-21.png"/><Relationship Id="rId26" Type="http://schemas.openxmlformats.org/officeDocument/2006/relationships/image" Target="../media/image-1-22.png"/><Relationship Id="rId27" Type="http://schemas.openxmlformats.org/officeDocument/2006/relationships/image" Target="../media/image-1-21.png"/><Relationship Id="rId28" Type="http://schemas.openxmlformats.org/officeDocument/2006/relationships/image" Target="../media/image-1-22.png"/><Relationship Id="rId29" Type="http://schemas.openxmlformats.org/officeDocument/2006/relationships/image" Target="../media/image-1-21.png"/><Relationship Id="rId30" Type="http://schemas.openxmlformats.org/officeDocument/2006/relationships/image" Target="../media/image-1-22.png"/><Relationship Id="rId31" Type="http://schemas.openxmlformats.org/officeDocument/2006/relationships/image" Target="../media/image-1-21.png"/><Relationship Id="rId32" Type="http://schemas.openxmlformats.org/officeDocument/2006/relationships/image" Target="../media/image-1-22.png"/><Relationship Id="rId33" Type="http://schemas.openxmlformats.org/officeDocument/2006/relationships/image" Target="../media/image-1-33.png"/><Relationship Id="rId34" Type="http://schemas.openxmlformats.org/officeDocument/2006/relationships/image" Target="../media/image-1-34.png"/><Relationship Id="rId35" Type="http://schemas.openxmlformats.org/officeDocument/2006/relationships/image" Target="../media/image-1-35.png"/><Relationship Id="rId36" Type="http://schemas.openxmlformats.org/officeDocument/2006/relationships/image" Target="../media/image-1-36.png"/><Relationship Id="rId37" Type="http://schemas.openxmlformats.org/officeDocument/2006/relationships/image" Target="../media/image-1-37.png"/><Relationship Id="rId38" Type="http://schemas.openxmlformats.org/officeDocument/2006/relationships/image" Target="../media/image-1-35.png"/><Relationship Id="rId39" Type="http://schemas.openxmlformats.org/officeDocument/2006/relationships/image" Target="../media/image-1-39.png"/><Relationship Id="rId40" Type="http://schemas.openxmlformats.org/officeDocument/2006/relationships/image" Target="../media/image-1-40.png"/><Relationship Id="rId41" Type="http://schemas.openxmlformats.org/officeDocument/2006/relationships/image" Target="../media/image-1-35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85800"/>
            <a:ext cx="8280400" cy="965200"/>
          </a:xfrm>
          <a:prstGeom prst="rect">
            <a:avLst/>
          </a:prstGeom>
          <a:solidFill>
            <a:srgbClr val="FEFFE8"/>
          </a:solidFill>
          <a:ln w="25400">
            <a:solidFill>
              <a:srgbClr val="20186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95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pic>
        <p:nvPicPr>
          <p:cNvPr id="10" name="Image 0" descr="/home/ahmed/Projects/ai_llm_slides/videos/machine-learning/03_ridger_regression_gradient_descent/recreated_pptx/build/assets/parens051/paren_sample51_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679" y="986028"/>
            <a:ext cx="44196" cy="367284"/>
          </a:xfrm>
          <a:prstGeom prst="rect">
            <a:avLst/>
          </a:prstGeom>
        </p:spPr>
      </p:pic>
      <p:pic>
        <p:nvPicPr>
          <p:cNvPr id="11" name="Image 1" descr="/home/ahmed/Projects/ai_llm_slides/videos/machine-learning/03_ridger_regression_gradient_descent/recreated_pptx/build/assets/parens051/paren_sample51_r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175" y="986028"/>
            <a:ext cx="44196" cy="3672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17600" y="9906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117600" y="1193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079500" y="13970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136525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pic>
        <p:nvPicPr>
          <p:cNvPr id="16" name="Image 2" descr="/home/ahmed/Projects/ai_llm_slides/videos/machine-learning/03_ridger_regression_gradient_descent/recreated_pptx/build/assets/parens051/paren_sample51_l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4079" y="986028"/>
            <a:ext cx="44196" cy="367284"/>
          </a:xfrm>
          <a:prstGeom prst="rect">
            <a:avLst/>
          </a:prstGeom>
        </p:spPr>
      </p:pic>
      <p:pic>
        <p:nvPicPr>
          <p:cNvPr id="17" name="Image 3" descr="/home/ahmed/Projects/ai_llm_slides/videos/machine-learning/03_ridger_regression_gradient_descent/recreated_pptx/build/assets/parens051/paren_sample51_r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2575" y="986028"/>
            <a:ext cx="44196" cy="3672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90650" y="9906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1390650" y="1193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1352550" y="13970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167005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pic>
        <p:nvPicPr>
          <p:cNvPr id="22" name="Image 4" descr="/home/ahmed/Projects/ai_llm_slides/videos/machine-learning/03_ridger_regression_gradient_descent/recreated_pptx/build/assets/parens051/paren_sample51_l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3479" y="986028"/>
            <a:ext cx="44196" cy="367284"/>
          </a:xfrm>
          <a:prstGeom prst="rect">
            <a:avLst/>
          </a:prstGeom>
        </p:spPr>
      </p:pic>
      <p:pic>
        <p:nvPicPr>
          <p:cNvPr id="23" name="Image 5" descr="/home/ahmed/Projects/ai_llm_slides/videos/machine-learning/03_ridger_regression_gradient_descent/recreated_pptx/build/assets/parens051/paren_sample51_r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4675" y="986028"/>
            <a:ext cx="44196" cy="36728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682750" y="9906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1682750" y="1193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18"/>
          <p:cNvSpPr/>
          <p:nvPr/>
        </p:nvSpPr>
        <p:spPr>
          <a:xfrm>
            <a:off x="1644650" y="13970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Text 19"/>
          <p:cNvSpPr/>
          <p:nvPr/>
        </p:nvSpPr>
        <p:spPr>
          <a:xfrm>
            <a:off x="19304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pic>
        <p:nvPicPr>
          <p:cNvPr id="28" name="Image 6" descr="/home/ahmed/Projects/ai_llm_slides/videos/machine-learning/03_ridger_regression_gradient_descent/recreated_pptx/build/assets/parens051/paren_sample51_l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5579" y="986028"/>
            <a:ext cx="44196" cy="367284"/>
          </a:xfrm>
          <a:prstGeom prst="rect">
            <a:avLst/>
          </a:prstGeom>
        </p:spPr>
      </p:pic>
      <p:pic>
        <p:nvPicPr>
          <p:cNvPr id="29" name="Image 7" descr="/home/ahmed/Projects/ai_llm_slides/videos/machine-learning/03_ridger_regression_gradient_descent/recreated_pptx/build/assets/parens051/paren_sample51_r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36775" y="986028"/>
            <a:ext cx="44196" cy="367284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968500" y="9906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1"/>
          <p:cNvSpPr/>
          <p:nvPr/>
        </p:nvSpPr>
        <p:spPr>
          <a:xfrm>
            <a:off x="1968500" y="1193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22"/>
          <p:cNvSpPr/>
          <p:nvPr/>
        </p:nvSpPr>
        <p:spPr>
          <a:xfrm>
            <a:off x="1930400" y="13970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3" name="Text 23"/>
          <p:cNvSpPr/>
          <p:nvPr/>
        </p:nvSpPr>
        <p:spPr>
          <a:xfrm>
            <a:off x="22225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pic>
        <p:nvPicPr>
          <p:cNvPr id="34" name="Image 8" descr="/home/ahmed/Projects/ai_llm_slides/videos/machine-learning/03_ridger_regression_gradient_descent/recreated_pptx/build/assets/parens051/paren_sample51_l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7679" y="986028"/>
            <a:ext cx="44196" cy="367284"/>
          </a:xfrm>
          <a:prstGeom prst="rect">
            <a:avLst/>
          </a:prstGeom>
        </p:spPr>
      </p:pic>
      <p:pic>
        <p:nvPicPr>
          <p:cNvPr id="35" name="Image 9" descr="/home/ahmed/Projects/ai_llm_slides/videos/machine-learning/03_ridger_regression_gradient_descent/recreated_pptx/build/assets/parens051/paren_sample51_r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16175" y="986028"/>
            <a:ext cx="44196" cy="367284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2254250" y="9906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Text 25"/>
          <p:cNvSpPr/>
          <p:nvPr/>
        </p:nvSpPr>
        <p:spPr>
          <a:xfrm>
            <a:off x="2254250" y="1193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8" name="Text 26"/>
          <p:cNvSpPr/>
          <p:nvPr/>
        </p:nvSpPr>
        <p:spPr>
          <a:xfrm>
            <a:off x="2216150" y="13970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27"/>
          <p:cNvSpPr/>
          <p:nvPr/>
        </p:nvSpPr>
        <p:spPr>
          <a:xfrm>
            <a:off x="25400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pic>
        <p:nvPicPr>
          <p:cNvPr id="40" name="Image 10" descr="/home/ahmed/Projects/ai_llm_slides/videos/machine-learning/03_ridger_regression_gradient_descent/recreated_pptx/build/assets/parens051/paren_sample51_l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37079" y="986028"/>
            <a:ext cx="44196" cy="367284"/>
          </a:xfrm>
          <a:prstGeom prst="rect">
            <a:avLst/>
          </a:prstGeom>
        </p:spPr>
      </p:pic>
      <p:pic>
        <p:nvPicPr>
          <p:cNvPr id="41" name="Image 11" descr="/home/ahmed/Projects/ai_llm_slides/videos/machine-learning/03_ridger_regression_gradient_descent/recreated_pptx/build/assets/parens051/paren_sample51_r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95575" y="986028"/>
            <a:ext cx="44196" cy="367284"/>
          </a:xfrm>
          <a:prstGeom prst="rect">
            <a:avLst/>
          </a:prstGeom>
        </p:spPr>
      </p:pic>
      <p:sp>
        <p:nvSpPr>
          <p:cNvPr id="42" name="Text 28"/>
          <p:cNvSpPr/>
          <p:nvPr/>
        </p:nvSpPr>
        <p:spPr>
          <a:xfrm>
            <a:off x="2540000" y="9906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43" name="Text 29"/>
          <p:cNvSpPr/>
          <p:nvPr/>
        </p:nvSpPr>
        <p:spPr>
          <a:xfrm>
            <a:off x="2540000" y="1193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44" name="Text 30"/>
          <p:cNvSpPr/>
          <p:nvPr/>
        </p:nvSpPr>
        <p:spPr>
          <a:xfrm>
            <a:off x="2501900" y="13970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5" name="Text 31"/>
          <p:cNvSpPr/>
          <p:nvPr/>
        </p:nvSpPr>
        <p:spPr>
          <a:xfrm>
            <a:off x="3340100" y="939800"/>
            <a:ext cx="736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</a:t>
            </a:r>
            <a:pPr algn="l" indent="0" marL="0">
              <a:buNone/>
            </a:pPr>
            <a:r>
              <a:rPr lang="en-US" sz="12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pic>
        <p:nvPicPr>
          <p:cNvPr id="46" name="Image 12" descr="/home/ahmed/Projects/ai_llm_slides/videos/machine-learning/03_ridger_regression_gradient_descent/recreated_pptx/build/assets/eq_051_initw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64838" y="749300"/>
            <a:ext cx="339852" cy="576072"/>
          </a:xfrm>
          <a:prstGeom prst="rect">
            <a:avLst/>
          </a:prstGeom>
        </p:spPr>
      </p:pic>
      <p:pic>
        <p:nvPicPr>
          <p:cNvPr id="47" name="Image 13" descr="/home/ahmed/Projects/ai_llm_slides/videos/machine-learning/03_ridger_regression_gradient_descent/recreated_pptx/build/assets/eq_051_ste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23308" y="838708"/>
            <a:ext cx="888492" cy="184404"/>
          </a:xfrm>
          <a:prstGeom prst="rect">
            <a:avLst/>
          </a:prstGeom>
        </p:spPr>
      </p:pic>
      <p:sp>
        <p:nvSpPr>
          <p:cNvPr id="48" name="Text 32"/>
          <p:cNvSpPr/>
          <p:nvPr/>
        </p:nvSpPr>
        <p:spPr>
          <a:xfrm>
            <a:off x="3048000" y="138430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9" name="Text 33"/>
          <p:cNvSpPr/>
          <p:nvPr/>
        </p:nvSpPr>
        <p:spPr>
          <a:xfrm>
            <a:off x="3327400" y="1384300"/>
            <a:ext cx="66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</a:t>
            </a:r>
            <a:endParaRPr lang="en-US" sz="1100" dirty="0"/>
          </a:p>
        </p:txBody>
      </p:sp>
      <p:sp>
        <p:nvSpPr>
          <p:cNvPr id="50" name="Text 34"/>
          <p:cNvSpPr/>
          <p:nvPr/>
        </p:nvSpPr>
        <p:spPr>
          <a:xfrm>
            <a:off x="4152900" y="138430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1" name="Text 35"/>
          <p:cNvSpPr/>
          <p:nvPr/>
        </p:nvSpPr>
        <p:spPr>
          <a:xfrm>
            <a:off x="4368800" y="1384300"/>
            <a:ext cx="685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1100" dirty="0"/>
          </a:p>
        </p:txBody>
      </p:sp>
      <p:sp>
        <p:nvSpPr>
          <p:cNvPr id="52" name="Text 36"/>
          <p:cNvSpPr/>
          <p:nvPr/>
        </p:nvSpPr>
        <p:spPr>
          <a:xfrm>
            <a:off x="5245100" y="1384300"/>
            <a:ext cx="35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i="1" dirty="0">
                <a:solidFill>
                  <a:srgbClr val="5B9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100" dirty="0"/>
          </a:p>
        </p:txBody>
      </p:sp>
      <p:sp>
        <p:nvSpPr>
          <p:cNvPr id="53" name="Text 37"/>
          <p:cNvSpPr/>
          <p:nvPr/>
        </p:nvSpPr>
        <p:spPr>
          <a:xfrm>
            <a:off x="5676900" y="1384300"/>
            <a:ext cx="965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unaccepted</a:t>
            </a:r>
            <a:endParaRPr lang="en-US" sz="1100" dirty="0"/>
          </a:p>
        </p:txBody>
      </p:sp>
      <p:sp>
        <p:nvSpPr>
          <p:cNvPr id="54" name="Text 38"/>
          <p:cNvSpPr/>
          <p:nvPr/>
        </p:nvSpPr>
        <p:spPr>
          <a:xfrm>
            <a:off x="6311900" y="965200"/>
            <a:ext cx="1333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200" dirty="0"/>
          </a:p>
        </p:txBody>
      </p:sp>
      <p:sp>
        <p:nvSpPr>
          <p:cNvPr id="55" name="Text 39"/>
          <p:cNvSpPr/>
          <p:nvPr/>
        </p:nvSpPr>
        <p:spPr>
          <a:xfrm>
            <a:off x="758825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pic>
        <p:nvPicPr>
          <p:cNvPr id="56" name="Image 14" descr="/home/ahmed/Projects/ai_llm_slides/videos/machine-learning/03_ridger_regression_gradient_descent/recreated_pptx/build/assets/parens051/paren_z51_l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66279" y="1022604"/>
            <a:ext cx="44196" cy="381000"/>
          </a:xfrm>
          <a:prstGeom prst="rect">
            <a:avLst/>
          </a:prstGeom>
        </p:spPr>
      </p:pic>
      <p:pic>
        <p:nvPicPr>
          <p:cNvPr id="57" name="Image 15" descr="/home/ahmed/Projects/ai_llm_slides/videos/machine-learning/03_ridger_regression_gradient_descent/recreated_pptx/build/assets/parens051/paren_z51_rp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50175" y="1022604"/>
            <a:ext cx="44196" cy="381000"/>
          </a:xfrm>
          <a:prstGeom prst="rect">
            <a:avLst/>
          </a:prstGeom>
        </p:spPr>
      </p:pic>
      <p:sp>
        <p:nvSpPr>
          <p:cNvPr id="58" name="Text 40"/>
          <p:cNvSpPr/>
          <p:nvPr/>
        </p:nvSpPr>
        <p:spPr>
          <a:xfrm>
            <a:off x="7581900" y="10287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59" name="Text 41"/>
          <p:cNvSpPr/>
          <p:nvPr/>
        </p:nvSpPr>
        <p:spPr>
          <a:xfrm>
            <a:off x="7581900" y="1231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60" name="Text 42"/>
          <p:cNvSpPr/>
          <p:nvPr/>
        </p:nvSpPr>
        <p:spPr>
          <a:xfrm>
            <a:off x="786130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pic>
        <p:nvPicPr>
          <p:cNvPr id="61" name="Image 16" descr="/home/ahmed/Projects/ai_llm_slides/videos/machine-learning/03_ridger_regression_gradient_descent/recreated_pptx/build/assets/parens051/paren_z51_lp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871079" y="1022604"/>
            <a:ext cx="44196" cy="381000"/>
          </a:xfrm>
          <a:prstGeom prst="rect">
            <a:avLst/>
          </a:prstGeom>
        </p:spPr>
      </p:pic>
      <p:pic>
        <p:nvPicPr>
          <p:cNvPr id="62" name="Image 17" descr="/home/ahmed/Projects/ai_llm_slides/videos/machine-learning/03_ridger_regression_gradient_descent/recreated_pptx/build/assets/parens051/paren_z51_rp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29575" y="1022604"/>
            <a:ext cx="44196" cy="381000"/>
          </a:xfrm>
          <a:prstGeom prst="rect">
            <a:avLst/>
          </a:prstGeom>
        </p:spPr>
      </p:pic>
      <p:sp>
        <p:nvSpPr>
          <p:cNvPr id="63" name="Text 43"/>
          <p:cNvSpPr/>
          <p:nvPr/>
        </p:nvSpPr>
        <p:spPr>
          <a:xfrm>
            <a:off x="7867650" y="10287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4" name="Text 44"/>
          <p:cNvSpPr/>
          <p:nvPr/>
        </p:nvSpPr>
        <p:spPr>
          <a:xfrm>
            <a:off x="7867650" y="1231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5" name="Text 45"/>
          <p:cNvSpPr/>
          <p:nvPr/>
        </p:nvSpPr>
        <p:spPr>
          <a:xfrm>
            <a:off x="812800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pic>
        <p:nvPicPr>
          <p:cNvPr id="66" name="Image 18" descr="/home/ahmed/Projects/ai_llm_slides/videos/machine-learning/03_ridger_regression_gradient_descent/recreated_pptx/build/assets/parens051/paren_z51_lp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150479" y="1022604"/>
            <a:ext cx="44196" cy="381000"/>
          </a:xfrm>
          <a:prstGeom prst="rect">
            <a:avLst/>
          </a:prstGeom>
        </p:spPr>
      </p:pic>
      <p:pic>
        <p:nvPicPr>
          <p:cNvPr id="67" name="Image 19" descr="/home/ahmed/Projects/ai_llm_slides/videos/machine-learning/03_ridger_regression_gradient_descent/recreated_pptx/build/assets/parens051/paren_z51_rp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08975" y="1022604"/>
            <a:ext cx="44196" cy="381000"/>
          </a:xfrm>
          <a:prstGeom prst="rect">
            <a:avLst/>
          </a:prstGeom>
        </p:spPr>
      </p:pic>
      <p:sp>
        <p:nvSpPr>
          <p:cNvPr id="68" name="Text 46"/>
          <p:cNvSpPr/>
          <p:nvPr/>
        </p:nvSpPr>
        <p:spPr>
          <a:xfrm>
            <a:off x="8147050" y="10287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69" name="Text 47"/>
          <p:cNvSpPr/>
          <p:nvPr/>
        </p:nvSpPr>
        <p:spPr>
          <a:xfrm>
            <a:off x="8147050" y="1231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70" name="Text 48"/>
          <p:cNvSpPr/>
          <p:nvPr/>
        </p:nvSpPr>
        <p:spPr>
          <a:xfrm>
            <a:off x="939800" y="1854200"/>
            <a:ext cx="2311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201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Ugmented Vectors ( from Top )</a:t>
            </a:r>
            <a:endParaRPr lang="en-US" sz="1150" dirty="0"/>
          </a:p>
        </p:txBody>
      </p:sp>
      <p:sp>
        <p:nvSpPr>
          <p:cNvPr id="71" name="Text 49"/>
          <p:cNvSpPr/>
          <p:nvPr/>
        </p:nvSpPr>
        <p:spPr>
          <a:xfrm>
            <a:off x="1162050" y="20955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pic>
        <p:nvPicPr>
          <p:cNvPr id="72" name="Image 20" descr="/home/ahmed/Projects/ai_llm_slides/videos/machine-learning/03_ridger_regression_gradient_descent/recreated_pptx/build/assets/parens051/paren_aug51_lp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65479" y="2279904"/>
            <a:ext cx="44196" cy="571500"/>
          </a:xfrm>
          <a:prstGeom prst="rect">
            <a:avLst/>
          </a:prstGeom>
        </p:spPr>
      </p:pic>
      <p:pic>
        <p:nvPicPr>
          <p:cNvPr id="73" name="Image 21" descr="/home/ahmed/Projects/ai_llm_slides/videos/machine-learning/03_ridger_regression_gradient_descent/recreated_pptx/build/assets/parens051/paren_aug51_rp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36675" y="2279904"/>
            <a:ext cx="44196" cy="571500"/>
          </a:xfrm>
          <a:prstGeom prst="rect">
            <a:avLst/>
          </a:prstGeom>
        </p:spPr>
      </p:pic>
      <p:sp>
        <p:nvSpPr>
          <p:cNvPr id="74" name="Text 50"/>
          <p:cNvSpPr/>
          <p:nvPr/>
        </p:nvSpPr>
        <p:spPr>
          <a:xfrm>
            <a:off x="1174750" y="2311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5" name="Text 51"/>
          <p:cNvSpPr/>
          <p:nvPr/>
        </p:nvSpPr>
        <p:spPr>
          <a:xfrm>
            <a:off x="1174750" y="2501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6" name="Text 52"/>
          <p:cNvSpPr/>
          <p:nvPr/>
        </p:nvSpPr>
        <p:spPr>
          <a:xfrm>
            <a:off x="1174750" y="2692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7" name="Text 53"/>
          <p:cNvSpPr/>
          <p:nvPr/>
        </p:nvSpPr>
        <p:spPr>
          <a:xfrm>
            <a:off x="1136650" y="2908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8" name="Text 54"/>
          <p:cNvSpPr/>
          <p:nvPr/>
        </p:nvSpPr>
        <p:spPr>
          <a:xfrm>
            <a:off x="1428750" y="20955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pic>
        <p:nvPicPr>
          <p:cNvPr id="79" name="Image 22" descr="/home/ahmed/Projects/ai_llm_slides/videos/machine-learning/03_ridger_regression_gradient_descent/recreated_pptx/build/assets/parens051/paren_aug51_lp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432179" y="2279904"/>
            <a:ext cx="44196" cy="571500"/>
          </a:xfrm>
          <a:prstGeom prst="rect">
            <a:avLst/>
          </a:prstGeom>
        </p:spPr>
      </p:pic>
      <p:pic>
        <p:nvPicPr>
          <p:cNvPr id="80" name="Image 23" descr="/home/ahmed/Projects/ai_llm_slides/videos/machine-learning/03_ridger_regression_gradient_descent/recreated_pptx/build/assets/parens051/paren_aug51_rp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603375" y="2279904"/>
            <a:ext cx="44196" cy="571500"/>
          </a:xfrm>
          <a:prstGeom prst="rect">
            <a:avLst/>
          </a:prstGeom>
        </p:spPr>
      </p:pic>
      <p:sp>
        <p:nvSpPr>
          <p:cNvPr id="81" name="Text 55"/>
          <p:cNvSpPr/>
          <p:nvPr/>
        </p:nvSpPr>
        <p:spPr>
          <a:xfrm>
            <a:off x="1441450" y="2311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2" name="Text 56"/>
          <p:cNvSpPr/>
          <p:nvPr/>
        </p:nvSpPr>
        <p:spPr>
          <a:xfrm>
            <a:off x="1441450" y="2501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83" name="Text 57"/>
          <p:cNvSpPr/>
          <p:nvPr/>
        </p:nvSpPr>
        <p:spPr>
          <a:xfrm>
            <a:off x="1441450" y="2692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4" name="Text 58"/>
          <p:cNvSpPr/>
          <p:nvPr/>
        </p:nvSpPr>
        <p:spPr>
          <a:xfrm>
            <a:off x="1403350" y="2908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5" name="Text 59"/>
          <p:cNvSpPr/>
          <p:nvPr/>
        </p:nvSpPr>
        <p:spPr>
          <a:xfrm>
            <a:off x="1714500" y="20955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86" name="Image 24" descr="/home/ahmed/Projects/ai_llm_slides/videos/machine-learning/03_ridger_regression_gradient_descent/recreated_pptx/build/assets/parens051/paren_aug51_lp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724279" y="2279904"/>
            <a:ext cx="44196" cy="571500"/>
          </a:xfrm>
          <a:prstGeom prst="rect">
            <a:avLst/>
          </a:prstGeom>
        </p:spPr>
      </p:pic>
      <p:pic>
        <p:nvPicPr>
          <p:cNvPr id="87" name="Image 25" descr="/home/ahmed/Projects/ai_llm_slides/videos/machine-learning/03_ridger_regression_gradient_descent/recreated_pptx/build/assets/parens051/paren_aug51_rp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895475" y="2279904"/>
            <a:ext cx="44196" cy="571500"/>
          </a:xfrm>
          <a:prstGeom prst="rect">
            <a:avLst/>
          </a:prstGeom>
        </p:spPr>
      </p:pic>
      <p:sp>
        <p:nvSpPr>
          <p:cNvPr id="88" name="Text 60"/>
          <p:cNvSpPr/>
          <p:nvPr/>
        </p:nvSpPr>
        <p:spPr>
          <a:xfrm>
            <a:off x="1727200" y="2311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9" name="Text 61"/>
          <p:cNvSpPr/>
          <p:nvPr/>
        </p:nvSpPr>
        <p:spPr>
          <a:xfrm>
            <a:off x="1727200" y="2501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0" name="Text 62"/>
          <p:cNvSpPr/>
          <p:nvPr/>
        </p:nvSpPr>
        <p:spPr>
          <a:xfrm>
            <a:off x="1727200" y="2692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91" name="Text 63"/>
          <p:cNvSpPr/>
          <p:nvPr/>
        </p:nvSpPr>
        <p:spPr>
          <a:xfrm>
            <a:off x="1689100" y="2908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2" name="Text 64"/>
          <p:cNvSpPr/>
          <p:nvPr/>
        </p:nvSpPr>
        <p:spPr>
          <a:xfrm>
            <a:off x="2000250" y="20955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93" name="Image 26" descr="/home/ahmed/Projects/ai_llm_slides/videos/machine-learning/03_ridger_regression_gradient_descent/recreated_pptx/build/assets/parens051/paren_aug51_lp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003679" y="2279904"/>
            <a:ext cx="44196" cy="571500"/>
          </a:xfrm>
          <a:prstGeom prst="rect">
            <a:avLst/>
          </a:prstGeom>
        </p:spPr>
      </p:pic>
      <p:pic>
        <p:nvPicPr>
          <p:cNvPr id="94" name="Image 27" descr="/home/ahmed/Projects/ai_llm_slides/videos/machine-learning/03_ridger_regression_gradient_descent/recreated_pptx/build/assets/parens051/paren_aug51_rp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174875" y="2279904"/>
            <a:ext cx="44196" cy="571500"/>
          </a:xfrm>
          <a:prstGeom prst="rect">
            <a:avLst/>
          </a:prstGeom>
        </p:spPr>
      </p:pic>
      <p:sp>
        <p:nvSpPr>
          <p:cNvPr id="95" name="Text 65"/>
          <p:cNvSpPr/>
          <p:nvPr/>
        </p:nvSpPr>
        <p:spPr>
          <a:xfrm>
            <a:off x="2012950" y="2311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6" name="Text 66"/>
          <p:cNvSpPr/>
          <p:nvPr/>
        </p:nvSpPr>
        <p:spPr>
          <a:xfrm>
            <a:off x="2012950" y="2501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97" name="Text 67"/>
          <p:cNvSpPr/>
          <p:nvPr/>
        </p:nvSpPr>
        <p:spPr>
          <a:xfrm>
            <a:off x="2012950" y="2692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98" name="Text 68"/>
          <p:cNvSpPr/>
          <p:nvPr/>
        </p:nvSpPr>
        <p:spPr>
          <a:xfrm>
            <a:off x="1974850" y="2908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99" name="Text 69"/>
          <p:cNvSpPr/>
          <p:nvPr/>
        </p:nvSpPr>
        <p:spPr>
          <a:xfrm>
            <a:off x="2279650" y="20955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100" name="Image 28" descr="/home/ahmed/Projects/ai_llm_slides/videos/machine-learning/03_ridger_regression_gradient_descent/recreated_pptx/build/assets/parens051/paren_aug51_lp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295779" y="2279904"/>
            <a:ext cx="44196" cy="571500"/>
          </a:xfrm>
          <a:prstGeom prst="rect">
            <a:avLst/>
          </a:prstGeom>
        </p:spPr>
      </p:pic>
      <p:pic>
        <p:nvPicPr>
          <p:cNvPr id="101" name="Image 29" descr="/home/ahmed/Projects/ai_llm_slides/videos/machine-learning/03_ridger_regression_gradient_descent/recreated_pptx/build/assets/parens051/paren_aug51_rp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454275" y="2279904"/>
            <a:ext cx="44196" cy="571500"/>
          </a:xfrm>
          <a:prstGeom prst="rect">
            <a:avLst/>
          </a:prstGeom>
        </p:spPr>
      </p:pic>
      <p:sp>
        <p:nvSpPr>
          <p:cNvPr id="102" name="Text 70"/>
          <p:cNvSpPr/>
          <p:nvPr/>
        </p:nvSpPr>
        <p:spPr>
          <a:xfrm>
            <a:off x="2292350" y="2311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3" name="Text 71"/>
          <p:cNvSpPr/>
          <p:nvPr/>
        </p:nvSpPr>
        <p:spPr>
          <a:xfrm>
            <a:off x="2292350" y="2501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104" name="Text 72"/>
          <p:cNvSpPr/>
          <p:nvPr/>
        </p:nvSpPr>
        <p:spPr>
          <a:xfrm>
            <a:off x="2292350" y="2692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05" name="Text 73"/>
          <p:cNvSpPr/>
          <p:nvPr/>
        </p:nvSpPr>
        <p:spPr>
          <a:xfrm>
            <a:off x="2254250" y="2908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06" name="Text 74"/>
          <p:cNvSpPr/>
          <p:nvPr/>
        </p:nvSpPr>
        <p:spPr>
          <a:xfrm>
            <a:off x="2571750" y="20955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107" name="Image 30" descr="/home/ahmed/Projects/ai_llm_slides/videos/machine-learning/03_ridger_regression_gradient_descent/recreated_pptx/build/assets/parens051/paren_aug51_lp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575179" y="2279904"/>
            <a:ext cx="44196" cy="571500"/>
          </a:xfrm>
          <a:prstGeom prst="rect">
            <a:avLst/>
          </a:prstGeom>
        </p:spPr>
      </p:pic>
      <p:pic>
        <p:nvPicPr>
          <p:cNvPr id="108" name="Image 31" descr="/home/ahmed/Projects/ai_llm_slides/videos/machine-learning/03_ridger_regression_gradient_descent/recreated_pptx/build/assets/parens051/paren_aug51_rp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746375" y="2279904"/>
            <a:ext cx="44196" cy="571500"/>
          </a:xfrm>
          <a:prstGeom prst="rect">
            <a:avLst/>
          </a:prstGeom>
        </p:spPr>
      </p:pic>
      <p:sp>
        <p:nvSpPr>
          <p:cNvPr id="109" name="Text 75"/>
          <p:cNvSpPr/>
          <p:nvPr/>
        </p:nvSpPr>
        <p:spPr>
          <a:xfrm>
            <a:off x="2584450" y="2311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0" name="Text 76"/>
          <p:cNvSpPr/>
          <p:nvPr/>
        </p:nvSpPr>
        <p:spPr>
          <a:xfrm>
            <a:off x="2584450" y="2501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111" name="Text 77"/>
          <p:cNvSpPr/>
          <p:nvPr/>
        </p:nvSpPr>
        <p:spPr>
          <a:xfrm>
            <a:off x="2584450" y="2692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112" name="Text 78"/>
          <p:cNvSpPr/>
          <p:nvPr/>
        </p:nvSpPr>
        <p:spPr>
          <a:xfrm>
            <a:off x="2546350" y="2908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3" name="Shape 79"/>
          <p:cNvSpPr/>
          <p:nvPr/>
        </p:nvSpPr>
        <p:spPr>
          <a:xfrm>
            <a:off x="990600" y="3517900"/>
            <a:ext cx="2044700" cy="355600"/>
          </a:xfrm>
          <a:prstGeom prst="rect">
            <a:avLst/>
          </a:prstGeom>
          <a:solidFill>
            <a:srgbClr val="C90004"/>
          </a:solidFill>
          <a:ln w="12700">
            <a:solidFill>
              <a:srgbClr val="C90004"/>
            </a:solidFill>
            <a:prstDash val="solid"/>
          </a:ln>
        </p:spPr>
      </p:sp>
      <p:sp>
        <p:nvSpPr>
          <p:cNvPr id="114" name="Text 80"/>
          <p:cNvSpPr/>
          <p:nvPr/>
        </p:nvSpPr>
        <p:spPr>
          <a:xfrm>
            <a:off x="990600" y="3517900"/>
            <a:ext cx="2044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</a:t>
            </a:r>
            <a:endParaRPr lang="en-US" sz="1300" dirty="0"/>
          </a:p>
        </p:txBody>
      </p:sp>
      <p:sp>
        <p:nvSpPr>
          <p:cNvPr id="115" name="Shape 81"/>
          <p:cNvSpPr/>
          <p:nvPr/>
        </p:nvSpPr>
        <p:spPr>
          <a:xfrm>
            <a:off x="3479800" y="1778000"/>
            <a:ext cx="7353300" cy="723900"/>
          </a:xfrm>
          <a:prstGeom prst="rect">
            <a:avLst/>
          </a:prstGeom>
          <a:solidFill>
            <a:srgbClr val="FFFFFF"/>
          </a:solidFill>
          <a:ln w="25400">
            <a:solidFill>
              <a:srgbClr val="9FA8B1"/>
            </a:solidFill>
            <a:prstDash val="solid"/>
          </a:ln>
        </p:spPr>
      </p:sp>
      <p:pic>
        <p:nvPicPr>
          <p:cNvPr id="116" name="Image 32" descr="/home/ahmed/Projects/ai_llm_slides/videos/machine-learning/03_ridger_regression_gradient_descent/recreated_pptx/build/assets/eq_051_dzlabel_1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581908" y="2019808"/>
            <a:ext cx="563880" cy="167640"/>
          </a:xfrm>
          <a:prstGeom prst="rect">
            <a:avLst/>
          </a:prstGeom>
        </p:spPr>
      </p:pic>
      <p:pic>
        <p:nvPicPr>
          <p:cNvPr id="117" name="Image 33" descr="/home/ahmed/Projects/ai_llm_slides/videos/machine-learning/03_ridger_regression_gradient_descent/recreated_pptx/build/assets/eq_051_rowvec_1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161536" y="1880108"/>
            <a:ext cx="693420" cy="201168"/>
          </a:xfrm>
          <a:prstGeom prst="rect">
            <a:avLst/>
          </a:prstGeom>
        </p:spPr>
      </p:pic>
      <p:pic>
        <p:nvPicPr>
          <p:cNvPr id="118" name="Image 34" descr="/home/ahmed/Projects/ai_llm_slides/videos/machine-learning/03_ridger_regression_gradient_descent/recreated_pptx/build/assets/eq_051_wcol_green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818888" y="1879600"/>
            <a:ext cx="339852" cy="548640"/>
          </a:xfrm>
          <a:prstGeom prst="rect">
            <a:avLst/>
          </a:prstGeom>
        </p:spPr>
      </p:pic>
      <p:sp>
        <p:nvSpPr>
          <p:cNvPr id="119" name="Text 82"/>
          <p:cNvSpPr/>
          <p:nvPr/>
        </p:nvSpPr>
        <p:spPr>
          <a:xfrm>
            <a:off x="5219700" y="203200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20" name="Text 83"/>
          <p:cNvSpPr/>
          <p:nvPr/>
        </p:nvSpPr>
        <p:spPr>
          <a:xfrm>
            <a:off x="5359400" y="2032000"/>
            <a:ext cx="431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21" name="Shape 84"/>
          <p:cNvSpPr/>
          <p:nvPr/>
        </p:nvSpPr>
        <p:spPr>
          <a:xfrm>
            <a:off x="6350000" y="2114550"/>
            <a:ext cx="635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2" name="Shape 85"/>
          <p:cNvSpPr/>
          <p:nvPr/>
        </p:nvSpPr>
        <p:spPr>
          <a:xfrm>
            <a:off x="6350000" y="2139950"/>
            <a:ext cx="635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3" name="Shape 86"/>
          <p:cNvSpPr/>
          <p:nvPr/>
        </p:nvSpPr>
        <p:spPr>
          <a:xfrm>
            <a:off x="6413500" y="2095500"/>
            <a:ext cx="50800" cy="254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4" name="Shape 87"/>
          <p:cNvSpPr/>
          <p:nvPr/>
        </p:nvSpPr>
        <p:spPr>
          <a:xfrm flipV="1">
            <a:off x="6413500" y="2120900"/>
            <a:ext cx="50800" cy="254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5" name="Text 88"/>
          <p:cNvSpPr/>
          <p:nvPr/>
        </p:nvSpPr>
        <p:spPr>
          <a:xfrm>
            <a:off x="6629400" y="2032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&gt; 0</a:t>
            </a:r>
            <a:endParaRPr lang="en-US" sz="1200" dirty="0"/>
          </a:p>
        </p:txBody>
      </p:sp>
      <p:sp>
        <p:nvSpPr>
          <p:cNvPr id="126" name="Text 89"/>
          <p:cNvSpPr/>
          <p:nvPr/>
        </p:nvSpPr>
        <p:spPr>
          <a:xfrm>
            <a:off x="8318500" y="2032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I</a:t>
            </a:r>
            <a:endParaRPr lang="en-US" sz="1200" dirty="0"/>
          </a:p>
        </p:txBody>
      </p:sp>
      <p:sp>
        <p:nvSpPr>
          <p:cNvPr id="127" name="Shape 90"/>
          <p:cNvSpPr/>
          <p:nvPr/>
        </p:nvSpPr>
        <p:spPr>
          <a:xfrm>
            <a:off x="3479800" y="2616200"/>
            <a:ext cx="7353300" cy="723900"/>
          </a:xfrm>
          <a:prstGeom prst="rect">
            <a:avLst/>
          </a:prstGeom>
          <a:solidFill>
            <a:srgbClr val="FFFFFF"/>
          </a:solidFill>
          <a:ln w="25400">
            <a:solidFill>
              <a:srgbClr val="9FA8B1"/>
            </a:solidFill>
            <a:prstDash val="solid"/>
          </a:ln>
        </p:spPr>
      </p:sp>
      <p:pic>
        <p:nvPicPr>
          <p:cNvPr id="128" name="Image 35" descr="/home/ahmed/Projects/ai_llm_slides/videos/machine-learning/03_ridger_regression_gradient_descent/recreated_pptx/build/assets/eq_051_dzlabel_2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581908" y="2908808"/>
            <a:ext cx="563880" cy="167640"/>
          </a:xfrm>
          <a:prstGeom prst="rect">
            <a:avLst/>
          </a:prstGeom>
        </p:spPr>
      </p:pic>
      <p:pic>
        <p:nvPicPr>
          <p:cNvPr id="129" name="Image 36" descr="/home/ahmed/Projects/ai_llm_slides/videos/machine-learning/03_ridger_regression_gradient_descent/recreated_pptx/build/assets/eq_051_rowvec_2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161536" y="2756408"/>
            <a:ext cx="693420" cy="201168"/>
          </a:xfrm>
          <a:prstGeom prst="rect">
            <a:avLst/>
          </a:prstGeom>
        </p:spPr>
      </p:pic>
      <p:pic>
        <p:nvPicPr>
          <p:cNvPr id="130" name="Image 37" descr="/home/ahmed/Projects/ai_llm_slides/videos/machine-learning/03_ridger_regression_gradient_descent/recreated_pptx/build/assets/eq_051_wcol_green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818888" y="2768600"/>
            <a:ext cx="339852" cy="548640"/>
          </a:xfrm>
          <a:prstGeom prst="rect">
            <a:avLst/>
          </a:prstGeom>
        </p:spPr>
      </p:pic>
      <p:sp>
        <p:nvSpPr>
          <p:cNvPr id="131" name="Text 91"/>
          <p:cNvSpPr/>
          <p:nvPr/>
        </p:nvSpPr>
        <p:spPr>
          <a:xfrm>
            <a:off x="5219700" y="290830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32" name="Text 92"/>
          <p:cNvSpPr/>
          <p:nvPr/>
        </p:nvSpPr>
        <p:spPr>
          <a:xfrm>
            <a:off x="5359400" y="2908300"/>
            <a:ext cx="431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200" dirty="0"/>
          </a:p>
        </p:txBody>
      </p:sp>
      <p:sp>
        <p:nvSpPr>
          <p:cNvPr id="133" name="Shape 93"/>
          <p:cNvSpPr/>
          <p:nvPr/>
        </p:nvSpPr>
        <p:spPr>
          <a:xfrm>
            <a:off x="6477000" y="2990850"/>
            <a:ext cx="635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4" name="Shape 94"/>
          <p:cNvSpPr/>
          <p:nvPr/>
        </p:nvSpPr>
        <p:spPr>
          <a:xfrm>
            <a:off x="6477000" y="3016250"/>
            <a:ext cx="635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5" name="Shape 95"/>
          <p:cNvSpPr/>
          <p:nvPr/>
        </p:nvSpPr>
        <p:spPr>
          <a:xfrm>
            <a:off x="6540500" y="2971800"/>
            <a:ext cx="50800" cy="254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6" name="Shape 96"/>
          <p:cNvSpPr/>
          <p:nvPr/>
        </p:nvSpPr>
        <p:spPr>
          <a:xfrm flipV="1">
            <a:off x="6540500" y="2997200"/>
            <a:ext cx="50800" cy="254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7" name="Text 97"/>
          <p:cNvSpPr/>
          <p:nvPr/>
        </p:nvSpPr>
        <p:spPr>
          <a:xfrm>
            <a:off x="6743700" y="29083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&lt; 0</a:t>
            </a:r>
            <a:endParaRPr lang="en-US" sz="1200" dirty="0"/>
          </a:p>
        </p:txBody>
      </p:sp>
      <p:sp>
        <p:nvSpPr>
          <p:cNvPr id="138" name="Text 98"/>
          <p:cNvSpPr/>
          <p:nvPr/>
        </p:nvSpPr>
        <p:spPr>
          <a:xfrm>
            <a:off x="8483600" y="29083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II</a:t>
            </a:r>
            <a:endParaRPr lang="en-US" sz="1200" dirty="0"/>
          </a:p>
        </p:txBody>
      </p:sp>
      <p:sp>
        <p:nvSpPr>
          <p:cNvPr id="139" name="Shape 99"/>
          <p:cNvSpPr/>
          <p:nvPr/>
        </p:nvSpPr>
        <p:spPr>
          <a:xfrm>
            <a:off x="3479800" y="3454400"/>
            <a:ext cx="7353300" cy="723900"/>
          </a:xfrm>
          <a:prstGeom prst="rect">
            <a:avLst/>
          </a:prstGeom>
          <a:solidFill>
            <a:srgbClr val="FFFFFF"/>
          </a:solidFill>
          <a:ln w="25400">
            <a:solidFill>
              <a:srgbClr val="9FA8B1"/>
            </a:solidFill>
            <a:prstDash val="solid"/>
          </a:ln>
        </p:spPr>
      </p:sp>
      <p:pic>
        <p:nvPicPr>
          <p:cNvPr id="140" name="Image 38" descr="/home/ahmed/Projects/ai_llm_slides/videos/machine-learning/03_ridger_regression_gradient_descent/recreated_pptx/build/assets/eq_051_dzlabel_3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581908" y="3747008"/>
            <a:ext cx="563880" cy="167640"/>
          </a:xfrm>
          <a:prstGeom prst="rect">
            <a:avLst/>
          </a:prstGeom>
        </p:spPr>
      </p:pic>
      <p:pic>
        <p:nvPicPr>
          <p:cNvPr id="141" name="Image 39" descr="/home/ahmed/Projects/ai_llm_slides/videos/machine-learning/03_ridger_regression_gradient_descent/recreated_pptx/build/assets/eq_051_rowvec_3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161536" y="3594608"/>
            <a:ext cx="693420" cy="201168"/>
          </a:xfrm>
          <a:prstGeom prst="rect">
            <a:avLst/>
          </a:prstGeom>
        </p:spPr>
      </p:pic>
      <p:pic>
        <p:nvPicPr>
          <p:cNvPr id="142" name="Image 40" descr="/home/ahmed/Projects/ai_llm_slides/videos/machine-learning/03_ridger_regression_gradient_descent/recreated_pptx/build/assets/eq_051_wcol_green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818888" y="3606800"/>
            <a:ext cx="339852" cy="548640"/>
          </a:xfrm>
          <a:prstGeom prst="rect">
            <a:avLst/>
          </a:prstGeom>
        </p:spPr>
      </p:pic>
      <p:sp>
        <p:nvSpPr>
          <p:cNvPr id="143" name="Text 100"/>
          <p:cNvSpPr/>
          <p:nvPr/>
        </p:nvSpPr>
        <p:spPr>
          <a:xfrm>
            <a:off x="5219700" y="374650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44" name="Text 101"/>
          <p:cNvSpPr/>
          <p:nvPr/>
        </p:nvSpPr>
        <p:spPr>
          <a:xfrm>
            <a:off x="5359400" y="3746500"/>
            <a:ext cx="431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145" name="Shape 102"/>
          <p:cNvSpPr/>
          <p:nvPr/>
        </p:nvSpPr>
        <p:spPr>
          <a:xfrm>
            <a:off x="6350000" y="3829050"/>
            <a:ext cx="635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46" name="Shape 103"/>
          <p:cNvSpPr/>
          <p:nvPr/>
        </p:nvSpPr>
        <p:spPr>
          <a:xfrm>
            <a:off x="6350000" y="3854450"/>
            <a:ext cx="635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47" name="Shape 104"/>
          <p:cNvSpPr/>
          <p:nvPr/>
        </p:nvSpPr>
        <p:spPr>
          <a:xfrm>
            <a:off x="6413500" y="3810000"/>
            <a:ext cx="50800" cy="254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48" name="Shape 105"/>
          <p:cNvSpPr/>
          <p:nvPr/>
        </p:nvSpPr>
        <p:spPr>
          <a:xfrm flipV="1">
            <a:off x="6413500" y="3835400"/>
            <a:ext cx="50800" cy="254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49" name="Text 106"/>
          <p:cNvSpPr/>
          <p:nvPr/>
        </p:nvSpPr>
        <p:spPr>
          <a:xfrm>
            <a:off x="6502400" y="3746500"/>
            <a:ext cx="165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&gt; 0 , Not &lt; 0</a:t>
            </a:r>
            <a:endParaRPr lang="en-US" sz="1200" dirty="0"/>
          </a:p>
        </p:txBody>
      </p:sp>
      <p:sp>
        <p:nvSpPr>
          <p:cNvPr id="150" name="Text 107"/>
          <p:cNvSpPr/>
          <p:nvPr/>
        </p:nvSpPr>
        <p:spPr>
          <a:xfrm>
            <a:off x="8280400" y="37465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Undefined Class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2026-10-26T13:00:10Z</dcterms:created>
  <dcterms:modified xsi:type="dcterms:W3CDTF">2026-10-26T13:00:10Z</dcterms:modified>
</cp:coreProperties>
</file>