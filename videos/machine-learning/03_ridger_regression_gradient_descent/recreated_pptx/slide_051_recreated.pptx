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EFFE8"/>
          </a:solidFill>
          <a:ln w="25400">
            <a:solidFill>
              <a:srgbClr val="201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30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54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9779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11811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950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6525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097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48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9700" y="977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09700" y="1181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255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7005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018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1800" y="977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01800" y="1181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465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304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812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590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1200" y="9779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81200" y="11811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3040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225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733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384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73300" y="9779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73300" y="11811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1615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400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54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7800" y="9906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5400" y="9779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5400" y="11811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01900" y="13970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40100" y="9398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03700" y="749300"/>
            <a:ext cx="0" cy="5969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70400" y="749300"/>
            <a:ext cx="0" cy="5969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9100" y="7620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29100" y="9652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29100" y="11684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10100" y="83820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</a:t>
            </a:r>
            <a:pPr algn="l"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</a:t>
            </a:r>
            <a:pPr algn="l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048000" y="138430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27400" y="13843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52900" y="138430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68800" y="13843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45100" y="13843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73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76900" y="13843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unaccepted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9200" y="9779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58825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5946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94600" y="10160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594600" y="12192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8613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8867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518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86700" y="1016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886700" y="121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280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1661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31200" y="1016000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66100" y="10160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166100" y="121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28700" y="1854200"/>
            <a:ext cx="200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Vectors (from Top)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16205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1938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589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93800" y="2298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193800" y="248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938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13665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42875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4605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256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60500" y="2298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460500" y="248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4605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40335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7145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7399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177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39900" y="22987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739900" y="24892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1739900" y="26797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68910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00025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0320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971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32000" y="2298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2032000" y="248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20320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197485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227965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3114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765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311400" y="2298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2311400" y="248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23114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225425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257175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26035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68600" y="22987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603500" y="2298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2603500" y="24892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2603500" y="2679700"/>
            <a:ext cx="165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2546350" y="2908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990600" y="3517900"/>
            <a:ext cx="2044700" cy="355600"/>
          </a:xfrm>
          <a:prstGeom prst="rect">
            <a:avLst/>
          </a:prstGeom>
          <a:solidFill>
            <a:srgbClr val="C90004"/>
          </a:solidFill>
          <a:ln w="12700">
            <a:solidFill>
              <a:srgbClr val="C9000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90600" y="35179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3505200" y="17907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05200" y="26289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505200" y="34671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29100" y="1892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4876800" y="18415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18100" y="18415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876800" y="18542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4876800" y="20320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4876800" y="22225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4229100" y="27305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4876800" y="26797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18100" y="26797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876800" y="26924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4876800" y="28702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876800" y="30607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4229100" y="35687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4876800" y="35179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18100" y="35179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76800" y="35306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4876800" y="37084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4876800" y="3898900"/>
            <a:ext cx="241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5346700" y="20447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6629400" y="20447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&gt; 0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8318500" y="20447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5346700" y="28829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-8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756400" y="28829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&lt; 0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496300" y="28829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II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5334000" y="37211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6502400" y="37211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&gt; 0 , Not &lt; 0</a:t>
            </a:r>
            <a:endParaRPr lang="en-US" sz="1100" dirty="0"/>
          </a:p>
        </p:txBody>
      </p:sp>
      <p:sp>
        <p:nvSpPr>
          <p:cNvPr id="148" name="Text 146"/>
          <p:cNvSpPr/>
          <p:nvPr/>
        </p:nvSpPr>
        <p:spPr>
          <a:xfrm>
            <a:off x="8293100" y="37211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2026-10-24T18:05:32Z</dcterms:created>
  <dcterms:modified xsi:type="dcterms:W3CDTF">2026-10-24T18:05:32Z</dcterms:modified>
</cp:coreProperties>
</file>