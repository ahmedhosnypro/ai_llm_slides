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80400" cy="965200"/>
          </a:xfrm>
          <a:prstGeom prst="rect">
            <a:avLst/>
          </a:prstGeom>
          <a:solidFill>
            <a:srgbClr val="FEFFE8"/>
          </a:solidFill>
          <a:ln w="25400">
            <a:solidFill>
              <a:srgbClr val="20186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430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954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9779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43000" y="11811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795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52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4097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748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09700" y="9779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09700" y="11811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25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7018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1800" y="9779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701800" y="11811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446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9304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9812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590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1200" y="9779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981200" y="11811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9304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225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2733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384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73300" y="9779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273300" y="11811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161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654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17800" y="9906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65400" y="9779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65400" y="11811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5019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40100" y="939800"/>
            <a:ext cx="736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203700" y="749300"/>
            <a:ext cx="0" cy="5969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0400" y="749300"/>
            <a:ext cx="0" cy="5969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29100" y="762000"/>
            <a:ext cx="215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229100" y="965200"/>
            <a:ext cx="215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229100" y="1168400"/>
            <a:ext cx="215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610100" y="838200"/>
            <a:ext cx="952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</a:t>
            </a:r>
            <a:pPr algn="l" indent="0" marL="0">
              <a:buNone/>
            </a:pPr>
            <a:r>
              <a:rPr lang="en-US" sz="120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</a:t>
            </a:r>
            <a:pPr algn="l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3048000" y="138430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327400" y="1384300"/>
            <a:ext cx="66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152900" y="138430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368800" y="1384300"/>
            <a:ext cx="685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245100" y="1384300"/>
            <a:ext cx="35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73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76900" y="13843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unaccepted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299200" y="9779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5882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594600" y="10160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0" y="10160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4600" y="10160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594600" y="12192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78613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886700" y="10160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51800" y="10160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86700" y="10160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7886700" y="12192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1280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166100" y="10160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331200" y="1016000"/>
            <a:ext cx="0" cy="3556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166100" y="10160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166100" y="12192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1028700" y="1854200"/>
            <a:ext cx="2006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Vectors (from Top)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11620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1938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3589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93800" y="2298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193800" y="24892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1193800" y="2679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1366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4287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14605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6256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460500" y="2298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1460500" y="24892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1460500" y="2679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14033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71450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17399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9177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739900" y="22987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1739900" y="24892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1739900" y="26797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168910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0002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20320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1971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032000" y="2298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2032000" y="24892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2032000" y="2679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19748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22796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23114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765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311400" y="2298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2311400" y="24892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2311400" y="2679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22542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25717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26035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768600" y="2298700"/>
            <a:ext cx="0" cy="5461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2603500" y="2298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2603500" y="24892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2603500" y="2679700"/>
            <a:ext cx="165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5463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990600" y="3517900"/>
            <a:ext cx="2044700" cy="355600"/>
          </a:xfrm>
          <a:prstGeom prst="rect">
            <a:avLst/>
          </a:prstGeom>
          <a:solidFill>
            <a:srgbClr val="C90004"/>
          </a:solidFill>
          <a:ln w="12700">
            <a:solidFill>
              <a:srgbClr val="C9000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90600" y="3517900"/>
            <a:ext cx="2044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3505200" y="1790700"/>
            <a:ext cx="7327900" cy="7112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505200" y="2628900"/>
            <a:ext cx="7327900" cy="7112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505200" y="3467100"/>
            <a:ext cx="7327900" cy="7112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229100" y="18923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(Z</a:t>
            </a:r>
            <a:pPr algn="l" indent="0" marL="0">
              <a:buNone/>
            </a:pPr>
            <a:r>
              <a:rPr lang="en-US" sz="800" i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4876800" y="1841500"/>
            <a:ext cx="0" cy="584200"/>
          </a:xfrm>
          <a:prstGeom prst="line">
            <a:avLst/>
          </a:prstGeom>
          <a:noFill/>
          <a:ln w="25400">
            <a:solidFill>
              <a:srgbClr val="5C9A5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118100" y="1841500"/>
            <a:ext cx="0" cy="584200"/>
          </a:xfrm>
          <a:prstGeom prst="line">
            <a:avLst/>
          </a:prstGeom>
          <a:noFill/>
          <a:ln w="25400">
            <a:solidFill>
              <a:srgbClr val="5C9A5C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876800" y="18542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4876800" y="20320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4876800" y="22225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229100" y="27305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(Z</a:t>
            </a:r>
            <a:pPr algn="l" indent="0" marL="0">
              <a:buNone/>
            </a:pPr>
            <a:r>
              <a:rPr lang="en-US" sz="800" i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4876800" y="2679700"/>
            <a:ext cx="0" cy="584200"/>
          </a:xfrm>
          <a:prstGeom prst="line">
            <a:avLst/>
          </a:prstGeom>
          <a:noFill/>
          <a:ln w="25400">
            <a:solidFill>
              <a:srgbClr val="5C9A5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18100" y="2679700"/>
            <a:ext cx="0" cy="584200"/>
          </a:xfrm>
          <a:prstGeom prst="line">
            <a:avLst/>
          </a:prstGeom>
          <a:noFill/>
          <a:ln w="25400">
            <a:solidFill>
              <a:srgbClr val="5C9A5C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876800" y="26924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4876800" y="28702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4876800" y="30607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4229100" y="35687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(Z</a:t>
            </a:r>
            <a:pPr algn="l" indent="0" marL="0">
              <a:buNone/>
            </a:pPr>
            <a:r>
              <a:rPr lang="en-US" sz="800" i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buNone/>
            </a:pPr>
            <a:r>
              <a:rPr lang="en-US" sz="1200" i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4876800" y="3517900"/>
            <a:ext cx="0" cy="584200"/>
          </a:xfrm>
          <a:prstGeom prst="line">
            <a:avLst/>
          </a:prstGeom>
          <a:noFill/>
          <a:ln w="25400">
            <a:solidFill>
              <a:srgbClr val="5C9A5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118100" y="3517900"/>
            <a:ext cx="0" cy="584200"/>
          </a:xfrm>
          <a:prstGeom prst="line">
            <a:avLst/>
          </a:prstGeom>
          <a:noFill/>
          <a:ln w="25400">
            <a:solidFill>
              <a:srgbClr val="5C9A5C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876800" y="35306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4876800" y="37084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4876800" y="3898900"/>
            <a:ext cx="241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5346700" y="20447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5</a:t>
            </a:r>
            <a:endParaRPr lang="en-US" sz="1100" dirty="0"/>
          </a:p>
        </p:txBody>
      </p:sp>
      <p:sp>
        <p:nvSpPr>
          <p:cNvPr id="141" name="Text 139"/>
          <p:cNvSpPr/>
          <p:nvPr/>
        </p:nvSpPr>
        <p:spPr>
          <a:xfrm>
            <a:off x="6629400" y="20447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&gt; 0</a:t>
            </a:r>
            <a:endParaRPr lang="en-US" sz="1100" dirty="0"/>
          </a:p>
        </p:txBody>
      </p:sp>
      <p:sp>
        <p:nvSpPr>
          <p:cNvPr id="142" name="Text 140"/>
          <p:cNvSpPr/>
          <p:nvPr/>
        </p:nvSpPr>
        <p:spPr>
          <a:xfrm>
            <a:off x="8318500" y="20447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</a:t>
            </a:r>
            <a:endParaRPr lang="en-US" sz="1100" dirty="0"/>
          </a:p>
        </p:txBody>
      </p:sp>
      <p:sp>
        <p:nvSpPr>
          <p:cNvPr id="143" name="Text 141"/>
          <p:cNvSpPr/>
          <p:nvPr/>
        </p:nvSpPr>
        <p:spPr>
          <a:xfrm>
            <a:off x="5346700" y="28829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-8</a:t>
            </a:r>
            <a:endParaRPr lang="en-US" sz="1100" dirty="0"/>
          </a:p>
        </p:txBody>
      </p:sp>
      <p:sp>
        <p:nvSpPr>
          <p:cNvPr id="144" name="Text 142"/>
          <p:cNvSpPr/>
          <p:nvPr/>
        </p:nvSpPr>
        <p:spPr>
          <a:xfrm>
            <a:off x="6756400" y="28829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&lt; 0</a:t>
            </a:r>
            <a:endParaRPr lang="en-US" sz="1100" dirty="0"/>
          </a:p>
        </p:txBody>
      </p:sp>
      <p:sp>
        <p:nvSpPr>
          <p:cNvPr id="145" name="Text 143"/>
          <p:cNvSpPr/>
          <p:nvPr/>
        </p:nvSpPr>
        <p:spPr>
          <a:xfrm>
            <a:off x="8496300" y="28829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II</a:t>
            </a:r>
            <a:endParaRPr lang="en-US" sz="1100" dirty="0"/>
          </a:p>
        </p:txBody>
      </p:sp>
      <p:sp>
        <p:nvSpPr>
          <p:cNvPr id="146" name="Text 144"/>
          <p:cNvSpPr/>
          <p:nvPr/>
        </p:nvSpPr>
        <p:spPr>
          <a:xfrm>
            <a:off x="5334000" y="37211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</a:t>
            </a:r>
            <a:endParaRPr lang="en-US" sz="1100" dirty="0"/>
          </a:p>
        </p:txBody>
      </p:sp>
      <p:sp>
        <p:nvSpPr>
          <p:cNvPr id="147" name="Text 145"/>
          <p:cNvSpPr/>
          <p:nvPr/>
        </p:nvSpPr>
        <p:spPr>
          <a:xfrm>
            <a:off x="6502400" y="37211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&gt; 0 , Not &lt; 0</a:t>
            </a:r>
            <a:endParaRPr lang="en-US" sz="1100" dirty="0"/>
          </a:p>
        </p:txBody>
      </p:sp>
      <p:sp>
        <p:nvSpPr>
          <p:cNvPr id="148" name="Text 146"/>
          <p:cNvSpPr/>
          <p:nvPr/>
        </p:nvSpPr>
        <p:spPr>
          <a:xfrm>
            <a:off x="8293100" y="37211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 Class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2026-10-24T11:06:28Z</dcterms:created>
  <dcterms:modified xsi:type="dcterms:W3CDTF">2026-10-24T11:06:28Z</dcterms:modified>
</cp:coreProperties>
</file>