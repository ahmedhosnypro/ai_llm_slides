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25600" y="2788920"/>
            <a:ext cx="838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9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Inverse of High Dimension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95450" y="3931920"/>
            <a:ext cx="838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(non-singular) Matrix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2026-10-23T13:01:03Z</dcterms:created>
  <dcterms:modified xsi:type="dcterms:W3CDTF">2026-10-23T13:01:03Z</dcterms:modified>
</cp:coreProperties>
</file>