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80400" cy="965200"/>
          </a:xfrm>
          <a:prstGeom prst="rect">
            <a:avLst/>
          </a:prstGeom>
          <a:solidFill>
            <a:srgbClr val="FEFFE8"/>
          </a:solidFill>
          <a:ln w="25400">
            <a:solidFill>
              <a:srgbClr val="2018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57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478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145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066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987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90800" y="8001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9500" y="9652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9652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38300" y="9652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30400" y="9652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22500" y="9652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9652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9500" y="11811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11811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38300" y="11811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30400" y="11811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22500" y="11811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14600" y="11811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1397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22400" y="1397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01800" y="1397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93900" y="1397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73300" y="1397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78100" y="1397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40100" y="9398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</a:t>
            </a:r>
            <a:pPr algn="l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03700" y="749300"/>
            <a:ext cx="0" cy="5969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70400" y="749300"/>
            <a:ext cx="0" cy="5969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29100" y="762000"/>
            <a:ext cx="215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29100" y="965200"/>
            <a:ext cx="215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29100" y="1168400"/>
            <a:ext cx="215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10100" y="838200"/>
            <a:ext cx="95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</a:t>
            </a:r>
            <a:pPr algn="l" indent="0" marL="0">
              <a:buNone/>
            </a:pPr>
            <a:r>
              <a:rPr lang="en-US" sz="12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</a:t>
            </a:r>
            <a:pPr algn="l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048000" y="138430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27400" y="1384300"/>
            <a:ext cx="66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52900" y="1384300"/>
            <a:ext cx="22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68800" y="1384300"/>
            <a:ext cx="68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45100" y="1384300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73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76900" y="13843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unaccepted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99200" y="977900"/>
            <a:ext cx="1168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620000" y="8001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886700" y="8001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66100" y="8001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556500" y="10160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823200" y="10160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02600" y="10160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56500" y="12065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823200" y="12065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102600" y="1206500"/>
            <a:ext cx="27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28700" y="1854200"/>
            <a:ext cx="200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1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Vectors (from Top)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8110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47320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76530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05740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34950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641600" y="2095500"/>
            <a:ext cx="22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i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04900" y="22733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397000" y="22733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689100" y="22733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981200" y="22733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273300" y="22733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565400" y="22733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104900" y="25019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397000" y="25019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689100" y="25019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981200" y="25019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2273300" y="25019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565400" y="25019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104900" y="27305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397000" y="27305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689100" y="27305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981200" y="27305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273300" y="27305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2565400" y="273050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181100" y="2908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473200" y="2908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765300" y="2908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336800" y="2908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2616200" y="2908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667000" y="2908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990600" y="3517900"/>
            <a:ext cx="2044700" cy="355600"/>
          </a:xfrm>
          <a:prstGeom prst="rect">
            <a:avLst/>
          </a:prstGeom>
          <a:solidFill>
            <a:srgbClr val="C90004"/>
          </a:solidFill>
          <a:ln w="12700">
            <a:solidFill>
              <a:srgbClr val="C9000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90600" y="351790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505200" y="1790700"/>
            <a:ext cx="73279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FA8B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05200" y="2628900"/>
            <a:ext cx="73279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FA8B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505200" y="3467100"/>
            <a:ext cx="73279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9FA8B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229100" y="18923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</a:t>
            </a:r>
            <a:pPr algn="l" indent="0" marL="0">
              <a:buNone/>
            </a:pPr>
            <a:r>
              <a:rPr lang="en-US" sz="800" i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4845050" y="18415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137150" y="18415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02200" y="18669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4902200" y="20574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4902200" y="22479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4229100" y="27305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</a:t>
            </a:r>
            <a:pPr algn="l" indent="0" marL="0">
              <a:buNone/>
            </a:pPr>
            <a:r>
              <a:rPr lang="en-US" sz="800" i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4845050" y="26797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137150" y="26797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902200" y="27051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902200" y="28956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4902200" y="30861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4229100" y="35687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</a:t>
            </a:r>
            <a:pPr algn="l" indent="0" marL="0">
              <a:buNone/>
            </a:pPr>
            <a:r>
              <a:rPr lang="en-US" sz="800" i="1" baseline="-40000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buNone/>
            </a:pPr>
            <a:r>
              <a:rPr lang="en-US" sz="1200" i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4845050" y="35179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37150" y="3517900"/>
            <a:ext cx="0" cy="584200"/>
          </a:xfrm>
          <a:prstGeom prst="line">
            <a:avLst/>
          </a:prstGeom>
          <a:noFill/>
          <a:ln w="25400">
            <a:solidFill>
              <a:srgbClr val="5C9A5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902200" y="35433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4902200" y="37338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4902200" y="39243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5346700" y="2044700"/>
            <a:ext cx="431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5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6629400" y="204470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&gt; 0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8318500" y="2044700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5346700" y="2882900"/>
            <a:ext cx="431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-8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6756400" y="288290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&lt; 0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8496300" y="2882900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II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5334000" y="3721100"/>
            <a:ext cx="431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6502400" y="372110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&gt; 0 , Not &lt; 0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8293100" y="3721100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Class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2026-10-24T04:18:22Z</dcterms:created>
  <dcterms:modified xsi:type="dcterms:W3CDTF">2026-10-24T04:18:22Z</dcterms:modified>
</cp:coreProperties>
</file>