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3600" y="1320800"/>
            <a:ext cx="1651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1412240"/>
            <a:ext cx="1651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6300" y="2222500"/>
            <a:ext cx="16256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32283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6300" y="252095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300" y="41021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1821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6300" y="56515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7315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55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2026-10-24T01:17:33Z</dcterms:created>
  <dcterms:modified xsi:type="dcterms:W3CDTF">2026-10-24T01:17:33Z</dcterms:modified>
</cp:coreProperties>
</file>