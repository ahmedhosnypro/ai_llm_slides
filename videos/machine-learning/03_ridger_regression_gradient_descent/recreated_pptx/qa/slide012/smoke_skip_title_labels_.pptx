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1612900"/>
          <a:ext cx="4673600" cy="17526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740900" y="1219200"/>
            <a:ext cx="1270000" cy="381000"/>
          </a:xfrm>
          <a:prstGeom prst="rect">
            <a:avLst/>
          </a:prstGeom>
          <a:solidFill>
            <a:srgbClr val="0000FF"/>
          </a:solidFill>
          <a:ln/>
        </p:spPr>
      </p:sp>
      <p:sp>
        <p:nvSpPr>
          <p:cNvPr id="10" name="Text 7"/>
          <p:cNvSpPr/>
          <p:nvPr/>
        </p:nvSpPr>
        <p:spPr>
          <a:xfrm>
            <a:off x="9740900" y="1310640"/>
            <a:ext cx="12700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Data</a:t>
            </a:r>
            <a:endParaRPr lang="en-US" sz="13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55800" cy="1574800"/>
        </p:xfrm>
        <a:graphic>
          <a:graphicData uri="http://schemas.openxmlformats.org/drawingml/2006/table">
            <a:tbl>
              <a:tblPr/>
              <a:tblGrid>
                <a:gridCol w="635000"/>
                <a:gridCol w="647700"/>
                <a:gridCol w="673100"/>
              </a:tblGrid>
              <a:tr h="406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C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3365500"/>
          <a:ext cx="4673600" cy="17653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8"/>
          <p:cNvSpPr/>
          <p:nvPr/>
        </p:nvSpPr>
        <p:spPr>
          <a:xfrm>
            <a:off x="8978900" y="3429000"/>
            <a:ext cx="1638300" cy="59690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14" name="Text 9"/>
          <p:cNvSpPr/>
          <p:nvPr/>
        </p:nvSpPr>
        <p:spPr>
          <a:xfrm>
            <a:off x="8978900" y="352933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978900" y="3727450"/>
            <a:ext cx="163830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follows x1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509000" y="3181350"/>
            <a:ext cx="444500" cy="0"/>
          </a:xfrm>
          <a:prstGeom prst="line">
            <a:avLst/>
          </a:prstGeom>
          <a:noFill/>
          <a:ln w="25400">
            <a:solidFill>
              <a:srgbClr val="FF0000"/>
            </a:solidFill>
            <a:prstDash val="solid"/>
            <a:headEnd type="triangle"/>
          </a:ln>
        </p:spPr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78100" y="5130800"/>
          <a:ext cx="46736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20700"/>
                <a:gridCol w="520700"/>
                <a:gridCol w="508000"/>
                <a:gridCol w="520700"/>
                <a:gridCol w="520700"/>
                <a:gridCol w="520700"/>
                <a:gridCol w="533400"/>
              </a:tblGrid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2"/>
          <p:cNvSpPr/>
          <p:nvPr/>
        </p:nvSpPr>
        <p:spPr>
          <a:xfrm>
            <a:off x="7670800" y="4648200"/>
            <a:ext cx="33528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FF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7747000" y="4711700"/>
            <a:ext cx="32004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be the effect of X8 Outlier values on the trained model ???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2026-10-24T01:17:33Z</dcterms:created>
  <dcterms:modified xsi:type="dcterms:W3CDTF">2026-10-24T01:17:33Z</dcterms:modified>
</cp:coreProperties>
</file>