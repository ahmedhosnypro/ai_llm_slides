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40900" y="1219200"/>
            <a:ext cx="1270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3" name="Text 1"/>
          <p:cNvSpPr/>
          <p:nvPr/>
        </p:nvSpPr>
        <p:spPr>
          <a:xfrm>
            <a:off x="9740900" y="1310640"/>
            <a:ext cx="1270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55800" cy="1574800"/>
        </p:xfrm>
        <a:graphic>
          <a:graphicData uri="http://schemas.openxmlformats.org/drawingml/2006/table">
            <a:tbl>
              <a:tblPr/>
              <a:tblGrid>
                <a:gridCol w="635000"/>
                <a:gridCol w="647700"/>
                <a:gridCol w="6731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2026-10-24T01:17:33Z</dcterms:created>
  <dcterms:modified xsi:type="dcterms:W3CDTF">2026-10-24T01:17:33Z</dcterms:modified>
</cp:coreProperties>
</file>