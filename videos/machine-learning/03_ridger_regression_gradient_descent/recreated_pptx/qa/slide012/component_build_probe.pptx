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863600"/>
            <a:ext cx="812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3600" y="1320800"/>
            <a:ext cx="1651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" y="1412240"/>
            <a:ext cx="1651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6300" y="2222500"/>
            <a:ext cx="16256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32283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6300" y="252095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6300" y="41021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41821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6300" y="56515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57315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1612900"/>
          <a:ext cx="4673600" cy="17526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9740900" y="1219200"/>
            <a:ext cx="1270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0" name="Text 17"/>
          <p:cNvSpPr/>
          <p:nvPr/>
        </p:nvSpPr>
        <p:spPr>
          <a:xfrm>
            <a:off x="9740900" y="1310640"/>
            <a:ext cx="1270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55800" cy="1574800"/>
        </p:xfrm>
        <a:graphic>
          <a:graphicData uri="http://schemas.openxmlformats.org/drawingml/2006/table">
            <a:tbl>
              <a:tblPr/>
              <a:tblGrid>
                <a:gridCol w="635000"/>
                <a:gridCol w="647700"/>
                <a:gridCol w="6731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3365500"/>
          <a:ext cx="4673600" cy="17653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8978900" y="3429000"/>
            <a:ext cx="16383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19"/>
          <p:cNvSpPr/>
          <p:nvPr/>
        </p:nvSpPr>
        <p:spPr>
          <a:xfrm>
            <a:off x="8978900" y="352933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978900" y="372745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509000" y="3181350"/>
            <a:ext cx="4445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</a:ln>
        </p:spPr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5130800"/>
          <a:ext cx="46736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670800" y="4648200"/>
            <a:ext cx="335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747000" y="4711700"/>
            <a:ext cx="3200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the effect of X8 Outlier values on the trained model ???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2026-10-24T01:17:28Z</dcterms:created>
  <dcterms:modified xsi:type="dcterms:W3CDTF">2026-10-24T01:17:28Z</dcterms:modified>
</cp:coreProperties>
</file>