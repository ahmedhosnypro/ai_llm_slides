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863600"/>
            <a:ext cx="812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3600" y="1320800"/>
            <a:ext cx="1651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" y="1412240"/>
            <a:ext cx="1651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6300" y="2222500"/>
            <a:ext cx="16256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232283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6300" y="2520950"/>
            <a:ext cx="16256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6300" y="41021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41821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6300" y="5651500"/>
            <a:ext cx="1625600" cy="342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5731510"/>
            <a:ext cx="162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is Outlier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0" name="Text 17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55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3365500"/>
          <a:ext cx="4673600" cy="17653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8978900" y="3429000"/>
            <a:ext cx="16383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8978900" y="352933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978900" y="372745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509000" y="3181350"/>
            <a:ext cx="4445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</a:ln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5130800"/>
          <a:ext cx="46736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2"/>
          <p:cNvSpPr/>
          <p:nvPr/>
        </p:nvSpPr>
        <p:spPr>
          <a:xfrm>
            <a:off x="7670800" y="4648200"/>
            <a:ext cx="335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747000" y="4711700"/>
            <a:ext cx="3200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the effect of X8 Outlier values on the trained model ???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2026-10-24T01:17:32Z</dcterms:created>
  <dcterms:modified xsi:type="dcterms:W3CDTF">2026-10-24T01:17:32Z</dcterms:modified>
</cp:coreProperties>
</file>