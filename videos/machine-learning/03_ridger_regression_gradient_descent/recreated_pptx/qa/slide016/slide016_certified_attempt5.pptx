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60450" y="1174750"/>
            <a:ext cx="9525000" cy="558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B23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44900" y="2235200"/>
            <a:ext cx="2146300" cy="2667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0" name="Shape 8"/>
          <p:cNvSpPr/>
          <p:nvPr/>
        </p:nvSpPr>
        <p:spPr>
          <a:xfrm>
            <a:off x="1397000" y="3765550"/>
            <a:ext cx="2413000" cy="127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1" name="Shape 9"/>
          <p:cNvSpPr/>
          <p:nvPr/>
        </p:nvSpPr>
        <p:spPr>
          <a:xfrm>
            <a:off x="1384300" y="6667500"/>
            <a:ext cx="685800" cy="127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2" name="Text 10"/>
          <p:cNvSpPr/>
          <p:nvPr/>
        </p:nvSpPr>
        <p:spPr>
          <a:xfrm>
            <a:off x="437998" y="559613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L₁ and L₂ Regularization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397000" y="1263609"/>
            <a:ext cx="9144000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Regularizers are based on: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854200" y="1581180"/>
            <a:ext cx="8686800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Penalize large values of W</a:t>
            </a:r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(model parameters)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06500" y="2216140"/>
            <a:ext cx="9334470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This has the effect of better generalization of the model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06500" y="2876520"/>
            <a:ext cx="9334470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Since there is a contradiction between model training (using training dataset) and model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97000" y="3194091"/>
            <a:ext cx="9144000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generalization, the regularization term is added to the objective loss function with 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97000" y="3511570"/>
            <a:ext cx="9144000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customized weigh factor (do regularization to what extent)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06500" y="4171950"/>
            <a:ext cx="9334470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Penalization may be applied on the </a:t>
            </a:r>
            <a:pPr indent="0" marL="0">
              <a:buNone/>
            </a:pPr>
            <a:r>
              <a:rPr lang="en-US" sz="18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Squared Norm of the Weight Vector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854200" y="4489430"/>
            <a:ext cx="8686800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called </a:t>
            </a:r>
            <a:pPr indent="0" marL="0">
              <a:buNone/>
            </a:pPr>
            <a:r>
              <a:rPr lang="en-US" sz="18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L₂ regularization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(also know as </a:t>
            </a:r>
            <a:pPr indent="0" marL="0">
              <a:buNone/>
            </a:pPr>
            <a:r>
              <a:rPr lang="en-US" sz="18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Ridge Regularization )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06500" y="5137191"/>
            <a:ext cx="9334470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Penalization may also be applied on the </a:t>
            </a:r>
            <a:pPr indent="0" marL="0">
              <a:buNone/>
            </a:pPr>
            <a:r>
              <a:rPr lang="en-US" sz="18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 of Absolute values of the Weight Vector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854200" y="5454670"/>
            <a:ext cx="8686800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called </a:t>
            </a:r>
            <a:pPr indent="0" marL="0">
              <a:buNone/>
            </a:pPr>
            <a:r>
              <a:rPr lang="en-US" sz="18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L₁ regularization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06500" y="6102340"/>
            <a:ext cx="9334470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Regularization is particularly important for Small number of samples </a:t>
            </a:r>
            <a:pPr indent="0" marL="0">
              <a:buNone/>
            </a:pPr>
            <a:r>
              <a:rPr lang="en-US" sz="18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(N)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Large vector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97000" y="6394491"/>
            <a:ext cx="9144000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 </a:t>
            </a:r>
            <a:pPr indent="0" marL="0">
              <a:buNone/>
            </a:pPr>
            <a:r>
              <a:rPr lang="en-US" sz="18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(d)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2026-10-24T05:32:39Z</dcterms:created>
  <dcterms:modified xsi:type="dcterms:W3CDTF">2026-10-24T05:32:39Z</dcterms:modified>
</cp:coreProperties>
</file>