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838200"/>
            <a:ext cx="4648200" cy="1181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914400"/>
            <a:ext cx="444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99100" y="1016000"/>
            <a:ext cx="586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z₁=(30, 15), y=60;  z₂=(40, 20), y=80;  z₃=(50, 25), y=100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16200" y="3454400"/>
            <a:ext cx="8559800" cy="3937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16200" y="4813300"/>
            <a:ext cx="8559800" cy="3937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13" name="Shape 11"/>
          <p:cNvSpPr/>
          <p:nvPr/>
        </p:nvSpPr>
        <p:spPr>
          <a:xfrm>
            <a:off x="2616200" y="6184900"/>
            <a:ext cx="8559800" cy="3556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" y="3454400"/>
            <a:ext cx="508000" cy="2159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813300"/>
            <a:ext cx="508000" cy="2159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6184900"/>
            <a:ext cx="508000" cy="177800"/>
          </a:xfrm>
          <a:prstGeom prst="rect">
            <a:avLst/>
          </a:prstGeom>
          <a:solidFill>
            <a:srgbClr val="FFFF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53800" y="2133600"/>
            <a:ext cx="0" cy="45466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800" y="2159000"/>
            <a:ext cx="10541000" cy="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800" y="6654800"/>
            <a:ext cx="7327900" cy="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40700" y="6654800"/>
            <a:ext cx="321310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9225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748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510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33600"/>
            <a:ext cx="0" cy="4546600"/>
          </a:xfrm>
          <a:prstGeom prst="line">
            <a:avLst/>
          </a:prstGeom>
          <a:noFill/>
          <a:ln w="12700">
            <a:solidFill>
              <a:srgbClr val="2018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9850" y="2578100"/>
            <a:ext cx="0" cy="1117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8200" y="2578100"/>
            <a:ext cx="0" cy="1117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4800" y="2578100"/>
            <a:ext cx="0" cy="11176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9850" y="3937000"/>
            <a:ext cx="0" cy="8763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8200" y="3937000"/>
            <a:ext cx="0" cy="8763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94800" y="3937000"/>
            <a:ext cx="0" cy="8763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9850" y="5283200"/>
            <a:ext cx="0" cy="12319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18200" y="5283200"/>
            <a:ext cx="0" cy="12319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94800" y="5283200"/>
            <a:ext cx="0" cy="12319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0450" y="2133600"/>
            <a:ext cx="0" cy="13081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53000" y="2133600"/>
            <a:ext cx="0" cy="13081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2450" y="2133600"/>
            <a:ext cx="0" cy="13081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0450" y="3848100"/>
            <a:ext cx="0" cy="9525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53000" y="3848100"/>
            <a:ext cx="0" cy="9525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72450" y="3848100"/>
            <a:ext cx="0" cy="9525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0450" y="5207000"/>
            <a:ext cx="0" cy="9652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3000" y="5207000"/>
            <a:ext cx="0" cy="965200"/>
          </a:xfrm>
          <a:prstGeom prst="line">
            <a:avLst/>
          </a:prstGeom>
          <a:noFill/>
          <a:ln w="12700">
            <a:solidFill>
              <a:srgbClr val="8B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72450" y="5207000"/>
            <a:ext cx="0" cy="9652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3600" y="2298700"/>
            <a:ext cx="71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Xₛ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3600" y="2578100"/>
            <a:ext cx="71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11, 3, 22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3600" y="4127500"/>
            <a:ext cx="71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30, 3, 22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3600" y="5435600"/>
            <a:ext cx="71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60, 3, 22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74800" y="2298700"/>
            <a:ext cx="325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Regularizer with </a:t>
            </a:r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 if λ=0)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574800" y="26035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W=(2, 0)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162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y=60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3528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y=80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894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y=100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574800" y="39370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W=(2.7, 0.67)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||W||²=8.11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6162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y=32.4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528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y=42.3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894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y=52.3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574800" y="53340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W=(4, 0.29)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||W||²=16.7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6162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y=24.4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3528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y=31.2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0894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76800" y="2298700"/>
            <a:ext cx="325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Regularizer with </a:t>
            </a:r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876800" y="26035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W=(0.1, 1.95)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||W||²=3.8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9182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y=59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548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y=78.7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914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y=98.4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76800" y="39370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W=(1.2, 0.72)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||W||²=2.45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182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y=34.1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6548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y=45.1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3914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y=56.1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76800" y="53340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W=(1.77, 0.32)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||W||²=4.2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182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y=26.2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6548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y=34.4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3914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y=42.5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178800" y="2298700"/>
            <a:ext cx="325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Regularizer with </a:t>
            </a:r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λ=10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178800" y="26035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W=(0.13, 1.87)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||W||²=3.5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2202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y=57.4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9568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y=76.5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693400" y="2921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y=95.6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178800" y="39370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W=(0.54, 0.73)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||W||²=1.48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92202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y=34.6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99568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y=46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693400" y="4254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y=57.4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178800" y="5334000"/>
            <a:ext cx="104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W=(0.82, 0.33)</a:t>
            </a:r>
            <a:endParaRPr lang="en-US" sz="90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||W||²=1.92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2202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Test1: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x₁=30,x₂=15,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y=26.8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9568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Test2: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x₁=40,x₂=20,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y=35.4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693400" y="56515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Test3: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x₁=50,x₂=25,</a:t>
            </a:r>
            <a:endParaRPr lang="en-US" sz="800" dirty="0"/>
          </a:p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y=44.1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826000" y="40640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8128000" y="4064000"/>
            <a:ext cx="25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2026-10-24T04:19:41Z</dcterms:created>
  <dcterms:modified xsi:type="dcterms:W3CDTF">2026-10-24T04:19:41Z</dcterms:modified>
</cp:coreProperties>
</file>