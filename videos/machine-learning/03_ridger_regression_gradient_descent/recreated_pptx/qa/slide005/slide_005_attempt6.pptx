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57400" y="8763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Minimization of Loss function to obtain 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000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BEST</a:t>
            </a:r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model parameters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295400"/>
            <a:ext cx="10426700" cy="2235200"/>
          </a:xfrm>
          <a:prstGeom prst="rect">
            <a:avLst/>
          </a:prstGeom>
          <a:solidFill>
            <a:srgbClr val="FBFFE5"/>
          </a:solidFill>
          <a:ln w="12700">
            <a:solidFill>
              <a:srgbClr val="BCBEB8"/>
            </a:solidFill>
            <a:prstDash val="solid"/>
          </a:ln>
        </p:spPr>
      </p:sp>
      <p:pic>
        <p:nvPicPr>
          <p:cNvPr id="10" name="Image 0" descr="/workspaces/codespaces-blank/ai_llm_slides/videos/machine-learning/03_ridger_regression_gradient_descent/recreated_pptx/build/assets/eq_005_los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149" y="1360604"/>
            <a:ext cx="5713800" cy="568093"/>
          </a:xfrm>
          <a:prstGeom prst="rect">
            <a:avLst/>
          </a:prstGeom>
        </p:spPr>
      </p:pic>
      <p:pic>
        <p:nvPicPr>
          <p:cNvPr id="11" name="Image 1" descr="/workspaces/codespaces-blank/ai_llm_slides/videos/machine-learning/03_ridger_regression_gradient_descent/recreated_pptx/build/assets/eq_005_los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460" y="2176068"/>
            <a:ext cx="6805984" cy="562764"/>
          </a:xfrm>
          <a:prstGeom prst="rect">
            <a:avLst/>
          </a:prstGeom>
        </p:spPr>
      </p:pic>
      <p:pic>
        <p:nvPicPr>
          <p:cNvPr id="12" name="Image 2" descr="/workspaces/codespaces-blank/ai_llm_slides/videos/machine-learning/03_ridger_regression_gradient_descent/recreated_pptx/build/assets/eq_005_los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089" y="2899625"/>
            <a:ext cx="5434525" cy="56345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85200" y="1701800"/>
            <a:ext cx="2628900" cy="1333500"/>
          </a:xfrm>
          <a:prstGeom prst="rect">
            <a:avLst/>
          </a:prstGeom>
          <a:solidFill>
            <a:srgbClr val="DAEBFA"/>
          </a:solidFill>
          <a:ln w="12700">
            <a:solidFill>
              <a:srgbClr val="9BAAB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48700" y="17526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48700" y="2006600"/>
            <a:ext cx="292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 is a matrix, W is a vector,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648700" y="22733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XW is a vector</a:t>
            </a:r>
            <a:endParaRPr lang="en-US" sz="1400" dirty="0"/>
          </a:p>
        </p:txBody>
      </p:sp>
      <p:pic>
        <p:nvPicPr>
          <p:cNvPr id="17" name="Image 3" descr="/workspaces/codespaces-blank/ai_llm_slides/videos/machine-learning/03_ridger_regression_gradient_descent/recreated_pptx/build/assets/eq_005_remember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775" y="2680400"/>
            <a:ext cx="2385947" cy="32880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27100" y="3657600"/>
            <a:ext cx="5511800" cy="711200"/>
          </a:xfrm>
          <a:prstGeom prst="rect">
            <a:avLst/>
          </a:prstGeom>
          <a:solidFill>
            <a:srgbClr val="F8CFD3"/>
          </a:solidFill>
          <a:ln w="12700">
            <a:solidFill>
              <a:srgbClr val="7D1B28"/>
            </a:solidFill>
            <a:prstDash val="solid"/>
          </a:ln>
        </p:spPr>
      </p:sp>
      <p:pic>
        <p:nvPicPr>
          <p:cNvPr id="19" name="Image 4" descr="/workspaces/codespaces-blank/ai_llm_slides/videos/machine-learning/03_ridger_regression_gradient_descent/recreated_pptx/build/assets/eq_005_pinkfra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" y="3707162"/>
            <a:ext cx="1130303" cy="61207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89200" y="3848100"/>
            <a:ext cx="444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Best W that minimizes the loss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914400" y="4546600"/>
            <a:ext cx="10426700" cy="2095500"/>
          </a:xfrm>
          <a:prstGeom prst="rect">
            <a:avLst/>
          </a:prstGeom>
          <a:solidFill>
            <a:srgbClr val="FBFFE5"/>
          </a:solidFill>
          <a:ln w="12700">
            <a:solidFill>
              <a:srgbClr val="BCBEB8"/>
            </a:solidFill>
            <a:prstDash val="solid"/>
          </a:ln>
        </p:spPr>
      </p:sp>
      <p:pic>
        <p:nvPicPr>
          <p:cNvPr id="22" name="Image 5" descr="/workspaces/codespaces-blank/ai_llm_slides/videos/machine-learning/03_ridger_regression_gradient_descent/recreated_pptx/build/assets/eq_005_deriv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346" y="4740767"/>
            <a:ext cx="6336309" cy="576866"/>
          </a:xfrm>
          <a:prstGeom prst="rect">
            <a:avLst/>
          </a:prstGeom>
        </p:spPr>
      </p:pic>
      <p:pic>
        <p:nvPicPr>
          <p:cNvPr id="23" name="Image 6" descr="/workspaces/codespaces-blank/ai_llm_slides/videos/machine-learning/03_ridger_regression_gradient_descent/recreated_pptx/build/assets/eq_005_deriv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651" y="5820267"/>
            <a:ext cx="6920502" cy="57686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331200" y="4724400"/>
            <a:ext cx="2755900" cy="647700"/>
          </a:xfrm>
          <a:prstGeom prst="rect">
            <a:avLst/>
          </a:prstGeom>
          <a:solidFill>
            <a:srgbClr val="DAEBFA"/>
          </a:solidFill>
          <a:ln w="12700">
            <a:solidFill>
              <a:srgbClr val="9BAAB0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8394700" y="4775200"/>
            <a:ext cx="165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Remember</a:t>
            </a:r>
            <a:endParaRPr lang="en-US" sz="1200" dirty="0"/>
          </a:p>
        </p:txBody>
      </p:sp>
      <p:pic>
        <p:nvPicPr>
          <p:cNvPr id="26" name="Image 7" descr="/workspaces/codespaces-blank/ai_llm_slides/videos/machine-learning/03_ridger_regression_gradient_descent/recreated_pptx/build/assets/eq_005_remember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3782" y="4991806"/>
            <a:ext cx="2678036" cy="366889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8737600" y="5892800"/>
            <a:ext cx="2438400" cy="444500"/>
          </a:xfrm>
          <a:prstGeom prst="rect">
            <a:avLst/>
          </a:prstGeom>
          <a:solidFill>
            <a:srgbClr val="CEFFE3"/>
          </a:solidFill>
          <a:ln w="12700">
            <a:solidFill>
              <a:srgbClr val="2F8F3F"/>
            </a:solidFill>
            <a:prstDash val="solid"/>
          </a:ln>
        </p:spPr>
      </p:sp>
      <p:pic>
        <p:nvPicPr>
          <p:cNvPr id="28" name="Image 8" descr="/workspaces/codespaces-blank/ai_llm_slides/videos/machine-learning/03_ridger_regression_gradient_descent/recreated_pptx/build/assets/eq_005_final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4572" y="5875760"/>
            <a:ext cx="2437157" cy="4658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2026-10-24T02:01:45Z</dcterms:created>
  <dcterms:modified xsi:type="dcterms:W3CDTF">2026-10-24T02:01:45Z</dcterms:modified>
</cp:coreProperties>
</file>