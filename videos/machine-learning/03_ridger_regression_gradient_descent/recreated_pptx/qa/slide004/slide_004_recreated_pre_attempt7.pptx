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8636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16000" y="1257300"/>
            <a:ext cx="40005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0" name="Image 0" descr="/workspaces/codespaces-blank/ai_llm_slides/videos/machine-learning/03_ridger_regression_gradient_descent/recreated_pptx/build/assets/eq_004_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826" y="1321816"/>
            <a:ext cx="1740771" cy="6528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6800" y="19304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6800" y="22606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 Samples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22900" y="1257300"/>
            <a:ext cx="40386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Image 1" descr="/workspaces/codespaces-blank/ai_llm_slides/videos/machine-learning/03_ridger_regression_gradient_descent/recreated_pptx/build/assets/eq_004_Yhatv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322" y="1308354"/>
            <a:ext cx="1634947" cy="7918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73700" y="2032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Labels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73700" y="23368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Ŷ=XW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956800" y="1270000"/>
            <a:ext cx="1231900" cy="673100"/>
          </a:xfrm>
          <a:prstGeom prst="rect">
            <a:avLst/>
          </a:prstGeom>
          <a:solidFill>
            <a:srgbClr val="DBE9FC"/>
          </a:solidFill>
          <a:ln/>
        </p:spPr>
      </p:sp>
      <p:sp>
        <p:nvSpPr>
          <p:cNvPr id="18" name="Text 14"/>
          <p:cNvSpPr/>
          <p:nvPr/>
        </p:nvSpPr>
        <p:spPr>
          <a:xfrm>
            <a:off x="9994900" y="12954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pic>
        <p:nvPicPr>
          <p:cNvPr id="19" name="Image 2" descr="/workspaces/codespaces-blank/ai_llm_slides/videos/machine-learning/03_ridger_regression_gradient_descent/recreated_pptx/build/assets/eq_004_n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584" y="1610106"/>
            <a:ext cx="1038758" cy="25054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90600" y="3073400"/>
            <a:ext cx="28448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66800" y="3073400"/>
            <a:ext cx="2692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is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225800" y="3594100"/>
            <a:ext cx="2159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0600" y="3886200"/>
            <a:ext cx="51816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66800" y="3886200"/>
            <a:ext cx="5029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Ŷ≠Y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There is an </a:t>
            </a:r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(Loss)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273800" y="2946400"/>
            <a:ext cx="4953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50000" y="31496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 = XW</a:t>
            </a:r>
            <a:pPr algn="l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Predicted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350000" y="3619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X_{N×(d+1)} is a matrix ⇒ Given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0000" y="4000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Y_{N×1} is labels vector ⇒ Given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350000" y="4381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is Model Parameter ⇒ Required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52500" y="4914900"/>
            <a:ext cx="7429500" cy="774700"/>
          </a:xfrm>
          <a:prstGeom prst="rect">
            <a:avLst/>
          </a:prstGeom>
          <a:solidFill>
            <a:srgbClr val="FAEBD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41400" y="4914900"/>
            <a:ext cx="72517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990600" y="5892800"/>
            <a:ext cx="5181600" cy="7366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33" name="Image 3" descr="/workspaces/codespaces-blank/ai_llm_slides/videos/machine-learning/03_ridger_regression_gradient_descent/recreated_pptx/build/assets/eq_004_formu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58" y="6120384"/>
            <a:ext cx="3366821" cy="307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2026-10-24T01:52:20Z</dcterms:created>
  <dcterms:modified xsi:type="dcterms:W3CDTF">2026-10-24T01:52:20Z</dcterms:modified>
</cp:coreProperties>
</file>