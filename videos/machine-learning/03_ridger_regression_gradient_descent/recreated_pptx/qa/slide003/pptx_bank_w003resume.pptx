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1400" y="812800"/>
            <a:ext cx="955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pPr algn="ctr" indent="0" marL="0">
              <a:buNone/>
            </a:pPr>
            <a:r>
              <a:rPr lang="en-US" sz="2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Notation for Linear Regression and Classification (N- Samples)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16000" y="21971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Training Samples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1700" y="1358900"/>
            <a:ext cx="41275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27450" y="1790700"/>
            <a:ext cx="546100" cy="19685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92650" y="1790700"/>
            <a:ext cx="609600" cy="1968500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08750" y="1790700"/>
            <a:ext cx="571500" cy="1968500"/>
          </a:xfrm>
          <a:prstGeom prst="rect">
            <a:avLst/>
          </a:prstGeom>
          <a:solidFill>
            <a:srgbClr val="FFC0CB"/>
          </a:solidFill>
          <a:ln/>
        </p:spPr>
      </p:sp>
      <p:sp>
        <p:nvSpPr>
          <p:cNvPr id="14" name="Text 12"/>
          <p:cNvSpPr/>
          <p:nvPr/>
        </p:nvSpPr>
        <p:spPr>
          <a:xfrm>
            <a:off x="3746500" y="14859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300" b="1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43450" y="14859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300" b="1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40500" y="14859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300" b="1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27450" y="2006600"/>
            <a:ext cx="546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000"/>
              </a:lnSpc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000"/>
              </a:lnSpc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000"/>
              </a:lnSpc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92650" y="20066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000"/>
              </a:lnSpc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000"/>
              </a:lnSpc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000"/>
              </a:lnSpc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08750" y="2006600"/>
            <a:ext cx="57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000"/>
              </a:lnSpc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000"/>
              </a:lnSpc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000"/>
              </a:lnSpc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54400" y="3778250"/>
            <a:ext cx="41021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6500" y="35052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3450" y="35052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40500" y="35052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35600" y="1485900"/>
            <a:ext cx="60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34000" y="1790700"/>
            <a:ext cx="25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867400" y="1790700"/>
            <a:ext cx="25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5657850" y="1930400"/>
            <a:ext cx="38100" cy="3810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57850" y="2171700"/>
            <a:ext cx="38100" cy="3810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57850" y="2413000"/>
            <a:ext cx="38100" cy="3810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57850" y="2654300"/>
            <a:ext cx="38100" cy="3810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57850" y="2895600"/>
            <a:ext cx="38100" cy="3810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57850" y="3136900"/>
            <a:ext cx="38100" cy="3810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57850" y="3378200"/>
            <a:ext cx="38100" cy="3810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2300" y="1943100"/>
            <a:ext cx="2857500" cy="863600"/>
          </a:xfrm>
          <a:prstGeom prst="rect">
            <a:avLst/>
          </a:prstGeom>
          <a:solidFill>
            <a:srgbClr val="CCFFFF">
              <a:alpha val="60000"/>
            </a:srgbClr>
          </a:solidFill>
          <a:ln w="19050">
            <a:solidFill>
              <a:srgbClr val="000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1200" y="19939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851900" y="23368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8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800" i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8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8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00" i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8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69300" y="3403600"/>
            <a:ext cx="24257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5B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45500" y="3429000"/>
            <a:ext cx="2273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General: </a:t>
            </a:r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&gt;&gt;&gt; </a:t>
            </a:r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03300" y="4102100"/>
            <a:ext cx="57658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1400" y="4241800"/>
            <a:ext cx="114300" cy="1778000"/>
          </a:xfrm>
          <a:prstGeom prst="leftBracke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97000" y="4241800"/>
            <a:ext cx="114300" cy="1778000"/>
          </a:xfrm>
          <a:prstGeom prst="rightBracke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6800" y="4292600"/>
            <a:ext cx="43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6800" y="4749800"/>
            <a:ext cx="43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66800" y="5207000"/>
            <a:ext cx="43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6800" y="5664200"/>
            <a:ext cx="43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2200" y="60198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600200" y="487680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1905000" y="4673600"/>
            <a:ext cx="3581400" cy="2794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49" name="Text 47"/>
          <p:cNvSpPr/>
          <p:nvPr/>
        </p:nvSpPr>
        <p:spPr>
          <a:xfrm>
            <a:off x="19558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3114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8702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4290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9878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905000" y="5041900"/>
            <a:ext cx="3581400" cy="330200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19558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3114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8702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4290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9878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9558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3114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8702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290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9878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905000" y="5791200"/>
            <a:ext cx="3581400" cy="279400"/>
          </a:xfrm>
          <a:prstGeom prst="rect">
            <a:avLst/>
          </a:prstGeom>
          <a:solidFill>
            <a:srgbClr val="FFC0CB"/>
          </a:solidFill>
          <a:ln/>
        </p:spPr>
      </p:sp>
      <p:sp>
        <p:nvSpPr>
          <p:cNvPr id="66" name="Text 64"/>
          <p:cNvSpPr/>
          <p:nvPr/>
        </p:nvSpPr>
        <p:spPr>
          <a:xfrm>
            <a:off x="19558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3114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8702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4290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9878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11800" y="4597400"/>
            <a:ext cx="114300" cy="1549400"/>
          </a:xfrm>
          <a:prstGeom prst="rightBracket">
            <a:avLst/>
          </a:prstGeom>
          <a:ln w="12700">
            <a:solidFill>
              <a:srgbClr val="80808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13000" y="6019800"/>
            <a:ext cx="139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d+1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816600" y="4191000"/>
            <a:ext cx="114300" cy="1879600"/>
          </a:xfrm>
          <a:prstGeom prst="leftBracke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27800" y="4191000"/>
            <a:ext cx="114300" cy="1879600"/>
          </a:xfrm>
          <a:prstGeom prst="rightBracke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67400" y="4241800"/>
            <a:ext cx="711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5867400" y="4622800"/>
            <a:ext cx="711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867400" y="5003800"/>
            <a:ext cx="711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867400" y="5384800"/>
            <a:ext cx="711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867400" y="5765800"/>
            <a:ext cx="711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740400" y="617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 × 1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832600" y="4978400"/>
            <a:ext cx="4318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7264400" y="4102100"/>
            <a:ext cx="2286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54900" y="42926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416800" y="4673600"/>
            <a:ext cx="198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</a:t>
            </a:r>
            <a:pPr algn="l" indent="0" marL="0">
              <a:buNone/>
            </a:pPr>
            <a:r>
              <a:rPr lang="en-US" sz="13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N×d+1</a:t>
            </a:r>
            <a:pPr algn="l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matrix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7416800" y="5308600"/>
            <a:ext cx="198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N×1</a:t>
            </a:r>
            <a:pPr algn="l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labels vector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2026-10-24T05:20:26Z</dcterms:created>
  <dcterms:modified xsi:type="dcterms:W3CDTF">2026-10-24T05:20:26Z</dcterms:modified>
</cp:coreProperties>
</file>