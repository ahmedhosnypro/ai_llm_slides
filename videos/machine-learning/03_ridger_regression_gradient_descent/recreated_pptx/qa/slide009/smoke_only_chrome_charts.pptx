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19200" y="1409700"/>
            <a:ext cx="4686300" cy="45847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1308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" name="Shape 8"/>
          <p:cNvSpPr/>
          <p:nvPr/>
        </p:nvSpPr>
        <p:spPr>
          <a:xfrm>
            <a:off x="1600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1" name="Shape 9"/>
          <p:cNvSpPr/>
          <p:nvPr/>
        </p:nvSpPr>
        <p:spPr>
          <a:xfrm>
            <a:off x="1892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2" name="Shape 10"/>
          <p:cNvSpPr/>
          <p:nvPr/>
        </p:nvSpPr>
        <p:spPr>
          <a:xfrm>
            <a:off x="2184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3" name="Shape 11"/>
          <p:cNvSpPr/>
          <p:nvPr/>
        </p:nvSpPr>
        <p:spPr>
          <a:xfrm>
            <a:off x="2476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4" name="Shape 12"/>
          <p:cNvSpPr/>
          <p:nvPr/>
        </p:nvSpPr>
        <p:spPr>
          <a:xfrm>
            <a:off x="2768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5" name="Shape 13"/>
          <p:cNvSpPr/>
          <p:nvPr/>
        </p:nvSpPr>
        <p:spPr>
          <a:xfrm>
            <a:off x="30607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6" name="Shape 14"/>
          <p:cNvSpPr/>
          <p:nvPr/>
        </p:nvSpPr>
        <p:spPr>
          <a:xfrm>
            <a:off x="33528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7" name="Shape 15"/>
          <p:cNvSpPr/>
          <p:nvPr/>
        </p:nvSpPr>
        <p:spPr>
          <a:xfrm>
            <a:off x="3644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8" name="Shape 16"/>
          <p:cNvSpPr/>
          <p:nvPr/>
        </p:nvSpPr>
        <p:spPr>
          <a:xfrm>
            <a:off x="3937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9" name="Shape 17"/>
          <p:cNvSpPr/>
          <p:nvPr/>
        </p:nvSpPr>
        <p:spPr>
          <a:xfrm>
            <a:off x="4229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21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1" name="Shape 19"/>
          <p:cNvSpPr/>
          <p:nvPr/>
        </p:nvSpPr>
        <p:spPr>
          <a:xfrm>
            <a:off x="4813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2" name="Shape 20"/>
          <p:cNvSpPr/>
          <p:nvPr/>
        </p:nvSpPr>
        <p:spPr>
          <a:xfrm>
            <a:off x="5105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3" name="Shape 21"/>
          <p:cNvSpPr/>
          <p:nvPr/>
        </p:nvSpPr>
        <p:spPr>
          <a:xfrm>
            <a:off x="5397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4" name="Shape 22"/>
          <p:cNvSpPr/>
          <p:nvPr/>
        </p:nvSpPr>
        <p:spPr>
          <a:xfrm>
            <a:off x="5689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5" name="Shape 23"/>
          <p:cNvSpPr/>
          <p:nvPr/>
        </p:nvSpPr>
        <p:spPr>
          <a:xfrm>
            <a:off x="1314450" y="15240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6" name="Shape 24"/>
          <p:cNvSpPr/>
          <p:nvPr/>
        </p:nvSpPr>
        <p:spPr>
          <a:xfrm>
            <a:off x="1314450" y="18084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7" name="Shape 25"/>
          <p:cNvSpPr/>
          <p:nvPr/>
        </p:nvSpPr>
        <p:spPr>
          <a:xfrm>
            <a:off x="1314450" y="20929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8" name="Shape 26"/>
          <p:cNvSpPr/>
          <p:nvPr/>
        </p:nvSpPr>
        <p:spPr>
          <a:xfrm>
            <a:off x="1314450" y="23774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9" name="Shape 27"/>
          <p:cNvSpPr/>
          <p:nvPr/>
        </p:nvSpPr>
        <p:spPr>
          <a:xfrm>
            <a:off x="1314450" y="26619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0" name="Shape 28"/>
          <p:cNvSpPr/>
          <p:nvPr/>
        </p:nvSpPr>
        <p:spPr>
          <a:xfrm>
            <a:off x="1314450" y="29464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1" name="Shape 29"/>
          <p:cNvSpPr/>
          <p:nvPr/>
        </p:nvSpPr>
        <p:spPr>
          <a:xfrm>
            <a:off x="1314450" y="32308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2" name="Shape 30"/>
          <p:cNvSpPr/>
          <p:nvPr/>
        </p:nvSpPr>
        <p:spPr>
          <a:xfrm>
            <a:off x="1314450" y="35153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3" name="Shape 31"/>
          <p:cNvSpPr/>
          <p:nvPr/>
        </p:nvSpPr>
        <p:spPr>
          <a:xfrm>
            <a:off x="1314450" y="37998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4" name="Shape 32"/>
          <p:cNvSpPr/>
          <p:nvPr/>
        </p:nvSpPr>
        <p:spPr>
          <a:xfrm>
            <a:off x="1314450" y="40843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5" name="Shape 33"/>
          <p:cNvSpPr/>
          <p:nvPr/>
        </p:nvSpPr>
        <p:spPr>
          <a:xfrm>
            <a:off x="1314450" y="43688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6" name="Shape 34"/>
          <p:cNvSpPr/>
          <p:nvPr/>
        </p:nvSpPr>
        <p:spPr>
          <a:xfrm>
            <a:off x="1314450" y="46532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7" name="Shape 35"/>
          <p:cNvSpPr/>
          <p:nvPr/>
        </p:nvSpPr>
        <p:spPr>
          <a:xfrm>
            <a:off x="1314450" y="49377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8" name="Shape 36"/>
          <p:cNvSpPr/>
          <p:nvPr/>
        </p:nvSpPr>
        <p:spPr>
          <a:xfrm>
            <a:off x="1314450" y="52222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9" name="Shape 37"/>
          <p:cNvSpPr/>
          <p:nvPr/>
        </p:nvSpPr>
        <p:spPr>
          <a:xfrm>
            <a:off x="1314450" y="55067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0" name="Shape 38"/>
          <p:cNvSpPr/>
          <p:nvPr/>
        </p:nvSpPr>
        <p:spPr>
          <a:xfrm>
            <a:off x="1314450" y="57912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1" name="Shape 39"/>
          <p:cNvSpPr/>
          <p:nvPr/>
        </p:nvSpPr>
        <p:spPr>
          <a:xfrm>
            <a:off x="1206500" y="1397000"/>
            <a:ext cx="4699000" cy="4597400"/>
          </a:xfrm>
          <a:prstGeom prst="rect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91250" y="1409700"/>
            <a:ext cx="4851400" cy="45847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3" name="Shape 41"/>
          <p:cNvSpPr/>
          <p:nvPr/>
        </p:nvSpPr>
        <p:spPr>
          <a:xfrm>
            <a:off x="6565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4" name="Shape 42"/>
          <p:cNvSpPr/>
          <p:nvPr/>
        </p:nvSpPr>
        <p:spPr>
          <a:xfrm>
            <a:off x="6858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5" name="Shape 43"/>
          <p:cNvSpPr/>
          <p:nvPr/>
        </p:nvSpPr>
        <p:spPr>
          <a:xfrm>
            <a:off x="7150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6" name="Shape 44"/>
          <p:cNvSpPr/>
          <p:nvPr/>
        </p:nvSpPr>
        <p:spPr>
          <a:xfrm>
            <a:off x="7442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7" name="Shape 45"/>
          <p:cNvSpPr/>
          <p:nvPr/>
        </p:nvSpPr>
        <p:spPr>
          <a:xfrm>
            <a:off x="7734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8" name="Shape 46"/>
          <p:cNvSpPr/>
          <p:nvPr/>
        </p:nvSpPr>
        <p:spPr>
          <a:xfrm>
            <a:off x="8026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9" name="Shape 47"/>
          <p:cNvSpPr/>
          <p:nvPr/>
        </p:nvSpPr>
        <p:spPr>
          <a:xfrm>
            <a:off x="8318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0" name="Shape 48"/>
          <p:cNvSpPr/>
          <p:nvPr/>
        </p:nvSpPr>
        <p:spPr>
          <a:xfrm>
            <a:off x="8610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1" name="Shape 49"/>
          <p:cNvSpPr/>
          <p:nvPr/>
        </p:nvSpPr>
        <p:spPr>
          <a:xfrm>
            <a:off x="89027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2" name="Shape 50"/>
          <p:cNvSpPr/>
          <p:nvPr/>
        </p:nvSpPr>
        <p:spPr>
          <a:xfrm>
            <a:off x="91948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3" name="Shape 51"/>
          <p:cNvSpPr/>
          <p:nvPr/>
        </p:nvSpPr>
        <p:spPr>
          <a:xfrm>
            <a:off x="9486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4" name="Shape 52"/>
          <p:cNvSpPr/>
          <p:nvPr/>
        </p:nvSpPr>
        <p:spPr>
          <a:xfrm>
            <a:off x="9779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5" name="Shape 53"/>
          <p:cNvSpPr/>
          <p:nvPr/>
        </p:nvSpPr>
        <p:spPr>
          <a:xfrm>
            <a:off x="10071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6" name="Shape 54"/>
          <p:cNvSpPr/>
          <p:nvPr/>
        </p:nvSpPr>
        <p:spPr>
          <a:xfrm>
            <a:off x="10363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7" name="Shape 55"/>
          <p:cNvSpPr/>
          <p:nvPr/>
        </p:nvSpPr>
        <p:spPr>
          <a:xfrm>
            <a:off x="10655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8" name="Shape 56"/>
          <p:cNvSpPr/>
          <p:nvPr/>
        </p:nvSpPr>
        <p:spPr>
          <a:xfrm>
            <a:off x="10947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9" name="Shape 57"/>
          <p:cNvSpPr/>
          <p:nvPr/>
        </p:nvSpPr>
        <p:spPr>
          <a:xfrm>
            <a:off x="6572250" y="15240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0" name="Shape 58"/>
          <p:cNvSpPr/>
          <p:nvPr/>
        </p:nvSpPr>
        <p:spPr>
          <a:xfrm>
            <a:off x="6572250" y="18084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1" name="Shape 59"/>
          <p:cNvSpPr/>
          <p:nvPr/>
        </p:nvSpPr>
        <p:spPr>
          <a:xfrm>
            <a:off x="6572250" y="20929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2" name="Shape 60"/>
          <p:cNvSpPr/>
          <p:nvPr/>
        </p:nvSpPr>
        <p:spPr>
          <a:xfrm>
            <a:off x="6572250" y="23774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3" name="Shape 61"/>
          <p:cNvSpPr/>
          <p:nvPr/>
        </p:nvSpPr>
        <p:spPr>
          <a:xfrm>
            <a:off x="6572250" y="26619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4" name="Shape 62"/>
          <p:cNvSpPr/>
          <p:nvPr/>
        </p:nvSpPr>
        <p:spPr>
          <a:xfrm>
            <a:off x="6572250" y="29464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5" name="Shape 63"/>
          <p:cNvSpPr/>
          <p:nvPr/>
        </p:nvSpPr>
        <p:spPr>
          <a:xfrm>
            <a:off x="6572250" y="32308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6" name="Shape 64"/>
          <p:cNvSpPr/>
          <p:nvPr/>
        </p:nvSpPr>
        <p:spPr>
          <a:xfrm>
            <a:off x="6572250" y="35153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7" name="Shape 65"/>
          <p:cNvSpPr/>
          <p:nvPr/>
        </p:nvSpPr>
        <p:spPr>
          <a:xfrm>
            <a:off x="6572250" y="37998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8" name="Shape 66"/>
          <p:cNvSpPr/>
          <p:nvPr/>
        </p:nvSpPr>
        <p:spPr>
          <a:xfrm>
            <a:off x="6572250" y="40843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9" name="Shape 67"/>
          <p:cNvSpPr/>
          <p:nvPr/>
        </p:nvSpPr>
        <p:spPr>
          <a:xfrm>
            <a:off x="6572250" y="43688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0" name="Shape 68"/>
          <p:cNvSpPr/>
          <p:nvPr/>
        </p:nvSpPr>
        <p:spPr>
          <a:xfrm>
            <a:off x="6572250" y="46532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1" name="Shape 69"/>
          <p:cNvSpPr/>
          <p:nvPr/>
        </p:nvSpPr>
        <p:spPr>
          <a:xfrm>
            <a:off x="6572250" y="49377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2" name="Shape 70"/>
          <p:cNvSpPr/>
          <p:nvPr/>
        </p:nvSpPr>
        <p:spPr>
          <a:xfrm>
            <a:off x="6572250" y="52222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3" name="Shape 71"/>
          <p:cNvSpPr/>
          <p:nvPr/>
        </p:nvSpPr>
        <p:spPr>
          <a:xfrm>
            <a:off x="6572250" y="55067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4" name="Shape 72"/>
          <p:cNvSpPr/>
          <p:nvPr/>
        </p:nvSpPr>
        <p:spPr>
          <a:xfrm>
            <a:off x="6572250" y="57912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5" name="Shape 73"/>
          <p:cNvSpPr/>
          <p:nvPr/>
        </p:nvSpPr>
        <p:spPr>
          <a:xfrm>
            <a:off x="6178550" y="1397000"/>
            <a:ext cx="4864100" cy="4597400"/>
          </a:xfrm>
          <a:prstGeom prst="rect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600200" y="1930400"/>
            <a:ext cx="12700" cy="3581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7" name="Shape 75"/>
          <p:cNvSpPr/>
          <p:nvPr/>
        </p:nvSpPr>
        <p:spPr>
          <a:xfrm>
            <a:off x="1612900" y="5505450"/>
            <a:ext cx="38989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8" name="Shape 76"/>
          <p:cNvSpPr/>
          <p:nvPr/>
        </p:nvSpPr>
        <p:spPr>
          <a:xfrm>
            <a:off x="1555750" y="1803400"/>
            <a:ext cx="101600" cy="1143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79" name="Shape 77"/>
          <p:cNvSpPr/>
          <p:nvPr/>
        </p:nvSpPr>
        <p:spPr>
          <a:xfrm rot="5400000">
            <a:off x="5461000" y="5467350"/>
            <a:ext cx="88900" cy="762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80" name="Shape 78"/>
          <p:cNvSpPr/>
          <p:nvPr/>
        </p:nvSpPr>
        <p:spPr>
          <a:xfrm>
            <a:off x="6851650" y="1930400"/>
            <a:ext cx="12700" cy="3581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1" name="Shape 79"/>
          <p:cNvSpPr/>
          <p:nvPr/>
        </p:nvSpPr>
        <p:spPr>
          <a:xfrm>
            <a:off x="6858000" y="5505450"/>
            <a:ext cx="38989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2" name="Shape 80"/>
          <p:cNvSpPr/>
          <p:nvPr/>
        </p:nvSpPr>
        <p:spPr>
          <a:xfrm>
            <a:off x="6813550" y="1803400"/>
            <a:ext cx="88900" cy="1143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83" name="Shape 81"/>
          <p:cNvSpPr/>
          <p:nvPr/>
        </p:nvSpPr>
        <p:spPr>
          <a:xfrm rot="5400000">
            <a:off x="10706100" y="5467350"/>
            <a:ext cx="88900" cy="76200"/>
          </a:xfrm>
          <a:prstGeom prst="triangle">
            <a:avLst/>
          </a:prstGeom>
          <a:solidFill>
            <a:srgbClr val="C000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2026-10-21T05:23:08Z</dcterms:created>
  <dcterms:modified xsi:type="dcterms:W3CDTF">2026-10-21T05:23:08Z</dcterms:modified>
</cp:coreProperties>
</file>