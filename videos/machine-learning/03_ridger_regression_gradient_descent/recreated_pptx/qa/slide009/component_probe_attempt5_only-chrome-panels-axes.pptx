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44600" y="1409700"/>
            <a:ext cx="4635500" cy="45593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13081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0" name="Shape 8"/>
          <p:cNvSpPr/>
          <p:nvPr/>
        </p:nvSpPr>
        <p:spPr>
          <a:xfrm>
            <a:off x="16002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1" name="Shape 9"/>
          <p:cNvSpPr/>
          <p:nvPr/>
        </p:nvSpPr>
        <p:spPr>
          <a:xfrm>
            <a:off x="18923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2" name="Shape 10"/>
          <p:cNvSpPr/>
          <p:nvPr/>
        </p:nvSpPr>
        <p:spPr>
          <a:xfrm>
            <a:off x="21844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3" name="Shape 11"/>
          <p:cNvSpPr/>
          <p:nvPr/>
        </p:nvSpPr>
        <p:spPr>
          <a:xfrm>
            <a:off x="24765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4" name="Shape 12"/>
          <p:cNvSpPr/>
          <p:nvPr/>
        </p:nvSpPr>
        <p:spPr>
          <a:xfrm>
            <a:off x="27686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5" name="Shape 13"/>
          <p:cNvSpPr/>
          <p:nvPr/>
        </p:nvSpPr>
        <p:spPr>
          <a:xfrm>
            <a:off x="30607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6" name="Shape 14"/>
          <p:cNvSpPr/>
          <p:nvPr/>
        </p:nvSpPr>
        <p:spPr>
          <a:xfrm>
            <a:off x="33528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7" name="Shape 15"/>
          <p:cNvSpPr/>
          <p:nvPr/>
        </p:nvSpPr>
        <p:spPr>
          <a:xfrm>
            <a:off x="36449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8" name="Shape 16"/>
          <p:cNvSpPr/>
          <p:nvPr/>
        </p:nvSpPr>
        <p:spPr>
          <a:xfrm>
            <a:off x="39370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9" name="Shape 17"/>
          <p:cNvSpPr/>
          <p:nvPr/>
        </p:nvSpPr>
        <p:spPr>
          <a:xfrm>
            <a:off x="42291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0" name="Shape 18"/>
          <p:cNvSpPr/>
          <p:nvPr/>
        </p:nvSpPr>
        <p:spPr>
          <a:xfrm>
            <a:off x="45212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1" name="Shape 19"/>
          <p:cNvSpPr/>
          <p:nvPr/>
        </p:nvSpPr>
        <p:spPr>
          <a:xfrm>
            <a:off x="48133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2" name="Shape 20"/>
          <p:cNvSpPr/>
          <p:nvPr/>
        </p:nvSpPr>
        <p:spPr>
          <a:xfrm>
            <a:off x="51054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3" name="Shape 21"/>
          <p:cNvSpPr/>
          <p:nvPr/>
        </p:nvSpPr>
        <p:spPr>
          <a:xfrm>
            <a:off x="53975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4" name="Shape 22"/>
          <p:cNvSpPr/>
          <p:nvPr/>
        </p:nvSpPr>
        <p:spPr>
          <a:xfrm>
            <a:off x="56896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5" name="Shape 23"/>
          <p:cNvSpPr/>
          <p:nvPr/>
        </p:nvSpPr>
        <p:spPr>
          <a:xfrm>
            <a:off x="1314450" y="15240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6" name="Shape 24"/>
          <p:cNvSpPr/>
          <p:nvPr/>
        </p:nvSpPr>
        <p:spPr>
          <a:xfrm>
            <a:off x="1314450" y="18084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7" name="Shape 25"/>
          <p:cNvSpPr/>
          <p:nvPr/>
        </p:nvSpPr>
        <p:spPr>
          <a:xfrm>
            <a:off x="1314450" y="20929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8" name="Shape 26"/>
          <p:cNvSpPr/>
          <p:nvPr/>
        </p:nvSpPr>
        <p:spPr>
          <a:xfrm>
            <a:off x="1314450" y="23774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9" name="Shape 27"/>
          <p:cNvSpPr/>
          <p:nvPr/>
        </p:nvSpPr>
        <p:spPr>
          <a:xfrm>
            <a:off x="1314450" y="26619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0" name="Shape 28"/>
          <p:cNvSpPr/>
          <p:nvPr/>
        </p:nvSpPr>
        <p:spPr>
          <a:xfrm>
            <a:off x="1314450" y="29464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1" name="Shape 29"/>
          <p:cNvSpPr/>
          <p:nvPr/>
        </p:nvSpPr>
        <p:spPr>
          <a:xfrm>
            <a:off x="1314450" y="32308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2" name="Shape 30"/>
          <p:cNvSpPr/>
          <p:nvPr/>
        </p:nvSpPr>
        <p:spPr>
          <a:xfrm>
            <a:off x="1314450" y="35153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3" name="Shape 31"/>
          <p:cNvSpPr/>
          <p:nvPr/>
        </p:nvSpPr>
        <p:spPr>
          <a:xfrm>
            <a:off x="1314450" y="37998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4" name="Shape 32"/>
          <p:cNvSpPr/>
          <p:nvPr/>
        </p:nvSpPr>
        <p:spPr>
          <a:xfrm>
            <a:off x="1314450" y="40843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5" name="Shape 33"/>
          <p:cNvSpPr/>
          <p:nvPr/>
        </p:nvSpPr>
        <p:spPr>
          <a:xfrm>
            <a:off x="1314450" y="43688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6" name="Shape 34"/>
          <p:cNvSpPr/>
          <p:nvPr/>
        </p:nvSpPr>
        <p:spPr>
          <a:xfrm>
            <a:off x="1314450" y="46532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7" name="Shape 35"/>
          <p:cNvSpPr/>
          <p:nvPr/>
        </p:nvSpPr>
        <p:spPr>
          <a:xfrm>
            <a:off x="1314450" y="49377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8" name="Shape 36"/>
          <p:cNvSpPr/>
          <p:nvPr/>
        </p:nvSpPr>
        <p:spPr>
          <a:xfrm>
            <a:off x="1314450" y="52222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9" name="Shape 37"/>
          <p:cNvSpPr/>
          <p:nvPr/>
        </p:nvSpPr>
        <p:spPr>
          <a:xfrm>
            <a:off x="1314450" y="55067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40" name="Shape 38"/>
          <p:cNvSpPr/>
          <p:nvPr/>
        </p:nvSpPr>
        <p:spPr>
          <a:xfrm>
            <a:off x="1314450" y="57912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41" name="Shape 39"/>
          <p:cNvSpPr/>
          <p:nvPr/>
        </p:nvSpPr>
        <p:spPr>
          <a:xfrm>
            <a:off x="2508250" y="1841500"/>
            <a:ext cx="913521" cy="1778321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2244769" y="4224445"/>
            <a:ext cx="149181" cy="290405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1995143" y="4352678"/>
            <a:ext cx="246407" cy="479672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2931913" y="3871460"/>
            <a:ext cx="147837" cy="287790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3081813" y="3794457"/>
            <a:ext cx="226537" cy="440993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3418433" y="3621536"/>
            <a:ext cx="315367" cy="613914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3944424" y="3351335"/>
            <a:ext cx="170376" cy="331665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3772845" y="3439475"/>
            <a:ext cx="399105" cy="776925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4462844" y="3085023"/>
            <a:ext cx="382206" cy="744027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4894615" y="2863223"/>
            <a:ext cx="153635" cy="299077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5104805" y="2755249"/>
            <a:ext cx="248245" cy="483251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2663394" y="4009398"/>
            <a:ext cx="302056" cy="588002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1206500" y="1358900"/>
            <a:ext cx="4711700" cy="4660900"/>
          </a:xfrm>
          <a:prstGeom prst="rect">
            <a:avLst/>
          </a:prstGeom>
          <a:noFill/>
          <a:ln w="12700">
            <a:solidFill>
              <a:srgbClr val="00008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216650" y="1409700"/>
            <a:ext cx="4800600" cy="45593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5" name="Shape 53"/>
          <p:cNvSpPr/>
          <p:nvPr/>
        </p:nvSpPr>
        <p:spPr>
          <a:xfrm>
            <a:off x="65659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56" name="Shape 54"/>
          <p:cNvSpPr/>
          <p:nvPr/>
        </p:nvSpPr>
        <p:spPr>
          <a:xfrm>
            <a:off x="68580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57" name="Shape 55"/>
          <p:cNvSpPr/>
          <p:nvPr/>
        </p:nvSpPr>
        <p:spPr>
          <a:xfrm>
            <a:off x="71501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58" name="Shape 56"/>
          <p:cNvSpPr/>
          <p:nvPr/>
        </p:nvSpPr>
        <p:spPr>
          <a:xfrm>
            <a:off x="74422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59" name="Shape 57"/>
          <p:cNvSpPr/>
          <p:nvPr/>
        </p:nvSpPr>
        <p:spPr>
          <a:xfrm>
            <a:off x="77343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0" name="Shape 58"/>
          <p:cNvSpPr/>
          <p:nvPr/>
        </p:nvSpPr>
        <p:spPr>
          <a:xfrm>
            <a:off x="80264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1" name="Shape 59"/>
          <p:cNvSpPr/>
          <p:nvPr/>
        </p:nvSpPr>
        <p:spPr>
          <a:xfrm>
            <a:off x="83185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2" name="Shape 60"/>
          <p:cNvSpPr/>
          <p:nvPr/>
        </p:nvSpPr>
        <p:spPr>
          <a:xfrm>
            <a:off x="86106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3" name="Shape 61"/>
          <p:cNvSpPr/>
          <p:nvPr/>
        </p:nvSpPr>
        <p:spPr>
          <a:xfrm>
            <a:off x="89027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4" name="Shape 62"/>
          <p:cNvSpPr/>
          <p:nvPr/>
        </p:nvSpPr>
        <p:spPr>
          <a:xfrm>
            <a:off x="91948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5" name="Shape 63"/>
          <p:cNvSpPr/>
          <p:nvPr/>
        </p:nvSpPr>
        <p:spPr>
          <a:xfrm>
            <a:off x="94869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6" name="Shape 64"/>
          <p:cNvSpPr/>
          <p:nvPr/>
        </p:nvSpPr>
        <p:spPr>
          <a:xfrm>
            <a:off x="97790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7" name="Shape 65"/>
          <p:cNvSpPr/>
          <p:nvPr/>
        </p:nvSpPr>
        <p:spPr>
          <a:xfrm>
            <a:off x="100711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8" name="Shape 66"/>
          <p:cNvSpPr/>
          <p:nvPr/>
        </p:nvSpPr>
        <p:spPr>
          <a:xfrm>
            <a:off x="103632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9" name="Shape 67"/>
          <p:cNvSpPr/>
          <p:nvPr/>
        </p:nvSpPr>
        <p:spPr>
          <a:xfrm>
            <a:off x="106553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0" name="Shape 68"/>
          <p:cNvSpPr/>
          <p:nvPr/>
        </p:nvSpPr>
        <p:spPr>
          <a:xfrm>
            <a:off x="109474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1" name="Shape 69"/>
          <p:cNvSpPr/>
          <p:nvPr/>
        </p:nvSpPr>
        <p:spPr>
          <a:xfrm>
            <a:off x="6572250" y="15240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2" name="Shape 70"/>
          <p:cNvSpPr/>
          <p:nvPr/>
        </p:nvSpPr>
        <p:spPr>
          <a:xfrm>
            <a:off x="6572250" y="18084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3" name="Shape 71"/>
          <p:cNvSpPr/>
          <p:nvPr/>
        </p:nvSpPr>
        <p:spPr>
          <a:xfrm>
            <a:off x="6572250" y="20929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4" name="Shape 72"/>
          <p:cNvSpPr/>
          <p:nvPr/>
        </p:nvSpPr>
        <p:spPr>
          <a:xfrm>
            <a:off x="6572250" y="23774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5" name="Shape 73"/>
          <p:cNvSpPr/>
          <p:nvPr/>
        </p:nvSpPr>
        <p:spPr>
          <a:xfrm>
            <a:off x="6572250" y="26619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6" name="Shape 74"/>
          <p:cNvSpPr/>
          <p:nvPr/>
        </p:nvSpPr>
        <p:spPr>
          <a:xfrm>
            <a:off x="6572250" y="29464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7" name="Shape 75"/>
          <p:cNvSpPr/>
          <p:nvPr/>
        </p:nvSpPr>
        <p:spPr>
          <a:xfrm>
            <a:off x="6572250" y="32308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8" name="Shape 76"/>
          <p:cNvSpPr/>
          <p:nvPr/>
        </p:nvSpPr>
        <p:spPr>
          <a:xfrm>
            <a:off x="6572250" y="35153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9" name="Shape 77"/>
          <p:cNvSpPr/>
          <p:nvPr/>
        </p:nvSpPr>
        <p:spPr>
          <a:xfrm>
            <a:off x="6572250" y="37998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0" name="Shape 78"/>
          <p:cNvSpPr/>
          <p:nvPr/>
        </p:nvSpPr>
        <p:spPr>
          <a:xfrm>
            <a:off x="6572250" y="40843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1" name="Shape 79"/>
          <p:cNvSpPr/>
          <p:nvPr/>
        </p:nvSpPr>
        <p:spPr>
          <a:xfrm>
            <a:off x="6572250" y="43688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2" name="Shape 80"/>
          <p:cNvSpPr/>
          <p:nvPr/>
        </p:nvSpPr>
        <p:spPr>
          <a:xfrm>
            <a:off x="6572250" y="46532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3" name="Shape 81"/>
          <p:cNvSpPr/>
          <p:nvPr/>
        </p:nvSpPr>
        <p:spPr>
          <a:xfrm>
            <a:off x="6572250" y="49377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4" name="Shape 82"/>
          <p:cNvSpPr/>
          <p:nvPr/>
        </p:nvSpPr>
        <p:spPr>
          <a:xfrm>
            <a:off x="6572250" y="52222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5" name="Shape 83"/>
          <p:cNvSpPr/>
          <p:nvPr/>
        </p:nvSpPr>
        <p:spPr>
          <a:xfrm>
            <a:off x="6572250" y="55067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6" name="Shape 84"/>
          <p:cNvSpPr/>
          <p:nvPr/>
        </p:nvSpPr>
        <p:spPr>
          <a:xfrm>
            <a:off x="6572250" y="57912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7" name="Shape 85"/>
          <p:cNvSpPr/>
          <p:nvPr/>
        </p:nvSpPr>
        <p:spPr>
          <a:xfrm>
            <a:off x="7759700" y="1841500"/>
            <a:ext cx="1061542" cy="2229237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88" name="Shape 86"/>
          <p:cNvSpPr/>
          <p:nvPr/>
        </p:nvSpPr>
        <p:spPr>
          <a:xfrm>
            <a:off x="8331200" y="4152900"/>
            <a:ext cx="58688" cy="123244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89" name="Shape 87"/>
          <p:cNvSpPr/>
          <p:nvPr/>
        </p:nvSpPr>
        <p:spPr>
          <a:xfrm>
            <a:off x="8890998" y="4037520"/>
            <a:ext cx="94252" cy="197930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90" name="Shape 88"/>
          <p:cNvSpPr/>
          <p:nvPr/>
        </p:nvSpPr>
        <p:spPr>
          <a:xfrm>
            <a:off x="9366250" y="3683000"/>
            <a:ext cx="49767" cy="104511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91" name="Shape 89"/>
          <p:cNvSpPr/>
          <p:nvPr/>
        </p:nvSpPr>
        <p:spPr>
          <a:xfrm>
            <a:off x="9250377" y="3866387"/>
            <a:ext cx="166673" cy="350013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92" name="Shape 90"/>
          <p:cNvSpPr/>
          <p:nvPr/>
        </p:nvSpPr>
        <p:spPr>
          <a:xfrm>
            <a:off x="9941776" y="3537150"/>
            <a:ext cx="142024" cy="298250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93" name="Shape 91"/>
          <p:cNvSpPr/>
          <p:nvPr/>
        </p:nvSpPr>
        <p:spPr>
          <a:xfrm>
            <a:off x="10287000" y="3162300"/>
            <a:ext cx="81693" cy="171556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94" name="Shape 92"/>
          <p:cNvSpPr/>
          <p:nvPr/>
        </p:nvSpPr>
        <p:spPr>
          <a:xfrm>
            <a:off x="8124174" y="4402674"/>
            <a:ext cx="92726" cy="194726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95" name="Shape 93"/>
          <p:cNvSpPr/>
          <p:nvPr/>
        </p:nvSpPr>
        <p:spPr>
          <a:xfrm>
            <a:off x="6178550" y="1358900"/>
            <a:ext cx="4889500" cy="4660900"/>
          </a:xfrm>
          <a:prstGeom prst="rect">
            <a:avLst/>
          </a:prstGeom>
          <a:noFill/>
          <a:ln w="12700">
            <a:solidFill>
              <a:srgbClr val="00008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600200" y="1930400"/>
            <a:ext cx="12700" cy="3619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97" name="Shape 95"/>
          <p:cNvSpPr/>
          <p:nvPr/>
        </p:nvSpPr>
        <p:spPr>
          <a:xfrm>
            <a:off x="1574800" y="5505450"/>
            <a:ext cx="3860800" cy="127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98" name="Shape 96"/>
          <p:cNvSpPr/>
          <p:nvPr/>
        </p:nvSpPr>
        <p:spPr>
          <a:xfrm>
            <a:off x="1555750" y="1816100"/>
            <a:ext cx="101600" cy="1016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99" name="Shape 97"/>
          <p:cNvSpPr/>
          <p:nvPr/>
        </p:nvSpPr>
        <p:spPr>
          <a:xfrm rot="5400000">
            <a:off x="5435600" y="5467350"/>
            <a:ext cx="88900" cy="889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00" name="Shape 98"/>
          <p:cNvSpPr/>
          <p:nvPr/>
        </p:nvSpPr>
        <p:spPr>
          <a:xfrm>
            <a:off x="6851650" y="1930400"/>
            <a:ext cx="12700" cy="3619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01" name="Shape 99"/>
          <p:cNvSpPr/>
          <p:nvPr/>
        </p:nvSpPr>
        <p:spPr>
          <a:xfrm>
            <a:off x="6832600" y="5505450"/>
            <a:ext cx="3848100" cy="127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02" name="Shape 100"/>
          <p:cNvSpPr/>
          <p:nvPr/>
        </p:nvSpPr>
        <p:spPr>
          <a:xfrm>
            <a:off x="6813550" y="1816100"/>
            <a:ext cx="88900" cy="1016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03" name="Shape 101"/>
          <p:cNvSpPr/>
          <p:nvPr/>
        </p:nvSpPr>
        <p:spPr>
          <a:xfrm rot="5400000">
            <a:off x="10680700" y="5467350"/>
            <a:ext cx="88900" cy="88900"/>
          </a:xfrm>
          <a:prstGeom prst="triangle">
            <a:avLst/>
          </a:prstGeom>
          <a:solidFill>
            <a:srgbClr val="C000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2026-10-24T06:57:49Z</dcterms:created>
  <dcterms:modified xsi:type="dcterms:W3CDTF">2026-10-24T06:57:49Z</dcterms:modified>
</cp:coreProperties>
</file>