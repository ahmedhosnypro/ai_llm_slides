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19200" y="1409700"/>
            <a:ext cx="4686300" cy="45847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1206500" y="1397000"/>
            <a:ext cx="4699000" cy="45974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91250" y="1409700"/>
            <a:ext cx="4851400" cy="45847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Shape 41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5" name="Shape 43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6" name="Shape 44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7" name="Shape 45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8" name="Shape 46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9" name="Shape 47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0" name="Shape 48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1" name="Shape 49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2" name="Shape 50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3" name="Shape 51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4" name="Shape 52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6" name="Shape 54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8" name="Shape 56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9" name="Shape 57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0" name="Shape 58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1" name="Shape 59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2" name="Shape 60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3" name="Shape 61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4" name="Shape 62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5" name="Shape 63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6" name="Shape 64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7" name="Shape 65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8" name="Shape 66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9" name="Shape 67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0" name="Shape 68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1" name="Shape 69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2" name="Shape 70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3" name="Shape 71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4" name="Shape 72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5" name="Shape 73"/>
          <p:cNvSpPr/>
          <p:nvPr/>
        </p:nvSpPr>
        <p:spPr>
          <a:xfrm>
            <a:off x="6178550" y="1397000"/>
            <a:ext cx="4864100" cy="45974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1790700" y="2527300"/>
            <a:ext cx="3708400" cy="19431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7048500" y="3136900"/>
            <a:ext cx="3733800" cy="18034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6062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79" name="Shape 77"/>
          <p:cNvSpPr/>
          <p:nvPr/>
        </p:nvSpPr>
        <p:spPr>
          <a:xfrm>
            <a:off x="23463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0" name="Shape 78"/>
          <p:cNvSpPr/>
          <p:nvPr/>
        </p:nvSpPr>
        <p:spPr>
          <a:xfrm>
            <a:off x="21939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1" name="Shape 79"/>
          <p:cNvSpPr/>
          <p:nvPr/>
        </p:nvSpPr>
        <p:spPr>
          <a:xfrm>
            <a:off x="3032125" y="41116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2" name="Shape 80"/>
          <p:cNvSpPr/>
          <p:nvPr/>
        </p:nvSpPr>
        <p:spPr>
          <a:xfrm>
            <a:off x="32607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3" name="Shape 81"/>
          <p:cNvSpPr/>
          <p:nvPr/>
        </p:nvSpPr>
        <p:spPr>
          <a:xfrm>
            <a:off x="3686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4" name="Shape 82"/>
          <p:cNvSpPr/>
          <p:nvPr/>
        </p:nvSpPr>
        <p:spPr>
          <a:xfrm>
            <a:off x="406717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5" name="Shape 83"/>
          <p:cNvSpPr/>
          <p:nvPr/>
        </p:nvSpPr>
        <p:spPr>
          <a:xfrm>
            <a:off x="41243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6" name="Shape 84"/>
          <p:cNvSpPr/>
          <p:nvPr/>
        </p:nvSpPr>
        <p:spPr>
          <a:xfrm>
            <a:off x="4797425" y="37814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7" name="Shape 85"/>
          <p:cNvSpPr/>
          <p:nvPr/>
        </p:nvSpPr>
        <p:spPr>
          <a:xfrm>
            <a:off x="500062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8" name="Shape 86"/>
          <p:cNvSpPr/>
          <p:nvPr/>
        </p:nvSpPr>
        <p:spPr>
          <a:xfrm>
            <a:off x="53054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89" name="Shape 87"/>
          <p:cNvSpPr/>
          <p:nvPr/>
        </p:nvSpPr>
        <p:spPr>
          <a:xfrm>
            <a:off x="291782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0" name="Shape 88"/>
          <p:cNvSpPr/>
          <p:nvPr/>
        </p:nvSpPr>
        <p:spPr>
          <a:xfrm>
            <a:off x="771207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1" name="Shape 89"/>
          <p:cNvSpPr/>
          <p:nvPr/>
        </p:nvSpPr>
        <p:spPr>
          <a:xfrm>
            <a:off x="75914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2" name="Shape 90"/>
          <p:cNvSpPr/>
          <p:nvPr/>
        </p:nvSpPr>
        <p:spPr>
          <a:xfrm>
            <a:off x="74390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3" name="Shape 91"/>
          <p:cNvSpPr/>
          <p:nvPr/>
        </p:nvSpPr>
        <p:spPr>
          <a:xfrm>
            <a:off x="8283575" y="41052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4" name="Shape 92"/>
          <p:cNvSpPr/>
          <p:nvPr/>
        </p:nvSpPr>
        <p:spPr>
          <a:xfrm>
            <a:off x="8512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5" name="Shape 93"/>
          <p:cNvSpPr/>
          <p:nvPr/>
        </p:nvSpPr>
        <p:spPr>
          <a:xfrm>
            <a:off x="89376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6" name="Shape 94"/>
          <p:cNvSpPr/>
          <p:nvPr/>
        </p:nvSpPr>
        <p:spPr>
          <a:xfrm>
            <a:off x="931862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7" name="Shape 95"/>
          <p:cNvSpPr/>
          <p:nvPr/>
        </p:nvSpPr>
        <p:spPr>
          <a:xfrm>
            <a:off x="93694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8" name="Shape 96"/>
          <p:cNvSpPr/>
          <p:nvPr/>
        </p:nvSpPr>
        <p:spPr>
          <a:xfrm>
            <a:off x="10036175" y="3787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3937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5505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816927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527300" y="2514600"/>
            <a:ext cx="419100" cy="5461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950200" y="2641600"/>
            <a:ext cx="254000" cy="71120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05050" y="1905000"/>
            <a:ext cx="127000" cy="1270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079750" y="3613150"/>
            <a:ext cx="114300" cy="1143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797175" y="2905125"/>
            <a:ext cx="311150" cy="311150"/>
          </a:xfrm>
          <a:prstGeom prst="ellipse">
            <a:avLst/>
          </a:prstGeom>
          <a:solidFill>
            <a:srgbClr val="EE3145"/>
          </a:solidFill>
          <a:ln/>
        </p:spPr>
      </p:sp>
      <p:sp>
        <p:nvSpPr>
          <p:cNvPr id="107" name="Shape 105"/>
          <p:cNvSpPr/>
          <p:nvPr/>
        </p:nvSpPr>
        <p:spPr>
          <a:xfrm>
            <a:off x="7600950" y="1847850"/>
            <a:ext cx="114300" cy="1143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562975" y="4010025"/>
            <a:ext cx="120650" cy="12065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600200" y="1930400"/>
            <a:ext cx="12700" cy="3581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612900" y="5505450"/>
            <a:ext cx="38989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555750" y="1803400"/>
            <a:ext cx="1016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10"/>
          <p:cNvSpPr/>
          <p:nvPr/>
        </p:nvSpPr>
        <p:spPr>
          <a:xfrm rot="5400000">
            <a:off x="5461000" y="5467350"/>
            <a:ext cx="889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851650" y="1930400"/>
            <a:ext cx="12700" cy="3581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858000" y="5505450"/>
            <a:ext cx="38989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813550" y="1803400"/>
            <a:ext cx="889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4"/>
          <p:cNvSpPr/>
          <p:nvPr/>
        </p:nvSpPr>
        <p:spPr>
          <a:xfrm rot="5400000">
            <a:off x="10706100" y="5467350"/>
            <a:ext cx="889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2749550" y="1879600"/>
            <a:ext cx="1270000" cy="330200"/>
          </a:xfrm>
          <a:prstGeom prst="rect">
            <a:avLst/>
          </a:prstGeom>
          <a:solidFill>
            <a:srgbClr val="EDFBFA"/>
          </a:solidFill>
          <a:ln w="12700">
            <a:solidFill>
              <a:srgbClr val="B4BAD1"/>
            </a:solidFill>
            <a:prstDash val="solid"/>
          </a:ln>
        </p:spPr>
      </p:sp>
      <p:pic>
        <p:nvPicPr>
          <p:cNvPr id="118" name="Image 0" descr="/home/ahmed/Projects/ai_llm_slides/videos/machine-learning/03_ridger_regression_gradient_descent/recreated_pptx/build/assets/eq_009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8008" y="1956308"/>
            <a:ext cx="1063752" cy="190500"/>
          </a:xfrm>
          <a:prstGeom prst="rect">
            <a:avLst/>
          </a:prstGeom>
        </p:spPr>
      </p:pic>
      <p:sp>
        <p:nvSpPr>
          <p:cNvPr id="119" name="Shape 116"/>
          <p:cNvSpPr/>
          <p:nvPr/>
        </p:nvSpPr>
        <p:spPr>
          <a:xfrm>
            <a:off x="8045450" y="1879600"/>
            <a:ext cx="1270000" cy="342900"/>
          </a:xfrm>
          <a:prstGeom prst="rect">
            <a:avLst/>
          </a:prstGeom>
          <a:solidFill>
            <a:srgbClr val="EDFBFA"/>
          </a:solidFill>
          <a:ln w="12700">
            <a:solidFill>
              <a:srgbClr val="B4BAD1"/>
            </a:solidFill>
            <a:prstDash val="solid"/>
          </a:ln>
        </p:spPr>
      </p:sp>
      <p:pic>
        <p:nvPicPr>
          <p:cNvPr id="120" name="Image 1" descr="/home/ahmed/Projects/ai_llm_slides/videos/machine-learning/03_ridger_regression_gradient_descent/recreated_pptx/build/assets/eq_009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908" y="1956308"/>
            <a:ext cx="1072896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2026-10-21T05:23:08Z</dcterms:created>
  <dcterms:modified xsi:type="dcterms:W3CDTF">2026-10-21T05:23:08Z</dcterms:modified>
</cp:coreProperties>
</file>