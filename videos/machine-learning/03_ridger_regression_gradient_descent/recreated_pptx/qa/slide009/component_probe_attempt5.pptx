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501900" y="1854200"/>
            <a:ext cx="660400" cy="1854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9622158">
            <a:off x="3101848" y="3615912"/>
            <a:ext cx="889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4" name="Shape 122"/>
          <p:cNvSpPr/>
          <p:nvPr/>
        </p:nvSpPr>
        <p:spPr>
          <a:xfrm flipV="1">
            <a:off x="2082800" y="1993900"/>
            <a:ext cx="266700" cy="1270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2348509" y="18901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27" name="Text 125"/>
          <p:cNvSpPr/>
          <p:nvPr/>
        </p:nvSpPr>
        <p:spPr>
          <a:xfrm rot="-4140000">
            <a:off x="2095500" y="26035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50.85 mm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759700" y="1866900"/>
            <a:ext cx="901700" cy="22479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9489361">
            <a:off x="8598052" y="4016858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0" name="Shape 128"/>
          <p:cNvSpPr/>
          <p:nvPr/>
        </p:nvSpPr>
        <p:spPr>
          <a:xfrm flipV="1">
            <a:off x="7429500" y="1930400"/>
            <a:ext cx="203200" cy="76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7631709" y="18139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2" name="Text 130"/>
          <p:cNvSpPr/>
          <p:nvPr/>
        </p:nvSpPr>
        <p:spPr>
          <a:xfrm rot="-4080000">
            <a:off x="7518400" y="29210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63.64 mm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6" name="Shape 134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0" name="Shape 138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743200" y="1879600"/>
            <a:ext cx="12954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2" name="Image 0" descr="/workspaces/codespaces-blank/ai_llm_slides/videos/machine-learning/03_ridger_regression_gradient_descent/recreated_pptx/build/assets/eq_009_left_attemp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040" y="1958340"/>
            <a:ext cx="1092708" cy="169164"/>
          </a:xfrm>
          <a:prstGeom prst="rect">
            <a:avLst/>
          </a:prstGeom>
        </p:spPr>
      </p:pic>
      <p:sp>
        <p:nvSpPr>
          <p:cNvPr id="143" name="Shape 140"/>
          <p:cNvSpPr/>
          <p:nvPr/>
        </p:nvSpPr>
        <p:spPr>
          <a:xfrm>
            <a:off x="8013700" y="1879600"/>
            <a:ext cx="13208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4" name="Image 1" descr="/workspaces/codespaces-blank/ai_llm_slides/videos/machine-learning/03_ridger_regression_gradient_descent/recreated_pptx/build/assets/eq_009_right_attemp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40" y="1958340"/>
            <a:ext cx="1095756" cy="169164"/>
          </a:xfrm>
          <a:prstGeom prst="rect">
            <a:avLst/>
          </a:prstGeom>
        </p:spPr>
      </p:pic>
      <p:sp>
        <p:nvSpPr>
          <p:cNvPr id="145" name="Shape 141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7" name="Shape 143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48" name="Shape 144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49" name="Shape 145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50" name="Shape 146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51" name="Shape 147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52" name="Shape 148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53" name="Text 149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54" name="Text 150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55" name="Text 151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56" name="Text 152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2026-10-24T06:57:49Z</dcterms:created>
  <dcterms:modified xsi:type="dcterms:W3CDTF">2026-10-24T06:57:49Z</dcterms:modified>
</cp:coreProperties>
</file>