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71500"/>
            <a:ext cx="10795000" cy="6286500"/>
          </a:xfrm>
          <a:prstGeom prst="rect">
            <a:avLst/>
          </a:prstGeom>
          <a:solidFill>
            <a:srgbClr val="E9E9E7"/>
          </a:solidFill>
          <a:ln/>
        </p:spPr>
      </p:sp>
      <p:sp>
        <p:nvSpPr>
          <p:cNvPr id="3" name="Shape 1"/>
          <p:cNvSpPr/>
          <p:nvPr/>
        </p:nvSpPr>
        <p:spPr>
          <a:xfrm>
            <a:off x="74295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4270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6600" y="6838950"/>
            <a:ext cx="107188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02950" y="704850"/>
            <a:ext cx="444500" cy="4445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02950" y="7048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219200" y="1409700"/>
            <a:ext cx="4686300" cy="45847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9" name="Shape 7"/>
          <p:cNvSpPr/>
          <p:nvPr/>
        </p:nvSpPr>
        <p:spPr>
          <a:xfrm>
            <a:off x="13081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10" name="Shape 8"/>
          <p:cNvSpPr/>
          <p:nvPr/>
        </p:nvSpPr>
        <p:spPr>
          <a:xfrm>
            <a:off x="16002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11" name="Shape 9"/>
          <p:cNvSpPr/>
          <p:nvPr/>
        </p:nvSpPr>
        <p:spPr>
          <a:xfrm>
            <a:off x="18923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12" name="Shape 10"/>
          <p:cNvSpPr/>
          <p:nvPr/>
        </p:nvSpPr>
        <p:spPr>
          <a:xfrm>
            <a:off x="21844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13" name="Shape 11"/>
          <p:cNvSpPr/>
          <p:nvPr/>
        </p:nvSpPr>
        <p:spPr>
          <a:xfrm>
            <a:off x="24765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14" name="Shape 12"/>
          <p:cNvSpPr/>
          <p:nvPr/>
        </p:nvSpPr>
        <p:spPr>
          <a:xfrm>
            <a:off x="27686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15" name="Shape 13"/>
          <p:cNvSpPr/>
          <p:nvPr/>
        </p:nvSpPr>
        <p:spPr>
          <a:xfrm>
            <a:off x="30607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16" name="Shape 14"/>
          <p:cNvSpPr/>
          <p:nvPr/>
        </p:nvSpPr>
        <p:spPr>
          <a:xfrm>
            <a:off x="33528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17" name="Shape 15"/>
          <p:cNvSpPr/>
          <p:nvPr/>
        </p:nvSpPr>
        <p:spPr>
          <a:xfrm>
            <a:off x="36449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18" name="Shape 16"/>
          <p:cNvSpPr/>
          <p:nvPr/>
        </p:nvSpPr>
        <p:spPr>
          <a:xfrm>
            <a:off x="39370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19" name="Shape 17"/>
          <p:cNvSpPr/>
          <p:nvPr/>
        </p:nvSpPr>
        <p:spPr>
          <a:xfrm>
            <a:off x="42291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20" name="Shape 18"/>
          <p:cNvSpPr/>
          <p:nvPr/>
        </p:nvSpPr>
        <p:spPr>
          <a:xfrm>
            <a:off x="45212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21" name="Shape 19"/>
          <p:cNvSpPr/>
          <p:nvPr/>
        </p:nvSpPr>
        <p:spPr>
          <a:xfrm>
            <a:off x="48133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22" name="Shape 20"/>
          <p:cNvSpPr/>
          <p:nvPr/>
        </p:nvSpPr>
        <p:spPr>
          <a:xfrm>
            <a:off x="51054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23" name="Shape 21"/>
          <p:cNvSpPr/>
          <p:nvPr/>
        </p:nvSpPr>
        <p:spPr>
          <a:xfrm>
            <a:off x="53975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24" name="Shape 22"/>
          <p:cNvSpPr/>
          <p:nvPr/>
        </p:nvSpPr>
        <p:spPr>
          <a:xfrm>
            <a:off x="56896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25" name="Shape 23"/>
          <p:cNvSpPr/>
          <p:nvPr/>
        </p:nvSpPr>
        <p:spPr>
          <a:xfrm>
            <a:off x="1314450" y="152400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26" name="Shape 24"/>
          <p:cNvSpPr/>
          <p:nvPr/>
        </p:nvSpPr>
        <p:spPr>
          <a:xfrm>
            <a:off x="1314450" y="180848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27" name="Shape 25"/>
          <p:cNvSpPr/>
          <p:nvPr/>
        </p:nvSpPr>
        <p:spPr>
          <a:xfrm>
            <a:off x="1314450" y="209296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28" name="Shape 26"/>
          <p:cNvSpPr/>
          <p:nvPr/>
        </p:nvSpPr>
        <p:spPr>
          <a:xfrm>
            <a:off x="1314450" y="237744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29" name="Shape 27"/>
          <p:cNvSpPr/>
          <p:nvPr/>
        </p:nvSpPr>
        <p:spPr>
          <a:xfrm>
            <a:off x="1314450" y="266192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30" name="Shape 28"/>
          <p:cNvSpPr/>
          <p:nvPr/>
        </p:nvSpPr>
        <p:spPr>
          <a:xfrm>
            <a:off x="1314450" y="294640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31" name="Shape 29"/>
          <p:cNvSpPr/>
          <p:nvPr/>
        </p:nvSpPr>
        <p:spPr>
          <a:xfrm>
            <a:off x="1314450" y="323088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32" name="Shape 30"/>
          <p:cNvSpPr/>
          <p:nvPr/>
        </p:nvSpPr>
        <p:spPr>
          <a:xfrm>
            <a:off x="1314450" y="351536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33" name="Shape 31"/>
          <p:cNvSpPr/>
          <p:nvPr/>
        </p:nvSpPr>
        <p:spPr>
          <a:xfrm>
            <a:off x="1314450" y="379984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34" name="Shape 32"/>
          <p:cNvSpPr/>
          <p:nvPr/>
        </p:nvSpPr>
        <p:spPr>
          <a:xfrm>
            <a:off x="1314450" y="408432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35" name="Shape 33"/>
          <p:cNvSpPr/>
          <p:nvPr/>
        </p:nvSpPr>
        <p:spPr>
          <a:xfrm>
            <a:off x="1314450" y="436880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36" name="Shape 34"/>
          <p:cNvSpPr/>
          <p:nvPr/>
        </p:nvSpPr>
        <p:spPr>
          <a:xfrm>
            <a:off x="1314450" y="465328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37" name="Shape 35"/>
          <p:cNvSpPr/>
          <p:nvPr/>
        </p:nvSpPr>
        <p:spPr>
          <a:xfrm>
            <a:off x="1314450" y="493776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38" name="Shape 36"/>
          <p:cNvSpPr/>
          <p:nvPr/>
        </p:nvSpPr>
        <p:spPr>
          <a:xfrm>
            <a:off x="1314450" y="522224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39" name="Shape 37"/>
          <p:cNvSpPr/>
          <p:nvPr/>
        </p:nvSpPr>
        <p:spPr>
          <a:xfrm>
            <a:off x="1314450" y="550672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40" name="Shape 38"/>
          <p:cNvSpPr/>
          <p:nvPr/>
        </p:nvSpPr>
        <p:spPr>
          <a:xfrm>
            <a:off x="1314450" y="579120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41" name="Shape 39"/>
          <p:cNvSpPr/>
          <p:nvPr/>
        </p:nvSpPr>
        <p:spPr>
          <a:xfrm>
            <a:off x="1206500" y="1397000"/>
            <a:ext cx="4699000" cy="4597400"/>
          </a:xfrm>
          <a:prstGeom prst="rect">
            <a:avLst/>
          </a:prstGeom>
          <a:noFill/>
          <a:ln w="12700">
            <a:solidFill>
              <a:srgbClr val="00008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191250" y="1409700"/>
            <a:ext cx="4851400" cy="45847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3" name="Shape 41"/>
          <p:cNvSpPr/>
          <p:nvPr/>
        </p:nvSpPr>
        <p:spPr>
          <a:xfrm>
            <a:off x="65659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44" name="Shape 42"/>
          <p:cNvSpPr/>
          <p:nvPr/>
        </p:nvSpPr>
        <p:spPr>
          <a:xfrm>
            <a:off x="68580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45" name="Shape 43"/>
          <p:cNvSpPr/>
          <p:nvPr/>
        </p:nvSpPr>
        <p:spPr>
          <a:xfrm>
            <a:off x="71501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46" name="Shape 44"/>
          <p:cNvSpPr/>
          <p:nvPr/>
        </p:nvSpPr>
        <p:spPr>
          <a:xfrm>
            <a:off x="74422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47" name="Shape 45"/>
          <p:cNvSpPr/>
          <p:nvPr/>
        </p:nvSpPr>
        <p:spPr>
          <a:xfrm>
            <a:off x="77343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48" name="Shape 46"/>
          <p:cNvSpPr/>
          <p:nvPr/>
        </p:nvSpPr>
        <p:spPr>
          <a:xfrm>
            <a:off x="80264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49" name="Shape 47"/>
          <p:cNvSpPr/>
          <p:nvPr/>
        </p:nvSpPr>
        <p:spPr>
          <a:xfrm>
            <a:off x="83185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50" name="Shape 48"/>
          <p:cNvSpPr/>
          <p:nvPr/>
        </p:nvSpPr>
        <p:spPr>
          <a:xfrm>
            <a:off x="86106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51" name="Shape 49"/>
          <p:cNvSpPr/>
          <p:nvPr/>
        </p:nvSpPr>
        <p:spPr>
          <a:xfrm>
            <a:off x="89027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52" name="Shape 50"/>
          <p:cNvSpPr/>
          <p:nvPr/>
        </p:nvSpPr>
        <p:spPr>
          <a:xfrm>
            <a:off x="91948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53" name="Shape 51"/>
          <p:cNvSpPr/>
          <p:nvPr/>
        </p:nvSpPr>
        <p:spPr>
          <a:xfrm>
            <a:off x="94869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54" name="Shape 52"/>
          <p:cNvSpPr/>
          <p:nvPr/>
        </p:nvSpPr>
        <p:spPr>
          <a:xfrm>
            <a:off x="97790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55" name="Shape 53"/>
          <p:cNvSpPr/>
          <p:nvPr/>
        </p:nvSpPr>
        <p:spPr>
          <a:xfrm>
            <a:off x="100711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56" name="Shape 54"/>
          <p:cNvSpPr/>
          <p:nvPr/>
        </p:nvSpPr>
        <p:spPr>
          <a:xfrm>
            <a:off x="103632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57" name="Shape 55"/>
          <p:cNvSpPr/>
          <p:nvPr/>
        </p:nvSpPr>
        <p:spPr>
          <a:xfrm>
            <a:off x="106553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58" name="Shape 56"/>
          <p:cNvSpPr/>
          <p:nvPr/>
        </p:nvSpPr>
        <p:spPr>
          <a:xfrm>
            <a:off x="109474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59" name="Shape 57"/>
          <p:cNvSpPr/>
          <p:nvPr/>
        </p:nvSpPr>
        <p:spPr>
          <a:xfrm>
            <a:off x="6572250" y="152400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60" name="Shape 58"/>
          <p:cNvSpPr/>
          <p:nvPr/>
        </p:nvSpPr>
        <p:spPr>
          <a:xfrm>
            <a:off x="6572250" y="180848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61" name="Shape 59"/>
          <p:cNvSpPr/>
          <p:nvPr/>
        </p:nvSpPr>
        <p:spPr>
          <a:xfrm>
            <a:off x="6572250" y="209296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62" name="Shape 60"/>
          <p:cNvSpPr/>
          <p:nvPr/>
        </p:nvSpPr>
        <p:spPr>
          <a:xfrm>
            <a:off x="6572250" y="237744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63" name="Shape 61"/>
          <p:cNvSpPr/>
          <p:nvPr/>
        </p:nvSpPr>
        <p:spPr>
          <a:xfrm>
            <a:off x="6572250" y="266192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64" name="Shape 62"/>
          <p:cNvSpPr/>
          <p:nvPr/>
        </p:nvSpPr>
        <p:spPr>
          <a:xfrm>
            <a:off x="6572250" y="294640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65" name="Shape 63"/>
          <p:cNvSpPr/>
          <p:nvPr/>
        </p:nvSpPr>
        <p:spPr>
          <a:xfrm>
            <a:off x="6572250" y="323088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66" name="Shape 64"/>
          <p:cNvSpPr/>
          <p:nvPr/>
        </p:nvSpPr>
        <p:spPr>
          <a:xfrm>
            <a:off x="6572250" y="351536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67" name="Shape 65"/>
          <p:cNvSpPr/>
          <p:nvPr/>
        </p:nvSpPr>
        <p:spPr>
          <a:xfrm>
            <a:off x="6572250" y="379984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68" name="Shape 66"/>
          <p:cNvSpPr/>
          <p:nvPr/>
        </p:nvSpPr>
        <p:spPr>
          <a:xfrm>
            <a:off x="6572250" y="408432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69" name="Shape 67"/>
          <p:cNvSpPr/>
          <p:nvPr/>
        </p:nvSpPr>
        <p:spPr>
          <a:xfrm>
            <a:off x="6572250" y="436880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70" name="Shape 68"/>
          <p:cNvSpPr/>
          <p:nvPr/>
        </p:nvSpPr>
        <p:spPr>
          <a:xfrm>
            <a:off x="6572250" y="465328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71" name="Shape 69"/>
          <p:cNvSpPr/>
          <p:nvPr/>
        </p:nvSpPr>
        <p:spPr>
          <a:xfrm>
            <a:off x="6572250" y="493776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72" name="Shape 70"/>
          <p:cNvSpPr/>
          <p:nvPr/>
        </p:nvSpPr>
        <p:spPr>
          <a:xfrm>
            <a:off x="6572250" y="522224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73" name="Shape 71"/>
          <p:cNvSpPr/>
          <p:nvPr/>
        </p:nvSpPr>
        <p:spPr>
          <a:xfrm>
            <a:off x="6572250" y="550672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74" name="Shape 72"/>
          <p:cNvSpPr/>
          <p:nvPr/>
        </p:nvSpPr>
        <p:spPr>
          <a:xfrm>
            <a:off x="6572250" y="579120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75" name="Shape 73"/>
          <p:cNvSpPr/>
          <p:nvPr/>
        </p:nvSpPr>
        <p:spPr>
          <a:xfrm>
            <a:off x="6178550" y="1397000"/>
            <a:ext cx="4864100" cy="4597400"/>
          </a:xfrm>
          <a:prstGeom prst="rect">
            <a:avLst/>
          </a:prstGeom>
          <a:noFill/>
          <a:ln w="12700">
            <a:solidFill>
              <a:srgbClr val="00008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 flipV="1">
            <a:off x="1790700" y="2527300"/>
            <a:ext cx="3708400" cy="1943100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 flipV="1">
            <a:off x="7048500" y="3136900"/>
            <a:ext cx="3733800" cy="1803400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2460625" y="179387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79" name="Shape 77"/>
          <p:cNvSpPr/>
          <p:nvPr/>
        </p:nvSpPr>
        <p:spPr>
          <a:xfrm>
            <a:off x="2346325" y="446722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80" name="Shape 78"/>
          <p:cNvSpPr/>
          <p:nvPr/>
        </p:nvSpPr>
        <p:spPr>
          <a:xfrm>
            <a:off x="2193925" y="478472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81" name="Shape 79"/>
          <p:cNvSpPr/>
          <p:nvPr/>
        </p:nvSpPr>
        <p:spPr>
          <a:xfrm>
            <a:off x="3032125" y="411162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82" name="Shape 80"/>
          <p:cNvSpPr/>
          <p:nvPr/>
        </p:nvSpPr>
        <p:spPr>
          <a:xfrm>
            <a:off x="3260725" y="418782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83" name="Shape 81"/>
          <p:cNvSpPr/>
          <p:nvPr/>
        </p:nvSpPr>
        <p:spPr>
          <a:xfrm>
            <a:off x="3686175" y="418782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84" name="Shape 82"/>
          <p:cNvSpPr/>
          <p:nvPr/>
        </p:nvSpPr>
        <p:spPr>
          <a:xfrm>
            <a:off x="4067175" y="363537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85" name="Shape 83"/>
          <p:cNvSpPr/>
          <p:nvPr/>
        </p:nvSpPr>
        <p:spPr>
          <a:xfrm>
            <a:off x="4124325" y="416877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86" name="Shape 84"/>
          <p:cNvSpPr/>
          <p:nvPr/>
        </p:nvSpPr>
        <p:spPr>
          <a:xfrm>
            <a:off x="4797425" y="378142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87" name="Shape 85"/>
          <p:cNvSpPr/>
          <p:nvPr/>
        </p:nvSpPr>
        <p:spPr>
          <a:xfrm>
            <a:off x="5000625" y="311467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88" name="Shape 86"/>
          <p:cNvSpPr/>
          <p:nvPr/>
        </p:nvSpPr>
        <p:spPr>
          <a:xfrm>
            <a:off x="5305425" y="319087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89" name="Shape 87"/>
          <p:cNvSpPr/>
          <p:nvPr/>
        </p:nvSpPr>
        <p:spPr>
          <a:xfrm>
            <a:off x="2917825" y="454977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90" name="Shape 88"/>
          <p:cNvSpPr/>
          <p:nvPr/>
        </p:nvSpPr>
        <p:spPr>
          <a:xfrm>
            <a:off x="7712075" y="179387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91" name="Shape 89"/>
          <p:cNvSpPr/>
          <p:nvPr/>
        </p:nvSpPr>
        <p:spPr>
          <a:xfrm>
            <a:off x="7591425" y="446722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92" name="Shape 90"/>
          <p:cNvSpPr/>
          <p:nvPr/>
        </p:nvSpPr>
        <p:spPr>
          <a:xfrm>
            <a:off x="7439025" y="478472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93" name="Shape 91"/>
          <p:cNvSpPr/>
          <p:nvPr/>
        </p:nvSpPr>
        <p:spPr>
          <a:xfrm>
            <a:off x="8283575" y="410527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94" name="Shape 92"/>
          <p:cNvSpPr/>
          <p:nvPr/>
        </p:nvSpPr>
        <p:spPr>
          <a:xfrm>
            <a:off x="8512175" y="418782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95" name="Shape 93"/>
          <p:cNvSpPr/>
          <p:nvPr/>
        </p:nvSpPr>
        <p:spPr>
          <a:xfrm>
            <a:off x="8937625" y="418782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96" name="Shape 94"/>
          <p:cNvSpPr/>
          <p:nvPr/>
        </p:nvSpPr>
        <p:spPr>
          <a:xfrm>
            <a:off x="9318625" y="363537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97" name="Shape 95"/>
          <p:cNvSpPr/>
          <p:nvPr/>
        </p:nvSpPr>
        <p:spPr>
          <a:xfrm>
            <a:off x="9369425" y="416877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98" name="Shape 96"/>
          <p:cNvSpPr/>
          <p:nvPr/>
        </p:nvSpPr>
        <p:spPr>
          <a:xfrm>
            <a:off x="10036175" y="378777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99" name="Shape 97"/>
          <p:cNvSpPr/>
          <p:nvPr/>
        </p:nvSpPr>
        <p:spPr>
          <a:xfrm>
            <a:off x="10239375" y="311467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100" name="Shape 98"/>
          <p:cNvSpPr/>
          <p:nvPr/>
        </p:nvSpPr>
        <p:spPr>
          <a:xfrm>
            <a:off x="10550525" y="319087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101" name="Shape 99"/>
          <p:cNvSpPr/>
          <p:nvPr/>
        </p:nvSpPr>
        <p:spPr>
          <a:xfrm>
            <a:off x="8169275" y="454977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102" name="Shape 100"/>
          <p:cNvSpPr/>
          <p:nvPr/>
        </p:nvSpPr>
        <p:spPr>
          <a:xfrm>
            <a:off x="2527300" y="2514600"/>
            <a:ext cx="419100" cy="546100"/>
          </a:xfrm>
          <a:prstGeom prst="line">
            <a:avLst/>
          </a:prstGeom>
          <a:noFill/>
          <a:ln w="25400">
            <a:solidFill>
              <a:srgbClr val="C00000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7950200" y="2641600"/>
            <a:ext cx="254000" cy="711200"/>
          </a:xfrm>
          <a:prstGeom prst="line">
            <a:avLst/>
          </a:prstGeom>
          <a:noFill/>
          <a:ln w="25400">
            <a:solidFill>
              <a:srgbClr val="C00000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2305050" y="1905000"/>
            <a:ext cx="127000" cy="127000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105" name="Shape 103"/>
          <p:cNvSpPr/>
          <p:nvPr/>
        </p:nvSpPr>
        <p:spPr>
          <a:xfrm>
            <a:off x="3079750" y="3613150"/>
            <a:ext cx="114300" cy="114300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106" name="Shape 104"/>
          <p:cNvSpPr/>
          <p:nvPr/>
        </p:nvSpPr>
        <p:spPr>
          <a:xfrm>
            <a:off x="2797175" y="2905125"/>
            <a:ext cx="311150" cy="311150"/>
          </a:xfrm>
          <a:prstGeom prst="ellipse">
            <a:avLst/>
          </a:prstGeom>
          <a:solidFill>
            <a:srgbClr val="EE3145"/>
          </a:solidFill>
          <a:ln/>
        </p:spPr>
      </p:sp>
      <p:sp>
        <p:nvSpPr>
          <p:cNvPr id="107" name="Shape 105"/>
          <p:cNvSpPr/>
          <p:nvPr/>
        </p:nvSpPr>
        <p:spPr>
          <a:xfrm>
            <a:off x="7600950" y="1847850"/>
            <a:ext cx="114300" cy="114300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108" name="Shape 106"/>
          <p:cNvSpPr/>
          <p:nvPr/>
        </p:nvSpPr>
        <p:spPr>
          <a:xfrm>
            <a:off x="8562975" y="4010025"/>
            <a:ext cx="120650" cy="120650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109" name="Shape 107"/>
          <p:cNvSpPr/>
          <p:nvPr/>
        </p:nvSpPr>
        <p:spPr>
          <a:xfrm>
            <a:off x="1600200" y="1930400"/>
            <a:ext cx="12700" cy="35814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10" name="Shape 108"/>
          <p:cNvSpPr/>
          <p:nvPr/>
        </p:nvSpPr>
        <p:spPr>
          <a:xfrm>
            <a:off x="1612900" y="5505450"/>
            <a:ext cx="3898900" cy="127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11" name="Shape 109"/>
          <p:cNvSpPr/>
          <p:nvPr/>
        </p:nvSpPr>
        <p:spPr>
          <a:xfrm>
            <a:off x="1555750" y="1803400"/>
            <a:ext cx="101600" cy="1143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12" name="Shape 110"/>
          <p:cNvSpPr/>
          <p:nvPr/>
        </p:nvSpPr>
        <p:spPr>
          <a:xfrm rot="5400000">
            <a:off x="5461000" y="5467350"/>
            <a:ext cx="88900" cy="762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13" name="Shape 111"/>
          <p:cNvSpPr/>
          <p:nvPr/>
        </p:nvSpPr>
        <p:spPr>
          <a:xfrm>
            <a:off x="6851650" y="1930400"/>
            <a:ext cx="12700" cy="35814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14" name="Shape 112"/>
          <p:cNvSpPr/>
          <p:nvPr/>
        </p:nvSpPr>
        <p:spPr>
          <a:xfrm>
            <a:off x="6858000" y="5505450"/>
            <a:ext cx="3898900" cy="127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15" name="Shape 113"/>
          <p:cNvSpPr/>
          <p:nvPr/>
        </p:nvSpPr>
        <p:spPr>
          <a:xfrm>
            <a:off x="6813550" y="1803400"/>
            <a:ext cx="88900" cy="1143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16" name="Shape 114"/>
          <p:cNvSpPr/>
          <p:nvPr/>
        </p:nvSpPr>
        <p:spPr>
          <a:xfrm rot="5400000">
            <a:off x="10706100" y="5467350"/>
            <a:ext cx="88900" cy="762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17" name="Shape 115"/>
          <p:cNvSpPr/>
          <p:nvPr/>
        </p:nvSpPr>
        <p:spPr>
          <a:xfrm>
            <a:off x="2749550" y="1879600"/>
            <a:ext cx="1270000" cy="330200"/>
          </a:xfrm>
          <a:prstGeom prst="rect">
            <a:avLst/>
          </a:prstGeom>
          <a:solidFill>
            <a:srgbClr val="EDFBFA"/>
          </a:solidFill>
          <a:ln w="12700">
            <a:solidFill>
              <a:srgbClr val="B4BAD1"/>
            </a:solidFill>
            <a:prstDash val="solid"/>
          </a:ln>
        </p:spPr>
      </p:sp>
      <p:pic>
        <p:nvPicPr>
          <p:cNvPr id="118" name="Image 0" descr="/home/ahmed/Projects/ai_llm_slides/videos/machine-learning/03_ridger_regression_gradient_descent/recreated_pptx/build/assets/eq_009_lef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58008" y="1956308"/>
            <a:ext cx="1063752" cy="190500"/>
          </a:xfrm>
          <a:prstGeom prst="rect">
            <a:avLst/>
          </a:prstGeom>
        </p:spPr>
      </p:pic>
      <p:sp>
        <p:nvSpPr>
          <p:cNvPr id="119" name="Shape 116"/>
          <p:cNvSpPr/>
          <p:nvPr/>
        </p:nvSpPr>
        <p:spPr>
          <a:xfrm>
            <a:off x="8045450" y="1879600"/>
            <a:ext cx="1270000" cy="342900"/>
          </a:xfrm>
          <a:prstGeom prst="rect">
            <a:avLst/>
          </a:prstGeom>
          <a:solidFill>
            <a:srgbClr val="EDFBFA"/>
          </a:solidFill>
          <a:ln w="12700">
            <a:solidFill>
              <a:srgbClr val="B4BAD1"/>
            </a:solidFill>
            <a:prstDash val="solid"/>
          </a:ln>
        </p:spPr>
      </p:sp>
      <p:pic>
        <p:nvPicPr>
          <p:cNvPr id="120" name="Image 1" descr="/home/ahmed/Projects/ai_llm_slides/videos/machine-learning/03_ridger_regression_gradient_descent/recreated_pptx/build/assets/eq_009_r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3908" y="1956308"/>
            <a:ext cx="1072896" cy="190500"/>
          </a:xfrm>
          <a:prstGeom prst="rect">
            <a:avLst/>
          </a:prstGeom>
        </p:spPr>
      </p:pic>
      <p:sp>
        <p:nvSpPr>
          <p:cNvPr id="121" name="Text 117"/>
          <p:cNvSpPr/>
          <p:nvPr/>
        </p:nvSpPr>
        <p:spPr>
          <a:xfrm>
            <a:off x="939800" y="6134100"/>
            <a:ext cx="4826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Overfit</a:t>
            </a:r>
            <a:pPr algn="ctr" indent="0" marL="0">
              <a:lnSpc>
                <a:spcPts val="2040"/>
              </a:lnSpc>
              <a:buNone/>
            </a:pPr>
            <a:r>
              <a:rPr lang="en-US" sz="17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(try to minimize the residuals ONLY)</a:t>
            </a:r>
            <a:endParaRPr lang="en-US" sz="1700" dirty="0"/>
          </a:p>
        </p:txBody>
      </p:sp>
      <p:sp>
        <p:nvSpPr>
          <p:cNvPr id="122" name="Text 118"/>
          <p:cNvSpPr/>
          <p:nvPr/>
        </p:nvSpPr>
        <p:spPr>
          <a:xfrm>
            <a:off x="939800" y="6375400"/>
            <a:ext cx="4826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40"/>
              </a:lnSpc>
              <a:buNone/>
            </a:pPr>
            <a:r>
              <a:rPr lang="en-US" sz="17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Fails to detect the Pattern</a:t>
            </a:r>
            <a:endParaRPr lang="en-US" sz="1700" dirty="0"/>
          </a:p>
        </p:txBody>
      </p:sp>
      <p:sp>
        <p:nvSpPr>
          <p:cNvPr id="123" name="Text 119"/>
          <p:cNvSpPr/>
          <p:nvPr/>
        </p:nvSpPr>
        <p:spPr>
          <a:xfrm>
            <a:off x="6235700" y="6134100"/>
            <a:ext cx="4572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Generalized</a:t>
            </a:r>
            <a:pPr algn="ctr" indent="0" marL="0">
              <a:lnSpc>
                <a:spcPts val="2040"/>
              </a:lnSpc>
              <a:buNone/>
            </a:pPr>
            <a:r>
              <a:rPr lang="en-US" sz="17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(Residuals are not minimized)</a:t>
            </a:r>
            <a:endParaRPr lang="en-US" sz="1700" dirty="0"/>
          </a:p>
        </p:txBody>
      </p:sp>
      <p:sp>
        <p:nvSpPr>
          <p:cNvPr id="124" name="Text 120"/>
          <p:cNvSpPr/>
          <p:nvPr/>
        </p:nvSpPr>
        <p:spPr>
          <a:xfrm>
            <a:off x="6235700" y="6375400"/>
            <a:ext cx="4572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40"/>
              </a:lnSpc>
              <a:buNone/>
            </a:pPr>
            <a:r>
              <a:rPr lang="en-US" sz="17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Successes to detect the Pattern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2026-10-21T05:23:08Z</dcterms:created>
  <dcterms:modified xsi:type="dcterms:W3CDTF">2026-10-21T05:23:08Z</dcterms:modified>
</cp:coreProperties>
</file>