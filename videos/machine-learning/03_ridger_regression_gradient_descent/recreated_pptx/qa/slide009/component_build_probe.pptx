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19200" y="1409700"/>
            <a:ext cx="46863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6500" y="1397000"/>
            <a:ext cx="46990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1250" y="1409700"/>
            <a:ext cx="48514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5" name="Shape 43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6" name="Shape 44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7" name="Shape 45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1" name="Shape 49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3" name="Shape 51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4" name="Shape 52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178550" y="1397000"/>
            <a:ext cx="48641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790700" y="2527300"/>
            <a:ext cx="3708400" cy="19431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048500" y="3136900"/>
            <a:ext cx="3733800" cy="1803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0" name="Shape 7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1" name="Shape 7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2" name="Shape 8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3" name="Shape 8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4" name="Shape 8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5" name="Shape 8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6" name="Shape 8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7" name="Shape 8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8" name="Shape 8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9" name="Shape 8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0" name="Shape 8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3" name="Shape 9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4" name="Shape 9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5" name="Shape 9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6" name="Shape 9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27300" y="2514600"/>
            <a:ext cx="419100" cy="5461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950200" y="2641600"/>
            <a:ext cx="254000" cy="711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05050" y="1905000"/>
            <a:ext cx="127000" cy="1270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079750" y="36131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600950" y="18478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62975" y="4010025"/>
            <a:ext cx="120650" cy="12065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60020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6129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555750" y="180340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10"/>
          <p:cNvSpPr/>
          <p:nvPr/>
        </p:nvSpPr>
        <p:spPr>
          <a:xfrm rot="5400000">
            <a:off x="54610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5165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8580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813550" y="1803400"/>
            <a:ext cx="889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4"/>
          <p:cNvSpPr/>
          <p:nvPr/>
        </p:nvSpPr>
        <p:spPr>
          <a:xfrm rot="5400000">
            <a:off x="107061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749550" y="1879600"/>
            <a:ext cx="1270000" cy="3302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18" name="Image 0" descr="/home/ahmed/Projects/ai_llm_slides/videos/machine-learning/03_ridger_regression_gradient_descent/recreated_pptx/build/assets/eq_009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8008" y="1956308"/>
            <a:ext cx="1063752" cy="190500"/>
          </a:xfrm>
          <a:prstGeom prst="rect">
            <a:avLst/>
          </a:prstGeom>
        </p:spPr>
      </p:pic>
      <p:sp>
        <p:nvSpPr>
          <p:cNvPr id="119" name="Shape 116"/>
          <p:cNvSpPr/>
          <p:nvPr/>
        </p:nvSpPr>
        <p:spPr>
          <a:xfrm>
            <a:off x="8045450" y="1879600"/>
            <a:ext cx="1270000" cy="3429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20" name="Image 1" descr="/home/ahmed/Projects/ai_llm_slides/videos/machine-learning/03_ridger_regression_gradient_descent/recreated_pptx/build/assets/eq_009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908" y="1956308"/>
            <a:ext cx="1072896" cy="190500"/>
          </a:xfrm>
          <a:prstGeom prst="rect">
            <a:avLst/>
          </a:prstGeom>
        </p:spPr>
      </p:pic>
      <p:sp>
        <p:nvSpPr>
          <p:cNvPr id="121" name="Text 117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22" name="Text 118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23" name="Text 119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24" name="Text 120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2026-10-21T05:19:40Z</dcterms:created>
  <dcterms:modified xsi:type="dcterms:W3CDTF">2026-10-21T05:19:40Z</dcterms:modified>
</cp:coreProperties>
</file>