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5800" y="5080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955800" y="10160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55800" y="15240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2540000"/>
          <a:ext cx="4660900" cy="7874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300" b="1" baseline="-4000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04000" y="3810000"/>
            <a:ext cx="6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66000" y="3810000"/>
            <a:ext cx="6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8000" y="3810000"/>
            <a:ext cx="6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40500" y="533400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||W||</a:t>
            </a:r>
            <a:pPr algn="ctr" indent="0" marL="0">
              <a:buNone/>
            </a:pPr>
            <a:r>
              <a:rPr lang="en-US" sz="1100" i="1" baseline="30000" dirty="0">
                <a:solidFill>
                  <a:srgbClr val="8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buNone/>
            </a:pPr>
            <a:r>
              <a:rPr lang="en-US" sz="1600" i="1" dirty="0">
                <a:solidFill>
                  <a:srgbClr val="8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8.11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19200" y="60960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1" name="Text 8"/>
          <p:cNvSpPr/>
          <p:nvPr/>
        </p:nvSpPr>
        <p:spPr>
          <a:xfrm>
            <a:off x="1219200" y="60960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362200" y="60960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3" name="Text 10"/>
          <p:cNvSpPr/>
          <p:nvPr/>
        </p:nvSpPr>
        <p:spPr>
          <a:xfrm>
            <a:off x="2362200" y="60960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505200" y="60960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5" name="Text 12"/>
          <p:cNvSpPr/>
          <p:nvPr/>
        </p:nvSpPr>
        <p:spPr>
          <a:xfrm>
            <a:off x="3505200" y="60960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2026-10-24T06:47:27Z</dcterms:created>
  <dcterms:modified xsi:type="dcterms:W3CDTF">2026-10-24T06:47:27Z</dcterms:modified>
</cp:coreProperties>
</file>