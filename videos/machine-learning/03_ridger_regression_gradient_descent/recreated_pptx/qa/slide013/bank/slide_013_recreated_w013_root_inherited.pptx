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55800" y="787400"/>
            <a:ext cx="838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of Overfitting on model parameter “W”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219200" y="1231900"/>
            <a:ext cx="812800" cy="355600"/>
          </a:xfrm>
          <a:prstGeom prst="rect">
            <a:avLst/>
          </a:prstGeom>
          <a:solidFill>
            <a:srgbClr val="0000A7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1231900"/>
            <a:ext cx="81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185400" y="1231900"/>
            <a:ext cx="812800" cy="355600"/>
          </a:xfrm>
          <a:prstGeom prst="rect">
            <a:avLst/>
          </a:prstGeom>
          <a:solidFill>
            <a:srgbClr val="0000A7"/>
          </a:solidFill>
          <a:ln/>
        </p:spPr>
      </p:sp>
      <p:sp>
        <p:nvSpPr>
          <p:cNvPr id="12" name="Text 10"/>
          <p:cNvSpPr/>
          <p:nvPr/>
        </p:nvSpPr>
        <p:spPr>
          <a:xfrm>
            <a:off x="10185400" y="1231900"/>
            <a:ext cx="81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</a:t>
            </a:r>
            <a:endParaRPr lang="en-US" sz="17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1600200"/>
          <a:ext cx="4660900" cy="15621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33400"/>
                <a:gridCol w="508000"/>
              </a:tblGrid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3365500"/>
          <a:ext cx="4660900" cy="15748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33400"/>
                <a:gridCol w="508000"/>
              </a:tblGrid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5105400"/>
          <a:ext cx="4660900" cy="15875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33400"/>
                <a:gridCol w="5080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31300" y="1625600"/>
          <a:ext cx="1943100" cy="15748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</a:tblGrid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31300" y="3378200"/>
          <a:ext cx="1943100" cy="15748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</a:tblGrid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32.4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42.3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52.3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31300" y="5118100"/>
          <a:ext cx="1943100" cy="15748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</a:tblGrid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24.4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31.2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</a:tr>
            </a:tbl>
          </a:graphicData>
        </a:graphic>
      </p:graphicFrame>
      <p:sp>
        <p:nvSpPr>
          <p:cNvPr id="19" name="Shape 11"/>
          <p:cNvSpPr/>
          <p:nvPr/>
        </p:nvSpPr>
        <p:spPr>
          <a:xfrm>
            <a:off x="5892800" y="24384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5892800" y="2603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5892800" y="24384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6273800" y="23622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7962900" y="24384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7962900" y="2603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7962900" y="24384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8343900" y="23622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5892800" y="4127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5892800" y="4292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5892800" y="41275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273800" y="40513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7975600" y="4127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975600" y="4292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7975600" y="41275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8356600" y="40513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5892800" y="5816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5892800" y="59817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5892800" y="58166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273800" y="57404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7962900" y="5816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7962900" y="59817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7962900" y="58166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8343900" y="57404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6432550" y="1619250"/>
            <a:ext cx="1473200" cy="157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44" name="Image 0" descr="/workspaces/codespaces-blank/ai_llm_slides/videos/machine-learning/03_ridger_regression_gradient_descent/recreated_pptx/build/assets/wbox_ban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8900" y="1625600"/>
            <a:ext cx="1460500" cy="1562100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6432550" y="3371850"/>
            <a:ext cx="1473200" cy="157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46" name="Image 1" descr="/workspaces/codespaces-blank/ai_llm_slides/videos/machine-learning/03_ridger_regression_gradient_descent/recreated_pptx/build/assets/wbox_band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3378200"/>
            <a:ext cx="1460500" cy="1562100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6432550" y="5124450"/>
            <a:ext cx="1473200" cy="157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48" name="Image 2" descr="/workspaces/codespaces-blank/ai_llm_slides/videos/machine-learning/03_ridger_regression_gradient_descent/recreated_pptx/build/assets/wbox_band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00" y="5130800"/>
            <a:ext cx="1460500" cy="1562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2026-10-24T06:53:50Z</dcterms:created>
  <dcterms:modified xsi:type="dcterms:W3CDTF">2026-10-24T06:53:50Z</dcterms:modified>
</cp:coreProperties>
</file>