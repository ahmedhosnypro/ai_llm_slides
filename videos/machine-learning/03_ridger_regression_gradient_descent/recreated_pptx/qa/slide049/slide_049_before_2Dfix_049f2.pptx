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5ACD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812800"/>
          <a:ext cx="1615440" cy="914400"/>
        </p:xfrm>
        <a:graphic>
          <a:graphicData uri="http://schemas.openxmlformats.org/drawingml/2006/table">
            <a:tbl>
              <a:tblPr/>
              <a:tblGrid>
                <a:gridCol w="269240"/>
                <a:gridCol w="269240"/>
                <a:gridCol w="269240"/>
                <a:gridCol w="269240"/>
                <a:gridCol w="269240"/>
                <a:gridCol w="269240"/>
              </a:tblGrid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959100" y="812800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63900" y="8128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algn="l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[4, -2]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34000" y="7366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using Step η =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59600" y="10795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7200" y="876300"/>
          <a:ext cx="889000" cy="914400"/>
        </p:xfrm>
        <a:graphic>
          <a:graphicData uri="http://schemas.openxmlformats.org/drawingml/2006/table">
            <a:tbl>
              <a:tblPr/>
              <a:tblGrid>
                <a:gridCol w="295910"/>
                <a:gridCol w="295910"/>
                <a:gridCol w="297180"/>
              </a:tblGrid>
              <a:tr h="190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3111500" y="1384300"/>
            <a:ext cx="387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positive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negative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is unaccepted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41400" y="18542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(from Top)</a:t>
            </a:r>
            <a:endParaRPr lang="en-US" sz="12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2057400"/>
          <a:ext cx="1600200" cy="914400"/>
        </p:xfrm>
        <a:graphic>
          <a:graphicData uri="http://schemas.openxmlformats.org/drawingml/2006/table">
            <a:tbl>
              <a:tblPr/>
              <a:tblGrid>
                <a:gridCol w="266700"/>
                <a:gridCol w="266700"/>
                <a:gridCol w="266700"/>
                <a:gridCol w="266700"/>
                <a:gridCol w="266700"/>
                <a:gridCol w="266700"/>
              </a:tblGrid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11176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3843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510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9177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1844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451100" y="2921000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990600" y="44323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2514600" y="44323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1079500" y="4749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1612900" y="4749800"/>
            <a:ext cx="114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3467100" y="17780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594100" y="20066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d(x1)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1, 1,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3]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51600" y="20066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991600" y="19812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467100" y="26035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94100" y="28321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d(x2)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2, 1,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2]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451600" y="28321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991600" y="28067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3467100" y="34417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594100" y="36703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d(x3)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1, 2,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2]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451600" y="3670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8991600" y="36449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3467100" y="42799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594100" y="45085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d(x4)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5, 4,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-4]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451600" y="4508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8991600" y="44831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3467100" y="51181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594100" y="53467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d(x5)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6, 5,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-6]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6451600" y="53467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8991600" y="53213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3467100" y="59563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594100" y="61849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d(x6) =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6, 6, 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[-1, -7]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6451600" y="61849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8991600" y="61595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3467100" y="6692900"/>
            <a:ext cx="7353300" cy="0"/>
          </a:xfrm>
          <a:prstGeom prst="line">
            <a:avLst/>
          </a:prstGeom>
          <a:noFill/>
          <a:ln w="12700">
            <a:solidFill>
              <a:srgbClr val="C1C1C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2026-10-24T01:07:14Z</dcterms:created>
  <dcterms:modified xsi:type="dcterms:W3CDTF">2026-10-24T01:07:14Z</dcterms:modified>
</cp:coreProperties>
</file>