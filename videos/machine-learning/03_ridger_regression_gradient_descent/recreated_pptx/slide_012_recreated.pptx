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55800" y="863600"/>
            <a:ext cx="8128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of Overfitting on model parameter “W”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3600" y="1320800"/>
            <a:ext cx="1651000" cy="381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" y="1412240"/>
            <a:ext cx="1651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6300" y="2222500"/>
            <a:ext cx="1625600" cy="596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876300" y="2322830"/>
            <a:ext cx="16256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6300" y="2520950"/>
            <a:ext cx="16256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follows x1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76300" y="4102100"/>
            <a:ext cx="1625600" cy="342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876300" y="4182110"/>
            <a:ext cx="162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 is Outlier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76300" y="5651500"/>
            <a:ext cx="1625600" cy="342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" y="5731510"/>
            <a:ext cx="162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 is Outlier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1612900"/>
          <a:ext cx="4673600" cy="17526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9740900" y="1219200"/>
            <a:ext cx="1270000" cy="381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0" name="Text 17"/>
          <p:cNvSpPr/>
          <p:nvPr/>
        </p:nvSpPr>
        <p:spPr>
          <a:xfrm>
            <a:off x="9740900" y="1310640"/>
            <a:ext cx="1270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1625600"/>
          <a:ext cx="1955800" cy="1574800"/>
        </p:xfrm>
        <a:graphic>
          <a:graphicData uri="http://schemas.openxmlformats.org/drawingml/2006/table">
            <a:tbl>
              <a:tblPr/>
              <a:tblGrid>
                <a:gridCol w="635000"/>
                <a:gridCol w="647700"/>
                <a:gridCol w="673100"/>
              </a:tblGrid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C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3365500"/>
          <a:ext cx="4673600" cy="17653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18"/>
          <p:cNvSpPr/>
          <p:nvPr/>
        </p:nvSpPr>
        <p:spPr>
          <a:xfrm>
            <a:off x="8978900" y="3429000"/>
            <a:ext cx="1638300" cy="596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24" name="Text 19"/>
          <p:cNvSpPr/>
          <p:nvPr/>
        </p:nvSpPr>
        <p:spPr>
          <a:xfrm>
            <a:off x="8978900" y="3529330"/>
            <a:ext cx="16383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978900" y="3727450"/>
            <a:ext cx="16383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follows x1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509000" y="3181350"/>
            <a:ext cx="444500" cy="0"/>
          </a:xfrm>
          <a:prstGeom prst="line">
            <a:avLst/>
          </a:prstGeom>
          <a:noFill/>
          <a:ln w="25400">
            <a:solidFill>
              <a:srgbClr val="FF0000"/>
            </a:solidFill>
            <a:prstDash val="solid"/>
            <a:headEnd type="triangle"/>
          </a:ln>
        </p:spPr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5130800"/>
          <a:ext cx="46736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2"/>
          <p:cNvSpPr/>
          <p:nvPr/>
        </p:nvSpPr>
        <p:spPr>
          <a:xfrm>
            <a:off x="7670800" y="4648200"/>
            <a:ext cx="335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747000" y="4711700"/>
            <a:ext cx="3200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be the effect of X8 Outlier values on the trained model ???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2026-10-24T01:14:36Z</dcterms:created>
  <dcterms:modified xsi:type="dcterms:W3CDTF">2026-10-24T01:14:36Z</dcterms:modified>
</cp:coreProperties>
</file>