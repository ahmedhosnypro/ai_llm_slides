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71800" y="1473200"/>
            <a:ext cx="6096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Regression,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882900" y="2120900"/>
            <a:ext cx="6096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Descent,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965450" y="2794000"/>
            <a:ext cx="609600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Perceptron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994150" y="3902075"/>
            <a:ext cx="4064000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CSAI 253 - Spring 2024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257800" y="4437063"/>
            <a:ext cx="1905000" cy="39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5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994150" y="4733925"/>
            <a:ext cx="44450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21200" y="5084763"/>
            <a:ext cx="3365500" cy="313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73150" y="5292725"/>
            <a:ext cx="19050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74800" y="5641975"/>
            <a:ext cx="4191000" cy="410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81150" y="5950744"/>
            <a:ext cx="3238500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75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375" dirty="0"/>
          </a:p>
        </p:txBody>
      </p:sp>
      <p:sp>
        <p:nvSpPr>
          <p:cNvPr id="18" name="Text 16"/>
          <p:cNvSpPr/>
          <p:nvPr/>
        </p:nvSpPr>
        <p:spPr>
          <a:xfrm>
            <a:off x="1574800" y="6214427"/>
            <a:ext cx="3556000" cy="403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1581150" y="6508750"/>
            <a:ext cx="311150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400" dirty="0"/>
          </a:p>
        </p:txBody>
      </p:sp>
      <p:pic>
        <p:nvPicPr>
          <p:cNvPr id="20" name="Image 0" descr="/workspaces/codespaces-blank/ai_llm_slides/videos/machine-learning/03_ridger_regression_gradient_descent/recreated_pptx/build/assets/logo_slide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400" y="5791200"/>
            <a:ext cx="3771900" cy="977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2026-10-23T12:53:18Z</dcterms:created>
  <dcterms:modified xsi:type="dcterms:W3CDTF">2026-10-23T12:53:18Z</dcterms:modified>
</cp:coreProperties>
</file>