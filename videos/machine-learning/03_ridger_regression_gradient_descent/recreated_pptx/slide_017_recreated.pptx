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235200" y="787400"/>
            <a:ext cx="825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</a:t>
            </a:r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0000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 </a:t>
            </a:r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Regularizer to the model  </a:t>
            </a:r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0000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λ=3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219200" y="1231900"/>
            <a:ext cx="812800" cy="355600"/>
          </a:xfrm>
          <a:prstGeom prst="rect">
            <a:avLst/>
          </a:prstGeom>
          <a:solidFill>
            <a:srgbClr val="0000A7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1231900"/>
            <a:ext cx="812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Train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185400" y="1231900"/>
            <a:ext cx="812800" cy="355600"/>
          </a:xfrm>
          <a:prstGeom prst="rect">
            <a:avLst/>
          </a:prstGeom>
          <a:solidFill>
            <a:srgbClr val="0000A7"/>
          </a:solidFill>
          <a:ln/>
        </p:spPr>
      </p:sp>
      <p:sp>
        <p:nvSpPr>
          <p:cNvPr id="12" name="Text 10"/>
          <p:cNvSpPr/>
          <p:nvPr/>
        </p:nvSpPr>
        <p:spPr>
          <a:xfrm>
            <a:off x="10185400" y="1231900"/>
            <a:ext cx="812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Test</a:t>
            </a:r>
            <a:endParaRPr lang="en-US" sz="17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68400" y="1600200"/>
          <a:ext cx="4660900" cy="15621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08000"/>
                <a:gridCol w="520700"/>
                <a:gridCol w="520700"/>
                <a:gridCol w="520700"/>
                <a:gridCol w="508000"/>
                <a:gridCol w="520700"/>
                <a:gridCol w="508000"/>
              </a:tblGrid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68400" y="3365500"/>
          <a:ext cx="4660900" cy="15748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08000"/>
                <a:gridCol w="520700"/>
                <a:gridCol w="520700"/>
                <a:gridCol w="520700"/>
                <a:gridCol w="508000"/>
                <a:gridCol w="520700"/>
                <a:gridCol w="508000"/>
              </a:tblGrid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68400" y="5105400"/>
          <a:ext cx="4660900" cy="15875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08000"/>
                <a:gridCol w="520700"/>
                <a:gridCol w="520700"/>
                <a:gridCol w="520700"/>
                <a:gridCol w="508000"/>
                <a:gridCol w="520700"/>
                <a:gridCol w="5080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83600" y="1625600"/>
          <a:ext cx="2590800" cy="1574800"/>
        </p:xfrm>
        <a:graphic>
          <a:graphicData uri="http://schemas.openxmlformats.org/drawingml/2006/table">
            <a:tbl>
              <a:tblPr/>
              <a:tblGrid>
                <a:gridCol w="647700"/>
                <a:gridCol w="647700"/>
                <a:gridCol w="647700"/>
                <a:gridCol w="6477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78.7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98.4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83600" y="3378200"/>
          <a:ext cx="2590800" cy="1574800"/>
        </p:xfrm>
        <a:graphic>
          <a:graphicData uri="http://schemas.openxmlformats.org/drawingml/2006/table">
            <a:tbl>
              <a:tblPr/>
              <a:tblGrid>
                <a:gridCol w="647700"/>
                <a:gridCol w="647700"/>
                <a:gridCol w="647700"/>
                <a:gridCol w="6477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34.1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45.1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56.1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83600" y="5118100"/>
          <a:ext cx="2590800" cy="1574800"/>
        </p:xfrm>
        <a:graphic>
          <a:graphicData uri="http://schemas.openxmlformats.org/drawingml/2006/table">
            <a:tbl>
              <a:tblPr/>
              <a:tblGrid>
                <a:gridCol w="647700"/>
                <a:gridCol w="647700"/>
                <a:gridCol w="647700"/>
                <a:gridCol w="6477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26.2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34.4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42.5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sp>
        <p:nvSpPr>
          <p:cNvPr id="19" name="Shape 11"/>
          <p:cNvSpPr/>
          <p:nvPr/>
        </p:nvSpPr>
        <p:spPr>
          <a:xfrm>
            <a:off x="5892800" y="24384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0" name="Shape 12"/>
          <p:cNvSpPr/>
          <p:nvPr/>
        </p:nvSpPr>
        <p:spPr>
          <a:xfrm>
            <a:off x="5892800" y="2603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1" name="Shape 13"/>
          <p:cNvSpPr/>
          <p:nvPr/>
        </p:nvSpPr>
        <p:spPr>
          <a:xfrm>
            <a:off x="5892800" y="24384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2" name="Shape 14"/>
          <p:cNvSpPr/>
          <p:nvPr/>
        </p:nvSpPr>
        <p:spPr>
          <a:xfrm>
            <a:off x="6273800" y="23622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7962900" y="24384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7962900" y="2603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7962900" y="24384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8343900" y="23622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5892800" y="4127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5892800" y="4292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5892800" y="41275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6273800" y="40513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7975600" y="4127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975600" y="4292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7975600" y="41275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8356600" y="40513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5892800" y="5816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5892800" y="59817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5892800" y="58166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6273800" y="57404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7962900" y="5816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7962900" y="59817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7962900" y="58166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8343900" y="57404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43" name="Shape 35"/>
          <p:cNvSpPr/>
          <p:nvPr/>
        </p:nvSpPr>
        <p:spPr>
          <a:xfrm>
            <a:off x="6413500" y="1612900"/>
            <a:ext cx="1498600" cy="15875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pic>
        <p:nvPicPr>
          <p:cNvPr id="44" name="Image 0" descr="/home/ahmed/Projects/ai_llm_slides/videos/machine-learning/03_ridger_regression_gradient_descent/recreated_pptx/build/assets/wbox017_band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8900" y="1612900"/>
            <a:ext cx="1460500" cy="1562100"/>
          </a:xfrm>
          <a:prstGeom prst="rect">
            <a:avLst/>
          </a:prstGeom>
        </p:spPr>
      </p:pic>
      <p:sp>
        <p:nvSpPr>
          <p:cNvPr id="45" name="Shape 36"/>
          <p:cNvSpPr/>
          <p:nvPr/>
        </p:nvSpPr>
        <p:spPr>
          <a:xfrm>
            <a:off x="6413500" y="3365500"/>
            <a:ext cx="1498600" cy="15875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pic>
        <p:nvPicPr>
          <p:cNvPr id="46" name="Image 1" descr="/home/ahmed/Projects/ai_llm_slides/videos/machine-learning/03_ridger_regression_gradient_descent/recreated_pptx/build/assets/wbox017_band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8900" y="3365500"/>
            <a:ext cx="1460500" cy="1562100"/>
          </a:xfrm>
          <a:prstGeom prst="rect">
            <a:avLst/>
          </a:prstGeom>
        </p:spPr>
      </p:pic>
      <p:sp>
        <p:nvSpPr>
          <p:cNvPr id="47" name="Shape 37"/>
          <p:cNvSpPr/>
          <p:nvPr/>
        </p:nvSpPr>
        <p:spPr>
          <a:xfrm>
            <a:off x="6413500" y="5118100"/>
            <a:ext cx="1498600" cy="15875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pic>
        <p:nvPicPr>
          <p:cNvPr id="48" name="Image 2" descr="/home/ahmed/Projects/ai_llm_slides/videos/machine-learning/03_ridger_regression_gradient_descent/recreated_pptx/build/assets/wbox017_band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900" y="5118100"/>
            <a:ext cx="1460500" cy="15621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2026-10-25T18:21:00Z</dcterms:created>
  <dcterms:modified xsi:type="dcterms:W3CDTF">2026-10-25T18:21:00Z</dcterms:modified>
</cp:coreProperties>
</file>