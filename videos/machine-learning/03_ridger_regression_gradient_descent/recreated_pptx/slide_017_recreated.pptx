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35200" y="787400"/>
            <a:ext cx="825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 to the model 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λ=3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16256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33782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56.1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51181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13500" y="16129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workspaces/codespaces-blank/ai_llm_slides/videos/machine-learning/03_ridger_regression_gradient_descent/recreated_pptx/build/assets/wbox017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129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13500" y="33655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workspaces/codespaces-blank/ai_llm_slides/videos/machine-learning/03_ridger_regression_gradient_descent/recreated_pptx/build/assets/wbox017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655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13500" y="51181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workspaces/codespaces-blank/ai_llm_slides/videos/machine-learning/03_ridger_regression_gradient_descent/recreated_pptx/build/assets/wbox017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181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2026-10-24T10:04:15Z</dcterms:created>
  <dcterms:modified xsi:type="dcterms:W3CDTF">2026-10-24T10:04:15Z</dcterms:modified>
</cp:coreProperties>
</file>