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35200" y="787400"/>
            <a:ext cx="825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</a:t>
            </a:r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00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</a:t>
            </a:r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Regularizer to the model  </a:t>
            </a:r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00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λ=10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2" name="Text 10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1600200"/>
          <a:ext cx="46609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3365500"/>
          <a:ext cx="4660900" cy="15748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5105400"/>
          <a:ext cx="4660900" cy="15875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1625600"/>
          <a:ext cx="25908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57.4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76.5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95.6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3378200"/>
          <a:ext cx="25908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34.6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46.4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57.4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5118100"/>
          <a:ext cx="25908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26.8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35.4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44.1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sp>
        <p:nvSpPr>
          <p:cNvPr id="19" name="Shape 11"/>
          <p:cNvSpPr/>
          <p:nvPr/>
        </p:nvSpPr>
        <p:spPr>
          <a:xfrm>
            <a:off x="58928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8928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8928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2738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9629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9629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9629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3439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8928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8928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8928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2738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9756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9756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9756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3566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8928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8928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8928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2738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9629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9629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9629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3439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413500" y="1612900"/>
            <a:ext cx="14986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4" name="Image 0" descr="/home/ahmed/Projects/ai_llm_slides/videos/machine-learning/03_ridger_regression_gradient_descent/recreated_pptx/build/assets/wbox018_ban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0" y="1612900"/>
            <a:ext cx="1460500" cy="15621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6413500" y="3365500"/>
            <a:ext cx="14986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6" name="Image 1" descr="/home/ahmed/Projects/ai_llm_slides/videos/machine-learning/03_ridger_regression_gradient_descent/recreated_pptx/build/assets/wbox018_ban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365500"/>
            <a:ext cx="1460500" cy="1562100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6413500" y="5118100"/>
            <a:ext cx="14986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8" name="Image 2" descr="/home/ahmed/Projects/ai_llm_slides/videos/machine-learning/03_ridger_regression_gradient_descent/recreated_pptx/build/assets/wbox018_band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5118100"/>
            <a:ext cx="1460500" cy="1562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2026-10-25T18:37:06Z</dcterms:created>
  <dcterms:modified xsi:type="dcterms:W3CDTF">2026-10-25T18:37:06Z</dcterms:modified>
</cp:coreProperties>
</file>