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16000" y="755650"/>
            <a:ext cx="660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2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Convex Function,   </a:t>
            </a:r>
            <a:pPr algn="l" indent="0" marL="0">
              <a:buNone/>
            </a:pPr>
            <a:r>
              <a:rPr lang="en-US" sz="2120" b="1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Rate =0.4,  </a:t>
            </a:r>
            <a:pPr algn="l" indent="0" marL="0">
              <a:buNone/>
            </a:pPr>
            <a:r>
              <a:rPr lang="en-US" sz="2120" b="1" dirty="0">
                <a:solidFill>
                  <a:srgbClr val="0000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Start at X=3</a:t>
            </a:r>
            <a:endParaRPr lang="en-US" sz="2120" dirty="0"/>
          </a:p>
        </p:txBody>
      </p:sp>
      <p:sp>
        <p:nvSpPr>
          <p:cNvPr id="9" name="Shape 7"/>
          <p:cNvSpPr/>
          <p:nvPr/>
        </p:nvSpPr>
        <p:spPr>
          <a:xfrm>
            <a:off x="1028700" y="2273300"/>
            <a:ext cx="1587500" cy="298450"/>
          </a:xfrm>
          <a:prstGeom prst="rect">
            <a:avLst/>
          </a:prstGeom>
          <a:solidFill>
            <a:srgbClr val="E9FFD5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1400" y="2305050"/>
            <a:ext cx="90805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949450" y="2305050"/>
            <a:ext cx="66675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0.4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28700" y="2571750"/>
            <a:ext cx="1587500" cy="298450"/>
          </a:xfrm>
          <a:prstGeom prst="rect">
            <a:avLst/>
          </a:prstGeom>
          <a:solidFill>
            <a:srgbClr val="F3BEC2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1400" y="2603500"/>
            <a:ext cx="90805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initial 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949450" y="2603500"/>
            <a:ext cx="666750" cy="298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28700" y="2870200"/>
            <a:ext cx="1587500" cy="304800"/>
          </a:xfrm>
          <a:prstGeom prst="rect">
            <a:avLst/>
          </a:prstGeom>
          <a:solidFill>
            <a:srgbClr val="FAFF0D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41400" y="2901950"/>
            <a:ext cx="908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delta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949450" y="2901950"/>
            <a:ext cx="666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0.1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949450" y="2273300"/>
            <a:ext cx="0" cy="90170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89800" y="850900"/>
            <a:ext cx="2984500" cy="304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74231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5692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152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13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073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34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94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455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915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7376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8836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0297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757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3218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4678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6139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7599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9060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05205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198100" y="850900"/>
            <a:ext cx="0" cy="304800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89800" y="38354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289800" y="36830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289800" y="35306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289800" y="33782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9800" y="32258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289800" y="30734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289800" y="29210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289800" y="27686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89800" y="26162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289800" y="24638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89800" y="23114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289800" y="21590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89800" y="20066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289800" y="18542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289800" y="17018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289800" y="15494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289800" y="13970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289800" y="12446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289800" y="10922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89800" y="939800"/>
            <a:ext cx="2984500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277100" y="838200"/>
            <a:ext cx="0" cy="3086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287000" y="838200"/>
            <a:ext cx="0" cy="3086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277100" y="838200"/>
            <a:ext cx="30099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277100" y="3924300"/>
            <a:ext cx="30099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13700" y="850900"/>
            <a:ext cx="0" cy="3073400"/>
          </a:xfrm>
          <a:prstGeom prst="line">
            <a:avLst/>
          </a:prstGeom>
          <a:noFill/>
          <a:ln w="12700">
            <a:solidFill>
              <a:srgbClr val="96969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289800" y="3378200"/>
            <a:ext cx="2984500" cy="0"/>
          </a:xfrm>
          <a:prstGeom prst="line">
            <a:avLst/>
          </a:prstGeom>
          <a:noFill/>
          <a:ln w="12700">
            <a:solidFill>
              <a:srgbClr val="96969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737600" y="850900"/>
            <a:ext cx="0" cy="30734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8280400" y="1854200"/>
            <a:ext cx="95250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255000" y="1809750"/>
            <a:ext cx="88900" cy="889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686800" y="1809750"/>
            <a:ext cx="88900" cy="889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131300" y="1809750"/>
            <a:ext cx="88900" cy="889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pic>
        <p:nvPicPr>
          <p:cNvPr id="71" name="Image 0" descr="/workspaces/codespaces-blank/ai_llm_slides/videos/machine-learning/03_ridger_regression_gradient_descent/recreated_pptx/build/assets/curve_0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53421" y="832104"/>
            <a:ext cx="1167384" cy="2400300"/>
          </a:xfrm>
          <a:prstGeom prst="rect">
            <a:avLst/>
          </a:prstGeom>
        </p:spPr>
      </p:pic>
      <p:sp>
        <p:nvSpPr>
          <p:cNvPr id="72" name="Shape 69"/>
          <p:cNvSpPr/>
          <p:nvPr/>
        </p:nvSpPr>
        <p:spPr>
          <a:xfrm>
            <a:off x="8674100" y="3181350"/>
            <a:ext cx="114300" cy="114300"/>
          </a:xfrm>
          <a:prstGeom prst="ellipse">
            <a:avLst/>
          </a:prstGeom>
          <a:solidFill>
            <a:srgbClr val="008000"/>
          </a:solidFill>
          <a:ln w="12700">
            <a:solidFill>
              <a:srgbClr val="00800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8343900" y="2273300"/>
            <a:ext cx="88900" cy="88900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7696200" y="1003300"/>
            <a:ext cx="279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900" dirty="0"/>
          </a:p>
        </p:txBody>
      </p:sp>
      <p:sp>
        <p:nvSpPr>
          <p:cNvPr id="75" name="Text 72"/>
          <p:cNvSpPr/>
          <p:nvPr/>
        </p:nvSpPr>
        <p:spPr>
          <a:xfrm>
            <a:off x="7696200" y="1765300"/>
            <a:ext cx="279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00" dirty="0"/>
          </a:p>
        </p:txBody>
      </p:sp>
      <p:sp>
        <p:nvSpPr>
          <p:cNvPr id="76" name="Text 73"/>
          <p:cNvSpPr/>
          <p:nvPr/>
        </p:nvSpPr>
        <p:spPr>
          <a:xfrm>
            <a:off x="7696200" y="2527300"/>
            <a:ext cx="279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00" dirty="0"/>
          </a:p>
        </p:txBody>
      </p:sp>
      <p:sp>
        <p:nvSpPr>
          <p:cNvPr id="77" name="Text 74"/>
          <p:cNvSpPr/>
          <p:nvPr/>
        </p:nvSpPr>
        <p:spPr>
          <a:xfrm>
            <a:off x="721360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-5</a:t>
            </a:r>
            <a:endParaRPr lang="en-US" sz="900" dirty="0"/>
          </a:p>
        </p:txBody>
      </p:sp>
      <p:sp>
        <p:nvSpPr>
          <p:cNvPr id="78" name="Text 75"/>
          <p:cNvSpPr/>
          <p:nvPr/>
        </p:nvSpPr>
        <p:spPr>
          <a:xfrm>
            <a:off x="784860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858520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00" dirty="0"/>
          </a:p>
        </p:txBody>
      </p:sp>
      <p:sp>
        <p:nvSpPr>
          <p:cNvPr id="80" name="Text 77"/>
          <p:cNvSpPr/>
          <p:nvPr/>
        </p:nvSpPr>
        <p:spPr>
          <a:xfrm>
            <a:off x="931545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00" dirty="0"/>
          </a:p>
        </p:txBody>
      </p:sp>
      <p:sp>
        <p:nvSpPr>
          <p:cNvPr id="81" name="Text 78"/>
          <p:cNvSpPr/>
          <p:nvPr/>
        </p:nvSpPr>
        <p:spPr>
          <a:xfrm>
            <a:off x="10039350" y="3378200"/>
            <a:ext cx="3048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7861300" y="18923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(2, 10)</a:t>
            </a:r>
            <a:endParaRPr lang="en-US" sz="1000" dirty="0"/>
          </a:p>
        </p:txBody>
      </p:sp>
      <p:sp>
        <p:nvSpPr>
          <p:cNvPr id="83" name="Text 80"/>
          <p:cNvSpPr/>
          <p:nvPr/>
        </p:nvSpPr>
        <p:spPr>
          <a:xfrm>
            <a:off x="9194800" y="1778000"/>
            <a:ext cx="381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(?, ?)</a:t>
            </a:r>
            <a:endParaRPr lang="en-US" sz="1000" dirty="0"/>
          </a:p>
        </p:txBody>
      </p:sp>
      <p:sp>
        <p:nvSpPr>
          <p:cNvPr id="84" name="Text 81"/>
          <p:cNvSpPr/>
          <p:nvPr/>
        </p:nvSpPr>
        <p:spPr>
          <a:xfrm>
            <a:off x="8813800" y="3098800"/>
            <a:ext cx="457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(5, 1)</a:t>
            </a:r>
            <a:endParaRPr lang="en-US" sz="1000" dirty="0"/>
          </a:p>
        </p:txBody>
      </p:sp>
      <p:sp>
        <p:nvSpPr>
          <p:cNvPr id="85" name="Text 82"/>
          <p:cNvSpPr/>
          <p:nvPr/>
        </p:nvSpPr>
        <p:spPr>
          <a:xfrm>
            <a:off x="8432800" y="1619250"/>
            <a:ext cx="19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AAB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8851900" y="1619250"/>
            <a:ext cx="19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AAB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100" dirty="0"/>
          </a:p>
        </p:txBody>
      </p:sp>
      <p:sp>
        <p:nvSpPr>
          <p:cNvPr id="87" name="Shape 84"/>
          <p:cNvSpPr/>
          <p:nvPr/>
        </p:nvSpPr>
        <p:spPr>
          <a:xfrm>
            <a:off x="5054600" y="2336800"/>
            <a:ext cx="1676400" cy="3556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  <a:prstDash val="solid"/>
          </a:ln>
        </p:spPr>
      </p:sp>
      <p:pic>
        <p:nvPicPr>
          <p:cNvPr id="88" name="Image 1" descr="/workspaces/codespaces-blank/ai_llm_slides/videos/machine-learning/03_ridger_regression_gradient_descent/recreated_pptx/build/assets/eq_032_m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3556" y="2401064"/>
            <a:ext cx="1618488" cy="227073"/>
          </a:xfrm>
          <a:prstGeom prst="rect">
            <a:avLst/>
          </a:prstGeom>
        </p:spPr>
      </p:pic>
      <p:sp>
        <p:nvSpPr>
          <p:cNvPr id="89" name="Shape 85"/>
          <p:cNvSpPr/>
          <p:nvPr/>
        </p:nvSpPr>
        <p:spPr>
          <a:xfrm>
            <a:off x="4229100" y="2971800"/>
            <a:ext cx="2603500" cy="584200"/>
          </a:xfrm>
          <a:prstGeom prst="rect">
            <a:avLst/>
          </a:prstGeom>
          <a:solidFill>
            <a:srgbClr val="EFFFE2"/>
          </a:solidFill>
          <a:ln w="12700">
            <a:solidFill>
              <a:srgbClr val="438A3C"/>
            </a:solidFill>
            <a:prstDash val="solid"/>
          </a:ln>
        </p:spPr>
      </p:sp>
      <p:sp>
        <p:nvSpPr>
          <p:cNvPr id="90" name="Text 86"/>
          <p:cNvSpPr/>
          <p:nvPr/>
        </p:nvSpPr>
        <p:spPr>
          <a:xfrm>
            <a:off x="4318000" y="2997200"/>
            <a:ext cx="152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l" indent="0" marL="0"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5</a:t>
            </a:r>
            <a:endParaRPr lang="en-US" sz="1700" dirty="0"/>
          </a:p>
        </p:txBody>
      </p:sp>
      <p:sp>
        <p:nvSpPr>
          <p:cNvPr id="91" name="Text 87"/>
          <p:cNvSpPr/>
          <p:nvPr/>
        </p:nvSpPr>
        <p:spPr>
          <a:xfrm>
            <a:off x="4279900" y="3213100"/>
            <a:ext cx="254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50" i="1" dirty="0">
                <a:solidFill>
                  <a:srgbClr val="0000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f(x)</a:t>
            </a:r>
            <a:pPr algn="l" indent="0" marL="0">
              <a:buNone/>
            </a:pPr>
            <a:r>
              <a:rPr lang="en-US" sz="18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Minimum value is </a:t>
            </a:r>
            <a:pPr algn="l" indent="0" marL="0">
              <a:buNone/>
            </a:pPr>
            <a:r>
              <a:rPr lang="en-US" sz="1850" b="1" dirty="0">
                <a:solidFill>
                  <a:srgbClr val="0000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1.0</a:t>
            </a:r>
            <a:endParaRPr lang="en-US" sz="1850" dirty="0"/>
          </a:p>
        </p:txBody>
      </p:sp>
      <p:sp>
        <p:nvSpPr>
          <p:cNvPr id="92" name="Shape 88"/>
          <p:cNvSpPr/>
          <p:nvPr/>
        </p:nvSpPr>
        <p:spPr>
          <a:xfrm>
            <a:off x="4254500" y="3708400"/>
            <a:ext cx="2984500" cy="355600"/>
          </a:xfrm>
          <a:prstGeom prst="rect">
            <a:avLst/>
          </a:prstGeom>
          <a:solidFill>
            <a:srgbClr val="F7C9FB"/>
          </a:solidFill>
          <a:ln w="9525">
            <a:solidFill>
              <a:srgbClr val="CBA6D1"/>
            </a:solidFill>
            <a:prstDash val="solid"/>
          </a:ln>
        </p:spPr>
      </p:sp>
      <p:sp>
        <p:nvSpPr>
          <p:cNvPr id="93" name="Text 89"/>
          <p:cNvSpPr/>
          <p:nvPr/>
        </p:nvSpPr>
        <p:spPr>
          <a:xfrm>
            <a:off x="4343400" y="3746500"/>
            <a:ext cx="292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8000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Reach Minimum after 6  Steps</a:t>
            </a:r>
            <a:endParaRPr lang="en-US" sz="1600" dirty="0"/>
          </a:p>
        </p:txBody>
      </p:sp>
      <p:sp>
        <p:nvSpPr>
          <p:cNvPr id="94" name="Shape 90"/>
          <p:cNvSpPr/>
          <p:nvPr/>
        </p:nvSpPr>
        <p:spPr>
          <a:xfrm>
            <a:off x="3784600" y="4191000"/>
            <a:ext cx="3835400" cy="0"/>
          </a:xfrm>
          <a:prstGeom prst="line">
            <a:avLst/>
          </a:prstGeom>
          <a:noFill/>
          <a:ln w="12700">
            <a:solidFill>
              <a:srgbClr val="564BA7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3784600" y="6692900"/>
            <a:ext cx="3835400" cy="0"/>
          </a:xfrm>
          <a:prstGeom prst="line">
            <a:avLst/>
          </a:prstGeom>
          <a:noFill/>
          <a:ln w="12700">
            <a:solidFill>
              <a:srgbClr val="564BA7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3790950" y="4191000"/>
            <a:ext cx="0" cy="2501900"/>
          </a:xfrm>
          <a:prstGeom prst="line">
            <a:avLst/>
          </a:prstGeom>
          <a:noFill/>
          <a:ln w="12700">
            <a:solidFill>
              <a:srgbClr val="564BA7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7613650" y="4191000"/>
            <a:ext cx="0" cy="2501900"/>
          </a:xfrm>
          <a:prstGeom prst="line">
            <a:avLst/>
          </a:prstGeom>
          <a:noFill/>
          <a:ln w="12700">
            <a:solidFill>
              <a:srgbClr val="564BA7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3790950" y="4368800"/>
            <a:ext cx="3822700" cy="495300"/>
          </a:xfrm>
          <a:prstGeom prst="rect">
            <a:avLst/>
          </a:prstGeom>
          <a:solidFill>
            <a:srgbClr val="D8E175"/>
          </a:solidFill>
          <a:ln/>
        </p:spPr>
      </p:sp>
      <p:sp>
        <p:nvSpPr>
          <p:cNvPr id="99" name="Shape 95"/>
          <p:cNvSpPr/>
          <p:nvPr/>
        </p:nvSpPr>
        <p:spPr>
          <a:xfrm>
            <a:off x="3790950" y="4368800"/>
            <a:ext cx="3822700" cy="0"/>
          </a:xfrm>
          <a:prstGeom prst="line">
            <a:avLst/>
          </a:prstGeom>
          <a:noFill/>
          <a:ln w="12700">
            <a:solidFill>
              <a:srgbClr val="9B9B7F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>
            <a:off x="3790950" y="4864100"/>
            <a:ext cx="3822700" cy="0"/>
          </a:xfrm>
          <a:prstGeom prst="line">
            <a:avLst/>
          </a:prstGeom>
          <a:noFill/>
          <a:ln w="12700">
            <a:solidFill>
              <a:srgbClr val="9B9B7F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3790950" y="4368800"/>
            <a:ext cx="0" cy="495300"/>
          </a:xfrm>
          <a:prstGeom prst="line">
            <a:avLst/>
          </a:prstGeom>
          <a:noFill/>
          <a:ln w="12700">
            <a:solidFill>
              <a:srgbClr val="9B9B7F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7613650" y="4368800"/>
            <a:ext cx="0" cy="495300"/>
          </a:xfrm>
          <a:prstGeom prst="line">
            <a:avLst/>
          </a:prstGeom>
          <a:noFill/>
          <a:ln w="12700">
            <a:solidFill>
              <a:srgbClr val="9B9B7F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3790950" y="4616450"/>
            <a:ext cx="3822700" cy="0"/>
          </a:xfrm>
          <a:prstGeom prst="line">
            <a:avLst/>
          </a:prstGeom>
          <a:noFill/>
          <a:ln w="12700">
            <a:solidFill>
              <a:srgbClr val="9B9B7F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>
            <a:off x="4508500" y="4368800"/>
            <a:ext cx="0" cy="495300"/>
          </a:xfrm>
          <a:prstGeom prst="line">
            <a:avLst/>
          </a:prstGeom>
          <a:noFill/>
          <a:ln w="6350">
            <a:solidFill>
              <a:srgbClr val="9B9B7F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5022850" y="4368800"/>
            <a:ext cx="0" cy="495300"/>
          </a:xfrm>
          <a:prstGeom prst="line">
            <a:avLst/>
          </a:prstGeom>
          <a:noFill/>
          <a:ln w="6350">
            <a:solidFill>
              <a:srgbClr val="9B9B7F"/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5543550" y="4368800"/>
            <a:ext cx="0" cy="495300"/>
          </a:xfrm>
          <a:prstGeom prst="line">
            <a:avLst/>
          </a:prstGeom>
          <a:noFill/>
          <a:ln w="6350">
            <a:solidFill>
              <a:srgbClr val="9B9B7F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6064250" y="4368800"/>
            <a:ext cx="0" cy="495300"/>
          </a:xfrm>
          <a:prstGeom prst="line">
            <a:avLst/>
          </a:prstGeom>
          <a:noFill/>
          <a:ln w="6350">
            <a:solidFill>
              <a:srgbClr val="9B9B7F"/>
            </a:solidFill>
            <a:prstDash val="solid"/>
          </a:ln>
        </p:spPr>
      </p:sp>
      <p:sp>
        <p:nvSpPr>
          <p:cNvPr id="108" name="Shape 104"/>
          <p:cNvSpPr/>
          <p:nvPr/>
        </p:nvSpPr>
        <p:spPr>
          <a:xfrm>
            <a:off x="6578600" y="4368800"/>
            <a:ext cx="0" cy="495300"/>
          </a:xfrm>
          <a:prstGeom prst="line">
            <a:avLst/>
          </a:prstGeom>
          <a:noFill/>
          <a:ln w="6350">
            <a:solidFill>
              <a:srgbClr val="9B9B7F"/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7099300" y="4368800"/>
            <a:ext cx="0" cy="495300"/>
          </a:xfrm>
          <a:prstGeom prst="line">
            <a:avLst/>
          </a:prstGeom>
          <a:noFill/>
          <a:ln w="6350">
            <a:solidFill>
              <a:srgbClr val="9B9B7F"/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>
            <a:off x="3790950" y="4914900"/>
            <a:ext cx="3822700" cy="469900"/>
          </a:xfrm>
          <a:prstGeom prst="rect">
            <a:avLst/>
          </a:prstGeom>
          <a:solidFill>
            <a:srgbClr val="D4B2F5"/>
          </a:solidFill>
          <a:ln/>
        </p:spPr>
      </p:sp>
      <p:sp>
        <p:nvSpPr>
          <p:cNvPr id="111" name="Shape 107"/>
          <p:cNvSpPr/>
          <p:nvPr/>
        </p:nvSpPr>
        <p:spPr>
          <a:xfrm>
            <a:off x="3790950" y="4914900"/>
            <a:ext cx="3822700" cy="0"/>
          </a:xfrm>
          <a:prstGeom prst="line">
            <a:avLst/>
          </a:prstGeom>
          <a:noFill/>
          <a:ln w="12700">
            <a:solidFill>
              <a:srgbClr val="A78CC2"/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3790950" y="5384800"/>
            <a:ext cx="3822700" cy="0"/>
          </a:xfrm>
          <a:prstGeom prst="line">
            <a:avLst/>
          </a:prstGeom>
          <a:noFill/>
          <a:ln w="12700">
            <a:solidFill>
              <a:srgbClr val="A78CC2"/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3790950" y="4914900"/>
            <a:ext cx="0" cy="469900"/>
          </a:xfrm>
          <a:prstGeom prst="line">
            <a:avLst/>
          </a:prstGeom>
          <a:noFill/>
          <a:ln w="12700">
            <a:solidFill>
              <a:srgbClr val="A78CC2"/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7613650" y="4914900"/>
            <a:ext cx="0" cy="469900"/>
          </a:xfrm>
          <a:prstGeom prst="line">
            <a:avLst/>
          </a:prstGeom>
          <a:noFill/>
          <a:ln w="12700">
            <a:solidFill>
              <a:srgbClr val="A78CC2"/>
            </a:solidFill>
            <a:prstDash val="solid"/>
          </a:ln>
        </p:spPr>
      </p:sp>
      <p:sp>
        <p:nvSpPr>
          <p:cNvPr id="115" name="Shape 111"/>
          <p:cNvSpPr/>
          <p:nvPr/>
        </p:nvSpPr>
        <p:spPr>
          <a:xfrm>
            <a:off x="3790950" y="5156200"/>
            <a:ext cx="3822700" cy="0"/>
          </a:xfrm>
          <a:prstGeom prst="line">
            <a:avLst/>
          </a:prstGeom>
          <a:noFill/>
          <a:ln w="12700">
            <a:solidFill>
              <a:srgbClr val="A78CC2"/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4508500" y="4914900"/>
            <a:ext cx="0" cy="469900"/>
          </a:xfrm>
          <a:prstGeom prst="line">
            <a:avLst/>
          </a:prstGeom>
          <a:noFill/>
          <a:ln w="6350">
            <a:solidFill>
              <a:srgbClr val="A78CC2"/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5022850" y="4914900"/>
            <a:ext cx="0" cy="469900"/>
          </a:xfrm>
          <a:prstGeom prst="line">
            <a:avLst/>
          </a:prstGeom>
          <a:noFill/>
          <a:ln w="6350">
            <a:solidFill>
              <a:srgbClr val="A78CC2"/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5543550" y="4914900"/>
            <a:ext cx="0" cy="469900"/>
          </a:xfrm>
          <a:prstGeom prst="line">
            <a:avLst/>
          </a:prstGeom>
          <a:noFill/>
          <a:ln w="6350">
            <a:solidFill>
              <a:srgbClr val="A78CC2"/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>
            <a:off x="6064250" y="4914900"/>
            <a:ext cx="0" cy="469900"/>
          </a:xfrm>
          <a:prstGeom prst="line">
            <a:avLst/>
          </a:prstGeom>
          <a:noFill/>
          <a:ln w="6350">
            <a:solidFill>
              <a:srgbClr val="A78CC2"/>
            </a:solidFill>
            <a:prstDash val="solid"/>
          </a:ln>
        </p:spPr>
      </p:sp>
      <p:sp>
        <p:nvSpPr>
          <p:cNvPr id="120" name="Shape 116"/>
          <p:cNvSpPr/>
          <p:nvPr/>
        </p:nvSpPr>
        <p:spPr>
          <a:xfrm>
            <a:off x="6578600" y="4914900"/>
            <a:ext cx="0" cy="469900"/>
          </a:xfrm>
          <a:prstGeom prst="line">
            <a:avLst/>
          </a:prstGeom>
          <a:noFill/>
          <a:ln w="6350">
            <a:solidFill>
              <a:srgbClr val="A78CC2"/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7099300" y="4914900"/>
            <a:ext cx="0" cy="469900"/>
          </a:xfrm>
          <a:prstGeom prst="line">
            <a:avLst/>
          </a:prstGeom>
          <a:noFill/>
          <a:ln w="6350">
            <a:solidFill>
              <a:srgbClr val="A78CC2"/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3790950" y="5473700"/>
            <a:ext cx="3822700" cy="469900"/>
          </a:xfrm>
          <a:prstGeom prst="rect">
            <a:avLst/>
          </a:prstGeom>
          <a:solidFill>
            <a:srgbClr val="F6DDC1"/>
          </a:solidFill>
          <a:ln/>
        </p:spPr>
      </p:sp>
      <p:sp>
        <p:nvSpPr>
          <p:cNvPr id="123" name="Shape 119"/>
          <p:cNvSpPr/>
          <p:nvPr/>
        </p:nvSpPr>
        <p:spPr>
          <a:xfrm>
            <a:off x="3790950" y="5473700"/>
            <a:ext cx="3822700" cy="0"/>
          </a:xfrm>
          <a:prstGeom prst="line">
            <a:avLst/>
          </a:prstGeom>
          <a:noFill/>
          <a:ln w="12700">
            <a:solidFill>
              <a:srgbClr val="C9B197"/>
            </a:solidFill>
            <a:prstDash val="solid"/>
          </a:ln>
        </p:spPr>
      </p:sp>
      <p:sp>
        <p:nvSpPr>
          <p:cNvPr id="124" name="Shape 120"/>
          <p:cNvSpPr/>
          <p:nvPr/>
        </p:nvSpPr>
        <p:spPr>
          <a:xfrm>
            <a:off x="3790950" y="5943600"/>
            <a:ext cx="3822700" cy="0"/>
          </a:xfrm>
          <a:prstGeom prst="line">
            <a:avLst/>
          </a:prstGeom>
          <a:noFill/>
          <a:ln w="12700">
            <a:solidFill>
              <a:srgbClr val="C9B197"/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3790950" y="5473700"/>
            <a:ext cx="0" cy="469900"/>
          </a:xfrm>
          <a:prstGeom prst="line">
            <a:avLst/>
          </a:prstGeom>
          <a:noFill/>
          <a:ln w="12700">
            <a:solidFill>
              <a:srgbClr val="C9B197"/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7613650" y="5473700"/>
            <a:ext cx="0" cy="469900"/>
          </a:xfrm>
          <a:prstGeom prst="line">
            <a:avLst/>
          </a:prstGeom>
          <a:noFill/>
          <a:ln w="12700">
            <a:solidFill>
              <a:srgbClr val="C9B197"/>
            </a:solidFill>
            <a:prstDash val="solid"/>
          </a:ln>
        </p:spPr>
      </p:sp>
      <p:sp>
        <p:nvSpPr>
          <p:cNvPr id="127" name="Shape 123"/>
          <p:cNvSpPr/>
          <p:nvPr/>
        </p:nvSpPr>
        <p:spPr>
          <a:xfrm>
            <a:off x="3790950" y="5715000"/>
            <a:ext cx="3822700" cy="0"/>
          </a:xfrm>
          <a:prstGeom prst="line">
            <a:avLst/>
          </a:prstGeom>
          <a:noFill/>
          <a:ln w="12700">
            <a:solidFill>
              <a:srgbClr val="C9B197"/>
            </a:solidFill>
            <a:prstDash val="solid"/>
          </a:ln>
        </p:spPr>
      </p:sp>
      <p:sp>
        <p:nvSpPr>
          <p:cNvPr id="128" name="Shape 124"/>
          <p:cNvSpPr/>
          <p:nvPr/>
        </p:nvSpPr>
        <p:spPr>
          <a:xfrm>
            <a:off x="4508500" y="5473700"/>
            <a:ext cx="0" cy="469900"/>
          </a:xfrm>
          <a:prstGeom prst="line">
            <a:avLst/>
          </a:prstGeom>
          <a:noFill/>
          <a:ln w="6350">
            <a:solidFill>
              <a:srgbClr val="C9B197"/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5022850" y="5473700"/>
            <a:ext cx="0" cy="469900"/>
          </a:xfrm>
          <a:prstGeom prst="line">
            <a:avLst/>
          </a:prstGeom>
          <a:noFill/>
          <a:ln w="6350">
            <a:solidFill>
              <a:srgbClr val="C9B197"/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5543550" y="5473700"/>
            <a:ext cx="0" cy="469900"/>
          </a:xfrm>
          <a:prstGeom prst="line">
            <a:avLst/>
          </a:prstGeom>
          <a:noFill/>
          <a:ln w="6350">
            <a:solidFill>
              <a:srgbClr val="C9B197"/>
            </a:solidFill>
            <a:prstDash val="solid"/>
          </a:ln>
        </p:spPr>
      </p:sp>
      <p:sp>
        <p:nvSpPr>
          <p:cNvPr id="131" name="Shape 127"/>
          <p:cNvSpPr/>
          <p:nvPr/>
        </p:nvSpPr>
        <p:spPr>
          <a:xfrm>
            <a:off x="6064250" y="5473700"/>
            <a:ext cx="0" cy="469900"/>
          </a:xfrm>
          <a:prstGeom prst="line">
            <a:avLst/>
          </a:prstGeom>
          <a:noFill/>
          <a:ln w="6350">
            <a:solidFill>
              <a:srgbClr val="C9B197"/>
            </a:solidFill>
            <a:prstDash val="solid"/>
          </a:ln>
        </p:spPr>
      </p:sp>
      <p:sp>
        <p:nvSpPr>
          <p:cNvPr id="132" name="Shape 128"/>
          <p:cNvSpPr/>
          <p:nvPr/>
        </p:nvSpPr>
        <p:spPr>
          <a:xfrm>
            <a:off x="6578600" y="5473700"/>
            <a:ext cx="0" cy="469900"/>
          </a:xfrm>
          <a:prstGeom prst="line">
            <a:avLst/>
          </a:prstGeom>
          <a:noFill/>
          <a:ln w="6350">
            <a:solidFill>
              <a:srgbClr val="C9B197"/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7099300" y="5473700"/>
            <a:ext cx="0" cy="469900"/>
          </a:xfrm>
          <a:prstGeom prst="line">
            <a:avLst/>
          </a:prstGeom>
          <a:noFill/>
          <a:ln w="6350">
            <a:solidFill>
              <a:srgbClr val="C9B197"/>
            </a:solidFill>
            <a:prstDash val="solid"/>
          </a:ln>
        </p:spPr>
      </p:sp>
      <p:sp>
        <p:nvSpPr>
          <p:cNvPr id="134" name="Shape 130"/>
          <p:cNvSpPr/>
          <p:nvPr/>
        </p:nvSpPr>
        <p:spPr>
          <a:xfrm>
            <a:off x="3790950" y="5994400"/>
            <a:ext cx="3822700" cy="279400"/>
          </a:xfrm>
          <a:prstGeom prst="rect">
            <a:avLst/>
          </a:prstGeom>
          <a:solidFill>
            <a:srgbClr val="E7FFD2"/>
          </a:solidFill>
          <a:ln/>
        </p:spPr>
      </p:sp>
      <p:sp>
        <p:nvSpPr>
          <p:cNvPr id="135" name="Shape 131"/>
          <p:cNvSpPr/>
          <p:nvPr/>
        </p:nvSpPr>
        <p:spPr>
          <a:xfrm>
            <a:off x="3790950" y="5994400"/>
            <a:ext cx="3822700" cy="0"/>
          </a:xfrm>
          <a:prstGeom prst="line">
            <a:avLst/>
          </a:prstGeom>
          <a:noFill/>
          <a:ln w="12700">
            <a:solidFill>
              <a:srgbClr val="40842F"/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3790950" y="6273800"/>
            <a:ext cx="3822700" cy="0"/>
          </a:xfrm>
          <a:prstGeom prst="line">
            <a:avLst/>
          </a:prstGeom>
          <a:noFill/>
          <a:ln w="12700">
            <a:solidFill>
              <a:srgbClr val="40842F"/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3790950" y="5994400"/>
            <a:ext cx="0" cy="279400"/>
          </a:xfrm>
          <a:prstGeom prst="line">
            <a:avLst/>
          </a:prstGeom>
          <a:noFill/>
          <a:ln w="12700">
            <a:solidFill>
              <a:srgbClr val="40842F"/>
            </a:solidFill>
            <a:prstDash val="solid"/>
          </a:ln>
        </p:spPr>
      </p:sp>
      <p:sp>
        <p:nvSpPr>
          <p:cNvPr id="138" name="Shape 134"/>
          <p:cNvSpPr/>
          <p:nvPr/>
        </p:nvSpPr>
        <p:spPr>
          <a:xfrm>
            <a:off x="7613650" y="5994400"/>
            <a:ext cx="0" cy="279400"/>
          </a:xfrm>
          <a:prstGeom prst="line">
            <a:avLst/>
          </a:prstGeom>
          <a:noFill/>
          <a:ln w="12700">
            <a:solidFill>
              <a:srgbClr val="40842F"/>
            </a:solidFill>
            <a:prstDash val="solid"/>
          </a:ln>
        </p:spPr>
      </p:sp>
      <p:sp>
        <p:nvSpPr>
          <p:cNvPr id="139" name="Shape 135"/>
          <p:cNvSpPr/>
          <p:nvPr/>
        </p:nvSpPr>
        <p:spPr>
          <a:xfrm>
            <a:off x="4508500" y="5994400"/>
            <a:ext cx="0" cy="279400"/>
          </a:xfrm>
          <a:prstGeom prst="line">
            <a:avLst/>
          </a:prstGeom>
          <a:noFill/>
          <a:ln w="6350">
            <a:solidFill>
              <a:srgbClr val="40842F"/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>
            <a:off x="5022850" y="5994400"/>
            <a:ext cx="0" cy="279400"/>
          </a:xfrm>
          <a:prstGeom prst="line">
            <a:avLst/>
          </a:prstGeom>
          <a:noFill/>
          <a:ln w="6350">
            <a:solidFill>
              <a:srgbClr val="40842F"/>
            </a:solidFill>
            <a:prstDash val="solid"/>
          </a:ln>
        </p:spPr>
      </p:sp>
      <p:sp>
        <p:nvSpPr>
          <p:cNvPr id="141" name="Shape 137"/>
          <p:cNvSpPr/>
          <p:nvPr/>
        </p:nvSpPr>
        <p:spPr>
          <a:xfrm>
            <a:off x="5543550" y="5994400"/>
            <a:ext cx="0" cy="279400"/>
          </a:xfrm>
          <a:prstGeom prst="line">
            <a:avLst/>
          </a:prstGeom>
          <a:noFill/>
          <a:ln w="6350">
            <a:solidFill>
              <a:srgbClr val="40842F"/>
            </a:solidFill>
            <a:prstDash val="solid"/>
          </a:ln>
        </p:spPr>
      </p:sp>
      <p:sp>
        <p:nvSpPr>
          <p:cNvPr id="142" name="Shape 138"/>
          <p:cNvSpPr/>
          <p:nvPr/>
        </p:nvSpPr>
        <p:spPr>
          <a:xfrm>
            <a:off x="6064250" y="5994400"/>
            <a:ext cx="0" cy="279400"/>
          </a:xfrm>
          <a:prstGeom prst="line">
            <a:avLst/>
          </a:prstGeom>
          <a:noFill/>
          <a:ln w="6350">
            <a:solidFill>
              <a:srgbClr val="40842F"/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6578600" y="5994400"/>
            <a:ext cx="0" cy="279400"/>
          </a:xfrm>
          <a:prstGeom prst="line">
            <a:avLst/>
          </a:prstGeom>
          <a:noFill/>
          <a:ln w="6350">
            <a:solidFill>
              <a:srgbClr val="40842F"/>
            </a:solidFill>
            <a:prstDash val="solid"/>
          </a:ln>
        </p:spPr>
      </p:sp>
      <p:sp>
        <p:nvSpPr>
          <p:cNvPr id="144" name="Shape 140"/>
          <p:cNvSpPr/>
          <p:nvPr/>
        </p:nvSpPr>
        <p:spPr>
          <a:xfrm>
            <a:off x="7099300" y="5994400"/>
            <a:ext cx="0" cy="279400"/>
          </a:xfrm>
          <a:prstGeom prst="line">
            <a:avLst/>
          </a:prstGeom>
          <a:noFill/>
          <a:ln w="6350">
            <a:solidFill>
              <a:srgbClr val="40842F"/>
            </a:solidFill>
            <a:prstDash val="solid"/>
          </a:ln>
        </p:spPr>
      </p:sp>
      <p:sp>
        <p:nvSpPr>
          <p:cNvPr id="145" name="Shape 141"/>
          <p:cNvSpPr/>
          <p:nvPr/>
        </p:nvSpPr>
        <p:spPr>
          <a:xfrm>
            <a:off x="3790950" y="6311900"/>
            <a:ext cx="3822700" cy="254000"/>
          </a:xfrm>
          <a:prstGeom prst="rect">
            <a:avLst/>
          </a:prstGeom>
          <a:solidFill>
            <a:srgbClr val="F4BEC2"/>
          </a:solidFill>
          <a:ln/>
        </p:spPr>
      </p:sp>
      <p:sp>
        <p:nvSpPr>
          <p:cNvPr id="146" name="Shape 142"/>
          <p:cNvSpPr/>
          <p:nvPr/>
        </p:nvSpPr>
        <p:spPr>
          <a:xfrm>
            <a:off x="3790950" y="6311900"/>
            <a:ext cx="3822700" cy="0"/>
          </a:xfrm>
          <a:prstGeom prst="line">
            <a:avLst/>
          </a:prstGeom>
          <a:noFill/>
          <a:ln w="12700">
            <a:solidFill>
              <a:srgbClr val="AA000B"/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>
            <a:off x="3790950" y="6565900"/>
            <a:ext cx="3822700" cy="0"/>
          </a:xfrm>
          <a:prstGeom prst="line">
            <a:avLst/>
          </a:prstGeom>
          <a:noFill/>
          <a:ln w="12700">
            <a:solidFill>
              <a:srgbClr val="AA000B"/>
            </a:solidFill>
            <a:prstDash val="solid"/>
          </a:ln>
        </p:spPr>
      </p:sp>
      <p:sp>
        <p:nvSpPr>
          <p:cNvPr id="148" name="Shape 144"/>
          <p:cNvSpPr/>
          <p:nvPr/>
        </p:nvSpPr>
        <p:spPr>
          <a:xfrm>
            <a:off x="3790950" y="6311900"/>
            <a:ext cx="0" cy="254000"/>
          </a:xfrm>
          <a:prstGeom prst="line">
            <a:avLst/>
          </a:prstGeom>
          <a:noFill/>
          <a:ln w="12700">
            <a:solidFill>
              <a:srgbClr val="AA000B"/>
            </a:solidFill>
            <a:prstDash val="solid"/>
          </a:ln>
        </p:spPr>
      </p:sp>
      <p:sp>
        <p:nvSpPr>
          <p:cNvPr id="149" name="Shape 145"/>
          <p:cNvSpPr/>
          <p:nvPr/>
        </p:nvSpPr>
        <p:spPr>
          <a:xfrm>
            <a:off x="7613650" y="6311900"/>
            <a:ext cx="0" cy="254000"/>
          </a:xfrm>
          <a:prstGeom prst="line">
            <a:avLst/>
          </a:prstGeom>
          <a:noFill/>
          <a:ln w="12700">
            <a:solidFill>
              <a:srgbClr val="AA000B"/>
            </a:solidFill>
            <a:prstDash val="solid"/>
          </a:ln>
        </p:spPr>
      </p:sp>
      <p:sp>
        <p:nvSpPr>
          <p:cNvPr id="150" name="Shape 146"/>
          <p:cNvSpPr/>
          <p:nvPr/>
        </p:nvSpPr>
        <p:spPr>
          <a:xfrm>
            <a:off x="4508500" y="6311900"/>
            <a:ext cx="0" cy="254000"/>
          </a:xfrm>
          <a:prstGeom prst="line">
            <a:avLst/>
          </a:prstGeom>
          <a:noFill/>
          <a:ln w="6350">
            <a:solidFill>
              <a:srgbClr val="AA000B"/>
            </a:solidFill>
            <a:prstDash val="solid"/>
          </a:ln>
        </p:spPr>
      </p:sp>
      <p:sp>
        <p:nvSpPr>
          <p:cNvPr id="151" name="Shape 147"/>
          <p:cNvSpPr/>
          <p:nvPr/>
        </p:nvSpPr>
        <p:spPr>
          <a:xfrm>
            <a:off x="5022850" y="6311900"/>
            <a:ext cx="0" cy="254000"/>
          </a:xfrm>
          <a:prstGeom prst="line">
            <a:avLst/>
          </a:prstGeom>
          <a:noFill/>
          <a:ln w="6350">
            <a:solidFill>
              <a:srgbClr val="AA000B"/>
            </a:solidFill>
            <a:prstDash val="solid"/>
          </a:ln>
        </p:spPr>
      </p:sp>
      <p:sp>
        <p:nvSpPr>
          <p:cNvPr id="152" name="Shape 148"/>
          <p:cNvSpPr/>
          <p:nvPr/>
        </p:nvSpPr>
        <p:spPr>
          <a:xfrm>
            <a:off x="5543550" y="6311900"/>
            <a:ext cx="0" cy="254000"/>
          </a:xfrm>
          <a:prstGeom prst="line">
            <a:avLst/>
          </a:prstGeom>
          <a:noFill/>
          <a:ln w="6350">
            <a:solidFill>
              <a:srgbClr val="AA000B"/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>
            <a:off x="6064250" y="6311900"/>
            <a:ext cx="0" cy="254000"/>
          </a:xfrm>
          <a:prstGeom prst="line">
            <a:avLst/>
          </a:prstGeom>
          <a:noFill/>
          <a:ln w="6350">
            <a:solidFill>
              <a:srgbClr val="AA000B"/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>
            <a:off x="6578600" y="6311900"/>
            <a:ext cx="0" cy="254000"/>
          </a:xfrm>
          <a:prstGeom prst="line">
            <a:avLst/>
          </a:prstGeom>
          <a:noFill/>
          <a:ln w="6350">
            <a:solidFill>
              <a:srgbClr val="AA000B"/>
            </a:solidFill>
            <a:prstDash val="solid"/>
          </a:ln>
        </p:spPr>
      </p:sp>
      <p:sp>
        <p:nvSpPr>
          <p:cNvPr id="155" name="Shape 151"/>
          <p:cNvSpPr/>
          <p:nvPr/>
        </p:nvSpPr>
        <p:spPr>
          <a:xfrm>
            <a:off x="7099300" y="6311900"/>
            <a:ext cx="0" cy="254000"/>
          </a:xfrm>
          <a:prstGeom prst="line">
            <a:avLst/>
          </a:prstGeom>
          <a:noFill/>
          <a:ln w="6350">
            <a:solidFill>
              <a:srgbClr val="AA000B"/>
            </a:solidFill>
            <a:prstDash val="solid"/>
          </a:ln>
        </p:spPr>
      </p:sp>
      <p:sp>
        <p:nvSpPr>
          <p:cNvPr id="156" name="Text 152"/>
          <p:cNvSpPr/>
          <p:nvPr/>
        </p:nvSpPr>
        <p:spPr>
          <a:xfrm>
            <a:off x="3790950" y="4368800"/>
            <a:ext cx="717550" cy="2476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1050" dirty="0"/>
          </a:p>
        </p:txBody>
      </p:sp>
      <p:sp>
        <p:nvSpPr>
          <p:cNvPr id="157" name="Text 153"/>
          <p:cNvSpPr/>
          <p:nvPr/>
        </p:nvSpPr>
        <p:spPr>
          <a:xfrm>
            <a:off x="4508500" y="4368800"/>
            <a:ext cx="5143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950" dirty="0"/>
          </a:p>
        </p:txBody>
      </p:sp>
      <p:sp>
        <p:nvSpPr>
          <p:cNvPr id="158" name="Text 154"/>
          <p:cNvSpPr/>
          <p:nvPr/>
        </p:nvSpPr>
        <p:spPr>
          <a:xfrm>
            <a:off x="5022850" y="4368800"/>
            <a:ext cx="5207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3.4</a:t>
            </a:r>
            <a:endParaRPr lang="en-US" sz="950" dirty="0"/>
          </a:p>
        </p:txBody>
      </p:sp>
      <p:sp>
        <p:nvSpPr>
          <p:cNvPr id="159" name="Text 155"/>
          <p:cNvSpPr/>
          <p:nvPr/>
        </p:nvSpPr>
        <p:spPr>
          <a:xfrm>
            <a:off x="5543550" y="4368800"/>
            <a:ext cx="5207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3.8</a:t>
            </a:r>
            <a:endParaRPr lang="en-US" sz="950" dirty="0"/>
          </a:p>
        </p:txBody>
      </p:sp>
      <p:sp>
        <p:nvSpPr>
          <p:cNvPr id="160" name="Text 156"/>
          <p:cNvSpPr/>
          <p:nvPr/>
        </p:nvSpPr>
        <p:spPr>
          <a:xfrm>
            <a:off x="6064250" y="4368800"/>
            <a:ext cx="5143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4.2</a:t>
            </a:r>
            <a:endParaRPr lang="en-US" sz="950" dirty="0"/>
          </a:p>
        </p:txBody>
      </p:sp>
      <p:sp>
        <p:nvSpPr>
          <p:cNvPr id="161" name="Text 157"/>
          <p:cNvSpPr/>
          <p:nvPr/>
        </p:nvSpPr>
        <p:spPr>
          <a:xfrm>
            <a:off x="6578600" y="4368800"/>
            <a:ext cx="5207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4.6</a:t>
            </a:r>
            <a:endParaRPr lang="en-US" sz="950" dirty="0"/>
          </a:p>
        </p:txBody>
      </p:sp>
      <p:sp>
        <p:nvSpPr>
          <p:cNvPr id="162" name="Text 158"/>
          <p:cNvSpPr/>
          <p:nvPr/>
        </p:nvSpPr>
        <p:spPr>
          <a:xfrm>
            <a:off x="7099300" y="4368800"/>
            <a:ext cx="5143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50" dirty="0"/>
          </a:p>
        </p:txBody>
      </p:sp>
      <p:sp>
        <p:nvSpPr>
          <p:cNvPr id="163" name="Text 159"/>
          <p:cNvSpPr/>
          <p:nvPr/>
        </p:nvSpPr>
        <p:spPr>
          <a:xfrm>
            <a:off x="3790950" y="4616450"/>
            <a:ext cx="717550" cy="2476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f(x)</a:t>
            </a:r>
            <a:endParaRPr lang="en-US" sz="1050" dirty="0"/>
          </a:p>
        </p:txBody>
      </p:sp>
      <p:sp>
        <p:nvSpPr>
          <p:cNvPr id="164" name="Text 160"/>
          <p:cNvSpPr/>
          <p:nvPr/>
        </p:nvSpPr>
        <p:spPr>
          <a:xfrm>
            <a:off x="4508500" y="4616450"/>
            <a:ext cx="5143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50" dirty="0"/>
          </a:p>
        </p:txBody>
      </p:sp>
      <p:sp>
        <p:nvSpPr>
          <p:cNvPr id="165" name="Text 161"/>
          <p:cNvSpPr/>
          <p:nvPr/>
        </p:nvSpPr>
        <p:spPr>
          <a:xfrm>
            <a:off x="5022850" y="4616450"/>
            <a:ext cx="5207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3.56</a:t>
            </a:r>
            <a:endParaRPr lang="en-US" sz="950" dirty="0"/>
          </a:p>
        </p:txBody>
      </p:sp>
      <p:sp>
        <p:nvSpPr>
          <p:cNvPr id="166" name="Text 162"/>
          <p:cNvSpPr/>
          <p:nvPr/>
        </p:nvSpPr>
        <p:spPr>
          <a:xfrm>
            <a:off x="5543550" y="4616450"/>
            <a:ext cx="5207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2.44</a:t>
            </a:r>
            <a:endParaRPr lang="en-US" sz="950" dirty="0"/>
          </a:p>
        </p:txBody>
      </p:sp>
      <p:sp>
        <p:nvSpPr>
          <p:cNvPr id="167" name="Text 163"/>
          <p:cNvSpPr/>
          <p:nvPr/>
        </p:nvSpPr>
        <p:spPr>
          <a:xfrm>
            <a:off x="6064250" y="4616450"/>
            <a:ext cx="5143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1.64</a:t>
            </a:r>
            <a:endParaRPr lang="en-US" sz="950" dirty="0"/>
          </a:p>
        </p:txBody>
      </p:sp>
      <p:sp>
        <p:nvSpPr>
          <p:cNvPr id="168" name="Text 164"/>
          <p:cNvSpPr/>
          <p:nvPr/>
        </p:nvSpPr>
        <p:spPr>
          <a:xfrm>
            <a:off x="6578600" y="4616450"/>
            <a:ext cx="5207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1.16</a:t>
            </a:r>
            <a:endParaRPr lang="en-US" sz="950" dirty="0"/>
          </a:p>
        </p:txBody>
      </p:sp>
      <p:sp>
        <p:nvSpPr>
          <p:cNvPr id="169" name="Text 165"/>
          <p:cNvSpPr/>
          <p:nvPr/>
        </p:nvSpPr>
        <p:spPr>
          <a:xfrm>
            <a:off x="7099300" y="4616450"/>
            <a:ext cx="5143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67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950" dirty="0"/>
          </a:p>
        </p:txBody>
      </p:sp>
      <p:sp>
        <p:nvSpPr>
          <p:cNvPr id="170" name="Text 166"/>
          <p:cNvSpPr/>
          <p:nvPr/>
        </p:nvSpPr>
        <p:spPr>
          <a:xfrm>
            <a:off x="3790950" y="4914900"/>
            <a:ext cx="717550" cy="2413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x-delta</a:t>
            </a:r>
            <a:endParaRPr lang="en-US" sz="1050" dirty="0"/>
          </a:p>
        </p:txBody>
      </p:sp>
      <p:sp>
        <p:nvSpPr>
          <p:cNvPr id="171" name="Text 167"/>
          <p:cNvSpPr/>
          <p:nvPr/>
        </p:nvSpPr>
        <p:spPr>
          <a:xfrm>
            <a:off x="4508500" y="4914900"/>
            <a:ext cx="5143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2.9</a:t>
            </a:r>
            <a:endParaRPr lang="en-US" sz="950" dirty="0"/>
          </a:p>
        </p:txBody>
      </p:sp>
      <p:sp>
        <p:nvSpPr>
          <p:cNvPr id="172" name="Text 168"/>
          <p:cNvSpPr/>
          <p:nvPr/>
        </p:nvSpPr>
        <p:spPr>
          <a:xfrm>
            <a:off x="5022850" y="4914900"/>
            <a:ext cx="520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3.3</a:t>
            </a:r>
            <a:endParaRPr lang="en-US" sz="950" dirty="0"/>
          </a:p>
        </p:txBody>
      </p:sp>
      <p:sp>
        <p:nvSpPr>
          <p:cNvPr id="173" name="Text 169"/>
          <p:cNvSpPr/>
          <p:nvPr/>
        </p:nvSpPr>
        <p:spPr>
          <a:xfrm>
            <a:off x="5543550" y="4914900"/>
            <a:ext cx="520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3.7</a:t>
            </a:r>
            <a:endParaRPr lang="en-US" sz="950" dirty="0"/>
          </a:p>
        </p:txBody>
      </p:sp>
      <p:sp>
        <p:nvSpPr>
          <p:cNvPr id="174" name="Text 170"/>
          <p:cNvSpPr/>
          <p:nvPr/>
        </p:nvSpPr>
        <p:spPr>
          <a:xfrm>
            <a:off x="6064250" y="4914900"/>
            <a:ext cx="5143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4.1</a:t>
            </a:r>
            <a:endParaRPr lang="en-US" sz="950" dirty="0"/>
          </a:p>
        </p:txBody>
      </p:sp>
      <p:sp>
        <p:nvSpPr>
          <p:cNvPr id="175" name="Text 171"/>
          <p:cNvSpPr/>
          <p:nvPr/>
        </p:nvSpPr>
        <p:spPr>
          <a:xfrm>
            <a:off x="6578600" y="4914900"/>
            <a:ext cx="520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4.5</a:t>
            </a:r>
            <a:endParaRPr lang="en-US" sz="950" dirty="0"/>
          </a:p>
        </p:txBody>
      </p:sp>
      <p:sp>
        <p:nvSpPr>
          <p:cNvPr id="176" name="Text 172"/>
          <p:cNvSpPr/>
          <p:nvPr/>
        </p:nvSpPr>
        <p:spPr>
          <a:xfrm>
            <a:off x="7099300" y="4914900"/>
            <a:ext cx="5143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4.9</a:t>
            </a:r>
            <a:endParaRPr lang="en-US" sz="950" dirty="0"/>
          </a:p>
        </p:txBody>
      </p:sp>
      <p:sp>
        <p:nvSpPr>
          <p:cNvPr id="177" name="Text 173"/>
          <p:cNvSpPr/>
          <p:nvPr/>
        </p:nvSpPr>
        <p:spPr>
          <a:xfrm>
            <a:off x="3790950" y="5156200"/>
            <a:ext cx="717550" cy="2286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f(x-delta)</a:t>
            </a:r>
            <a:endParaRPr lang="en-US" sz="1050" dirty="0"/>
          </a:p>
        </p:txBody>
      </p:sp>
      <p:sp>
        <p:nvSpPr>
          <p:cNvPr id="178" name="Text 174"/>
          <p:cNvSpPr/>
          <p:nvPr/>
        </p:nvSpPr>
        <p:spPr>
          <a:xfrm>
            <a:off x="4508500" y="51562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5.41</a:t>
            </a:r>
            <a:endParaRPr lang="en-US" sz="950" dirty="0"/>
          </a:p>
        </p:txBody>
      </p:sp>
      <p:sp>
        <p:nvSpPr>
          <p:cNvPr id="179" name="Text 175"/>
          <p:cNvSpPr/>
          <p:nvPr/>
        </p:nvSpPr>
        <p:spPr>
          <a:xfrm>
            <a:off x="5022850" y="5156200"/>
            <a:ext cx="52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3.89</a:t>
            </a:r>
            <a:endParaRPr lang="en-US" sz="950" dirty="0"/>
          </a:p>
        </p:txBody>
      </p:sp>
      <p:sp>
        <p:nvSpPr>
          <p:cNvPr id="180" name="Text 176"/>
          <p:cNvSpPr/>
          <p:nvPr/>
        </p:nvSpPr>
        <p:spPr>
          <a:xfrm>
            <a:off x="5543550" y="5156200"/>
            <a:ext cx="52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2.69</a:t>
            </a:r>
            <a:endParaRPr lang="en-US" sz="950" dirty="0"/>
          </a:p>
        </p:txBody>
      </p:sp>
      <p:sp>
        <p:nvSpPr>
          <p:cNvPr id="181" name="Text 177"/>
          <p:cNvSpPr/>
          <p:nvPr/>
        </p:nvSpPr>
        <p:spPr>
          <a:xfrm>
            <a:off x="6064250" y="51562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1.81</a:t>
            </a:r>
            <a:endParaRPr lang="en-US" sz="950" dirty="0"/>
          </a:p>
        </p:txBody>
      </p:sp>
      <p:sp>
        <p:nvSpPr>
          <p:cNvPr id="182" name="Text 178"/>
          <p:cNvSpPr/>
          <p:nvPr/>
        </p:nvSpPr>
        <p:spPr>
          <a:xfrm>
            <a:off x="6578600" y="5156200"/>
            <a:ext cx="52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1.25</a:t>
            </a:r>
            <a:endParaRPr lang="en-US" sz="950" dirty="0"/>
          </a:p>
        </p:txBody>
      </p:sp>
      <p:sp>
        <p:nvSpPr>
          <p:cNvPr id="183" name="Text 179"/>
          <p:cNvSpPr/>
          <p:nvPr/>
        </p:nvSpPr>
        <p:spPr>
          <a:xfrm>
            <a:off x="7099300" y="51562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B008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1.01</a:t>
            </a:r>
            <a:endParaRPr lang="en-US" sz="950" dirty="0"/>
          </a:p>
        </p:txBody>
      </p:sp>
      <p:sp>
        <p:nvSpPr>
          <p:cNvPr id="184" name="Text 180"/>
          <p:cNvSpPr/>
          <p:nvPr/>
        </p:nvSpPr>
        <p:spPr>
          <a:xfrm>
            <a:off x="3790950" y="5473700"/>
            <a:ext cx="717550" cy="2413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x+delta</a:t>
            </a:r>
            <a:endParaRPr lang="en-US" sz="1050" dirty="0"/>
          </a:p>
        </p:txBody>
      </p:sp>
      <p:sp>
        <p:nvSpPr>
          <p:cNvPr id="185" name="Text 181"/>
          <p:cNvSpPr/>
          <p:nvPr/>
        </p:nvSpPr>
        <p:spPr>
          <a:xfrm>
            <a:off x="4508500" y="5473700"/>
            <a:ext cx="5143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3.1</a:t>
            </a:r>
            <a:endParaRPr lang="en-US" sz="950" dirty="0"/>
          </a:p>
        </p:txBody>
      </p:sp>
      <p:sp>
        <p:nvSpPr>
          <p:cNvPr id="186" name="Text 182"/>
          <p:cNvSpPr/>
          <p:nvPr/>
        </p:nvSpPr>
        <p:spPr>
          <a:xfrm>
            <a:off x="5022850" y="5473700"/>
            <a:ext cx="520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3.5</a:t>
            </a:r>
            <a:endParaRPr lang="en-US" sz="950" dirty="0"/>
          </a:p>
        </p:txBody>
      </p:sp>
      <p:sp>
        <p:nvSpPr>
          <p:cNvPr id="187" name="Text 183"/>
          <p:cNvSpPr/>
          <p:nvPr/>
        </p:nvSpPr>
        <p:spPr>
          <a:xfrm>
            <a:off x="5543550" y="5473700"/>
            <a:ext cx="520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3.9</a:t>
            </a:r>
            <a:endParaRPr lang="en-US" sz="950" dirty="0"/>
          </a:p>
        </p:txBody>
      </p:sp>
      <p:sp>
        <p:nvSpPr>
          <p:cNvPr id="188" name="Text 184"/>
          <p:cNvSpPr/>
          <p:nvPr/>
        </p:nvSpPr>
        <p:spPr>
          <a:xfrm>
            <a:off x="6064250" y="5473700"/>
            <a:ext cx="5143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4.3</a:t>
            </a:r>
            <a:endParaRPr lang="en-US" sz="950" dirty="0"/>
          </a:p>
        </p:txBody>
      </p:sp>
      <p:sp>
        <p:nvSpPr>
          <p:cNvPr id="189" name="Text 185"/>
          <p:cNvSpPr/>
          <p:nvPr/>
        </p:nvSpPr>
        <p:spPr>
          <a:xfrm>
            <a:off x="6578600" y="5473700"/>
            <a:ext cx="520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4.7</a:t>
            </a:r>
            <a:endParaRPr lang="en-US" sz="950" dirty="0"/>
          </a:p>
        </p:txBody>
      </p:sp>
      <p:sp>
        <p:nvSpPr>
          <p:cNvPr id="190" name="Text 186"/>
          <p:cNvSpPr/>
          <p:nvPr/>
        </p:nvSpPr>
        <p:spPr>
          <a:xfrm>
            <a:off x="7099300" y="5473700"/>
            <a:ext cx="5143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5.1</a:t>
            </a:r>
            <a:endParaRPr lang="en-US" sz="950" dirty="0"/>
          </a:p>
        </p:txBody>
      </p:sp>
      <p:sp>
        <p:nvSpPr>
          <p:cNvPr id="191" name="Text 187"/>
          <p:cNvSpPr/>
          <p:nvPr/>
        </p:nvSpPr>
        <p:spPr>
          <a:xfrm>
            <a:off x="3790950" y="5715000"/>
            <a:ext cx="717550" cy="2286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f(x+delta)</a:t>
            </a:r>
            <a:endParaRPr lang="en-US" sz="1050" dirty="0"/>
          </a:p>
        </p:txBody>
      </p:sp>
      <p:sp>
        <p:nvSpPr>
          <p:cNvPr id="192" name="Text 188"/>
          <p:cNvSpPr/>
          <p:nvPr/>
        </p:nvSpPr>
        <p:spPr>
          <a:xfrm>
            <a:off x="4508500" y="57150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4.61</a:t>
            </a:r>
            <a:endParaRPr lang="en-US" sz="950" dirty="0"/>
          </a:p>
        </p:txBody>
      </p:sp>
      <p:sp>
        <p:nvSpPr>
          <p:cNvPr id="193" name="Text 189"/>
          <p:cNvSpPr/>
          <p:nvPr/>
        </p:nvSpPr>
        <p:spPr>
          <a:xfrm>
            <a:off x="5022850" y="5715000"/>
            <a:ext cx="52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3.25</a:t>
            </a:r>
            <a:endParaRPr lang="en-US" sz="950" dirty="0"/>
          </a:p>
        </p:txBody>
      </p:sp>
      <p:sp>
        <p:nvSpPr>
          <p:cNvPr id="194" name="Text 190"/>
          <p:cNvSpPr/>
          <p:nvPr/>
        </p:nvSpPr>
        <p:spPr>
          <a:xfrm>
            <a:off x="5543550" y="5715000"/>
            <a:ext cx="52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2.21</a:t>
            </a:r>
            <a:endParaRPr lang="en-US" sz="950" dirty="0"/>
          </a:p>
        </p:txBody>
      </p:sp>
      <p:sp>
        <p:nvSpPr>
          <p:cNvPr id="195" name="Text 191"/>
          <p:cNvSpPr/>
          <p:nvPr/>
        </p:nvSpPr>
        <p:spPr>
          <a:xfrm>
            <a:off x="6064250" y="57150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1.49</a:t>
            </a:r>
            <a:endParaRPr lang="en-US" sz="950" dirty="0"/>
          </a:p>
        </p:txBody>
      </p:sp>
      <p:sp>
        <p:nvSpPr>
          <p:cNvPr id="196" name="Text 192"/>
          <p:cNvSpPr/>
          <p:nvPr/>
        </p:nvSpPr>
        <p:spPr>
          <a:xfrm>
            <a:off x="6578600" y="5715000"/>
            <a:ext cx="520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1.09</a:t>
            </a:r>
            <a:endParaRPr lang="en-US" sz="950" dirty="0"/>
          </a:p>
        </p:txBody>
      </p:sp>
      <p:sp>
        <p:nvSpPr>
          <p:cNvPr id="197" name="Text 193"/>
          <p:cNvSpPr/>
          <p:nvPr/>
        </p:nvSpPr>
        <p:spPr>
          <a:xfrm>
            <a:off x="7099300" y="5715000"/>
            <a:ext cx="514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B5A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1.01</a:t>
            </a:r>
            <a:endParaRPr lang="en-US" sz="950" dirty="0"/>
          </a:p>
        </p:txBody>
      </p:sp>
      <p:sp>
        <p:nvSpPr>
          <p:cNvPr id="198" name="Text 194"/>
          <p:cNvSpPr/>
          <p:nvPr/>
        </p:nvSpPr>
        <p:spPr>
          <a:xfrm>
            <a:off x="3790950" y="5994400"/>
            <a:ext cx="717550" cy="2794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slope</a:t>
            </a:r>
            <a:endParaRPr lang="en-US" sz="1050" dirty="0"/>
          </a:p>
        </p:txBody>
      </p:sp>
      <p:sp>
        <p:nvSpPr>
          <p:cNvPr id="199" name="Text 195"/>
          <p:cNvSpPr/>
          <p:nvPr/>
        </p:nvSpPr>
        <p:spPr>
          <a:xfrm>
            <a:off x="4508500" y="5994400"/>
            <a:ext cx="51435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-8</a:t>
            </a:r>
            <a:endParaRPr lang="en-US" sz="950" dirty="0"/>
          </a:p>
        </p:txBody>
      </p:sp>
      <p:sp>
        <p:nvSpPr>
          <p:cNvPr id="200" name="Text 196"/>
          <p:cNvSpPr/>
          <p:nvPr/>
        </p:nvSpPr>
        <p:spPr>
          <a:xfrm>
            <a:off x="5022850" y="5994400"/>
            <a:ext cx="52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-6.4</a:t>
            </a:r>
            <a:endParaRPr lang="en-US" sz="950" dirty="0"/>
          </a:p>
        </p:txBody>
      </p:sp>
      <p:sp>
        <p:nvSpPr>
          <p:cNvPr id="201" name="Text 197"/>
          <p:cNvSpPr/>
          <p:nvPr/>
        </p:nvSpPr>
        <p:spPr>
          <a:xfrm>
            <a:off x="5543550" y="5994400"/>
            <a:ext cx="52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-4.8</a:t>
            </a:r>
            <a:endParaRPr lang="en-US" sz="950" dirty="0"/>
          </a:p>
        </p:txBody>
      </p:sp>
      <p:sp>
        <p:nvSpPr>
          <p:cNvPr id="202" name="Text 198"/>
          <p:cNvSpPr/>
          <p:nvPr/>
        </p:nvSpPr>
        <p:spPr>
          <a:xfrm>
            <a:off x="6064250" y="5994400"/>
            <a:ext cx="51435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-3.2</a:t>
            </a:r>
            <a:endParaRPr lang="en-US" sz="950" dirty="0"/>
          </a:p>
        </p:txBody>
      </p:sp>
      <p:sp>
        <p:nvSpPr>
          <p:cNvPr id="203" name="Text 199"/>
          <p:cNvSpPr/>
          <p:nvPr/>
        </p:nvSpPr>
        <p:spPr>
          <a:xfrm>
            <a:off x="6578600" y="5994400"/>
            <a:ext cx="520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-1.6</a:t>
            </a:r>
            <a:endParaRPr lang="en-US" sz="950" dirty="0"/>
          </a:p>
        </p:txBody>
      </p:sp>
      <p:sp>
        <p:nvSpPr>
          <p:cNvPr id="204" name="Text 200"/>
          <p:cNvSpPr/>
          <p:nvPr/>
        </p:nvSpPr>
        <p:spPr>
          <a:xfrm>
            <a:off x="7099300" y="5994400"/>
            <a:ext cx="51435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E30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950" dirty="0"/>
          </a:p>
        </p:txBody>
      </p:sp>
      <p:sp>
        <p:nvSpPr>
          <p:cNvPr id="205" name="Text 201"/>
          <p:cNvSpPr/>
          <p:nvPr/>
        </p:nvSpPr>
        <p:spPr>
          <a:xfrm>
            <a:off x="3790950" y="6311900"/>
            <a:ext cx="717550" cy="2540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 x</a:t>
            </a:r>
            <a:endParaRPr lang="en-US" sz="1050" dirty="0"/>
          </a:p>
        </p:txBody>
      </p:sp>
      <p:sp>
        <p:nvSpPr>
          <p:cNvPr id="206" name="Text 202"/>
          <p:cNvSpPr/>
          <p:nvPr/>
        </p:nvSpPr>
        <p:spPr>
          <a:xfrm>
            <a:off x="4508500" y="6311900"/>
            <a:ext cx="5143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3.4</a:t>
            </a:r>
            <a:endParaRPr lang="en-US" sz="950" dirty="0"/>
          </a:p>
        </p:txBody>
      </p:sp>
      <p:sp>
        <p:nvSpPr>
          <p:cNvPr id="207" name="Text 203"/>
          <p:cNvSpPr/>
          <p:nvPr/>
        </p:nvSpPr>
        <p:spPr>
          <a:xfrm>
            <a:off x="5022850" y="6311900"/>
            <a:ext cx="520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3.8</a:t>
            </a:r>
            <a:endParaRPr lang="en-US" sz="950" dirty="0"/>
          </a:p>
        </p:txBody>
      </p:sp>
      <p:sp>
        <p:nvSpPr>
          <p:cNvPr id="208" name="Text 204"/>
          <p:cNvSpPr/>
          <p:nvPr/>
        </p:nvSpPr>
        <p:spPr>
          <a:xfrm>
            <a:off x="5543550" y="6311900"/>
            <a:ext cx="520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4.2</a:t>
            </a:r>
            <a:endParaRPr lang="en-US" sz="950" dirty="0"/>
          </a:p>
        </p:txBody>
      </p:sp>
      <p:sp>
        <p:nvSpPr>
          <p:cNvPr id="209" name="Text 205"/>
          <p:cNvSpPr/>
          <p:nvPr/>
        </p:nvSpPr>
        <p:spPr>
          <a:xfrm>
            <a:off x="6064250" y="6311900"/>
            <a:ext cx="5143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4.6</a:t>
            </a:r>
            <a:endParaRPr lang="en-US" sz="950" dirty="0"/>
          </a:p>
        </p:txBody>
      </p:sp>
      <p:sp>
        <p:nvSpPr>
          <p:cNvPr id="210" name="Text 206"/>
          <p:cNvSpPr/>
          <p:nvPr/>
        </p:nvSpPr>
        <p:spPr>
          <a:xfrm>
            <a:off x="6578600" y="6311900"/>
            <a:ext cx="520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50" dirty="0"/>
          </a:p>
        </p:txBody>
      </p:sp>
      <p:sp>
        <p:nvSpPr>
          <p:cNvPr id="211" name="Text 207"/>
          <p:cNvSpPr/>
          <p:nvPr/>
        </p:nvSpPr>
        <p:spPr>
          <a:xfrm>
            <a:off x="7099300" y="6311900"/>
            <a:ext cx="5143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A141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stop</a:t>
            </a:r>
            <a:endParaRPr lang="en-US" sz="950" dirty="0"/>
          </a:p>
        </p:txBody>
      </p:sp>
      <p:sp>
        <p:nvSpPr>
          <p:cNvPr id="212" name="Shape 208"/>
          <p:cNvSpPr/>
          <p:nvPr/>
        </p:nvSpPr>
        <p:spPr>
          <a:xfrm rot="1500000">
            <a:off x="4445000" y="4025900"/>
            <a:ext cx="203200" cy="469900"/>
          </a:xfrm>
          <a:prstGeom prst="downArrow">
            <a:avLst/>
          </a:prstGeom>
          <a:solidFill>
            <a:srgbClr val="FFFFFF"/>
          </a:solidFill>
          <a:ln w="19050">
            <a:solidFill>
              <a:srgbClr val="8B1A2B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2026-10-24T18:05:09Z</dcterms:created>
  <dcterms:modified xsi:type="dcterms:W3CDTF">2026-10-24T18:05:09Z</dcterms:modified>
</cp:coreProperties>
</file>