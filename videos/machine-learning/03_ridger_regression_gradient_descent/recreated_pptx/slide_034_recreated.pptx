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70000" y="762000"/>
            <a:ext cx="546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Non-Convex Function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308100" y="11557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180" kern="0" dirty="0">
                <a:solidFill>
                  <a:srgbClr val="8B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 reach different minimum value based on: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235200" y="1447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point</a:t>
            </a:r>
            <a:pPr algn="ctr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3124200"/>
            <a:ext cx="1257300" cy="7747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3238500"/>
            <a:ext cx="6350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51000" y="3238500"/>
            <a:ext cx="5080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" y="3238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63700" y="323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16000" y="3429000"/>
            <a:ext cx="6350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51000" y="3429000"/>
            <a:ext cx="5080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34290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63700" y="3429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16000" y="3619500"/>
            <a:ext cx="6350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51000" y="3619500"/>
            <a:ext cx="5080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" y="3619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63700" y="3619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05500" y="2146300"/>
            <a:ext cx="1727200" cy="6223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25" name="Image 0" descr="/home/ahmed/Projects/ai_llm_slides/videos/machine-learning/03_ridger_regression_gradient_descent/recreated_pptx/build/assets/eq_03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7900" y="2305050"/>
            <a:ext cx="1422400" cy="3048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3429000" y="3200400"/>
            <a:ext cx="4140200" cy="609600"/>
          </a:xfrm>
          <a:prstGeom prst="rect">
            <a:avLst/>
          </a:prstGeom>
          <a:solidFill>
            <a:srgbClr val="EFFFE2"/>
          </a:solidFill>
          <a:ln w="15875">
            <a:solidFill>
              <a:srgbClr val="00B00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41700" y="326390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4013200" y="3263900"/>
            <a:ext cx="360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9.6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9.8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3454400" y="3505200"/>
            <a:ext cx="558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4013200" y="3505200"/>
            <a:ext cx="360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-10.03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-9.92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7708900" y="762000"/>
            <a:ext cx="3022600" cy="3213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1" descr="/home/ahmed/Projects/ai_llm_slides/videos/machine-learning/03_ridger_regression_gradient_descent/recreated_pptx/build/assets/slide_034_plot_v2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749300"/>
            <a:ext cx="3009900" cy="322478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08900" y="762000"/>
            <a:ext cx="3022600" cy="3213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944100" y="1879600"/>
            <a:ext cx="0" cy="304800"/>
          </a:xfrm>
          <a:prstGeom prst="line">
            <a:avLst/>
          </a:prstGeom>
          <a:noFill/>
          <a:ln w="12700">
            <a:solidFill>
              <a:srgbClr val="C41E1E"/>
            </a:solidFill>
            <a:prstDash val="dash"/>
          </a:ln>
        </p:spPr>
      </p:sp>
      <p:sp>
        <p:nvSpPr>
          <p:cNvPr id="35" name="Shape 31"/>
          <p:cNvSpPr/>
          <p:nvPr/>
        </p:nvSpPr>
        <p:spPr>
          <a:xfrm>
            <a:off x="9893300" y="1828800"/>
            <a:ext cx="101600" cy="101600"/>
          </a:xfrm>
          <a:prstGeom prst="ellipse">
            <a:avLst/>
          </a:prstGeom>
          <a:solidFill>
            <a:srgbClr val="C41E1E"/>
          </a:solidFill>
          <a:ln w="12700">
            <a:solidFill>
              <a:srgbClr val="C41E1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9690100" y="1435100"/>
            <a:ext cx="241300" cy="317500"/>
          </a:xfrm>
          <a:prstGeom prst="line">
            <a:avLst/>
          </a:prstGeom>
          <a:noFill/>
          <a:ln w="38100">
            <a:solidFill>
              <a:srgbClr val="F5841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10147300" y="3238500"/>
            <a:ext cx="215900" cy="139700"/>
          </a:xfrm>
          <a:prstGeom prst="ellipse">
            <a:avLst/>
          </a:prstGeom>
          <a:solidFill>
            <a:srgbClr val="7CFC00"/>
          </a:solidFill>
          <a:ln w="12700">
            <a:solidFill>
              <a:srgbClr val="7CFC0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410700" y="3403600"/>
            <a:ext cx="1193800" cy="444500"/>
          </a:xfrm>
          <a:prstGeom prst="rect">
            <a:avLst/>
          </a:prstGeom>
          <a:solidFill>
            <a:srgbClr val="F9C7EF"/>
          </a:solidFill>
          <a:ln w="15875">
            <a:solidFill>
              <a:srgbClr val="C040B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9410700" y="3403600"/>
            <a:ext cx="1193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B0188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B0188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Minima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863600" y="4064000"/>
            <a:ext cx="10325100" cy="25019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041400" y="4203700"/>
            <a:ext cx="9994900" cy="482600"/>
          </a:xfrm>
          <a:prstGeom prst="rect">
            <a:avLst/>
          </a:prstGeom>
          <a:solidFill>
            <a:srgbClr val="D9E275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041400" y="4749800"/>
            <a:ext cx="9994900" cy="469900"/>
          </a:xfrm>
          <a:prstGeom prst="rect">
            <a:avLst/>
          </a:prstGeom>
          <a:solidFill>
            <a:srgbClr val="D6B2F5"/>
          </a:solidFill>
          <a:ln w="15875">
            <a:solidFill>
              <a:srgbClr val="5B2C6F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041400" y="5295900"/>
            <a:ext cx="9994900" cy="482600"/>
          </a:xfrm>
          <a:prstGeom prst="rect">
            <a:avLst/>
          </a:prstGeom>
          <a:solidFill>
            <a:srgbClr val="F7DDC2"/>
          </a:solidFill>
          <a:ln w="15875">
            <a:solidFill>
              <a:srgbClr val="6B422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028700" y="5829300"/>
            <a:ext cx="736600" cy="241300"/>
          </a:xfrm>
          <a:prstGeom prst="rect">
            <a:avLst/>
          </a:prstGeom>
          <a:solidFill>
            <a:srgbClr val="E9FFD4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765300" y="5829300"/>
            <a:ext cx="9283700" cy="241300"/>
          </a:xfrm>
          <a:prstGeom prst="rect">
            <a:avLst/>
          </a:prstGeom>
          <a:solidFill>
            <a:srgbClr val="E9FFD4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803400" y="5854700"/>
            <a:ext cx="4318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311400" y="5854700"/>
            <a:ext cx="4445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832100" y="5854700"/>
            <a:ext cx="4318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340100" y="5854700"/>
            <a:ext cx="4445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3860800" y="5854700"/>
            <a:ext cx="43815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375150" y="5854700"/>
            <a:ext cx="43815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889500" y="5854700"/>
            <a:ext cx="4445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5410200" y="5854700"/>
            <a:ext cx="4318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918200" y="5854700"/>
            <a:ext cx="4445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438900" y="5854700"/>
            <a:ext cx="4445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959600" y="5854700"/>
            <a:ext cx="4318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467600" y="5854700"/>
            <a:ext cx="4445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988300" y="5854700"/>
            <a:ext cx="43815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502650" y="5854700"/>
            <a:ext cx="43815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9017000" y="5854700"/>
            <a:ext cx="444500" cy="190500"/>
          </a:xfrm>
          <a:prstGeom prst="rect">
            <a:avLst/>
          </a:prstGeom>
          <a:solidFill>
            <a:srgbClr val="FDFDB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9537700" y="5854700"/>
            <a:ext cx="4318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0045700" y="5854700"/>
            <a:ext cx="444500" cy="190500"/>
          </a:xfrm>
          <a:prstGeom prst="rect">
            <a:avLst/>
          </a:prstGeom>
          <a:solidFill>
            <a:srgbClr val="FDFDB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0566400" y="5854700"/>
            <a:ext cx="431800" cy="190500"/>
          </a:xfrm>
          <a:prstGeom prst="rect">
            <a:avLst/>
          </a:prstGeom>
          <a:solidFill>
            <a:srgbClr val="DEAC9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028700" y="6134100"/>
            <a:ext cx="10020300" cy="254000"/>
          </a:xfrm>
          <a:prstGeom prst="rect">
            <a:avLst/>
          </a:prstGeom>
          <a:solidFill>
            <a:srgbClr val="F7BEC4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17653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22733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7940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33020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38227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433705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48514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53721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58801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4008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69215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4295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79502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846455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89789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94996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0076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528300" y="6134100"/>
            <a:ext cx="0" cy="2540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8458200" y="4127500"/>
            <a:ext cx="1600200" cy="558800"/>
          </a:xfrm>
          <a:prstGeom prst="rect">
            <a:avLst/>
          </a:prstGeom>
          <a:solidFill>
            <a:srgbClr val="8BF8AB"/>
          </a:solidFill>
          <a:ln w="15875">
            <a:solidFill>
              <a:srgbClr val="8B0000"/>
            </a:solidFill>
            <a:prstDash val="dash"/>
          </a:ln>
        </p:spPr>
      </p:sp>
      <p:sp>
        <p:nvSpPr>
          <p:cNvPr id="84" name="Shape 80"/>
          <p:cNvSpPr/>
          <p:nvPr/>
        </p:nvSpPr>
        <p:spPr>
          <a:xfrm>
            <a:off x="17653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22733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7940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33020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38227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433705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514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53721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58801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6400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21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7429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7950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846455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8978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4996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100076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105283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110363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7653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22733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27940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33020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38227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433705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8514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53721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58801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400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6921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7429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7950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46455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8978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94996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0076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105283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110363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17653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2733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27940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33020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38227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433705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8514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53721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8801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6400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6921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7429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7950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46455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978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94996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100076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105283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110363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1117600" y="44450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1117600" y="498475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117600" y="55372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117600" y="4241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45" name="Text 141"/>
          <p:cNvSpPr/>
          <p:nvPr/>
        </p:nvSpPr>
        <p:spPr>
          <a:xfrm>
            <a:off x="17653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6" name="Text 142"/>
          <p:cNvSpPr/>
          <p:nvPr/>
        </p:nvSpPr>
        <p:spPr>
          <a:xfrm>
            <a:off x="22733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</a:t>
            </a:r>
            <a:endParaRPr lang="en-US" sz="800" dirty="0"/>
          </a:p>
        </p:txBody>
      </p:sp>
      <p:sp>
        <p:nvSpPr>
          <p:cNvPr id="147" name="Text 143"/>
          <p:cNvSpPr/>
          <p:nvPr/>
        </p:nvSpPr>
        <p:spPr>
          <a:xfrm>
            <a:off x="27940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</a:t>
            </a:r>
            <a:endParaRPr lang="en-US" sz="800" dirty="0"/>
          </a:p>
        </p:txBody>
      </p:sp>
      <p:sp>
        <p:nvSpPr>
          <p:cNvPr id="148" name="Text 144"/>
          <p:cNvSpPr/>
          <p:nvPr/>
        </p:nvSpPr>
        <p:spPr>
          <a:xfrm>
            <a:off x="33020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800" dirty="0"/>
          </a:p>
        </p:txBody>
      </p:sp>
      <p:sp>
        <p:nvSpPr>
          <p:cNvPr id="149" name="Text 145"/>
          <p:cNvSpPr/>
          <p:nvPr/>
        </p:nvSpPr>
        <p:spPr>
          <a:xfrm>
            <a:off x="3822700" y="4241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</a:t>
            </a:r>
            <a:endParaRPr lang="en-US" sz="800" dirty="0"/>
          </a:p>
        </p:txBody>
      </p:sp>
      <p:sp>
        <p:nvSpPr>
          <p:cNvPr id="150" name="Text 146"/>
          <p:cNvSpPr/>
          <p:nvPr/>
        </p:nvSpPr>
        <p:spPr>
          <a:xfrm>
            <a:off x="4337050" y="4241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51" name="Text 147"/>
          <p:cNvSpPr/>
          <p:nvPr/>
        </p:nvSpPr>
        <p:spPr>
          <a:xfrm>
            <a:off x="48514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</a:t>
            </a:r>
            <a:endParaRPr lang="en-US" sz="800" dirty="0"/>
          </a:p>
        </p:txBody>
      </p:sp>
      <p:sp>
        <p:nvSpPr>
          <p:cNvPr id="152" name="Text 148"/>
          <p:cNvSpPr/>
          <p:nvPr/>
        </p:nvSpPr>
        <p:spPr>
          <a:xfrm>
            <a:off x="53721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</a:t>
            </a:r>
            <a:endParaRPr lang="en-US" sz="800" dirty="0"/>
          </a:p>
        </p:txBody>
      </p:sp>
      <p:sp>
        <p:nvSpPr>
          <p:cNvPr id="153" name="Text 149"/>
          <p:cNvSpPr/>
          <p:nvPr/>
        </p:nvSpPr>
        <p:spPr>
          <a:xfrm>
            <a:off x="58801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endParaRPr lang="en-US" sz="800" dirty="0"/>
          </a:p>
        </p:txBody>
      </p:sp>
      <p:sp>
        <p:nvSpPr>
          <p:cNvPr id="154" name="Text 150"/>
          <p:cNvSpPr/>
          <p:nvPr/>
        </p:nvSpPr>
        <p:spPr>
          <a:xfrm>
            <a:off x="64008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</a:t>
            </a:r>
            <a:endParaRPr lang="en-US" sz="800" dirty="0"/>
          </a:p>
        </p:txBody>
      </p:sp>
      <p:sp>
        <p:nvSpPr>
          <p:cNvPr id="155" name="Text 151"/>
          <p:cNvSpPr/>
          <p:nvPr/>
        </p:nvSpPr>
        <p:spPr>
          <a:xfrm>
            <a:off x="6921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74295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</a:t>
            </a:r>
            <a:endParaRPr lang="en-US" sz="800" dirty="0"/>
          </a:p>
        </p:txBody>
      </p:sp>
      <p:sp>
        <p:nvSpPr>
          <p:cNvPr id="157" name="Text 153"/>
          <p:cNvSpPr/>
          <p:nvPr/>
        </p:nvSpPr>
        <p:spPr>
          <a:xfrm>
            <a:off x="7950200" y="4241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</a:t>
            </a:r>
            <a:endParaRPr lang="en-US" sz="800" dirty="0"/>
          </a:p>
        </p:txBody>
      </p:sp>
      <p:sp>
        <p:nvSpPr>
          <p:cNvPr id="158" name="Text 154"/>
          <p:cNvSpPr/>
          <p:nvPr/>
        </p:nvSpPr>
        <p:spPr>
          <a:xfrm>
            <a:off x="8464550" y="4241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800" dirty="0"/>
          </a:p>
        </p:txBody>
      </p:sp>
      <p:sp>
        <p:nvSpPr>
          <p:cNvPr id="159" name="Text 155"/>
          <p:cNvSpPr/>
          <p:nvPr/>
        </p:nvSpPr>
        <p:spPr>
          <a:xfrm>
            <a:off x="89789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</a:t>
            </a:r>
            <a:endParaRPr lang="en-US" sz="800" dirty="0"/>
          </a:p>
        </p:txBody>
      </p:sp>
      <p:sp>
        <p:nvSpPr>
          <p:cNvPr id="160" name="Text 156"/>
          <p:cNvSpPr/>
          <p:nvPr/>
        </p:nvSpPr>
        <p:spPr>
          <a:xfrm>
            <a:off x="94996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800" dirty="0"/>
          </a:p>
        </p:txBody>
      </p:sp>
      <p:sp>
        <p:nvSpPr>
          <p:cNvPr id="161" name="Text 157"/>
          <p:cNvSpPr/>
          <p:nvPr/>
        </p:nvSpPr>
        <p:spPr>
          <a:xfrm>
            <a:off x="100076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</a:t>
            </a:r>
            <a:endParaRPr lang="en-US" sz="800" dirty="0"/>
          </a:p>
        </p:txBody>
      </p:sp>
      <p:sp>
        <p:nvSpPr>
          <p:cNvPr id="162" name="Text 158"/>
          <p:cNvSpPr/>
          <p:nvPr/>
        </p:nvSpPr>
        <p:spPr>
          <a:xfrm>
            <a:off x="105283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800" dirty="0"/>
          </a:p>
        </p:txBody>
      </p:sp>
      <p:sp>
        <p:nvSpPr>
          <p:cNvPr id="163" name="Text 159"/>
          <p:cNvSpPr/>
          <p:nvPr/>
        </p:nvSpPr>
        <p:spPr>
          <a:xfrm>
            <a:off x="1117600" y="4470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64" name="Text 160"/>
          <p:cNvSpPr/>
          <p:nvPr/>
        </p:nvSpPr>
        <p:spPr>
          <a:xfrm>
            <a:off x="17653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2.99</a:t>
            </a:r>
            <a:endParaRPr lang="en-US" sz="800" dirty="0"/>
          </a:p>
        </p:txBody>
      </p:sp>
      <p:sp>
        <p:nvSpPr>
          <p:cNvPr id="165" name="Text 161"/>
          <p:cNvSpPr/>
          <p:nvPr/>
        </p:nvSpPr>
        <p:spPr>
          <a:xfrm>
            <a:off x="22733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2.43</a:t>
            </a:r>
            <a:endParaRPr lang="en-US" sz="800" dirty="0"/>
          </a:p>
        </p:txBody>
      </p:sp>
      <p:sp>
        <p:nvSpPr>
          <p:cNvPr id="166" name="Text 162"/>
          <p:cNvSpPr/>
          <p:nvPr/>
        </p:nvSpPr>
        <p:spPr>
          <a:xfrm>
            <a:off x="27940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1.66</a:t>
            </a:r>
            <a:endParaRPr lang="en-US" sz="800" dirty="0"/>
          </a:p>
        </p:txBody>
      </p:sp>
      <p:sp>
        <p:nvSpPr>
          <p:cNvPr id="167" name="Text 163"/>
          <p:cNvSpPr/>
          <p:nvPr/>
        </p:nvSpPr>
        <p:spPr>
          <a:xfrm>
            <a:off x="33020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</a:t>
            </a:r>
            <a:endParaRPr lang="en-US" sz="800" dirty="0"/>
          </a:p>
        </p:txBody>
      </p:sp>
      <p:sp>
        <p:nvSpPr>
          <p:cNvPr id="168" name="Text 164"/>
          <p:cNvSpPr/>
          <p:nvPr/>
        </p:nvSpPr>
        <p:spPr>
          <a:xfrm>
            <a:off x="3822700" y="4470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-0.45</a:t>
            </a:r>
            <a:endParaRPr lang="en-US" sz="800" dirty="0"/>
          </a:p>
        </p:txBody>
      </p:sp>
      <p:sp>
        <p:nvSpPr>
          <p:cNvPr id="169" name="Text 165"/>
          <p:cNvSpPr/>
          <p:nvPr/>
        </p:nvSpPr>
        <p:spPr>
          <a:xfrm>
            <a:off x="4337050" y="4470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-1.73</a:t>
            </a:r>
            <a:endParaRPr lang="en-US" sz="800" dirty="0"/>
          </a:p>
        </p:txBody>
      </p:sp>
      <p:sp>
        <p:nvSpPr>
          <p:cNvPr id="170" name="Text 166"/>
          <p:cNvSpPr/>
          <p:nvPr/>
        </p:nvSpPr>
        <p:spPr>
          <a:xfrm>
            <a:off x="48514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-3.1</a:t>
            </a:r>
            <a:endParaRPr lang="en-US" sz="800" dirty="0"/>
          </a:p>
        </p:txBody>
      </p:sp>
      <p:sp>
        <p:nvSpPr>
          <p:cNvPr id="171" name="Text 167"/>
          <p:cNvSpPr/>
          <p:nvPr/>
        </p:nvSpPr>
        <p:spPr>
          <a:xfrm>
            <a:off x="53721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-4.5</a:t>
            </a:r>
            <a:endParaRPr lang="en-US" sz="800" dirty="0"/>
          </a:p>
        </p:txBody>
      </p:sp>
      <p:sp>
        <p:nvSpPr>
          <p:cNvPr id="172" name="Text 168"/>
          <p:cNvSpPr/>
          <p:nvPr/>
        </p:nvSpPr>
        <p:spPr>
          <a:xfrm>
            <a:off x="58801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-5.88</a:t>
            </a:r>
            <a:endParaRPr lang="en-US" sz="800" dirty="0"/>
          </a:p>
        </p:txBody>
      </p:sp>
      <p:sp>
        <p:nvSpPr>
          <p:cNvPr id="173" name="Text 169"/>
          <p:cNvSpPr/>
          <p:nvPr/>
        </p:nvSpPr>
        <p:spPr>
          <a:xfrm>
            <a:off x="64008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-7.16</a:t>
            </a:r>
            <a:endParaRPr lang="en-US" sz="800" dirty="0"/>
          </a:p>
        </p:txBody>
      </p:sp>
      <p:sp>
        <p:nvSpPr>
          <p:cNvPr id="174" name="Text 170"/>
          <p:cNvSpPr/>
          <p:nvPr/>
        </p:nvSpPr>
        <p:spPr>
          <a:xfrm>
            <a:off x="6921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-8.28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74295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-9.17</a:t>
            </a:r>
            <a:endParaRPr lang="en-US" sz="800" dirty="0"/>
          </a:p>
        </p:txBody>
      </p:sp>
      <p:sp>
        <p:nvSpPr>
          <p:cNvPr id="176" name="Text 172"/>
          <p:cNvSpPr/>
          <p:nvPr/>
        </p:nvSpPr>
        <p:spPr>
          <a:xfrm>
            <a:off x="7950200" y="4470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-9.77</a:t>
            </a:r>
            <a:endParaRPr lang="en-US" sz="800" dirty="0"/>
          </a:p>
        </p:txBody>
      </p:sp>
      <p:sp>
        <p:nvSpPr>
          <p:cNvPr id="177" name="Text 173"/>
          <p:cNvSpPr/>
          <p:nvPr/>
        </p:nvSpPr>
        <p:spPr>
          <a:xfrm>
            <a:off x="8464550" y="4470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-10.03</a:t>
            </a:r>
            <a:endParaRPr lang="en-US" sz="800" dirty="0"/>
          </a:p>
        </p:txBody>
      </p:sp>
      <p:sp>
        <p:nvSpPr>
          <p:cNvPr id="178" name="Text 174"/>
          <p:cNvSpPr/>
          <p:nvPr/>
        </p:nvSpPr>
        <p:spPr>
          <a:xfrm>
            <a:off x="89789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-9.92</a:t>
            </a:r>
            <a:endParaRPr lang="en-US" sz="800" dirty="0"/>
          </a:p>
        </p:txBody>
      </p:sp>
      <p:sp>
        <p:nvSpPr>
          <p:cNvPr id="179" name="Text 175"/>
          <p:cNvSpPr/>
          <p:nvPr/>
        </p:nvSpPr>
        <p:spPr>
          <a:xfrm>
            <a:off x="94996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-10.03</a:t>
            </a:r>
            <a:endParaRPr lang="en-US" sz="800" dirty="0"/>
          </a:p>
        </p:txBody>
      </p:sp>
      <p:sp>
        <p:nvSpPr>
          <p:cNvPr id="180" name="Text 176"/>
          <p:cNvSpPr/>
          <p:nvPr/>
        </p:nvSpPr>
        <p:spPr>
          <a:xfrm>
            <a:off x="100076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-9.92</a:t>
            </a:r>
            <a:endParaRPr lang="en-US" sz="800" dirty="0"/>
          </a:p>
        </p:txBody>
      </p:sp>
      <p:sp>
        <p:nvSpPr>
          <p:cNvPr id="181" name="Text 177"/>
          <p:cNvSpPr/>
          <p:nvPr/>
        </p:nvSpPr>
        <p:spPr>
          <a:xfrm>
            <a:off x="105283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-10.03</a:t>
            </a:r>
            <a:endParaRPr lang="en-US" sz="800" dirty="0"/>
          </a:p>
        </p:txBody>
      </p:sp>
      <p:sp>
        <p:nvSpPr>
          <p:cNvPr id="182" name="Text 178"/>
          <p:cNvSpPr/>
          <p:nvPr/>
        </p:nvSpPr>
        <p:spPr>
          <a:xfrm>
            <a:off x="1117600" y="4775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83" name="Text 179"/>
          <p:cNvSpPr/>
          <p:nvPr/>
        </p:nvSpPr>
        <p:spPr>
          <a:xfrm>
            <a:off x="17653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</a:t>
            </a:r>
            <a:endParaRPr lang="en-US" sz="800" dirty="0"/>
          </a:p>
        </p:txBody>
      </p:sp>
      <p:sp>
        <p:nvSpPr>
          <p:cNvPr id="184" name="Text 180"/>
          <p:cNvSpPr/>
          <p:nvPr/>
        </p:nvSpPr>
        <p:spPr>
          <a:xfrm>
            <a:off x="22733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</a:t>
            </a:r>
            <a:endParaRPr lang="en-US" sz="800" dirty="0"/>
          </a:p>
        </p:txBody>
      </p:sp>
      <p:sp>
        <p:nvSpPr>
          <p:cNvPr id="185" name="Text 181"/>
          <p:cNvSpPr/>
          <p:nvPr/>
        </p:nvSpPr>
        <p:spPr>
          <a:xfrm>
            <a:off x="27940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endParaRPr lang="en-US" sz="800" dirty="0"/>
          </a:p>
        </p:txBody>
      </p:sp>
      <p:sp>
        <p:nvSpPr>
          <p:cNvPr id="186" name="Text 182"/>
          <p:cNvSpPr/>
          <p:nvPr/>
        </p:nvSpPr>
        <p:spPr>
          <a:xfrm>
            <a:off x="33020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800" dirty="0"/>
          </a:p>
        </p:txBody>
      </p:sp>
      <p:sp>
        <p:nvSpPr>
          <p:cNvPr id="187" name="Text 183"/>
          <p:cNvSpPr/>
          <p:nvPr/>
        </p:nvSpPr>
        <p:spPr>
          <a:xfrm>
            <a:off x="3822700" y="4775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</a:t>
            </a:r>
            <a:endParaRPr lang="en-US" sz="800" dirty="0"/>
          </a:p>
        </p:txBody>
      </p:sp>
      <p:sp>
        <p:nvSpPr>
          <p:cNvPr id="188" name="Text 184"/>
          <p:cNvSpPr/>
          <p:nvPr/>
        </p:nvSpPr>
        <p:spPr>
          <a:xfrm>
            <a:off x="4337050" y="4775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</a:t>
            </a:r>
            <a:endParaRPr lang="en-US" sz="800" dirty="0"/>
          </a:p>
        </p:txBody>
      </p:sp>
      <p:sp>
        <p:nvSpPr>
          <p:cNvPr id="189" name="Text 185"/>
          <p:cNvSpPr/>
          <p:nvPr/>
        </p:nvSpPr>
        <p:spPr>
          <a:xfrm>
            <a:off x="48514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</a:t>
            </a:r>
            <a:endParaRPr lang="en-US" sz="800" dirty="0"/>
          </a:p>
        </p:txBody>
      </p:sp>
      <p:sp>
        <p:nvSpPr>
          <p:cNvPr id="190" name="Text 186"/>
          <p:cNvSpPr/>
          <p:nvPr/>
        </p:nvSpPr>
        <p:spPr>
          <a:xfrm>
            <a:off x="53721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</a:t>
            </a:r>
            <a:endParaRPr lang="en-US" sz="800" dirty="0"/>
          </a:p>
        </p:txBody>
      </p:sp>
      <p:sp>
        <p:nvSpPr>
          <p:cNvPr id="191" name="Text 187"/>
          <p:cNvSpPr/>
          <p:nvPr/>
        </p:nvSpPr>
        <p:spPr>
          <a:xfrm>
            <a:off x="58801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800" dirty="0"/>
          </a:p>
        </p:txBody>
      </p:sp>
      <p:sp>
        <p:nvSpPr>
          <p:cNvPr id="192" name="Text 188"/>
          <p:cNvSpPr/>
          <p:nvPr/>
        </p:nvSpPr>
        <p:spPr>
          <a:xfrm>
            <a:off x="64008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</a:t>
            </a:r>
            <a:endParaRPr lang="en-US" sz="800" dirty="0"/>
          </a:p>
        </p:txBody>
      </p:sp>
      <p:sp>
        <p:nvSpPr>
          <p:cNvPr id="193" name="Text 189"/>
          <p:cNvSpPr/>
          <p:nvPr/>
        </p:nvSpPr>
        <p:spPr>
          <a:xfrm>
            <a:off x="6921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74295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</a:t>
            </a:r>
            <a:endParaRPr lang="en-US" sz="800" dirty="0"/>
          </a:p>
        </p:txBody>
      </p:sp>
      <p:sp>
        <p:nvSpPr>
          <p:cNvPr id="195" name="Text 191"/>
          <p:cNvSpPr/>
          <p:nvPr/>
        </p:nvSpPr>
        <p:spPr>
          <a:xfrm>
            <a:off x="7950200" y="4775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</a:t>
            </a:r>
            <a:endParaRPr lang="en-US" sz="800" dirty="0"/>
          </a:p>
        </p:txBody>
      </p:sp>
      <p:sp>
        <p:nvSpPr>
          <p:cNvPr id="196" name="Text 192"/>
          <p:cNvSpPr/>
          <p:nvPr/>
        </p:nvSpPr>
        <p:spPr>
          <a:xfrm>
            <a:off x="8464550" y="4775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</a:t>
            </a:r>
            <a:endParaRPr lang="en-US" sz="800" dirty="0"/>
          </a:p>
        </p:txBody>
      </p:sp>
      <p:sp>
        <p:nvSpPr>
          <p:cNvPr id="197" name="Text 193"/>
          <p:cNvSpPr/>
          <p:nvPr/>
        </p:nvSpPr>
        <p:spPr>
          <a:xfrm>
            <a:off x="89789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</a:t>
            </a:r>
            <a:endParaRPr lang="en-US" sz="800" dirty="0"/>
          </a:p>
        </p:txBody>
      </p:sp>
      <p:sp>
        <p:nvSpPr>
          <p:cNvPr id="198" name="Text 194"/>
          <p:cNvSpPr/>
          <p:nvPr/>
        </p:nvSpPr>
        <p:spPr>
          <a:xfrm>
            <a:off x="94996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</a:t>
            </a:r>
            <a:endParaRPr lang="en-US" sz="800" dirty="0"/>
          </a:p>
        </p:txBody>
      </p:sp>
      <p:sp>
        <p:nvSpPr>
          <p:cNvPr id="199" name="Text 195"/>
          <p:cNvSpPr/>
          <p:nvPr/>
        </p:nvSpPr>
        <p:spPr>
          <a:xfrm>
            <a:off x="100076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</a:t>
            </a:r>
            <a:endParaRPr lang="en-US" sz="800" dirty="0"/>
          </a:p>
        </p:txBody>
      </p:sp>
      <p:sp>
        <p:nvSpPr>
          <p:cNvPr id="200" name="Text 196"/>
          <p:cNvSpPr/>
          <p:nvPr/>
        </p:nvSpPr>
        <p:spPr>
          <a:xfrm>
            <a:off x="105283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</a:t>
            </a:r>
            <a:endParaRPr lang="en-US" sz="800" dirty="0"/>
          </a:p>
        </p:txBody>
      </p:sp>
      <p:sp>
        <p:nvSpPr>
          <p:cNvPr id="201" name="Text 197"/>
          <p:cNvSpPr/>
          <p:nvPr/>
        </p:nvSpPr>
        <p:spPr>
          <a:xfrm>
            <a:off x="1117600" y="5003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202" name="Text 198"/>
          <p:cNvSpPr/>
          <p:nvPr/>
        </p:nvSpPr>
        <p:spPr>
          <a:xfrm>
            <a:off x="17653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3.19</a:t>
            </a:r>
            <a:endParaRPr lang="en-US" sz="800" dirty="0"/>
          </a:p>
        </p:txBody>
      </p:sp>
      <p:sp>
        <p:nvSpPr>
          <p:cNvPr id="203" name="Text 199"/>
          <p:cNvSpPr/>
          <p:nvPr/>
        </p:nvSpPr>
        <p:spPr>
          <a:xfrm>
            <a:off x="22733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</a:t>
            </a:r>
            <a:endParaRPr lang="en-US" sz="800" dirty="0"/>
          </a:p>
        </p:txBody>
      </p:sp>
      <p:sp>
        <p:nvSpPr>
          <p:cNvPr id="204" name="Text 200"/>
          <p:cNvSpPr/>
          <p:nvPr/>
        </p:nvSpPr>
        <p:spPr>
          <a:xfrm>
            <a:off x="27940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</a:t>
            </a:r>
            <a:endParaRPr lang="en-US" sz="800" dirty="0"/>
          </a:p>
        </p:txBody>
      </p:sp>
      <p:sp>
        <p:nvSpPr>
          <p:cNvPr id="205" name="Text 201"/>
          <p:cNvSpPr/>
          <p:nvPr/>
        </p:nvSpPr>
        <p:spPr>
          <a:xfrm>
            <a:off x="33020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800" dirty="0"/>
          </a:p>
        </p:txBody>
      </p:sp>
      <p:sp>
        <p:nvSpPr>
          <p:cNvPr id="206" name="Text 202"/>
          <p:cNvSpPr/>
          <p:nvPr/>
        </p:nvSpPr>
        <p:spPr>
          <a:xfrm>
            <a:off x="3822700" y="5003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</a:t>
            </a:r>
            <a:endParaRPr lang="en-US" sz="800" dirty="0"/>
          </a:p>
        </p:txBody>
      </p:sp>
      <p:sp>
        <p:nvSpPr>
          <p:cNvPr id="207" name="Text 203"/>
          <p:cNvSpPr/>
          <p:nvPr/>
        </p:nvSpPr>
        <p:spPr>
          <a:xfrm>
            <a:off x="4337050" y="5003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-1.08</a:t>
            </a:r>
            <a:endParaRPr lang="en-US" sz="800" dirty="0"/>
          </a:p>
        </p:txBody>
      </p:sp>
      <p:sp>
        <p:nvSpPr>
          <p:cNvPr id="208" name="Text 204"/>
          <p:cNvSpPr/>
          <p:nvPr/>
        </p:nvSpPr>
        <p:spPr>
          <a:xfrm>
            <a:off x="48514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-2.41</a:t>
            </a:r>
            <a:endParaRPr lang="en-US" sz="800" dirty="0"/>
          </a:p>
        </p:txBody>
      </p:sp>
      <p:sp>
        <p:nvSpPr>
          <p:cNvPr id="209" name="Text 205"/>
          <p:cNvSpPr/>
          <p:nvPr/>
        </p:nvSpPr>
        <p:spPr>
          <a:xfrm>
            <a:off x="53721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-3.8</a:t>
            </a:r>
            <a:endParaRPr lang="en-US" sz="800" dirty="0"/>
          </a:p>
        </p:txBody>
      </p:sp>
      <p:sp>
        <p:nvSpPr>
          <p:cNvPr id="210" name="Text 206"/>
          <p:cNvSpPr/>
          <p:nvPr/>
        </p:nvSpPr>
        <p:spPr>
          <a:xfrm>
            <a:off x="58801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-5.2</a:t>
            </a:r>
            <a:endParaRPr lang="en-US" sz="800" dirty="0"/>
          </a:p>
        </p:txBody>
      </p:sp>
      <p:sp>
        <p:nvSpPr>
          <p:cNvPr id="211" name="Text 207"/>
          <p:cNvSpPr/>
          <p:nvPr/>
        </p:nvSpPr>
        <p:spPr>
          <a:xfrm>
            <a:off x="64008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-6.54</a:t>
            </a:r>
            <a:endParaRPr lang="en-US" sz="800" dirty="0"/>
          </a:p>
        </p:txBody>
      </p:sp>
      <p:sp>
        <p:nvSpPr>
          <p:cNvPr id="212" name="Text 208"/>
          <p:cNvSpPr/>
          <p:nvPr/>
        </p:nvSpPr>
        <p:spPr>
          <a:xfrm>
            <a:off x="6921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-7.75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74295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-8.76</a:t>
            </a:r>
            <a:endParaRPr lang="en-US" sz="800" dirty="0"/>
          </a:p>
        </p:txBody>
      </p:sp>
      <p:sp>
        <p:nvSpPr>
          <p:cNvPr id="214" name="Text 210"/>
          <p:cNvSpPr/>
          <p:nvPr/>
        </p:nvSpPr>
        <p:spPr>
          <a:xfrm>
            <a:off x="7950200" y="5003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-9.51</a:t>
            </a:r>
            <a:endParaRPr lang="en-US" sz="800" dirty="0"/>
          </a:p>
        </p:txBody>
      </p:sp>
      <p:sp>
        <p:nvSpPr>
          <p:cNvPr id="215" name="Text 211"/>
          <p:cNvSpPr/>
          <p:nvPr/>
        </p:nvSpPr>
        <p:spPr>
          <a:xfrm>
            <a:off x="8464550" y="50038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-9.95</a:t>
            </a:r>
            <a:endParaRPr lang="en-US" sz="800" dirty="0"/>
          </a:p>
        </p:txBody>
      </p:sp>
      <p:sp>
        <p:nvSpPr>
          <p:cNvPr id="216" name="Text 212"/>
          <p:cNvSpPr/>
          <p:nvPr/>
        </p:nvSpPr>
        <p:spPr>
          <a:xfrm>
            <a:off x="89789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-10.02</a:t>
            </a:r>
            <a:endParaRPr lang="en-US" sz="800" dirty="0"/>
          </a:p>
        </p:txBody>
      </p:sp>
      <p:sp>
        <p:nvSpPr>
          <p:cNvPr id="217" name="Text 213"/>
          <p:cNvSpPr/>
          <p:nvPr/>
        </p:nvSpPr>
        <p:spPr>
          <a:xfrm>
            <a:off x="94996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-9.95</a:t>
            </a:r>
            <a:endParaRPr lang="en-US" sz="800" dirty="0"/>
          </a:p>
        </p:txBody>
      </p:sp>
      <p:sp>
        <p:nvSpPr>
          <p:cNvPr id="218" name="Text 214"/>
          <p:cNvSpPr/>
          <p:nvPr/>
        </p:nvSpPr>
        <p:spPr>
          <a:xfrm>
            <a:off x="100076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-10.02</a:t>
            </a:r>
            <a:endParaRPr lang="en-US" sz="800" dirty="0"/>
          </a:p>
        </p:txBody>
      </p:sp>
      <p:sp>
        <p:nvSpPr>
          <p:cNvPr id="219" name="Text 215"/>
          <p:cNvSpPr/>
          <p:nvPr/>
        </p:nvSpPr>
        <p:spPr>
          <a:xfrm>
            <a:off x="105283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-9.95</a:t>
            </a:r>
            <a:endParaRPr lang="en-US" sz="800" dirty="0"/>
          </a:p>
        </p:txBody>
      </p:sp>
      <p:sp>
        <p:nvSpPr>
          <p:cNvPr id="220" name="Text 216"/>
          <p:cNvSpPr/>
          <p:nvPr/>
        </p:nvSpPr>
        <p:spPr>
          <a:xfrm>
            <a:off x="1117600" y="53340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221" name="Text 217"/>
          <p:cNvSpPr/>
          <p:nvPr/>
        </p:nvSpPr>
        <p:spPr>
          <a:xfrm>
            <a:off x="17653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</a:t>
            </a:r>
            <a:endParaRPr lang="en-US" sz="800" dirty="0"/>
          </a:p>
        </p:txBody>
      </p:sp>
      <p:sp>
        <p:nvSpPr>
          <p:cNvPr id="222" name="Text 218"/>
          <p:cNvSpPr/>
          <p:nvPr/>
        </p:nvSpPr>
        <p:spPr>
          <a:xfrm>
            <a:off x="22733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endParaRPr lang="en-US" sz="800" dirty="0"/>
          </a:p>
        </p:txBody>
      </p:sp>
      <p:sp>
        <p:nvSpPr>
          <p:cNvPr id="223" name="Text 219"/>
          <p:cNvSpPr/>
          <p:nvPr/>
        </p:nvSpPr>
        <p:spPr>
          <a:xfrm>
            <a:off x="27940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800" dirty="0"/>
          </a:p>
        </p:txBody>
      </p:sp>
      <p:sp>
        <p:nvSpPr>
          <p:cNvPr id="224" name="Text 220"/>
          <p:cNvSpPr/>
          <p:nvPr/>
        </p:nvSpPr>
        <p:spPr>
          <a:xfrm>
            <a:off x="33020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</a:t>
            </a:r>
            <a:endParaRPr lang="en-US" sz="800" dirty="0"/>
          </a:p>
        </p:txBody>
      </p:sp>
      <p:sp>
        <p:nvSpPr>
          <p:cNvPr id="225" name="Text 221"/>
          <p:cNvSpPr/>
          <p:nvPr/>
        </p:nvSpPr>
        <p:spPr>
          <a:xfrm>
            <a:off x="3822700" y="53340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</a:t>
            </a:r>
            <a:endParaRPr lang="en-US" sz="800" dirty="0"/>
          </a:p>
        </p:txBody>
      </p:sp>
      <p:sp>
        <p:nvSpPr>
          <p:cNvPr id="226" name="Text 222"/>
          <p:cNvSpPr/>
          <p:nvPr/>
        </p:nvSpPr>
        <p:spPr>
          <a:xfrm>
            <a:off x="4337050" y="53340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</a:t>
            </a:r>
            <a:endParaRPr lang="en-US" sz="800" dirty="0"/>
          </a:p>
        </p:txBody>
      </p:sp>
      <p:sp>
        <p:nvSpPr>
          <p:cNvPr id="227" name="Text 223"/>
          <p:cNvSpPr/>
          <p:nvPr/>
        </p:nvSpPr>
        <p:spPr>
          <a:xfrm>
            <a:off x="48514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</a:t>
            </a:r>
            <a:endParaRPr lang="en-US" sz="800" dirty="0"/>
          </a:p>
        </p:txBody>
      </p:sp>
      <p:sp>
        <p:nvSpPr>
          <p:cNvPr id="228" name="Text 224"/>
          <p:cNvSpPr/>
          <p:nvPr/>
        </p:nvSpPr>
        <p:spPr>
          <a:xfrm>
            <a:off x="53721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800" dirty="0"/>
          </a:p>
        </p:txBody>
      </p:sp>
      <p:sp>
        <p:nvSpPr>
          <p:cNvPr id="229" name="Text 225"/>
          <p:cNvSpPr/>
          <p:nvPr/>
        </p:nvSpPr>
        <p:spPr>
          <a:xfrm>
            <a:off x="58801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</a:t>
            </a:r>
            <a:endParaRPr lang="en-US" sz="800" dirty="0"/>
          </a:p>
        </p:txBody>
      </p:sp>
      <p:sp>
        <p:nvSpPr>
          <p:cNvPr id="230" name="Text 226"/>
          <p:cNvSpPr/>
          <p:nvPr/>
        </p:nvSpPr>
        <p:spPr>
          <a:xfrm>
            <a:off x="64008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</a:t>
            </a:r>
            <a:endParaRPr lang="en-US" sz="800" dirty="0"/>
          </a:p>
        </p:txBody>
      </p:sp>
      <p:sp>
        <p:nvSpPr>
          <p:cNvPr id="231" name="Text 227"/>
          <p:cNvSpPr/>
          <p:nvPr/>
        </p:nvSpPr>
        <p:spPr>
          <a:xfrm>
            <a:off x="6921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74295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</a:t>
            </a:r>
            <a:endParaRPr lang="en-US" sz="800" dirty="0"/>
          </a:p>
        </p:txBody>
      </p:sp>
      <p:sp>
        <p:nvSpPr>
          <p:cNvPr id="233" name="Text 229"/>
          <p:cNvSpPr/>
          <p:nvPr/>
        </p:nvSpPr>
        <p:spPr>
          <a:xfrm>
            <a:off x="7950200" y="53340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</a:t>
            </a:r>
            <a:endParaRPr lang="en-US" sz="800" dirty="0"/>
          </a:p>
        </p:txBody>
      </p:sp>
      <p:sp>
        <p:nvSpPr>
          <p:cNvPr id="234" name="Text 230"/>
          <p:cNvSpPr/>
          <p:nvPr/>
        </p:nvSpPr>
        <p:spPr>
          <a:xfrm>
            <a:off x="8464550" y="53340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</a:t>
            </a:r>
            <a:endParaRPr lang="en-US" sz="800" dirty="0"/>
          </a:p>
        </p:txBody>
      </p:sp>
      <p:sp>
        <p:nvSpPr>
          <p:cNvPr id="235" name="Text 231"/>
          <p:cNvSpPr/>
          <p:nvPr/>
        </p:nvSpPr>
        <p:spPr>
          <a:xfrm>
            <a:off x="89789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</a:t>
            </a:r>
            <a:endParaRPr lang="en-US" sz="800" dirty="0"/>
          </a:p>
        </p:txBody>
      </p:sp>
      <p:sp>
        <p:nvSpPr>
          <p:cNvPr id="236" name="Text 232"/>
          <p:cNvSpPr/>
          <p:nvPr/>
        </p:nvSpPr>
        <p:spPr>
          <a:xfrm>
            <a:off x="94996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</a:t>
            </a:r>
            <a:endParaRPr lang="en-US" sz="800" dirty="0"/>
          </a:p>
        </p:txBody>
      </p:sp>
      <p:sp>
        <p:nvSpPr>
          <p:cNvPr id="237" name="Text 233"/>
          <p:cNvSpPr/>
          <p:nvPr/>
        </p:nvSpPr>
        <p:spPr>
          <a:xfrm>
            <a:off x="100076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</a:t>
            </a:r>
            <a:endParaRPr lang="en-US" sz="800" dirty="0"/>
          </a:p>
        </p:txBody>
      </p:sp>
      <p:sp>
        <p:nvSpPr>
          <p:cNvPr id="238" name="Text 234"/>
          <p:cNvSpPr/>
          <p:nvPr/>
        </p:nvSpPr>
        <p:spPr>
          <a:xfrm>
            <a:off x="105283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</a:t>
            </a:r>
            <a:endParaRPr lang="en-US" sz="800" dirty="0"/>
          </a:p>
        </p:txBody>
      </p:sp>
      <p:sp>
        <p:nvSpPr>
          <p:cNvPr id="239" name="Text 235"/>
          <p:cNvSpPr/>
          <p:nvPr/>
        </p:nvSpPr>
        <p:spPr>
          <a:xfrm>
            <a:off x="1117600" y="55626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40" name="Text 236"/>
          <p:cNvSpPr/>
          <p:nvPr/>
        </p:nvSpPr>
        <p:spPr>
          <a:xfrm>
            <a:off x="17653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</a:t>
            </a:r>
            <a:endParaRPr lang="en-US" sz="800" dirty="0"/>
          </a:p>
        </p:txBody>
      </p:sp>
      <p:sp>
        <p:nvSpPr>
          <p:cNvPr id="241" name="Text 237"/>
          <p:cNvSpPr/>
          <p:nvPr/>
        </p:nvSpPr>
        <p:spPr>
          <a:xfrm>
            <a:off x="22733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</a:t>
            </a:r>
            <a:endParaRPr lang="en-US" sz="800" dirty="0"/>
          </a:p>
        </p:txBody>
      </p:sp>
      <p:sp>
        <p:nvSpPr>
          <p:cNvPr id="242" name="Text 238"/>
          <p:cNvSpPr/>
          <p:nvPr/>
        </p:nvSpPr>
        <p:spPr>
          <a:xfrm>
            <a:off x="27940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800" dirty="0"/>
          </a:p>
        </p:txBody>
      </p:sp>
      <p:sp>
        <p:nvSpPr>
          <p:cNvPr id="243" name="Text 239"/>
          <p:cNvSpPr/>
          <p:nvPr/>
        </p:nvSpPr>
        <p:spPr>
          <a:xfrm>
            <a:off x="33020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</a:t>
            </a:r>
            <a:endParaRPr lang="en-US" sz="800" dirty="0"/>
          </a:p>
        </p:txBody>
      </p:sp>
      <p:sp>
        <p:nvSpPr>
          <p:cNvPr id="244" name="Text 240"/>
          <p:cNvSpPr/>
          <p:nvPr/>
        </p:nvSpPr>
        <p:spPr>
          <a:xfrm>
            <a:off x="3822700" y="55626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-1.08</a:t>
            </a:r>
            <a:endParaRPr lang="en-US" sz="800" dirty="0"/>
          </a:p>
        </p:txBody>
      </p:sp>
      <p:sp>
        <p:nvSpPr>
          <p:cNvPr id="245" name="Text 241"/>
          <p:cNvSpPr/>
          <p:nvPr/>
        </p:nvSpPr>
        <p:spPr>
          <a:xfrm>
            <a:off x="4337050" y="55626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-2.41</a:t>
            </a:r>
            <a:endParaRPr lang="en-US" sz="800" dirty="0"/>
          </a:p>
        </p:txBody>
      </p:sp>
      <p:sp>
        <p:nvSpPr>
          <p:cNvPr id="246" name="Text 242"/>
          <p:cNvSpPr/>
          <p:nvPr/>
        </p:nvSpPr>
        <p:spPr>
          <a:xfrm>
            <a:off x="48514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-3.8</a:t>
            </a:r>
            <a:endParaRPr lang="en-US" sz="800" dirty="0"/>
          </a:p>
        </p:txBody>
      </p:sp>
      <p:sp>
        <p:nvSpPr>
          <p:cNvPr id="247" name="Text 243"/>
          <p:cNvSpPr/>
          <p:nvPr/>
        </p:nvSpPr>
        <p:spPr>
          <a:xfrm>
            <a:off x="53721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-5.2</a:t>
            </a:r>
            <a:endParaRPr lang="en-US" sz="800" dirty="0"/>
          </a:p>
        </p:txBody>
      </p:sp>
      <p:sp>
        <p:nvSpPr>
          <p:cNvPr id="248" name="Text 244"/>
          <p:cNvSpPr/>
          <p:nvPr/>
        </p:nvSpPr>
        <p:spPr>
          <a:xfrm>
            <a:off x="58801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-6.54</a:t>
            </a:r>
            <a:endParaRPr lang="en-US" sz="800" dirty="0"/>
          </a:p>
        </p:txBody>
      </p:sp>
      <p:sp>
        <p:nvSpPr>
          <p:cNvPr id="249" name="Text 245"/>
          <p:cNvSpPr/>
          <p:nvPr/>
        </p:nvSpPr>
        <p:spPr>
          <a:xfrm>
            <a:off x="64008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-7.75</a:t>
            </a:r>
            <a:endParaRPr lang="en-US" sz="800" dirty="0"/>
          </a:p>
        </p:txBody>
      </p:sp>
      <p:sp>
        <p:nvSpPr>
          <p:cNvPr id="250" name="Text 246"/>
          <p:cNvSpPr/>
          <p:nvPr/>
        </p:nvSpPr>
        <p:spPr>
          <a:xfrm>
            <a:off x="6921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-8.76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74295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-9.51</a:t>
            </a:r>
            <a:endParaRPr lang="en-US" sz="800" dirty="0"/>
          </a:p>
        </p:txBody>
      </p:sp>
      <p:sp>
        <p:nvSpPr>
          <p:cNvPr id="252" name="Text 248"/>
          <p:cNvSpPr/>
          <p:nvPr/>
        </p:nvSpPr>
        <p:spPr>
          <a:xfrm>
            <a:off x="7950200" y="55626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-9.95</a:t>
            </a:r>
            <a:endParaRPr lang="en-US" sz="800" dirty="0"/>
          </a:p>
        </p:txBody>
      </p:sp>
      <p:sp>
        <p:nvSpPr>
          <p:cNvPr id="253" name="Text 249"/>
          <p:cNvSpPr/>
          <p:nvPr/>
        </p:nvSpPr>
        <p:spPr>
          <a:xfrm>
            <a:off x="8464550" y="55626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-10.02</a:t>
            </a:r>
            <a:endParaRPr lang="en-US" sz="800" dirty="0"/>
          </a:p>
        </p:txBody>
      </p:sp>
      <p:sp>
        <p:nvSpPr>
          <p:cNvPr id="254" name="Text 250"/>
          <p:cNvSpPr/>
          <p:nvPr/>
        </p:nvSpPr>
        <p:spPr>
          <a:xfrm>
            <a:off x="89789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55" name="Text 251"/>
          <p:cNvSpPr/>
          <p:nvPr/>
        </p:nvSpPr>
        <p:spPr>
          <a:xfrm>
            <a:off x="94996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-10.02</a:t>
            </a:r>
            <a:endParaRPr lang="en-US" sz="800" dirty="0"/>
          </a:p>
        </p:txBody>
      </p:sp>
      <p:sp>
        <p:nvSpPr>
          <p:cNvPr id="256" name="Text 252"/>
          <p:cNvSpPr/>
          <p:nvPr/>
        </p:nvSpPr>
        <p:spPr>
          <a:xfrm>
            <a:off x="100076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57" name="Text 253"/>
          <p:cNvSpPr/>
          <p:nvPr/>
        </p:nvSpPr>
        <p:spPr>
          <a:xfrm>
            <a:off x="105283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-10.02</a:t>
            </a:r>
            <a:endParaRPr lang="en-US" sz="800" dirty="0"/>
          </a:p>
        </p:txBody>
      </p:sp>
      <p:sp>
        <p:nvSpPr>
          <p:cNvPr id="258" name="Text 254"/>
          <p:cNvSpPr/>
          <p:nvPr/>
        </p:nvSpPr>
        <p:spPr>
          <a:xfrm>
            <a:off x="1117600" y="5867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59" name="Text 255"/>
          <p:cNvSpPr/>
          <p:nvPr/>
        </p:nvSpPr>
        <p:spPr>
          <a:xfrm>
            <a:off x="17653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-4.5</a:t>
            </a:r>
            <a:endParaRPr lang="en-US" sz="800" dirty="0"/>
          </a:p>
        </p:txBody>
      </p:sp>
      <p:sp>
        <p:nvSpPr>
          <p:cNvPr id="260" name="Text 256"/>
          <p:cNvSpPr/>
          <p:nvPr/>
        </p:nvSpPr>
        <p:spPr>
          <a:xfrm>
            <a:off x="22733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-6.7</a:t>
            </a:r>
            <a:endParaRPr lang="en-US" sz="800" dirty="0"/>
          </a:p>
        </p:txBody>
      </p:sp>
      <p:sp>
        <p:nvSpPr>
          <p:cNvPr id="261" name="Text 257"/>
          <p:cNvSpPr/>
          <p:nvPr/>
        </p:nvSpPr>
        <p:spPr>
          <a:xfrm>
            <a:off x="27940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-8.7</a:t>
            </a:r>
            <a:endParaRPr lang="en-US" sz="800" dirty="0"/>
          </a:p>
        </p:txBody>
      </p:sp>
      <p:sp>
        <p:nvSpPr>
          <p:cNvPr id="262" name="Text 258"/>
          <p:cNvSpPr/>
          <p:nvPr/>
        </p:nvSpPr>
        <p:spPr>
          <a:xfrm>
            <a:off x="33020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63" name="Text 259"/>
          <p:cNvSpPr/>
          <p:nvPr/>
        </p:nvSpPr>
        <p:spPr>
          <a:xfrm>
            <a:off x="3822700" y="5867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-12.2</a:t>
            </a:r>
            <a:endParaRPr lang="en-US" sz="800" dirty="0"/>
          </a:p>
        </p:txBody>
      </p:sp>
      <p:sp>
        <p:nvSpPr>
          <p:cNvPr id="264" name="Text 260"/>
          <p:cNvSpPr/>
          <p:nvPr/>
        </p:nvSpPr>
        <p:spPr>
          <a:xfrm>
            <a:off x="4337050" y="5867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-13.3</a:t>
            </a:r>
            <a:endParaRPr lang="en-US" sz="800" dirty="0"/>
          </a:p>
        </p:txBody>
      </p:sp>
      <p:sp>
        <p:nvSpPr>
          <p:cNvPr id="265" name="Text 261"/>
          <p:cNvSpPr/>
          <p:nvPr/>
        </p:nvSpPr>
        <p:spPr>
          <a:xfrm>
            <a:off x="48514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-13.9</a:t>
            </a:r>
            <a:endParaRPr lang="en-US" sz="800" dirty="0"/>
          </a:p>
        </p:txBody>
      </p:sp>
      <p:sp>
        <p:nvSpPr>
          <p:cNvPr id="266" name="Text 262"/>
          <p:cNvSpPr/>
          <p:nvPr/>
        </p:nvSpPr>
        <p:spPr>
          <a:xfrm>
            <a:off x="53721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-14</a:t>
            </a:r>
            <a:endParaRPr lang="en-US" sz="800" dirty="0"/>
          </a:p>
        </p:txBody>
      </p:sp>
      <p:sp>
        <p:nvSpPr>
          <p:cNvPr id="267" name="Text 263"/>
          <p:cNvSpPr/>
          <p:nvPr/>
        </p:nvSpPr>
        <p:spPr>
          <a:xfrm>
            <a:off x="58801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-13.4</a:t>
            </a:r>
            <a:endParaRPr lang="en-US" sz="800" dirty="0"/>
          </a:p>
        </p:txBody>
      </p:sp>
      <p:sp>
        <p:nvSpPr>
          <p:cNvPr id="268" name="Text 264"/>
          <p:cNvSpPr/>
          <p:nvPr/>
        </p:nvSpPr>
        <p:spPr>
          <a:xfrm>
            <a:off x="64008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-12.1</a:t>
            </a:r>
            <a:endParaRPr lang="en-US" sz="800" dirty="0"/>
          </a:p>
        </p:txBody>
      </p:sp>
      <p:sp>
        <p:nvSpPr>
          <p:cNvPr id="269" name="Text 265"/>
          <p:cNvSpPr/>
          <p:nvPr/>
        </p:nvSpPr>
        <p:spPr>
          <a:xfrm>
            <a:off x="6921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70" name="Text 266"/>
          <p:cNvSpPr/>
          <p:nvPr/>
        </p:nvSpPr>
        <p:spPr>
          <a:xfrm>
            <a:off x="74295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-7.5</a:t>
            </a:r>
            <a:endParaRPr lang="en-US" sz="800" dirty="0"/>
          </a:p>
        </p:txBody>
      </p:sp>
      <p:sp>
        <p:nvSpPr>
          <p:cNvPr id="271" name="Text 267"/>
          <p:cNvSpPr/>
          <p:nvPr/>
        </p:nvSpPr>
        <p:spPr>
          <a:xfrm>
            <a:off x="7950200" y="5867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-4.4</a:t>
            </a:r>
            <a:endParaRPr lang="en-US" sz="800" dirty="0"/>
          </a:p>
        </p:txBody>
      </p:sp>
      <p:sp>
        <p:nvSpPr>
          <p:cNvPr id="272" name="Text 268"/>
          <p:cNvSpPr/>
          <p:nvPr/>
        </p:nvSpPr>
        <p:spPr>
          <a:xfrm>
            <a:off x="8464550" y="58674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-0.7</a:t>
            </a:r>
            <a:endParaRPr lang="en-US" sz="800" dirty="0"/>
          </a:p>
        </p:txBody>
      </p:sp>
      <p:sp>
        <p:nvSpPr>
          <p:cNvPr id="273" name="Text 269"/>
          <p:cNvSpPr/>
          <p:nvPr/>
        </p:nvSpPr>
        <p:spPr>
          <a:xfrm>
            <a:off x="89789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800" dirty="0"/>
          </a:p>
        </p:txBody>
      </p:sp>
      <p:sp>
        <p:nvSpPr>
          <p:cNvPr id="274" name="Text 270"/>
          <p:cNvSpPr/>
          <p:nvPr/>
        </p:nvSpPr>
        <p:spPr>
          <a:xfrm>
            <a:off x="94996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-0.7</a:t>
            </a:r>
            <a:endParaRPr lang="en-US" sz="800" dirty="0"/>
          </a:p>
        </p:txBody>
      </p:sp>
      <p:sp>
        <p:nvSpPr>
          <p:cNvPr id="275" name="Text 271"/>
          <p:cNvSpPr/>
          <p:nvPr/>
        </p:nvSpPr>
        <p:spPr>
          <a:xfrm>
            <a:off x="100076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800" dirty="0"/>
          </a:p>
        </p:txBody>
      </p:sp>
      <p:sp>
        <p:nvSpPr>
          <p:cNvPr id="276" name="Text 272"/>
          <p:cNvSpPr/>
          <p:nvPr/>
        </p:nvSpPr>
        <p:spPr>
          <a:xfrm>
            <a:off x="105283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-0.7</a:t>
            </a:r>
            <a:endParaRPr lang="en-US" sz="800" dirty="0"/>
          </a:p>
        </p:txBody>
      </p:sp>
      <p:sp>
        <p:nvSpPr>
          <p:cNvPr id="277" name="Text 273"/>
          <p:cNvSpPr/>
          <p:nvPr/>
        </p:nvSpPr>
        <p:spPr>
          <a:xfrm>
            <a:off x="1117600" y="6172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78" name="Text 274"/>
          <p:cNvSpPr/>
          <p:nvPr/>
        </p:nvSpPr>
        <p:spPr>
          <a:xfrm>
            <a:off x="17653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</a:t>
            </a:r>
            <a:endParaRPr lang="en-US" sz="800" dirty="0"/>
          </a:p>
        </p:txBody>
      </p:sp>
      <p:sp>
        <p:nvSpPr>
          <p:cNvPr id="279" name="Text 275"/>
          <p:cNvSpPr/>
          <p:nvPr/>
        </p:nvSpPr>
        <p:spPr>
          <a:xfrm>
            <a:off x="22733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</a:t>
            </a:r>
            <a:endParaRPr lang="en-US" sz="800" dirty="0"/>
          </a:p>
        </p:txBody>
      </p:sp>
      <p:sp>
        <p:nvSpPr>
          <p:cNvPr id="280" name="Text 276"/>
          <p:cNvSpPr/>
          <p:nvPr/>
        </p:nvSpPr>
        <p:spPr>
          <a:xfrm>
            <a:off x="27940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800" dirty="0"/>
          </a:p>
        </p:txBody>
      </p:sp>
      <p:sp>
        <p:nvSpPr>
          <p:cNvPr id="281" name="Text 277"/>
          <p:cNvSpPr/>
          <p:nvPr/>
        </p:nvSpPr>
        <p:spPr>
          <a:xfrm>
            <a:off x="33020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</a:t>
            </a:r>
            <a:endParaRPr lang="en-US" sz="800" dirty="0"/>
          </a:p>
        </p:txBody>
      </p:sp>
      <p:sp>
        <p:nvSpPr>
          <p:cNvPr id="282" name="Text 278"/>
          <p:cNvSpPr/>
          <p:nvPr/>
        </p:nvSpPr>
        <p:spPr>
          <a:xfrm>
            <a:off x="3822700" y="6172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283" name="Text 279"/>
          <p:cNvSpPr/>
          <p:nvPr/>
        </p:nvSpPr>
        <p:spPr>
          <a:xfrm>
            <a:off x="4337050" y="6172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</a:t>
            </a:r>
            <a:endParaRPr lang="en-US" sz="800" dirty="0"/>
          </a:p>
        </p:txBody>
      </p:sp>
      <p:sp>
        <p:nvSpPr>
          <p:cNvPr id="284" name="Text 280"/>
          <p:cNvSpPr/>
          <p:nvPr/>
        </p:nvSpPr>
        <p:spPr>
          <a:xfrm>
            <a:off x="48514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</a:t>
            </a:r>
            <a:endParaRPr lang="en-US" sz="800" dirty="0"/>
          </a:p>
        </p:txBody>
      </p:sp>
      <p:sp>
        <p:nvSpPr>
          <p:cNvPr id="285" name="Text 281"/>
          <p:cNvSpPr/>
          <p:nvPr/>
        </p:nvSpPr>
        <p:spPr>
          <a:xfrm>
            <a:off x="53721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endParaRPr lang="en-US" sz="800" dirty="0"/>
          </a:p>
        </p:txBody>
      </p:sp>
      <p:sp>
        <p:nvSpPr>
          <p:cNvPr id="286" name="Text 282"/>
          <p:cNvSpPr/>
          <p:nvPr/>
        </p:nvSpPr>
        <p:spPr>
          <a:xfrm>
            <a:off x="58801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</a:t>
            </a:r>
            <a:endParaRPr lang="en-US" sz="800" dirty="0"/>
          </a:p>
        </p:txBody>
      </p:sp>
      <p:sp>
        <p:nvSpPr>
          <p:cNvPr id="287" name="Text 283"/>
          <p:cNvSpPr/>
          <p:nvPr/>
        </p:nvSpPr>
        <p:spPr>
          <a:xfrm>
            <a:off x="64008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288" name="Text 284"/>
          <p:cNvSpPr/>
          <p:nvPr/>
        </p:nvSpPr>
        <p:spPr>
          <a:xfrm>
            <a:off x="6921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</a:t>
            </a:r>
            <a:endParaRPr lang="en-US" sz="800" dirty="0"/>
          </a:p>
        </p:txBody>
      </p:sp>
      <p:sp>
        <p:nvSpPr>
          <p:cNvPr id="289" name="Text 285"/>
          <p:cNvSpPr/>
          <p:nvPr/>
        </p:nvSpPr>
        <p:spPr>
          <a:xfrm>
            <a:off x="74295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</a:t>
            </a:r>
            <a:endParaRPr lang="en-US" sz="800" dirty="0"/>
          </a:p>
        </p:txBody>
      </p:sp>
      <p:sp>
        <p:nvSpPr>
          <p:cNvPr id="290" name="Text 286"/>
          <p:cNvSpPr/>
          <p:nvPr/>
        </p:nvSpPr>
        <p:spPr>
          <a:xfrm>
            <a:off x="7950200" y="6172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800" dirty="0"/>
          </a:p>
        </p:txBody>
      </p:sp>
      <p:sp>
        <p:nvSpPr>
          <p:cNvPr id="291" name="Text 287"/>
          <p:cNvSpPr/>
          <p:nvPr/>
        </p:nvSpPr>
        <p:spPr>
          <a:xfrm>
            <a:off x="8464550" y="6172200"/>
            <a:ext cx="5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</a:t>
            </a:r>
            <a:endParaRPr lang="en-US" sz="800" dirty="0"/>
          </a:p>
        </p:txBody>
      </p:sp>
      <p:sp>
        <p:nvSpPr>
          <p:cNvPr id="292" name="Text 288"/>
          <p:cNvSpPr/>
          <p:nvPr/>
        </p:nvSpPr>
        <p:spPr>
          <a:xfrm>
            <a:off x="89789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800" dirty="0"/>
          </a:p>
        </p:txBody>
      </p:sp>
      <p:sp>
        <p:nvSpPr>
          <p:cNvPr id="293" name="Text 289"/>
          <p:cNvSpPr/>
          <p:nvPr/>
        </p:nvSpPr>
        <p:spPr>
          <a:xfrm>
            <a:off x="94996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</a:t>
            </a:r>
            <a:endParaRPr lang="en-US" sz="800" dirty="0"/>
          </a:p>
        </p:txBody>
      </p:sp>
      <p:sp>
        <p:nvSpPr>
          <p:cNvPr id="294" name="Text 290"/>
          <p:cNvSpPr/>
          <p:nvPr/>
        </p:nvSpPr>
        <p:spPr>
          <a:xfrm>
            <a:off x="100076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800" dirty="0"/>
          </a:p>
        </p:txBody>
      </p:sp>
      <p:sp>
        <p:nvSpPr>
          <p:cNvPr id="295" name="Text 291"/>
          <p:cNvSpPr/>
          <p:nvPr/>
        </p:nvSpPr>
        <p:spPr>
          <a:xfrm>
            <a:off x="105283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</a:t>
            </a:r>
            <a:endParaRPr lang="en-US" sz="800" dirty="0"/>
          </a:p>
        </p:txBody>
      </p:sp>
      <p:sp>
        <p:nvSpPr>
          <p:cNvPr id="296" name="Shape 292"/>
          <p:cNvSpPr/>
          <p:nvPr/>
        </p:nvSpPr>
        <p:spPr>
          <a:xfrm rot="1020000">
            <a:off x="2057400" y="3860800"/>
            <a:ext cx="279400" cy="4445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2026-10-26T14:31:27Z</dcterms:created>
  <dcterms:modified xsi:type="dcterms:W3CDTF">2026-10-26T14:31:27Z</dcterms:modified>
</cp:coreProperties>
</file>