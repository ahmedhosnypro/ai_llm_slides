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54150" y="762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Non-Convex Function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08100" y="11176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2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reach different minimum value based on: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25550" y="14732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point and learning rate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900" y="3124200"/>
          <a:ext cx="1397000" cy="914400"/>
        </p:xfrm>
        <a:graphic>
          <a:graphicData uri="http://schemas.openxmlformats.org/drawingml/2006/table">
            <a:tbl>
              <a:tblPr/>
              <a:tblGrid>
                <a:gridCol w="838200"/>
                <a:gridCol w="558800"/>
              </a:tblGrid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362200" y="3517900"/>
            <a:ext cx="19050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854700" y="2095500"/>
            <a:ext cx="1905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videos/machine-learning/03_ridger_regression_gradient_descent/recreated_pptx/build/assets/eq_03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305050"/>
            <a:ext cx="1422400" cy="304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43300" y="32893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is in between 9.6 and </a:t>
            </a:r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43300" y="34798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is in between -10.03 and -9.92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708900" y="736600"/>
            <a:ext cx="3035300" cy="32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8" name="Image 1" descr="videos/machine-learning/03_ridger_regression_gradient_descent/recreated_pptx/build/assets/graph_034_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900" y="1344508"/>
            <a:ext cx="3035300" cy="2035384"/>
          </a:xfrm>
          <a:prstGeom prst="rect">
            <a:avLst/>
          </a:prstGeom>
        </p:spPr>
      </p:pic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0600" y="4076700"/>
          <a:ext cx="10134600" cy="914400"/>
        </p:xfrm>
        <a:graphic>
          <a:graphicData uri="http://schemas.openxmlformats.org/drawingml/2006/table">
            <a:tbl>
              <a:tblPr/>
              <a:tblGrid>
                <a:gridCol w="736600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  <a:gridCol w="522097"/>
              </a:tblGrid>
              <a:tr h="311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AFEEEE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-7.16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0EE90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f(x-delta)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-7.75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x+delta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f(x+delta)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-7.75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ACD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B6C1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98FB9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2026-10-24T04:38:37Z</dcterms:created>
  <dcterms:modified xsi:type="dcterms:W3CDTF">2026-10-24T04:38:37Z</dcterms:modified>
</cp:coreProperties>
</file>