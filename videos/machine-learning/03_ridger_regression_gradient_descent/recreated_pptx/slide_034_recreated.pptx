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54150" y="762000"/>
            <a:ext cx="508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8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Non-Convex Function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08100" y="1117600"/>
            <a:ext cx="558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2200" dirty="0">
                <a:solidFill>
                  <a:srgbClr val="8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reach different minimum value based on: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225550" y="1473200"/>
            <a:ext cx="584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2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point and learning rate</a:t>
            </a:r>
            <a:endParaRPr lang="en-US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50900" y="3124200"/>
          <a:ext cx="1397000" cy="914400"/>
        </p:xfrm>
        <a:graphic>
          <a:graphicData uri="http://schemas.openxmlformats.org/drawingml/2006/table">
            <a:tbl>
              <a:tblPr/>
              <a:tblGrid>
                <a:gridCol w="838200"/>
                <a:gridCol w="558800"/>
              </a:tblGrid>
              <a:tr h="254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initial 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2362200" y="3517900"/>
            <a:ext cx="1905000" cy="0"/>
          </a:xfrm>
          <a:prstGeom prst="line">
            <a:avLst/>
          </a:prstGeom>
          <a:noFill/>
          <a:ln w="38100">
            <a:solidFill>
              <a:srgbClr val="FF000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5854700" y="2095500"/>
            <a:ext cx="1905000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videos/machine-learning/03_ridger_regression_gradient_descent/recreated_pptx/build/assets/eq_034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0" y="2305050"/>
            <a:ext cx="1422400" cy="3048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543300" y="3289300"/>
            <a:ext cx="508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is in between 9.6 and </a:t>
            </a:r>
            <a:pPr algn="l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9.8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3543300" y="3479800"/>
            <a:ext cx="508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f(x) is in between -10.03 and -9.92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7708900" y="736600"/>
            <a:ext cx="3035300" cy="325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B0000"/>
            </a:solidFill>
            <a:prstDash val="solid"/>
          </a:ln>
        </p:spPr>
      </p:sp>
      <p:pic>
        <p:nvPicPr>
          <p:cNvPr id="18" name="Image 1" descr="videos/machine-learning/03_ridger_regression_gradient_descent/recreated_pptx/build/assets/graph_034_m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900" y="1344508"/>
            <a:ext cx="3035300" cy="2035384"/>
          </a:xfrm>
          <a:prstGeom prst="rect">
            <a:avLst/>
          </a:prstGeom>
        </p:spPr>
      </p:pic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0600" y="4076700"/>
          <a:ext cx="10134600" cy="914400"/>
        </p:xfrm>
        <a:graphic>
          <a:graphicData uri="http://schemas.openxmlformats.org/drawingml/2006/table">
            <a:tbl>
              <a:tblPr/>
              <a:tblGrid>
                <a:gridCol w="736600"/>
                <a:gridCol w="522097"/>
                <a:gridCol w="522097"/>
                <a:gridCol w="522097"/>
                <a:gridCol w="522097"/>
                <a:gridCol w="522097"/>
                <a:gridCol w="522097"/>
                <a:gridCol w="522097"/>
                <a:gridCol w="522097"/>
                <a:gridCol w="522097"/>
                <a:gridCol w="522097"/>
                <a:gridCol w="522097"/>
                <a:gridCol w="522097"/>
                <a:gridCol w="522097"/>
                <a:gridCol w="522097"/>
                <a:gridCol w="522097"/>
                <a:gridCol w="522097"/>
                <a:gridCol w="522097"/>
                <a:gridCol w="522097"/>
              </a:tblGrid>
              <a:tr h="3111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A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A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A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A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A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A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A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A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A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A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A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A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A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A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A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A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A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A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AFEEEE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f(x)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-1.73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-7.16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-9.77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-9.92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-9.92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90EE90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x-delta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f(x-delta)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-1.08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-6.54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-8.76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-9.51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-9.95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-10.02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-9.95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-10.02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-9.95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x+delta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f(x+delta)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-1.08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-6.54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-8.76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-9.51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-9.95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-10.02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-10.02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-10.02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ACD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B6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B6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B6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B6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B6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B6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B6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B6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B6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B6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B6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B6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B6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B6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B6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B6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B6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B6C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B6C1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98FB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98FB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98FB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98FB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98FB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98FB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98FB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98FB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98FB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98FB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98FB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98FB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98FB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98FB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98FB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98FB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98FB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98FB9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98FB9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2026-10-24T23:48:05Z</dcterms:created>
  <dcterms:modified xsi:type="dcterms:W3CDTF">2026-10-24T23:48:05Z</dcterms:modified>
</cp:coreProperties>
</file>