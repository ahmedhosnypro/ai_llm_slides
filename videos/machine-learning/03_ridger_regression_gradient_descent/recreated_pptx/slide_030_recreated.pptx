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3900" y="787400"/>
            <a:ext cx="689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Convex Function,  </a:t>
            </a:r>
            <a:pPr algn="l" indent="0" marL="0">
              <a:buNone/>
            </a:pPr>
            <a:r>
              <a:rPr lang="en-US" sz="20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=0.2,  </a:t>
            </a:r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X=3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0800" y="2540000"/>
          <a:ext cx="1676400" cy="1016000"/>
        </p:xfrm>
        <a:graphic>
          <a:graphicData uri="http://schemas.openxmlformats.org/drawingml/2006/table">
            <a:tbl>
              <a:tblPr/>
              <a:tblGrid>
                <a:gridCol w="965200"/>
                <a:gridCol w="711200"/>
              </a:tblGrid>
              <a:tr h="330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308100" y="2527300"/>
            <a:ext cx="1701800" cy="1041400"/>
          </a:xfrm>
          <a:prstGeom prst="rect">
            <a:avLst/>
          </a:prstGeom>
          <a:ln w="19050">
            <a:solidFill>
              <a:srgbClr val="0000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67300" y="2349500"/>
            <a:ext cx="16637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pic>
        <p:nvPicPr>
          <p:cNvPr id="12" name="Image 0" descr="/workspaces/codespaces-blank/ai_llm_slides/videos/machine-learning/03_ridger_regression_gradient_descent/recreated_pptx/build/assets/eq_030_f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2466067"/>
            <a:ext cx="1511300" cy="20764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19600" y="2971800"/>
            <a:ext cx="2616200" cy="596900"/>
          </a:xfrm>
          <a:prstGeom prst="rect">
            <a:avLst/>
          </a:prstGeom>
          <a:solidFill>
            <a:srgbClr val="EAF6E3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14" name="Image 1" descr="/workspaces/codespaces-blank/ai_llm_slides/videos/machine-learning/03_ridger_regression_gradient_descent/recreated_pptx/build/assets/eq_030_x5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009389"/>
            <a:ext cx="745236" cy="1935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0400" y="32766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Minimum value is </a:t>
            </a:r>
            <a:pPr algn="ctr" indent="0" marL="0">
              <a:buNone/>
            </a:pPr>
            <a:r>
              <a:rPr lang="en-US" sz="17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254500" y="3708400"/>
            <a:ext cx="2971800" cy="355600"/>
          </a:xfrm>
          <a:prstGeom prst="rect">
            <a:avLst/>
          </a:prstGeom>
          <a:solidFill>
            <a:srgbClr val="F7C8FA"/>
          </a:solidFill>
          <a:ln w="19050">
            <a:solidFill>
              <a:srgbClr val="B761B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254500" y="3708400"/>
            <a:ext cx="297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Minimum after 11 Steps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264400" y="825500"/>
            <a:ext cx="3022600" cy="3124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28027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2569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7110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1652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86193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0735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15276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29818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44359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58901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3442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87984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02525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17067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31608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46150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60691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75233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89774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4316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18857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277100" y="38417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277100" y="36893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277100" y="35369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277100" y="33845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277100" y="32321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277100" y="30797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7277100" y="29273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7277100" y="27749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7277100" y="26225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7277100" y="24701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277100" y="23177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277100" y="21653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277100" y="20129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7277100" y="18605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277100" y="17081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7277100" y="15557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7277100" y="14033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277100" y="12509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7277100" y="10985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7277100" y="9461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8007350" y="831850"/>
            <a:ext cx="0" cy="311150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270750" y="3375660"/>
            <a:ext cx="30099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720725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777875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857250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929640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1004570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7569200" y="1003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7569200" y="17780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7569200" y="2527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8734425" y="838200"/>
            <a:ext cx="0" cy="3098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71" name="Shape 66"/>
          <p:cNvSpPr/>
          <p:nvPr/>
        </p:nvSpPr>
        <p:spPr>
          <a:xfrm>
            <a:off x="8156564" y="825500"/>
            <a:ext cx="7271" cy="6018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8163835" y="885681"/>
            <a:ext cx="7271" cy="5941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171106" y="945100"/>
            <a:ext cx="7271" cy="5865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178377" y="1003756"/>
            <a:ext cx="7271" cy="5789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185647" y="1061651"/>
            <a:ext cx="7271" cy="5713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8192918" y="1118784"/>
            <a:ext cx="7271" cy="5637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8200189" y="1175155"/>
            <a:ext cx="7271" cy="5560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8207460" y="1230764"/>
            <a:ext cx="7271" cy="5484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8214730" y="1285611"/>
            <a:ext cx="7271" cy="5408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8222001" y="1339695"/>
            <a:ext cx="7271" cy="5332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8229272" y="1393018"/>
            <a:ext cx="7271" cy="5256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8236543" y="1445579"/>
            <a:ext cx="7271" cy="5179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243813" y="1497378"/>
            <a:ext cx="7271" cy="5103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8251084" y="1548415"/>
            <a:ext cx="7271" cy="5027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258355" y="1598690"/>
            <a:ext cx="7271" cy="4951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8265626" y="1648202"/>
            <a:ext cx="7271" cy="4875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8272896" y="1696953"/>
            <a:ext cx="7271" cy="4798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8280167" y="1744942"/>
            <a:ext cx="7271" cy="4722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8287438" y="1792169"/>
            <a:ext cx="7271" cy="4646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8294709" y="1838634"/>
            <a:ext cx="7271" cy="4570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8301979" y="1884336"/>
            <a:ext cx="7271" cy="4494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8309250" y="1929277"/>
            <a:ext cx="7271" cy="4417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8316521" y="1973456"/>
            <a:ext cx="7271" cy="4341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8323792" y="2016873"/>
            <a:ext cx="7271" cy="4265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8331062" y="2059528"/>
            <a:ext cx="7271" cy="4189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8338333" y="2101421"/>
            <a:ext cx="7271" cy="4113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8345604" y="2142551"/>
            <a:ext cx="7271" cy="4036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8352875" y="2182920"/>
            <a:ext cx="7271" cy="3960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8360145" y="2222527"/>
            <a:ext cx="7271" cy="3884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8367416" y="2261372"/>
            <a:ext cx="7271" cy="3808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8374687" y="2299455"/>
            <a:ext cx="7271" cy="3732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8381958" y="2336776"/>
            <a:ext cx="7271" cy="3655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389228" y="2373334"/>
            <a:ext cx="7271" cy="3579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396499" y="2409131"/>
            <a:ext cx="7271" cy="3503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403770" y="2444166"/>
            <a:ext cx="7271" cy="3427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8411041" y="2478439"/>
            <a:ext cx="7271" cy="3351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8418311" y="2511950"/>
            <a:ext cx="7271" cy="3274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8425582" y="2544699"/>
            <a:ext cx="7271" cy="3198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8432853" y="2576685"/>
            <a:ext cx="7271" cy="3122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8440124" y="2607910"/>
            <a:ext cx="7271" cy="3046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8447394" y="2638373"/>
            <a:ext cx="7271" cy="2970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8454665" y="2668074"/>
            <a:ext cx="7271" cy="2893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8461936" y="2697013"/>
            <a:ext cx="7271" cy="2817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8469207" y="2725189"/>
            <a:ext cx="7271" cy="2741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8476477" y="2752604"/>
            <a:ext cx="7271" cy="2665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8483748" y="2779257"/>
            <a:ext cx="7271" cy="2589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8491019" y="2805148"/>
            <a:ext cx="7271" cy="2512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8498290" y="2830277"/>
            <a:ext cx="7271" cy="2436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8505560" y="2854644"/>
            <a:ext cx="7271" cy="2360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8512831" y="2878248"/>
            <a:ext cx="7271" cy="2284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8520102" y="2901091"/>
            <a:ext cx="7271" cy="2208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8527373" y="2923172"/>
            <a:ext cx="7271" cy="2131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3" name="Shape 118"/>
          <p:cNvSpPr/>
          <p:nvPr/>
        </p:nvSpPr>
        <p:spPr>
          <a:xfrm>
            <a:off x="8534643" y="2944491"/>
            <a:ext cx="7271" cy="2055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8541914" y="2965048"/>
            <a:ext cx="7271" cy="1979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8549185" y="2984843"/>
            <a:ext cx="7271" cy="1903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8556456" y="3003875"/>
            <a:ext cx="7271" cy="1827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8563726" y="3022146"/>
            <a:ext cx="7271" cy="1750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8570997" y="3039655"/>
            <a:ext cx="7271" cy="1674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8578268" y="3056402"/>
            <a:ext cx="7271" cy="1598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8585539" y="3072387"/>
            <a:ext cx="7271" cy="1522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8592809" y="3087609"/>
            <a:ext cx="7271" cy="1446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8600080" y="3102070"/>
            <a:ext cx="7271" cy="1369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8607351" y="3115769"/>
            <a:ext cx="7271" cy="1293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8614622" y="3128706"/>
            <a:ext cx="7271" cy="1217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5" name="Shape 130"/>
          <p:cNvSpPr/>
          <p:nvPr/>
        </p:nvSpPr>
        <p:spPr>
          <a:xfrm>
            <a:off x="8621892" y="3140881"/>
            <a:ext cx="7271" cy="1141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6" name="Shape 131"/>
          <p:cNvSpPr/>
          <p:nvPr/>
        </p:nvSpPr>
        <p:spPr>
          <a:xfrm>
            <a:off x="8629163" y="3152294"/>
            <a:ext cx="7271" cy="1065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>
            <a:off x="8636434" y="3162944"/>
            <a:ext cx="7271" cy="988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8643705" y="3172833"/>
            <a:ext cx="7271" cy="912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8650975" y="3181960"/>
            <a:ext cx="7271" cy="836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8658246" y="3190325"/>
            <a:ext cx="7271" cy="760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8665517" y="3197928"/>
            <a:ext cx="7271" cy="684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8672788" y="3204769"/>
            <a:ext cx="7271" cy="607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8680058" y="3210847"/>
            <a:ext cx="7271" cy="531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8687329" y="3216164"/>
            <a:ext cx="7271" cy="455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>
            <a:off x="8694600" y="3220719"/>
            <a:ext cx="7271" cy="379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6" name="Shape 141"/>
          <p:cNvSpPr/>
          <p:nvPr/>
        </p:nvSpPr>
        <p:spPr>
          <a:xfrm>
            <a:off x="8701871" y="3224512"/>
            <a:ext cx="7271" cy="303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7" name="Shape 142"/>
          <p:cNvSpPr/>
          <p:nvPr/>
        </p:nvSpPr>
        <p:spPr>
          <a:xfrm>
            <a:off x="8709141" y="3227543"/>
            <a:ext cx="7271" cy="226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8" name="Shape 143"/>
          <p:cNvSpPr/>
          <p:nvPr/>
        </p:nvSpPr>
        <p:spPr>
          <a:xfrm>
            <a:off x="8716412" y="3229811"/>
            <a:ext cx="7271" cy="150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8723683" y="3231318"/>
            <a:ext cx="7271" cy="74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8730954" y="3232063"/>
            <a:ext cx="7271" cy="-1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1" name="Shape 146"/>
          <p:cNvSpPr/>
          <p:nvPr/>
        </p:nvSpPr>
        <p:spPr>
          <a:xfrm>
            <a:off x="8738224" y="3232046"/>
            <a:ext cx="7271" cy="-77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2" name="Shape 147"/>
          <p:cNvSpPr/>
          <p:nvPr/>
        </p:nvSpPr>
        <p:spPr>
          <a:xfrm>
            <a:off x="8745495" y="3231267"/>
            <a:ext cx="7271" cy="-154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8752766" y="3229726"/>
            <a:ext cx="7271" cy="-230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8760037" y="3227422"/>
            <a:ext cx="7271" cy="-306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5" name="Shape 150"/>
          <p:cNvSpPr/>
          <p:nvPr/>
        </p:nvSpPr>
        <p:spPr>
          <a:xfrm>
            <a:off x="8767307" y="3224357"/>
            <a:ext cx="7271" cy="-382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6" name="Shape 151"/>
          <p:cNvSpPr/>
          <p:nvPr/>
        </p:nvSpPr>
        <p:spPr>
          <a:xfrm>
            <a:off x="8774578" y="3220530"/>
            <a:ext cx="7271" cy="-458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7" name="Shape 152"/>
          <p:cNvSpPr/>
          <p:nvPr/>
        </p:nvSpPr>
        <p:spPr>
          <a:xfrm>
            <a:off x="8781849" y="3215941"/>
            <a:ext cx="7271" cy="-535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8" name="Shape 153"/>
          <p:cNvSpPr/>
          <p:nvPr/>
        </p:nvSpPr>
        <p:spPr>
          <a:xfrm>
            <a:off x="8789120" y="3210590"/>
            <a:ext cx="7271" cy="-611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9" name="Shape 154"/>
          <p:cNvSpPr/>
          <p:nvPr/>
        </p:nvSpPr>
        <p:spPr>
          <a:xfrm>
            <a:off x="8796390" y="3204477"/>
            <a:ext cx="7271" cy="-687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0" name="Shape 155"/>
          <p:cNvSpPr/>
          <p:nvPr/>
        </p:nvSpPr>
        <p:spPr>
          <a:xfrm>
            <a:off x="8803661" y="3197601"/>
            <a:ext cx="7271" cy="-763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1" name="Shape 156"/>
          <p:cNvSpPr/>
          <p:nvPr/>
        </p:nvSpPr>
        <p:spPr>
          <a:xfrm>
            <a:off x="8810932" y="3189964"/>
            <a:ext cx="7271" cy="-839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2" name="Shape 157"/>
          <p:cNvSpPr/>
          <p:nvPr/>
        </p:nvSpPr>
        <p:spPr>
          <a:xfrm>
            <a:off x="8818203" y="3181565"/>
            <a:ext cx="7271" cy="-916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3" name="Shape 158"/>
          <p:cNvSpPr/>
          <p:nvPr/>
        </p:nvSpPr>
        <p:spPr>
          <a:xfrm>
            <a:off x="8825473" y="3172404"/>
            <a:ext cx="7271" cy="-992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8832744" y="3162481"/>
            <a:ext cx="7271" cy="-1068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8840015" y="3151796"/>
            <a:ext cx="7271" cy="-1144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8847286" y="3140348"/>
            <a:ext cx="7271" cy="-1220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8854556" y="3128139"/>
            <a:ext cx="7271" cy="-1297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8861827" y="3115168"/>
            <a:ext cx="7271" cy="-1373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8869098" y="3101435"/>
            <a:ext cx="7271" cy="-1449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0" name="Shape 165"/>
          <p:cNvSpPr/>
          <p:nvPr/>
        </p:nvSpPr>
        <p:spPr>
          <a:xfrm>
            <a:off x="8876369" y="3086940"/>
            <a:ext cx="7271" cy="-1525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1" name="Shape 166"/>
          <p:cNvSpPr/>
          <p:nvPr/>
        </p:nvSpPr>
        <p:spPr>
          <a:xfrm>
            <a:off x="8883639" y="3071682"/>
            <a:ext cx="7271" cy="-1601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2" name="Shape 167"/>
          <p:cNvSpPr/>
          <p:nvPr/>
        </p:nvSpPr>
        <p:spPr>
          <a:xfrm>
            <a:off x="8890910" y="3055663"/>
            <a:ext cx="7271" cy="-1678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3" name="Shape 168"/>
          <p:cNvSpPr/>
          <p:nvPr/>
        </p:nvSpPr>
        <p:spPr>
          <a:xfrm>
            <a:off x="8898181" y="3038882"/>
            <a:ext cx="7271" cy="-1754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4" name="Shape 169"/>
          <p:cNvSpPr/>
          <p:nvPr/>
        </p:nvSpPr>
        <p:spPr>
          <a:xfrm>
            <a:off x="8905452" y="3021339"/>
            <a:ext cx="7271" cy="-1830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5" name="Shape 170"/>
          <p:cNvSpPr/>
          <p:nvPr/>
        </p:nvSpPr>
        <p:spPr>
          <a:xfrm>
            <a:off x="8912722" y="3003034"/>
            <a:ext cx="7271" cy="-1906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8919993" y="2983967"/>
            <a:ext cx="7271" cy="-1982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8927264" y="2964137"/>
            <a:ext cx="7271" cy="-2059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8934535" y="2943546"/>
            <a:ext cx="7271" cy="-2135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>
            <a:off x="8941805" y="2922193"/>
            <a:ext cx="7271" cy="-2211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0" name="Shape 175"/>
          <p:cNvSpPr/>
          <p:nvPr/>
        </p:nvSpPr>
        <p:spPr>
          <a:xfrm>
            <a:off x="8949076" y="2900078"/>
            <a:ext cx="7271" cy="-2287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1" name="Shape 176"/>
          <p:cNvSpPr/>
          <p:nvPr/>
        </p:nvSpPr>
        <p:spPr>
          <a:xfrm>
            <a:off x="8956347" y="2877201"/>
            <a:ext cx="7271" cy="-2363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2" name="Shape 177"/>
          <p:cNvSpPr/>
          <p:nvPr/>
        </p:nvSpPr>
        <p:spPr>
          <a:xfrm>
            <a:off x="8963618" y="2853562"/>
            <a:ext cx="7271" cy="-2440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3" name="Shape 178"/>
          <p:cNvSpPr/>
          <p:nvPr/>
        </p:nvSpPr>
        <p:spPr>
          <a:xfrm>
            <a:off x="8970888" y="2829160"/>
            <a:ext cx="7271" cy="-2516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>
            <a:off x="8978159" y="2803997"/>
            <a:ext cx="7271" cy="-2592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5" name="Shape 180"/>
          <p:cNvSpPr/>
          <p:nvPr/>
        </p:nvSpPr>
        <p:spPr>
          <a:xfrm>
            <a:off x="8985430" y="2778072"/>
            <a:ext cx="7271" cy="-2668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8992701" y="2751385"/>
            <a:ext cx="7271" cy="-2744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8999971" y="2723936"/>
            <a:ext cx="7271" cy="-2821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9007242" y="2695724"/>
            <a:ext cx="7271" cy="-2897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>
            <a:off x="9014513" y="2666751"/>
            <a:ext cx="7271" cy="-2973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0" name="Shape 185"/>
          <p:cNvSpPr/>
          <p:nvPr/>
        </p:nvSpPr>
        <p:spPr>
          <a:xfrm>
            <a:off x="9021784" y="2637016"/>
            <a:ext cx="7271" cy="-3049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1" name="Shape 186"/>
          <p:cNvSpPr/>
          <p:nvPr/>
        </p:nvSpPr>
        <p:spPr>
          <a:xfrm>
            <a:off x="9029054" y="2606519"/>
            <a:ext cx="7271" cy="-3125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2" name="Shape 187"/>
          <p:cNvSpPr/>
          <p:nvPr/>
        </p:nvSpPr>
        <p:spPr>
          <a:xfrm>
            <a:off x="9036325" y="2575260"/>
            <a:ext cx="7271" cy="-3202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3" name="Shape 188"/>
          <p:cNvSpPr/>
          <p:nvPr/>
        </p:nvSpPr>
        <p:spPr>
          <a:xfrm>
            <a:off x="9043596" y="2543239"/>
            <a:ext cx="7271" cy="-3278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>
            <a:off x="9050867" y="2510455"/>
            <a:ext cx="7271" cy="-3354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>
            <a:off x="9058137" y="2476910"/>
            <a:ext cx="7271" cy="-3430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9065408" y="2442603"/>
            <a:ext cx="7271" cy="-3506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9072679" y="2407534"/>
            <a:ext cx="7271" cy="-3583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9079950" y="2371703"/>
            <a:ext cx="7271" cy="-3659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9087220" y="2335110"/>
            <a:ext cx="7271" cy="-3735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9094491" y="2297754"/>
            <a:ext cx="7271" cy="-3811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9101762" y="2259637"/>
            <a:ext cx="7271" cy="-3887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9109033" y="2220758"/>
            <a:ext cx="7271" cy="-3964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9116303" y="2181117"/>
            <a:ext cx="7271" cy="-4040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9123574" y="2140714"/>
            <a:ext cx="7271" cy="-4116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9130845" y="2099548"/>
            <a:ext cx="7271" cy="-4192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9138116" y="2057621"/>
            <a:ext cx="7271" cy="-4268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9145386" y="2014932"/>
            <a:ext cx="7271" cy="-4345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9152657" y="1971481"/>
            <a:ext cx="7271" cy="-4421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9159928" y="1927268"/>
            <a:ext cx="7271" cy="-4497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0" name="Shape 205"/>
          <p:cNvSpPr/>
          <p:nvPr/>
        </p:nvSpPr>
        <p:spPr>
          <a:xfrm>
            <a:off x="9167199" y="1882293"/>
            <a:ext cx="7271" cy="-4573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>
            <a:off x="9174469" y="1836555"/>
            <a:ext cx="7271" cy="-4649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9181740" y="1790056"/>
            <a:ext cx="7271" cy="-4726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9189011" y="1742795"/>
            <a:ext cx="7271" cy="-4802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9196282" y="1694772"/>
            <a:ext cx="7271" cy="-4878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9203552" y="1645987"/>
            <a:ext cx="7271" cy="-4954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9210823" y="1596440"/>
            <a:ext cx="7271" cy="-5030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9218094" y="1546130"/>
            <a:ext cx="7271" cy="-5107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9225365" y="1495059"/>
            <a:ext cx="7271" cy="-5183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9" name="Shape 214"/>
          <p:cNvSpPr/>
          <p:nvPr/>
        </p:nvSpPr>
        <p:spPr>
          <a:xfrm>
            <a:off x="9232635" y="1443226"/>
            <a:ext cx="7271" cy="-5259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9239906" y="1390631"/>
            <a:ext cx="7271" cy="-5335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1" name="Shape 216"/>
          <p:cNvSpPr/>
          <p:nvPr/>
        </p:nvSpPr>
        <p:spPr>
          <a:xfrm>
            <a:off x="9247177" y="1337274"/>
            <a:ext cx="7271" cy="-5411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2" name="Shape 217"/>
          <p:cNvSpPr/>
          <p:nvPr/>
        </p:nvSpPr>
        <p:spPr>
          <a:xfrm>
            <a:off x="9254448" y="1283155"/>
            <a:ext cx="7271" cy="-5488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3" name="Shape 218"/>
          <p:cNvSpPr/>
          <p:nvPr/>
        </p:nvSpPr>
        <p:spPr>
          <a:xfrm>
            <a:off x="9261718" y="1228273"/>
            <a:ext cx="7271" cy="-5564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9268989" y="1172630"/>
            <a:ext cx="7271" cy="-5640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9276260" y="1116225"/>
            <a:ext cx="7271" cy="-5716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9283531" y="1059058"/>
            <a:ext cx="7271" cy="-5792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7" name="Shape 222"/>
          <p:cNvSpPr/>
          <p:nvPr/>
        </p:nvSpPr>
        <p:spPr>
          <a:xfrm>
            <a:off x="9290801" y="1001129"/>
            <a:ext cx="7271" cy="-5869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8" name="Shape 223"/>
          <p:cNvSpPr/>
          <p:nvPr/>
        </p:nvSpPr>
        <p:spPr>
          <a:xfrm>
            <a:off x="9298072" y="942437"/>
            <a:ext cx="7271" cy="-5945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9" name="Shape 224"/>
          <p:cNvSpPr/>
          <p:nvPr/>
        </p:nvSpPr>
        <p:spPr>
          <a:xfrm>
            <a:off x="9305343" y="882984"/>
            <a:ext cx="6943" cy="-57484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30" name="Shape 225"/>
          <p:cNvSpPr/>
          <p:nvPr/>
        </p:nvSpPr>
        <p:spPr>
          <a:xfrm>
            <a:off x="8298180" y="1858010"/>
            <a:ext cx="87249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231" name="Shape 226"/>
          <p:cNvSpPr/>
          <p:nvPr/>
        </p:nvSpPr>
        <p:spPr>
          <a:xfrm>
            <a:off x="8253730" y="181356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2" name="Shape 227"/>
          <p:cNvSpPr/>
          <p:nvPr/>
        </p:nvSpPr>
        <p:spPr>
          <a:xfrm>
            <a:off x="8689975" y="181356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3" name="Shape 228"/>
          <p:cNvSpPr/>
          <p:nvPr/>
        </p:nvSpPr>
        <p:spPr>
          <a:xfrm>
            <a:off x="9126220" y="181356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8426450" y="16637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5" name="Text 230"/>
          <p:cNvSpPr/>
          <p:nvPr/>
        </p:nvSpPr>
        <p:spPr>
          <a:xfrm>
            <a:off x="8858250" y="16637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6" name="Shape 231"/>
          <p:cNvSpPr/>
          <p:nvPr/>
        </p:nvSpPr>
        <p:spPr>
          <a:xfrm>
            <a:off x="8356600" y="2273300"/>
            <a:ext cx="101600" cy="1016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37" name="Shape 232"/>
          <p:cNvSpPr/>
          <p:nvPr/>
        </p:nvSpPr>
        <p:spPr>
          <a:xfrm>
            <a:off x="8685530" y="3181350"/>
            <a:ext cx="114300" cy="1143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8" name="Text 233"/>
          <p:cNvSpPr/>
          <p:nvPr/>
        </p:nvSpPr>
        <p:spPr>
          <a:xfrm>
            <a:off x="8051800" y="1930400"/>
            <a:ext cx="584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(2, 10)</a:t>
            </a:r>
            <a:endParaRPr lang="en-US" sz="900" dirty="0"/>
          </a:p>
        </p:txBody>
      </p:sp>
      <p:sp>
        <p:nvSpPr>
          <p:cNvPr id="239" name="Text 234"/>
          <p:cNvSpPr/>
          <p:nvPr/>
        </p:nvSpPr>
        <p:spPr>
          <a:xfrm>
            <a:off x="9194800" y="1828800"/>
            <a:ext cx="508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(7, 7)</a:t>
            </a:r>
            <a:endParaRPr lang="en-US" sz="900" dirty="0"/>
          </a:p>
        </p:txBody>
      </p:sp>
      <p:sp>
        <p:nvSpPr>
          <p:cNvPr id="240" name="Text 235"/>
          <p:cNvSpPr/>
          <p:nvPr/>
        </p:nvSpPr>
        <p:spPr>
          <a:xfrm>
            <a:off x="8839200" y="3098800"/>
            <a:ext cx="457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(5, 1)</a:t>
            </a:r>
            <a:endParaRPr lang="en-US" sz="900" dirty="0"/>
          </a:p>
        </p:txBody>
      </p:sp>
      <p:sp>
        <p:nvSpPr>
          <p:cNvPr id="241" name="Shape 236"/>
          <p:cNvSpPr/>
          <p:nvPr/>
        </p:nvSpPr>
        <p:spPr>
          <a:xfrm rot="900000">
            <a:off x="2197100" y="3886200"/>
            <a:ext cx="241300" cy="381000"/>
          </a:xfrm>
          <a:prstGeom prst="downArrow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4241800"/>
          <a:ext cx="6921500" cy="5461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4826000"/>
          <a:ext cx="6921500" cy="5461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f(x-delta)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5422900"/>
          <a:ext cx="6921500" cy="5461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x+delta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f(x+delta)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6007100"/>
          <a:ext cx="6921500" cy="3048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6337300"/>
          <a:ext cx="6921500" cy="3048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</a:tr>
            </a:tbl>
          </a:graphicData>
        </a:graphic>
      </p:graphicFrame>
      <p:sp>
        <p:nvSpPr>
          <p:cNvPr id="247" name="Shape 237"/>
          <p:cNvSpPr/>
          <p:nvPr/>
        </p:nvSpPr>
        <p:spPr>
          <a:xfrm>
            <a:off x="990600" y="4127500"/>
            <a:ext cx="7315200" cy="2603500"/>
          </a:xfrm>
          <a:prstGeom prst="rect">
            <a:avLst/>
          </a:prstGeom>
          <a:ln w="25400">
            <a:solidFill>
              <a:srgbClr val="000080"/>
            </a:solidFill>
            <a:prstDash val="solid"/>
          </a:ln>
        </p:spPr>
      </p:sp>
      <p:sp>
        <p:nvSpPr>
          <p:cNvPr id="248" name="Shape 238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249" name="Text 239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2026-10-24T15:27:47Z</dcterms:created>
  <dcterms:modified xsi:type="dcterms:W3CDTF">2026-10-24T15:27:47Z</dcterms:modified>
</cp:coreProperties>
</file>