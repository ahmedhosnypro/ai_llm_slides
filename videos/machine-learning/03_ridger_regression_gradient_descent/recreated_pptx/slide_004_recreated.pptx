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8636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16000" y="1257300"/>
            <a:ext cx="40005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0" name="Image 0" descr="/home/ahmed/Projects/ai_llm_slides/videos/machine-learning/03_ridger_regression_gradient_descent/recreated_pptx/build/assets/eq_004_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295400"/>
            <a:ext cx="2260598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11500" y="17272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17800" y="20066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 Samples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22900" y="1257300"/>
            <a:ext cx="40386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Image 1" descr="/home/ahmed/Projects/ai_llm_slides/videos/machine-learning/03_ridger_regression_gradient_descent/recreated_pptx/build/assets/eq_004_Yhatv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1320800"/>
            <a:ext cx="1752603" cy="14604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4900" y="17399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Labels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75500" y="207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Ŷ=X</a:t>
            </a:r>
            <a:pPr algn="l" indent="0" marL="0">
              <a:lnSpc>
                <a:spcPts val="13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956800" y="1270000"/>
            <a:ext cx="1231900" cy="673100"/>
          </a:xfrm>
          <a:prstGeom prst="rect">
            <a:avLst/>
          </a:prstGeom>
          <a:solidFill>
            <a:srgbClr val="DBE9FC"/>
          </a:solidFill>
          <a:ln/>
        </p:spPr>
      </p:sp>
      <p:sp>
        <p:nvSpPr>
          <p:cNvPr id="18" name="Text 14"/>
          <p:cNvSpPr/>
          <p:nvPr/>
        </p:nvSpPr>
        <p:spPr>
          <a:xfrm>
            <a:off x="9994900" y="12954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u="sng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pic>
        <p:nvPicPr>
          <p:cNvPr id="19" name="Image 2" descr="/home/ahmed/Projects/ai_llm_slides/videos/machine-learning/03_ridger_regression_gradient_descent/recreated_pptx/build/assets/eq_004_n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584" y="1610106"/>
            <a:ext cx="1038758" cy="25054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90600" y="3073400"/>
            <a:ext cx="28448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66800" y="3073400"/>
            <a:ext cx="2692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is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90600" y="3886200"/>
            <a:ext cx="51816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6800" y="3886200"/>
            <a:ext cx="5029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Ŷ≠Y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There is an </a:t>
            </a:r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(Loss)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73800" y="2971800"/>
            <a:ext cx="4927600" cy="173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13500" y="3200400"/>
            <a:ext cx="15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451600" y="33782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997700" y="3378200"/>
            <a:ext cx="1905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40750" y="3251200"/>
            <a:ext cx="1117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426200" y="36068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300"/>
              </a:lnSpc>
              <a:buNone/>
            </a:pPr>
            <a:r>
              <a:rPr lang="en-US" sz="950" i="1" baseline="-40000" dirty="0">
                <a:solidFill>
                  <a:srgbClr val="1F1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 d+1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</a:t>
            </a:r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779000" y="36322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0147300" y="36068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270750" y="39243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1300"/>
              </a:lnSpc>
              <a:buNone/>
            </a:pPr>
            <a:r>
              <a:rPr lang="en-US" sz="950" i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 1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labels </a:t>
            </a:r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289800" y="4095750"/>
            <a:ext cx="2159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779000" y="39497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10147300" y="39243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7162800" y="42672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Model Parameter 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7175500" y="4419600"/>
            <a:ext cx="2413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779000" y="4292600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10147300" y="42672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952500" y="4914900"/>
            <a:ext cx="7429500" cy="774700"/>
          </a:xfrm>
          <a:prstGeom prst="rect">
            <a:avLst/>
          </a:prstGeom>
          <a:solidFill>
            <a:srgbClr val="FAEBD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041400" y="4914900"/>
            <a:ext cx="72517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990600" y="5892800"/>
            <a:ext cx="5181600" cy="7366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43" name="Image 3" descr="/home/ahmed/Projects/ai_llm_slides/videos/machine-learning/03_ridger_regression_gradient_descent/recreated_pptx/build/assets/eq_004_formu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6004560"/>
            <a:ext cx="3797320" cy="3464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2026-10-25T21:09:59Z</dcterms:created>
  <dcterms:modified xsi:type="dcterms:W3CDTF">2026-10-25T21:09:59Z</dcterms:modified>
</cp:coreProperties>
</file>