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</a:t>
            </a:r>
            <a:pPr algn="l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that </a:t>
            </a:r>
            <a:pPr algn="l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MINIMIZES </a:t>
            </a:r>
            <a:pPr algn="l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685800" y="1320800"/>
            <a:ext cx="50292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1320800"/>
            <a:ext cx="50292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412240"/>
            <a:ext cx="4754880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Y = [y1; y2; ...; yn] Nx1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7160" y="1412240"/>
            <a:ext cx="4754880" cy="1442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Ŷ = [ŷ1; ŷ2; ...; ŷn] Nx1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Ŷ = XW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3175000"/>
            <a:ext cx="10795000" cy="35560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193288"/>
            <a:ext cx="10429240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||W||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minimum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3352800"/>
            <a:ext cx="1042924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5800" y="3937000"/>
            <a:ext cx="10795000" cy="30480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955288"/>
            <a:ext cx="1042924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function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J(W)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(X,Y,W) + 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R(W)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weighting factor)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5054600"/>
            <a:ext cx="10795000" cy="3048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72888"/>
            <a:ext cx="1042924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192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92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5943600"/>
            <a:ext cx="5029200" cy="660400"/>
          </a:xfrm>
          <a:prstGeom prst="rect">
            <a:avLst/>
          </a:prstGeom>
          <a:solidFill>
            <a:srgbClr val="E1F5FE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6035040"/>
            <a:ext cx="4754880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Term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||Y-Ŷ||² = (Y-Ŷ)ᵀ(Y-Ŷ)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0000" y="5943600"/>
            <a:ext cx="5029200" cy="660400"/>
          </a:xfrm>
          <a:prstGeom prst="rect">
            <a:avLst/>
          </a:prstGeom>
          <a:solidFill>
            <a:srgbClr val="E1F5F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160" y="6035040"/>
            <a:ext cx="4754880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 Term</a:t>
            </a:r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 = ||W||² = WᵀW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6477000"/>
            <a:ext cx="10795000" cy="127000"/>
          </a:xfrm>
          <a:prstGeom prst="rect">
            <a:avLst/>
          </a:prstGeom>
          <a:solidFill>
            <a:srgbClr val="E1F5FE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6486144"/>
            <a:ext cx="10429240" cy="108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function </a:t>
            </a:r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J(W)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1/2 [ (Y-Ŷ)ᵀ(Y-Ŷ) + 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WᵀW 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2026-10-24T08:42:26Z</dcterms:created>
  <dcterms:modified xsi:type="dcterms:W3CDTF">2026-10-24T08:42:26Z</dcterms:modified>
</cp:coreProperties>
</file>