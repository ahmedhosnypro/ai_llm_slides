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1193800"/>
            <a:ext cx="10191750" cy="14986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600" y="2870200"/>
            <a:ext cx="10191750" cy="11176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3600" y="4165600"/>
            <a:ext cx="10191750" cy="11811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600" y="5549900"/>
            <a:ext cx="10191750" cy="1295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3300" y="11870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two classes: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3300" y="15426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 a discriminant function =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2800"/>
              </a:lnSpc>
              <a:buNone/>
            </a:pPr>
            <a:r>
              <a:rPr lang="en-US" sz="2000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3300" y="18982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3300" y="22665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3300" y="28507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3300" y="31936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3300" y="35492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3300" y="41969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as:</a:t>
            </a:r>
            <a:endParaRPr lang="en-US" sz="2000" dirty="0"/>
          </a:p>
        </p:txBody>
      </p:sp>
      <p:pic>
        <p:nvPicPr>
          <p:cNvPr id="20" name="Image 0" descr="videos/machine-learning/03_ridger_regression_gradient_descent/recreated_pptx/build/assets/eq_036_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4681220"/>
            <a:ext cx="8243316" cy="57454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3300" y="55304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: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03300" y="58733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-1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03300" y="62162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+1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&gt;0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14400" y="703466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9550400" y="4575962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2026-10-24T06:47:45Z</dcterms:created>
  <dcterms:modified xsi:type="dcterms:W3CDTF">2026-10-24T06:47:45Z</dcterms:modified>
</cp:coreProperties>
</file>