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1193800"/>
            <a:ext cx="10191750" cy="1498600"/>
          </a:xfrm>
          <a:prstGeom prst="rect">
            <a:avLst/>
          </a:prstGeom>
          <a:solidFill>
            <a:srgbClr val="F7F7F7"/>
          </a:solidFill>
          <a:ln w="12700">
            <a:solidFill>
              <a:srgbClr val="A6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3600" y="2870200"/>
            <a:ext cx="10191750" cy="1117600"/>
          </a:xfrm>
          <a:prstGeom prst="rect">
            <a:avLst/>
          </a:prstGeom>
          <a:solidFill>
            <a:srgbClr val="F7F7F7"/>
          </a:solidFill>
          <a:ln w="12700">
            <a:solidFill>
              <a:srgbClr val="A6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3600" y="4165600"/>
            <a:ext cx="10191750" cy="1181100"/>
          </a:xfrm>
          <a:prstGeom prst="rect">
            <a:avLst/>
          </a:prstGeom>
          <a:solidFill>
            <a:srgbClr val="F7F7F7"/>
          </a:solidFill>
          <a:ln w="12700">
            <a:solidFill>
              <a:srgbClr val="A6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3600" y="5549900"/>
            <a:ext cx="10191750" cy="1295400"/>
          </a:xfrm>
          <a:prstGeom prst="rect">
            <a:avLst/>
          </a:prstGeom>
          <a:solidFill>
            <a:srgbClr val="F7F7F7"/>
          </a:solidFill>
          <a:ln w="12700">
            <a:solidFill>
              <a:srgbClr val="A6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3300" y="11870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two classes: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03300" y="15426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 a discriminant function =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2800"/>
              </a:lnSpc>
              <a:buNone/>
            </a:pPr>
            <a:r>
              <a:rPr lang="en-US" sz="2000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03300" y="18982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0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003300" y="22665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&lt; 0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03300" y="28507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03300" y="31936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03300" y="35492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03300" y="41969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 as:</a:t>
            </a:r>
            <a:endParaRPr lang="en-US" sz="2000" dirty="0"/>
          </a:p>
        </p:txBody>
      </p:sp>
      <mc:AlternateContent>
        <mc:Choice xmlns:a14="http://schemas.microsoft.com/office/drawing/2010/main" Requires="a14">
          <p:sp>
            <p:nvSpPr>
              <p:cNvPr id="20" name="Equation OMML" descr="Error = \sum_{all misclassified vectors(i)} W^T X_i \Rightarrow (W^T X_i) take positive and negative values"/>
              <p:cNvSpPr txBox="1"/>
              <p:nvPr/>
            </p:nvSpPr>
            <p:spPr>
              <a:xfrm>
                <a:off x="1066800" y="4681220"/>
                <a:ext cx="8243316" cy="574545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21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Error=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 smtClean="0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 smtClean="0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allmisclassifiedvectors(i)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W</m:t>
                              </m:r>
                            </m:e>
                            <m:sup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X</m:t>
                              </m:r>
                            </m:e>
                            <m:sub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i</m:t>
                              </m:r>
                            </m:sub>
                          </m:sSub>
                          <m:r>
                            <a:rPr lang="en-US" i="1" smtClean="0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⇒(</m:t>
                          </m:r>
                          <m:sSup>
                            <m:sSupPr>
                              <m:ctrlP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W</m:t>
                              </m:r>
                            </m:e>
                            <m:sup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X</m:t>
                              </m:r>
                            </m:e>
                            <m:sub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i</m:t>
                              </m:r>
                            </m:sub>
                          </m:sSub>
                          <m:r>
                            <a:rPr lang="en-US" i="1" smtClean="0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)takepositiveandnegativevalues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20" name="Image 0" descr="videos/machine-learning/03_ridger_regression_gradient_descent/recreated_pptx/build/assets/eq_036_error.png">    </p:cNvPr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066800" y="4681220"/>
                <a:ext cx="8243316" cy="574545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Text 18"/>
          <p:cNvSpPr/>
          <p:nvPr/>
        </p:nvSpPr>
        <p:spPr>
          <a:xfrm>
            <a:off x="1003300" y="55304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i="1" baseline="-400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: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003300" y="58733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&lt;0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i="1" baseline="-400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-1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&gt;0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003300" y="62162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&gt;0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i="1" baseline="-400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+1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&gt;0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914400" y="703466"/>
            <a:ext cx="1066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Formulation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9550400" y="4575962"/>
            <a:ext cx="63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2026-10-24T06:47:45Z</dcterms:created>
  <dcterms:modified xsi:type="dcterms:W3CDTF">2026-10-24T06:47:45Z</dcterms:modified>
</cp:coreProperties>
</file>