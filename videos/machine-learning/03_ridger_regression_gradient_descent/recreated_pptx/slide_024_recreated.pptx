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32000" y="2672651"/>
            <a:ext cx="8128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 (GD)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5200650" y="3515538"/>
            <a:ext cx="1778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651000" y="4275201"/>
            <a:ext cx="889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apply to minimize Loss function</a:t>
            </a:r>
            <a:endParaRPr lang="en-US" sz="3000" dirty="0"/>
          </a:p>
        </p:txBody>
      </p:sp>
      <p:pic>
        <p:nvPicPr>
          <p:cNvPr id="11" name="Image 0" descr="/workspaces/codespaces-blank/ai_llm_slides/videos/machine-learning/03_ridger_regression_gradient_descent/recreated_pptx/build/assets/icon_024_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3750" y="6407150"/>
            <a:ext cx="222504" cy="2484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2026-10-23T19:21:06Z</dcterms:created>
  <dcterms:modified xsi:type="dcterms:W3CDTF">2026-10-23T19:21:06Z</dcterms:modified>
</cp:coreProperties>
</file>