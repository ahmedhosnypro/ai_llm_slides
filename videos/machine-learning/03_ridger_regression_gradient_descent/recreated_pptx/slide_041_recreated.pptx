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1.png"/><Relationship Id="rId6" Type="http://schemas.openxmlformats.org/officeDocument/2006/relationships/image" Target="../media/image-1-2.png"/><Relationship Id="rId7" Type="http://schemas.openxmlformats.org/officeDocument/2006/relationships/image" Target="../media/image-1-1.png"/><Relationship Id="rId8" Type="http://schemas.openxmlformats.org/officeDocument/2006/relationships/image" Target="../media/image-1-2.png"/><Relationship Id="rId9" Type="http://schemas.openxmlformats.org/officeDocument/2006/relationships/image" Target="../media/image-1-1.png"/><Relationship Id="rId10" Type="http://schemas.openxmlformats.org/officeDocument/2006/relationships/image" Target="../media/image-1-2.png"/><Relationship Id="rId11" Type="http://schemas.openxmlformats.org/officeDocument/2006/relationships/image" Target="../media/image-1-1.png"/><Relationship Id="rId12" Type="http://schemas.openxmlformats.org/officeDocument/2006/relationships/image" Target="../media/image-1-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5.png"/><Relationship Id="rId18" Type="http://schemas.openxmlformats.org/officeDocument/2006/relationships/image" Target="../media/image-1-16.png"/><Relationship Id="rId19" Type="http://schemas.openxmlformats.org/officeDocument/2006/relationships/image" Target="../media/image-1-15.png"/><Relationship Id="rId20" Type="http://schemas.openxmlformats.org/officeDocument/2006/relationships/image" Target="../media/image-1-16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89000" y="685800"/>
            <a:ext cx="8242300" cy="977900"/>
          </a:xfrm>
          <a:prstGeom prst="rect">
            <a:avLst/>
          </a:prstGeom>
          <a:solidFill>
            <a:srgbClr val="FEFFE8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395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67640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96850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5425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54000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15" name="Image 0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014" y="986028"/>
            <a:ext cx="44196" cy="367284"/>
          </a:xfrm>
          <a:prstGeom prst="rect">
            <a:avLst/>
          </a:prstGeom>
        </p:spPr>
      </p:pic>
      <p:pic>
        <p:nvPicPr>
          <p:cNvPr id="16" name="Image 1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064" y="986028"/>
            <a:ext cx="44196" cy="36728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3665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13665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pic>
        <p:nvPicPr>
          <p:cNvPr id="19" name="Image 2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064" y="986028"/>
            <a:ext cx="44196" cy="367284"/>
          </a:xfrm>
          <a:prstGeom prst="rect">
            <a:avLst/>
          </a:prstGeom>
        </p:spPr>
      </p:pic>
      <p:pic>
        <p:nvPicPr>
          <p:cNvPr id="20" name="Image 3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464" y="986028"/>
            <a:ext cx="44196" cy="3672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0970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40970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pic>
        <p:nvPicPr>
          <p:cNvPr id="23" name="Image 4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464" y="986028"/>
            <a:ext cx="44196" cy="367284"/>
          </a:xfrm>
          <a:prstGeom prst="rect">
            <a:avLst/>
          </a:prstGeom>
        </p:spPr>
      </p:pic>
      <p:pic>
        <p:nvPicPr>
          <p:cNvPr id="24" name="Image 5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214" y="986028"/>
            <a:ext cx="44196" cy="36728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68910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168910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27" name="Image 6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6214" y="986028"/>
            <a:ext cx="44196" cy="367284"/>
          </a:xfrm>
          <a:prstGeom prst="rect">
            <a:avLst/>
          </a:prstGeom>
        </p:spPr>
      </p:pic>
      <p:pic>
        <p:nvPicPr>
          <p:cNvPr id="28" name="Image 7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1314" y="986028"/>
            <a:ext cx="44196" cy="3672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98120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0"/>
          <p:cNvSpPr txBox="1"/>
          <p:nvPr/>
        </p:nvSpPr>
        <p:spPr>
          <a:xfrm>
            <a:off x="198120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31" name="Image 8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8314" y="986028"/>
            <a:ext cx="44196" cy="367284"/>
          </a:xfrm>
          <a:prstGeom prst="rect">
            <a:avLst/>
          </a:prstGeom>
        </p:spPr>
      </p:pic>
      <p:pic>
        <p:nvPicPr>
          <p:cNvPr id="32" name="Image 9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7064" y="986028"/>
            <a:ext cx="44196" cy="367284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226695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22"/>
          <p:cNvSpPr txBox="1"/>
          <p:nvPr/>
        </p:nvSpPr>
        <p:spPr>
          <a:xfrm>
            <a:off x="226695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pic>
        <p:nvPicPr>
          <p:cNvPr id="35" name="Image 10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064" y="986028"/>
            <a:ext cx="44196" cy="367284"/>
          </a:xfrm>
          <a:prstGeom prst="rect">
            <a:avLst/>
          </a:prstGeom>
        </p:spPr>
      </p:pic>
      <p:pic>
        <p:nvPicPr>
          <p:cNvPr id="36" name="Image 11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6464" y="986028"/>
            <a:ext cx="44196" cy="367284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255270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24"/>
          <p:cNvSpPr txBox="1"/>
          <p:nvPr/>
        </p:nvSpPr>
        <p:spPr>
          <a:xfrm>
            <a:off x="255270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25"/>
          <p:cNvSpPr txBox="1"/>
          <p:nvPr/>
        </p:nvSpPr>
        <p:spPr>
          <a:xfrm>
            <a:off x="112395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26"/>
          <p:cNvSpPr txBox="1"/>
          <p:nvPr/>
        </p:nvSpPr>
        <p:spPr>
          <a:xfrm>
            <a:off x="139700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27"/>
          <p:cNvSpPr txBox="1"/>
          <p:nvPr/>
        </p:nvSpPr>
        <p:spPr>
          <a:xfrm>
            <a:off x="167640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28"/>
          <p:cNvSpPr txBox="1"/>
          <p:nvPr/>
        </p:nvSpPr>
        <p:spPr>
          <a:xfrm>
            <a:off x="196850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29"/>
          <p:cNvSpPr txBox="1"/>
          <p:nvPr/>
        </p:nvSpPr>
        <p:spPr>
          <a:xfrm>
            <a:off x="225425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254000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31"/>
          <p:cNvSpPr txBox="1"/>
          <p:nvPr/>
        </p:nvSpPr>
        <p:spPr>
          <a:xfrm>
            <a:off x="3009900" y="1358900"/>
            <a:ext cx="1905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800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46" name="Text 32"/>
          <p:cNvSpPr txBox="1"/>
          <p:nvPr/>
        </p:nvSpPr>
        <p:spPr>
          <a:xfrm>
            <a:off x="3200400" y="1358900"/>
            <a:ext cx="6604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positive,</a:t>
            </a:r>
            <a:endParaRPr lang="en-US" sz="1150" dirty="0"/>
          </a:p>
        </p:txBody>
      </p:sp>
      <p:sp>
        <p:nvSpPr>
          <p:cNvPr id="47" name="Text 33"/>
          <p:cNvSpPr txBox="1"/>
          <p:nvPr/>
        </p:nvSpPr>
        <p:spPr>
          <a:xfrm>
            <a:off x="3949700" y="1358900"/>
            <a:ext cx="177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80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48" name="Text 34"/>
          <p:cNvSpPr txBox="1"/>
          <p:nvPr/>
        </p:nvSpPr>
        <p:spPr>
          <a:xfrm>
            <a:off x="4140200" y="1358900"/>
            <a:ext cx="685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negative,</a:t>
            </a:r>
            <a:endParaRPr lang="en-US" sz="1150" dirty="0"/>
          </a:p>
        </p:txBody>
      </p:sp>
      <p:sp>
        <p:nvSpPr>
          <p:cNvPr id="49" name="Text 35"/>
          <p:cNvSpPr txBox="1"/>
          <p:nvPr/>
        </p:nvSpPr>
        <p:spPr>
          <a:xfrm>
            <a:off x="4978400" y="1358900"/>
            <a:ext cx="431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150" dirty="0"/>
          </a:p>
        </p:txBody>
      </p:sp>
      <p:sp>
        <p:nvSpPr>
          <p:cNvPr id="50" name="Text 36"/>
          <p:cNvSpPr txBox="1"/>
          <p:nvPr/>
        </p:nvSpPr>
        <p:spPr>
          <a:xfrm>
            <a:off x="5397500" y="1358900"/>
            <a:ext cx="1092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150" dirty="0"/>
          </a:p>
        </p:txBody>
      </p:sp>
      <p:sp>
        <p:nvSpPr>
          <p:cNvPr id="51" name="Text 37"/>
          <p:cNvSpPr txBox="1"/>
          <p:nvPr/>
        </p:nvSpPr>
        <p:spPr>
          <a:xfrm>
            <a:off x="3340100" y="914400"/>
            <a:ext cx="81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W =</a:t>
            </a:r>
            <a:endParaRPr lang="en-US" sz="1250" dirty="0"/>
          </a:p>
        </p:txBody>
      </p:sp>
      <p:pic>
        <p:nvPicPr>
          <p:cNvPr id="52" name="Image 12" descr="/home/ahmed/Projects/ai_llm_slides/videos/machine-learning/03_ridger_regression_gradient_descent/recreated_pptx/qa/slide041/assets/parens041/paren_wvec_l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9156" y="744728"/>
            <a:ext cx="56388" cy="595884"/>
          </a:xfrm>
          <a:prstGeom prst="rect">
            <a:avLst/>
          </a:prstGeom>
        </p:spPr>
      </p:pic>
      <p:pic>
        <p:nvPicPr>
          <p:cNvPr id="53" name="Image 13" descr="/home/ahmed/Projects/ai_llm_slides/videos/machine-learning/03_ridger_regression_gradient_descent/recreated_pptx/qa/slide041/assets/parens041/paren_wvec_r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8556" y="744728"/>
            <a:ext cx="56388" cy="595884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4254500" y="7493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39"/>
          <p:cNvSpPr txBox="1"/>
          <p:nvPr/>
        </p:nvSpPr>
        <p:spPr>
          <a:xfrm>
            <a:off x="4254500" y="9525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200" dirty="0"/>
          </a:p>
        </p:txBody>
      </p:sp>
      <p:sp>
        <p:nvSpPr>
          <p:cNvPr id="56" name="Text 40"/>
          <p:cNvSpPr txBox="1"/>
          <p:nvPr/>
        </p:nvSpPr>
        <p:spPr>
          <a:xfrm>
            <a:off x="4254500" y="11811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200" dirty="0"/>
          </a:p>
        </p:txBody>
      </p:sp>
      <p:sp>
        <p:nvSpPr>
          <p:cNvPr id="57" name="Text 41"/>
          <p:cNvSpPr txBox="1"/>
          <p:nvPr/>
        </p:nvSpPr>
        <p:spPr>
          <a:xfrm>
            <a:off x="4610100" y="800100"/>
            <a:ext cx="99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350" dirty="0"/>
          </a:p>
        </p:txBody>
      </p:sp>
      <p:sp>
        <p:nvSpPr>
          <p:cNvPr id="58" name="Text 42"/>
          <p:cNvSpPr txBox="1"/>
          <p:nvPr/>
        </p:nvSpPr>
        <p:spPr>
          <a:xfrm>
            <a:off x="6273800" y="952500"/>
            <a:ext cx="116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100" dirty="0"/>
          </a:p>
        </p:txBody>
      </p:sp>
      <p:sp>
        <p:nvSpPr>
          <p:cNvPr id="59" name="Text 43"/>
          <p:cNvSpPr txBox="1"/>
          <p:nvPr/>
        </p:nvSpPr>
        <p:spPr>
          <a:xfrm>
            <a:off x="7575550" y="7747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7861300" y="7747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Text 45"/>
          <p:cNvSpPr txBox="1"/>
          <p:nvPr/>
        </p:nvSpPr>
        <p:spPr>
          <a:xfrm>
            <a:off x="8140700" y="7747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62" name="Image 14" descr="/home/ahmed/Projects/ai_llm_slides/videos/machine-learning/03_ridger_regression_gradient_descent/recreated_pptx/qa/slide041/assets/parens041/paren_ztab_l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9614" y="1035304"/>
            <a:ext cx="44196" cy="342900"/>
          </a:xfrm>
          <a:prstGeom prst="rect">
            <a:avLst/>
          </a:prstGeom>
        </p:spPr>
      </p:pic>
      <p:pic>
        <p:nvPicPr>
          <p:cNvPr id="63" name="Image 15" descr="/home/ahmed/Projects/ai_llm_slides/videos/machine-learning/03_ridger_regression_gradient_descent/recreated_pptx/qa/slide041/assets/parens041/paren_ztab_r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44714" y="1035304"/>
            <a:ext cx="44196" cy="342900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7600950" y="10160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5" name="Text 47"/>
          <p:cNvSpPr txBox="1"/>
          <p:nvPr/>
        </p:nvSpPr>
        <p:spPr>
          <a:xfrm>
            <a:off x="7600950" y="11938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pic>
        <p:nvPicPr>
          <p:cNvPr id="66" name="Image 16" descr="/home/ahmed/Projects/ai_llm_slides/videos/machine-learning/03_ridger_regression_gradient_descent/recreated_pptx/qa/slide041/assets/parens041/paren_ztab_l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8064" y="1035304"/>
            <a:ext cx="44196" cy="342900"/>
          </a:xfrm>
          <a:prstGeom prst="rect">
            <a:avLst/>
          </a:prstGeom>
        </p:spPr>
      </p:pic>
      <p:pic>
        <p:nvPicPr>
          <p:cNvPr id="67" name="Image 17" descr="/home/ahmed/Projects/ai_llm_slides/videos/machine-learning/03_ridger_regression_gradient_descent/recreated_pptx/qa/slide041/assets/parens041/paren_ztab_r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0464" y="1035304"/>
            <a:ext cx="44196" cy="342900"/>
          </a:xfrm>
          <a:prstGeom prst="rect">
            <a:avLst/>
          </a:prstGeom>
        </p:spPr>
      </p:pic>
      <p:sp>
        <p:nvSpPr>
          <p:cNvPr id="68" name="Text 48"/>
          <p:cNvSpPr txBox="1"/>
          <p:nvPr/>
        </p:nvSpPr>
        <p:spPr>
          <a:xfrm>
            <a:off x="7886700" y="10160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9" name="Text 49"/>
          <p:cNvSpPr txBox="1"/>
          <p:nvPr/>
        </p:nvSpPr>
        <p:spPr>
          <a:xfrm>
            <a:off x="7886700" y="11938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70" name="Image 18" descr="/home/ahmed/Projects/ai_llm_slides/videos/machine-learning/03_ridger_regression_gradient_descent/recreated_pptx/qa/slide041/assets/parens041/paren_ztab_lp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1114" y="1035304"/>
            <a:ext cx="44196" cy="342900"/>
          </a:xfrm>
          <a:prstGeom prst="rect">
            <a:avLst/>
          </a:prstGeom>
        </p:spPr>
      </p:pic>
      <p:pic>
        <p:nvPicPr>
          <p:cNvPr id="71" name="Image 19" descr="/home/ahmed/Projects/ai_llm_slides/videos/machine-learning/03_ridger_regression_gradient_descent/recreated_pptx/qa/slide041/assets/parens041/paren_ztab_rp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9864" y="1035304"/>
            <a:ext cx="44196" cy="342900"/>
          </a:xfrm>
          <a:prstGeom prst="rect">
            <a:avLst/>
          </a:prstGeom>
        </p:spPr>
      </p:pic>
      <p:sp>
        <p:nvSpPr>
          <p:cNvPr id="72" name="Text 50"/>
          <p:cNvSpPr txBox="1"/>
          <p:nvPr/>
        </p:nvSpPr>
        <p:spPr>
          <a:xfrm>
            <a:off x="8166100" y="10160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3" name="Text 51"/>
          <p:cNvSpPr txBox="1"/>
          <p:nvPr/>
        </p:nvSpPr>
        <p:spPr>
          <a:xfrm>
            <a:off x="8166100" y="11938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4" name="Shape 52"/>
          <p:cNvSpPr/>
          <p:nvPr/>
        </p:nvSpPr>
        <p:spPr>
          <a:xfrm>
            <a:off x="3968750" y="2203450"/>
            <a:ext cx="6489700" cy="391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5" name="Shape 53"/>
          <p:cNvSpPr/>
          <p:nvPr/>
        </p:nvSpPr>
        <p:spPr>
          <a:xfrm>
            <a:off x="3975100" y="27178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76" name="Shape 54"/>
          <p:cNvSpPr/>
          <p:nvPr/>
        </p:nvSpPr>
        <p:spPr>
          <a:xfrm>
            <a:off x="3975100" y="31115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77" name="Shape 55"/>
          <p:cNvSpPr/>
          <p:nvPr/>
        </p:nvSpPr>
        <p:spPr>
          <a:xfrm>
            <a:off x="3975100" y="35052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78" name="Shape 56"/>
          <p:cNvSpPr/>
          <p:nvPr/>
        </p:nvSpPr>
        <p:spPr>
          <a:xfrm>
            <a:off x="3975100" y="38862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79" name="Shape 57"/>
          <p:cNvSpPr/>
          <p:nvPr/>
        </p:nvSpPr>
        <p:spPr>
          <a:xfrm>
            <a:off x="3975100" y="42799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0" name="Shape 58"/>
          <p:cNvSpPr/>
          <p:nvPr/>
        </p:nvSpPr>
        <p:spPr>
          <a:xfrm>
            <a:off x="3975100" y="46736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1" name="Shape 59"/>
          <p:cNvSpPr/>
          <p:nvPr/>
        </p:nvSpPr>
        <p:spPr>
          <a:xfrm>
            <a:off x="3975100" y="50546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2" name="Shape 60"/>
          <p:cNvSpPr/>
          <p:nvPr/>
        </p:nvSpPr>
        <p:spPr>
          <a:xfrm>
            <a:off x="3975100" y="54483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3" name="Shape 61"/>
          <p:cNvSpPr/>
          <p:nvPr/>
        </p:nvSpPr>
        <p:spPr>
          <a:xfrm>
            <a:off x="4597400" y="2209800"/>
            <a:ext cx="0" cy="386080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4" name="Shape 62"/>
          <p:cNvSpPr/>
          <p:nvPr/>
        </p:nvSpPr>
        <p:spPr>
          <a:xfrm>
            <a:off x="9956800" y="2209800"/>
            <a:ext cx="0" cy="386080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5" name="Text 63"/>
          <p:cNvSpPr txBox="1"/>
          <p:nvPr/>
        </p:nvSpPr>
        <p:spPr>
          <a:xfrm>
            <a:off x="45466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86" name="Text 64"/>
          <p:cNvSpPr txBox="1"/>
          <p:nvPr/>
        </p:nvSpPr>
        <p:spPr>
          <a:xfrm>
            <a:off x="52070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87" name="Text 65"/>
          <p:cNvSpPr txBox="1"/>
          <p:nvPr/>
        </p:nvSpPr>
        <p:spPr>
          <a:xfrm>
            <a:off x="58674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88" name="Text 66"/>
          <p:cNvSpPr txBox="1"/>
          <p:nvPr/>
        </p:nvSpPr>
        <p:spPr>
          <a:xfrm>
            <a:off x="65278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89" name="Text 67"/>
          <p:cNvSpPr txBox="1"/>
          <p:nvPr/>
        </p:nvSpPr>
        <p:spPr>
          <a:xfrm>
            <a:off x="72009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90" name="Text 68"/>
          <p:cNvSpPr txBox="1"/>
          <p:nvPr/>
        </p:nvSpPr>
        <p:spPr>
          <a:xfrm>
            <a:off x="78613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91" name="Text 69"/>
          <p:cNvSpPr txBox="1"/>
          <p:nvPr/>
        </p:nvSpPr>
        <p:spPr>
          <a:xfrm>
            <a:off x="85217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92" name="Text 70"/>
          <p:cNvSpPr txBox="1"/>
          <p:nvPr/>
        </p:nvSpPr>
        <p:spPr>
          <a:xfrm>
            <a:off x="91948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93" name="Text 71"/>
          <p:cNvSpPr txBox="1"/>
          <p:nvPr/>
        </p:nvSpPr>
        <p:spPr>
          <a:xfrm>
            <a:off x="98679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94" name="Text 72"/>
          <p:cNvSpPr txBox="1"/>
          <p:nvPr/>
        </p:nvSpPr>
        <p:spPr>
          <a:xfrm>
            <a:off x="4394200" y="53594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95" name="Text 73"/>
          <p:cNvSpPr txBox="1"/>
          <p:nvPr/>
        </p:nvSpPr>
        <p:spPr>
          <a:xfrm>
            <a:off x="4394200" y="49847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96" name="Text 74"/>
          <p:cNvSpPr txBox="1"/>
          <p:nvPr/>
        </p:nvSpPr>
        <p:spPr>
          <a:xfrm>
            <a:off x="4394200" y="45910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97" name="Text 75"/>
          <p:cNvSpPr txBox="1"/>
          <p:nvPr/>
        </p:nvSpPr>
        <p:spPr>
          <a:xfrm>
            <a:off x="4394200" y="42100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98" name="Text 76"/>
          <p:cNvSpPr txBox="1"/>
          <p:nvPr/>
        </p:nvSpPr>
        <p:spPr>
          <a:xfrm>
            <a:off x="4394200" y="38163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99" name="Text 77"/>
          <p:cNvSpPr txBox="1"/>
          <p:nvPr/>
        </p:nvSpPr>
        <p:spPr>
          <a:xfrm>
            <a:off x="4394200" y="34226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00" name="Text 78"/>
          <p:cNvSpPr txBox="1"/>
          <p:nvPr/>
        </p:nvSpPr>
        <p:spPr>
          <a:xfrm>
            <a:off x="4394200" y="30353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01" name="Text 79"/>
          <p:cNvSpPr txBox="1"/>
          <p:nvPr/>
        </p:nvSpPr>
        <p:spPr>
          <a:xfrm>
            <a:off x="4394200" y="26352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02" name="Shape 80"/>
          <p:cNvSpPr/>
          <p:nvPr/>
        </p:nvSpPr>
        <p:spPr>
          <a:xfrm rot="10800000">
            <a:off x="4552950" y="5384800"/>
            <a:ext cx="114300" cy="114300"/>
          </a:xfrm>
          <a:prstGeom prst="triangle">
            <a:avLst/>
          </a:prstGeom>
          <a:solidFill>
            <a:srgbClr val="D60008"/>
          </a:solidFill>
          <a:ln/>
        </p:spPr>
      </p:sp>
      <p:sp>
        <p:nvSpPr>
          <p:cNvPr id="103" name="Shape 81"/>
          <p:cNvSpPr/>
          <p:nvPr/>
        </p:nvSpPr>
        <p:spPr>
          <a:xfrm rot="10800000">
            <a:off x="6559550" y="4610100"/>
            <a:ext cx="114300" cy="114300"/>
          </a:xfrm>
          <a:prstGeom prst="triangle">
            <a:avLst/>
          </a:prstGeom>
          <a:solidFill>
            <a:srgbClr val="D60008"/>
          </a:solidFill>
          <a:ln/>
        </p:spPr>
      </p:sp>
      <p:sp>
        <p:nvSpPr>
          <p:cNvPr id="104" name="Shape 82"/>
          <p:cNvSpPr/>
          <p:nvPr/>
        </p:nvSpPr>
        <p:spPr>
          <a:xfrm rot="10800000">
            <a:off x="9226550" y="3048000"/>
            <a:ext cx="114300" cy="114300"/>
          </a:xfrm>
          <a:prstGeom prst="triangle">
            <a:avLst/>
          </a:prstGeom>
          <a:solidFill>
            <a:srgbClr val="D60008"/>
          </a:solidFill>
          <a:ln/>
        </p:spPr>
      </p:sp>
      <p:sp>
        <p:nvSpPr>
          <p:cNvPr id="105" name="Shape 83"/>
          <p:cNvSpPr/>
          <p:nvPr/>
        </p:nvSpPr>
        <p:spPr>
          <a:xfrm>
            <a:off x="5232400" y="4610100"/>
            <a:ext cx="114300" cy="114300"/>
          </a:xfrm>
          <a:prstGeom prst="rect">
            <a:avLst/>
          </a:prstGeom>
          <a:solidFill>
            <a:srgbClr val="084680"/>
          </a:solidFill>
          <a:ln/>
        </p:spPr>
      </p:sp>
      <p:sp>
        <p:nvSpPr>
          <p:cNvPr id="106" name="Shape 84"/>
          <p:cNvSpPr/>
          <p:nvPr/>
        </p:nvSpPr>
        <p:spPr>
          <a:xfrm>
            <a:off x="5238750" y="5003800"/>
            <a:ext cx="114300" cy="114300"/>
          </a:xfrm>
          <a:prstGeom prst="rect">
            <a:avLst/>
          </a:prstGeom>
          <a:solidFill>
            <a:srgbClr val="084680"/>
          </a:solidFill>
          <a:ln/>
        </p:spPr>
      </p:sp>
      <p:sp>
        <p:nvSpPr>
          <p:cNvPr id="107" name="Shape 85"/>
          <p:cNvSpPr/>
          <p:nvPr/>
        </p:nvSpPr>
        <p:spPr>
          <a:xfrm>
            <a:off x="5899150" y="5003800"/>
            <a:ext cx="114300" cy="114300"/>
          </a:xfrm>
          <a:prstGeom prst="rect">
            <a:avLst/>
          </a:prstGeom>
          <a:solidFill>
            <a:srgbClr val="084680"/>
          </a:solidFill>
          <a:ln/>
        </p:spPr>
      </p:sp>
      <p:sp>
        <p:nvSpPr>
          <p:cNvPr id="108" name="Shape 86"/>
          <p:cNvSpPr/>
          <p:nvPr/>
        </p:nvSpPr>
        <p:spPr>
          <a:xfrm>
            <a:off x="7893050" y="3835400"/>
            <a:ext cx="114300" cy="114300"/>
          </a:xfrm>
          <a:prstGeom prst="diamond">
            <a:avLst/>
          </a:prstGeom>
          <a:solidFill>
            <a:srgbClr val="DC00E6"/>
          </a:solidFill>
          <a:ln/>
        </p:spPr>
      </p:sp>
      <p:sp>
        <p:nvSpPr>
          <p:cNvPr id="109" name="Shape 87"/>
          <p:cNvSpPr/>
          <p:nvPr/>
        </p:nvSpPr>
        <p:spPr>
          <a:xfrm>
            <a:off x="8566150" y="3448050"/>
            <a:ext cx="114300" cy="114300"/>
          </a:xfrm>
          <a:prstGeom prst="diamond">
            <a:avLst/>
          </a:prstGeom>
          <a:solidFill>
            <a:srgbClr val="DC00E6"/>
          </a:solidFill>
          <a:ln/>
        </p:spPr>
      </p:sp>
      <p:sp>
        <p:nvSpPr>
          <p:cNvPr id="110" name="Shape 88"/>
          <p:cNvSpPr/>
          <p:nvPr/>
        </p:nvSpPr>
        <p:spPr>
          <a:xfrm>
            <a:off x="8566150" y="3054350"/>
            <a:ext cx="114300" cy="114300"/>
          </a:xfrm>
          <a:prstGeom prst="diamond">
            <a:avLst/>
          </a:prstGeom>
          <a:solidFill>
            <a:srgbClr val="DC00E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2026-10-25T01:45:54Z</dcterms:created>
  <dcterms:modified xsi:type="dcterms:W3CDTF">2026-10-25T01:45:54Z</dcterms:modified>
</cp:coreProperties>
</file>