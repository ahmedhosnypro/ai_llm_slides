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2.png"/><Relationship Id="rId5" Type="http://schemas.openxmlformats.org/officeDocument/2006/relationships/image" Target="../media/image-1-1.png"/><Relationship Id="rId6" Type="http://schemas.openxmlformats.org/officeDocument/2006/relationships/image" Target="../media/image-1-2.png"/><Relationship Id="rId7" Type="http://schemas.openxmlformats.org/officeDocument/2006/relationships/image" Target="../media/image-1-1.png"/><Relationship Id="rId8" Type="http://schemas.openxmlformats.org/officeDocument/2006/relationships/image" Target="../media/image-1-2.png"/><Relationship Id="rId9" Type="http://schemas.openxmlformats.org/officeDocument/2006/relationships/image" Target="../media/image-1-1.png"/><Relationship Id="rId10" Type="http://schemas.openxmlformats.org/officeDocument/2006/relationships/image" Target="../media/image-1-2.png"/><Relationship Id="rId11" Type="http://schemas.openxmlformats.org/officeDocument/2006/relationships/image" Target="../media/image-1-1.png"/><Relationship Id="rId12" Type="http://schemas.openxmlformats.org/officeDocument/2006/relationships/image" Target="../media/image-1-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3.png"/><Relationship Id="rId20" Type="http://schemas.openxmlformats.org/officeDocument/2006/relationships/image" Target="../media/image-1-14.png"/><Relationship Id="rId21" Type="http://schemas.openxmlformats.org/officeDocument/2006/relationships/image" Target="../media/image-1-13.png"/><Relationship Id="rId22" Type="http://schemas.openxmlformats.org/officeDocument/2006/relationships/image" Target="../media/image-1-14.png"/><Relationship Id="rId23" Type="http://schemas.openxmlformats.org/officeDocument/2006/relationships/image" Target="../media/image-1-13.png"/><Relationship Id="rId24" Type="http://schemas.openxmlformats.org/officeDocument/2006/relationships/image" Target="../media/image-1-14.png"/><Relationship Id="rId25" Type="http://schemas.openxmlformats.org/officeDocument/2006/relationships/image" Target="../media/image-1-13.png"/><Relationship Id="rId26" Type="http://schemas.openxmlformats.org/officeDocument/2006/relationships/image" Target="../media/image-1-14.png"/><Relationship Id="rId27" Type="http://schemas.openxmlformats.org/officeDocument/2006/relationships/image" Target="../media/image-1-13.png"/><Relationship Id="rId28" Type="http://schemas.openxmlformats.org/officeDocument/2006/relationships/image" Target="../media/image-1-14.png"/><Relationship Id="rId29" Type="http://schemas.openxmlformats.org/officeDocument/2006/relationships/image" Target="../media/image-1-13.png"/><Relationship Id="rId30" Type="http://schemas.openxmlformats.org/officeDocument/2006/relationships/image" Target="../media/image-1-14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65200"/>
          </a:xfrm>
          <a:prstGeom prst="rect">
            <a:avLst/>
          </a:prstGeom>
          <a:solidFill>
            <a:srgbClr val="FFFFE8"/>
          </a:solidFill>
          <a:ln w="25400">
            <a:solidFill>
              <a:srgbClr val="1E1A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pic>
        <p:nvPicPr>
          <p:cNvPr id="33" name="Image 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585" y="971804"/>
            <a:ext cx="44196" cy="393192"/>
          </a:xfrm>
          <a:prstGeom prst="rect">
            <a:avLst/>
          </a:prstGeom>
        </p:spPr>
      </p:pic>
      <p:pic>
        <p:nvPicPr>
          <p:cNvPr id="34" name="Image 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09" y="971804"/>
            <a:ext cx="44196" cy="393192"/>
          </a:xfrm>
          <a:prstGeom prst="rect">
            <a:avLst/>
          </a:prstGeom>
        </p:spPr>
      </p:pic>
      <p:pic>
        <p:nvPicPr>
          <p:cNvPr id="35" name="Image 2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365" y="971804"/>
            <a:ext cx="44196" cy="393192"/>
          </a:xfrm>
          <a:prstGeom prst="rect">
            <a:avLst/>
          </a:prstGeom>
        </p:spPr>
      </p:pic>
      <p:pic>
        <p:nvPicPr>
          <p:cNvPr id="36" name="Image 3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719" y="971804"/>
            <a:ext cx="44196" cy="393192"/>
          </a:xfrm>
          <a:prstGeom prst="rect">
            <a:avLst/>
          </a:prstGeom>
        </p:spPr>
      </p:pic>
      <p:pic>
        <p:nvPicPr>
          <p:cNvPr id="37" name="Image 4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9194" y="971804"/>
            <a:ext cx="44196" cy="393192"/>
          </a:xfrm>
          <a:prstGeom prst="rect">
            <a:avLst/>
          </a:prstGeom>
        </p:spPr>
      </p:pic>
      <p:pic>
        <p:nvPicPr>
          <p:cNvPr id="38" name="Image 5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6199" y="971804"/>
            <a:ext cx="44196" cy="393192"/>
          </a:xfrm>
          <a:prstGeom prst="rect">
            <a:avLst/>
          </a:prstGeom>
        </p:spPr>
      </p:pic>
      <p:pic>
        <p:nvPicPr>
          <p:cNvPr id="39" name="Image 6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4182" y="971804"/>
            <a:ext cx="44196" cy="393192"/>
          </a:xfrm>
          <a:prstGeom prst="rect">
            <a:avLst/>
          </a:prstGeom>
        </p:spPr>
      </p:pic>
      <p:pic>
        <p:nvPicPr>
          <p:cNvPr id="40" name="Image 7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7664" y="971804"/>
            <a:ext cx="44196" cy="393192"/>
          </a:xfrm>
          <a:prstGeom prst="rect">
            <a:avLst/>
          </a:prstGeom>
        </p:spPr>
      </p:pic>
      <p:pic>
        <p:nvPicPr>
          <p:cNvPr id="41" name="Image 8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5647" y="971804"/>
            <a:ext cx="44196" cy="393192"/>
          </a:xfrm>
          <a:prstGeom prst="rect">
            <a:avLst/>
          </a:prstGeom>
        </p:spPr>
      </p:pic>
      <p:pic>
        <p:nvPicPr>
          <p:cNvPr id="42" name="Image 9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1890" y="971804"/>
            <a:ext cx="44196" cy="393192"/>
          </a:xfrm>
          <a:prstGeom prst="rect">
            <a:avLst/>
          </a:prstGeom>
        </p:spPr>
      </p:pic>
      <p:pic>
        <p:nvPicPr>
          <p:cNvPr id="43" name="Image 1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9746" y="971804"/>
            <a:ext cx="44196" cy="393192"/>
          </a:xfrm>
          <a:prstGeom prst="rect">
            <a:avLst/>
          </a:prstGeom>
        </p:spPr>
      </p:pic>
      <p:pic>
        <p:nvPicPr>
          <p:cNvPr id="44" name="Image 1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4973" y="971804"/>
            <a:ext cx="44196" cy="393192"/>
          </a:xfrm>
          <a:prstGeom prst="rect">
            <a:avLst/>
          </a:prstGeom>
        </p:spPr>
      </p:pic>
      <p:sp>
        <p:nvSpPr>
          <p:cNvPr id="45" name="Text 31"/>
          <p:cNvSpPr/>
          <p:nvPr/>
        </p:nvSpPr>
        <p:spPr>
          <a:xfrm>
            <a:off x="3327400" y="901700"/>
            <a:ext cx="88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400" dirty="0"/>
          </a:p>
        </p:txBody>
      </p:sp>
      <p:pic>
        <p:nvPicPr>
          <p:cNvPr id="46" name="Image 1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737" y="782823"/>
            <a:ext cx="44240" cy="520204"/>
          </a:xfrm>
          <a:prstGeom prst="rect">
            <a:avLst/>
          </a:prstGeom>
        </p:spPr>
      </p:pic>
      <p:pic>
        <p:nvPicPr>
          <p:cNvPr id="47" name="Image 1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3348" y="782823"/>
            <a:ext cx="44240" cy="520204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4260850" y="7493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33"/>
          <p:cNvSpPr/>
          <p:nvPr/>
        </p:nvSpPr>
        <p:spPr>
          <a:xfrm>
            <a:off x="4235450" y="9525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0" name="Text 34"/>
          <p:cNvSpPr/>
          <p:nvPr/>
        </p:nvSpPr>
        <p:spPr>
          <a:xfrm>
            <a:off x="4235450" y="114935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1" name="Text 35"/>
          <p:cNvSpPr/>
          <p:nvPr/>
        </p:nvSpPr>
        <p:spPr>
          <a:xfrm>
            <a:off x="4635500" y="7112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</a:t>
            </a:r>
            <a:endParaRPr lang="en-US" sz="1400" dirty="0"/>
          </a:p>
        </p:txBody>
      </p:sp>
      <p:sp>
        <p:nvSpPr>
          <p:cNvPr id="52" name="Text 36"/>
          <p:cNvSpPr/>
          <p:nvPr/>
        </p:nvSpPr>
        <p:spPr>
          <a:xfrm>
            <a:off x="5391150" y="723900"/>
            <a:ext cx="1422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Step η = 1</a:t>
            </a:r>
            <a:endParaRPr lang="en-US" sz="1400" dirty="0"/>
          </a:p>
        </p:txBody>
      </p:sp>
      <p:sp>
        <p:nvSpPr>
          <p:cNvPr id="53" name="Text 37"/>
          <p:cNvSpPr/>
          <p:nvPr/>
        </p:nvSpPr>
        <p:spPr>
          <a:xfrm>
            <a:off x="6883400" y="10668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54" name="Text 38"/>
          <p:cNvSpPr/>
          <p:nvPr/>
        </p:nvSpPr>
        <p:spPr>
          <a:xfrm>
            <a:off x="81407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pic>
        <p:nvPicPr>
          <p:cNvPr id="55" name="Image 14" descr="/home/ahmed/Projects/ai_llm_slides/videos/machine-learning/03_ridger_regression_gradient_descent/recreated_pptx/build/assets/eq_050_Z1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700" y="1092200"/>
            <a:ext cx="246888" cy="274320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84328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pic>
        <p:nvPicPr>
          <p:cNvPr id="57" name="Image 15" descr="/home/ahmed/Projects/ai_llm_slides/videos/machine-learning/03_ridger_regression_gradient_descent/recreated_pptx/build/assets/eq_050_Z2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32800" y="1092200"/>
            <a:ext cx="245361" cy="269748"/>
          </a:xfrm>
          <a:prstGeom prst="rect">
            <a:avLst/>
          </a:prstGeom>
        </p:spPr>
      </p:pic>
      <p:sp>
        <p:nvSpPr>
          <p:cNvPr id="58" name="Text 40"/>
          <p:cNvSpPr/>
          <p:nvPr/>
        </p:nvSpPr>
        <p:spPr>
          <a:xfrm>
            <a:off x="87122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pic>
        <p:nvPicPr>
          <p:cNvPr id="59" name="Image 16" descr="/home/ahmed/Projects/ai_llm_slides/videos/machine-learning/03_ridger_regression_gradient_descent/recreated_pptx/build/assets/eq_050_Z3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12200" y="1092200"/>
            <a:ext cx="245361" cy="272793"/>
          </a:xfrm>
          <a:prstGeom prst="rect">
            <a:avLst/>
          </a:prstGeom>
        </p:spPr>
      </p:pic>
      <p:sp>
        <p:nvSpPr>
          <p:cNvPr id="60" name="Text 41"/>
          <p:cNvSpPr/>
          <p:nvPr/>
        </p:nvSpPr>
        <p:spPr>
          <a:xfrm>
            <a:off x="3048000" y="13462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13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  </a:t>
            </a:r>
            <a:pPr algn="l" indent="0" marL="0"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13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  </a:t>
            </a:r>
            <a:pPr algn="l" indent="0" marL="0"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61" name="Shape 42"/>
          <p:cNvSpPr/>
          <p:nvPr/>
        </p:nvSpPr>
        <p:spPr>
          <a:xfrm>
            <a:off x="9436100" y="736600"/>
            <a:ext cx="1104900" cy="1435100"/>
          </a:xfrm>
          <a:prstGeom prst="rect">
            <a:avLst/>
          </a:prstGeom>
          <a:solidFill>
            <a:srgbClr val="F9E8FA"/>
          </a:solidFill>
          <a:ln w="12700">
            <a:solidFill>
              <a:srgbClr val="F9E8FA"/>
            </a:solidFill>
            <a:prstDash val="solid"/>
          </a:ln>
        </p:spPr>
      </p:sp>
      <p:pic>
        <p:nvPicPr>
          <p:cNvPr id="62" name="Image 17" descr="/home/ahmed/Projects/ai_llm_slides/videos/machine-learning/03_ridger_regression_gradient_descent/recreated_pptx/build/assets/eq_050_final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36100" y="850900"/>
            <a:ext cx="1031745" cy="755907"/>
          </a:xfrm>
          <a:prstGeom prst="rect">
            <a:avLst/>
          </a:prstGeom>
        </p:spPr>
      </p:pic>
      <p:sp>
        <p:nvSpPr>
          <p:cNvPr id="63" name="Shape 43"/>
          <p:cNvSpPr/>
          <p:nvPr/>
        </p:nvSpPr>
        <p:spPr>
          <a:xfrm>
            <a:off x="1066800" y="3530600"/>
            <a:ext cx="1638300" cy="342900"/>
          </a:xfrm>
          <a:prstGeom prst="rect">
            <a:avLst/>
          </a:prstGeom>
          <a:solidFill>
            <a:srgbClr val="C90004"/>
          </a:solidFill>
          <a:ln w="12700">
            <a:solidFill>
              <a:srgbClr val="C90004"/>
            </a:solidFill>
            <a:prstDash val="solid"/>
          </a:ln>
        </p:spPr>
      </p:sp>
      <p:sp>
        <p:nvSpPr>
          <p:cNvPr id="64" name="Text 44"/>
          <p:cNvSpPr/>
          <p:nvPr/>
        </p:nvSpPr>
        <p:spPr>
          <a:xfrm>
            <a:off x="1066800" y="3530600"/>
            <a:ext cx="1638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1300" dirty="0"/>
          </a:p>
        </p:txBody>
      </p:sp>
      <p:sp>
        <p:nvSpPr>
          <p:cNvPr id="65" name="Text 45"/>
          <p:cNvSpPr/>
          <p:nvPr/>
        </p:nvSpPr>
        <p:spPr>
          <a:xfrm>
            <a:off x="977900" y="4419600"/>
            <a:ext cx="2032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l" indent="0" marL="0">
              <a:buNone/>
            </a:pPr>
            <a:r>
              <a:rPr lang="en-US" sz="20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66" name="Text 46"/>
          <p:cNvSpPr/>
          <p:nvPr/>
        </p:nvSpPr>
        <p:spPr>
          <a:xfrm>
            <a:off x="1054100" y="4737100"/>
            <a:ext cx="203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Iterations</a:t>
            </a:r>
            <a:endParaRPr lang="en-US" sz="2000" dirty="0"/>
          </a:p>
        </p:txBody>
      </p:sp>
      <p:sp>
        <p:nvSpPr>
          <p:cNvPr id="67" name="Shape 47"/>
          <p:cNvSpPr/>
          <p:nvPr/>
        </p:nvSpPr>
        <p:spPr>
          <a:xfrm>
            <a:off x="3962400" y="2197100"/>
            <a:ext cx="6502400" cy="3911600"/>
          </a:xfrm>
          <a:prstGeom prst="rect">
            <a:avLst/>
          </a:prstGeom>
          <a:solidFill>
            <a:srgbClr val="FFFFFF"/>
          </a:solidFill>
          <a:ln w="38100">
            <a:solidFill>
              <a:srgbClr val="92211B"/>
            </a:solidFill>
            <a:prstDash val="solid"/>
          </a:ln>
        </p:spPr>
      </p:sp>
      <p:sp>
        <p:nvSpPr>
          <p:cNvPr id="68" name="Shape 48"/>
          <p:cNvSpPr/>
          <p:nvPr/>
        </p:nvSpPr>
        <p:spPr>
          <a:xfrm>
            <a:off x="4610100" y="2717838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69" name="Shape 49"/>
          <p:cNvSpPr/>
          <p:nvPr/>
        </p:nvSpPr>
        <p:spPr>
          <a:xfrm>
            <a:off x="4610100" y="3107360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0" name="Shape 50"/>
          <p:cNvSpPr/>
          <p:nvPr/>
        </p:nvSpPr>
        <p:spPr>
          <a:xfrm>
            <a:off x="4610100" y="3496882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1" name="Shape 51"/>
          <p:cNvSpPr/>
          <p:nvPr/>
        </p:nvSpPr>
        <p:spPr>
          <a:xfrm>
            <a:off x="4610100" y="4275925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2" name="Shape 52"/>
          <p:cNvSpPr/>
          <p:nvPr/>
        </p:nvSpPr>
        <p:spPr>
          <a:xfrm>
            <a:off x="4610100" y="4665447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3" name="Shape 53"/>
          <p:cNvSpPr/>
          <p:nvPr/>
        </p:nvSpPr>
        <p:spPr>
          <a:xfrm>
            <a:off x="4610100" y="5054968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4" name="Shape 54"/>
          <p:cNvSpPr/>
          <p:nvPr/>
        </p:nvSpPr>
        <p:spPr>
          <a:xfrm>
            <a:off x="4610100" y="5444490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5" name="Shape 55"/>
          <p:cNvSpPr/>
          <p:nvPr/>
        </p:nvSpPr>
        <p:spPr>
          <a:xfrm>
            <a:off x="4606290" y="2717838"/>
            <a:ext cx="0" cy="2726652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6" name="Shape 56"/>
          <p:cNvSpPr/>
          <p:nvPr/>
        </p:nvSpPr>
        <p:spPr>
          <a:xfrm>
            <a:off x="9963150" y="2717838"/>
            <a:ext cx="0" cy="2726652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7" name="Text 57"/>
          <p:cNvSpPr/>
          <p:nvPr/>
        </p:nvSpPr>
        <p:spPr>
          <a:xfrm>
            <a:off x="447929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78" name="Text 58"/>
          <p:cNvSpPr/>
          <p:nvPr/>
        </p:nvSpPr>
        <p:spPr>
          <a:xfrm>
            <a:off x="5148898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79" name="Text 59"/>
          <p:cNvSpPr/>
          <p:nvPr/>
        </p:nvSpPr>
        <p:spPr>
          <a:xfrm>
            <a:off x="5818505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0" name="Text 60"/>
          <p:cNvSpPr/>
          <p:nvPr/>
        </p:nvSpPr>
        <p:spPr>
          <a:xfrm>
            <a:off x="6488113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81" name="Text 61"/>
          <p:cNvSpPr/>
          <p:nvPr/>
        </p:nvSpPr>
        <p:spPr>
          <a:xfrm>
            <a:off x="715772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82" name="Text 62"/>
          <p:cNvSpPr/>
          <p:nvPr/>
        </p:nvSpPr>
        <p:spPr>
          <a:xfrm>
            <a:off x="7827328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83" name="Text 63"/>
          <p:cNvSpPr/>
          <p:nvPr/>
        </p:nvSpPr>
        <p:spPr>
          <a:xfrm>
            <a:off x="8496935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84" name="Text 64"/>
          <p:cNvSpPr/>
          <p:nvPr/>
        </p:nvSpPr>
        <p:spPr>
          <a:xfrm>
            <a:off x="9166543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85" name="Text 65"/>
          <p:cNvSpPr/>
          <p:nvPr/>
        </p:nvSpPr>
        <p:spPr>
          <a:xfrm>
            <a:off x="983615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86" name="Text 66"/>
          <p:cNvSpPr/>
          <p:nvPr/>
        </p:nvSpPr>
        <p:spPr>
          <a:xfrm>
            <a:off x="4419600" y="2654338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87" name="Text 67"/>
          <p:cNvSpPr/>
          <p:nvPr/>
        </p:nvSpPr>
        <p:spPr>
          <a:xfrm>
            <a:off x="4419600" y="304386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68"/>
          <p:cNvSpPr/>
          <p:nvPr/>
        </p:nvSpPr>
        <p:spPr>
          <a:xfrm>
            <a:off x="4419600" y="3433382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89" name="Text 69"/>
          <p:cNvSpPr/>
          <p:nvPr/>
        </p:nvSpPr>
        <p:spPr>
          <a:xfrm>
            <a:off x="4419600" y="3822903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70"/>
          <p:cNvSpPr/>
          <p:nvPr/>
        </p:nvSpPr>
        <p:spPr>
          <a:xfrm>
            <a:off x="4419600" y="4212425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1" name="Text 71"/>
          <p:cNvSpPr/>
          <p:nvPr/>
        </p:nvSpPr>
        <p:spPr>
          <a:xfrm>
            <a:off x="4419600" y="4601947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2" name="Text 72"/>
          <p:cNvSpPr/>
          <p:nvPr/>
        </p:nvSpPr>
        <p:spPr>
          <a:xfrm>
            <a:off x="4419600" y="4991468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3" name="Text 73"/>
          <p:cNvSpPr/>
          <p:nvPr/>
        </p:nvSpPr>
        <p:spPr>
          <a:xfrm>
            <a:off x="4419600" y="538099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94" name="Shape 74"/>
          <p:cNvSpPr/>
          <p:nvPr/>
        </p:nvSpPr>
        <p:spPr>
          <a:xfrm>
            <a:off x="4264790" y="3334183"/>
            <a:ext cx="4486370" cy="2620678"/>
          </a:xfrm>
          <a:prstGeom prst="line">
            <a:avLst/>
          </a:prstGeom>
          <a:noFill/>
          <a:ln w="44450">
            <a:solidFill>
              <a:srgbClr val="92211B"/>
            </a:solidFill>
            <a:prstDash val="solid"/>
          </a:ln>
        </p:spPr>
      </p:sp>
      <p:sp>
        <p:nvSpPr>
          <p:cNvPr id="95" name="Shape 75"/>
          <p:cNvSpPr/>
          <p:nvPr/>
        </p:nvSpPr>
        <p:spPr>
          <a:xfrm>
            <a:off x="5225098" y="5004168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5894705" y="5004168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5225098" y="4614647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7884478" y="3816553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8554085" y="3427032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100" name="Shape 80"/>
          <p:cNvSpPr/>
          <p:nvPr/>
        </p:nvSpPr>
        <p:spPr>
          <a:xfrm>
            <a:off x="8554085" y="3037510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101" name="Shape 81"/>
          <p:cNvSpPr/>
          <p:nvPr/>
        </p:nvSpPr>
        <p:spPr>
          <a:xfrm flipV="1">
            <a:off x="9236393" y="3050210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2" name="Shape 82"/>
          <p:cNvSpPr/>
          <p:nvPr/>
        </p:nvSpPr>
        <p:spPr>
          <a:xfrm flipV="1">
            <a:off x="6557963" y="4608297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3" name="Shape 83"/>
          <p:cNvSpPr/>
          <p:nvPr/>
        </p:nvSpPr>
        <p:spPr>
          <a:xfrm flipV="1">
            <a:off x="4549140" y="5387340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4" name="Text 84"/>
          <p:cNvSpPr/>
          <p:nvPr/>
        </p:nvSpPr>
        <p:spPr>
          <a:xfrm>
            <a:off x="4622800" y="3872527"/>
            <a:ext cx="533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+ve</a:t>
            </a:r>
            <a:endParaRPr lang="en-US" sz="1100" dirty="0"/>
          </a:p>
        </p:txBody>
      </p:sp>
      <p:sp>
        <p:nvSpPr>
          <p:cNvPr id="105" name="Shape 85"/>
          <p:cNvSpPr/>
          <p:nvPr/>
        </p:nvSpPr>
        <p:spPr>
          <a:xfrm flipH="1">
            <a:off x="5067300" y="3924300"/>
            <a:ext cx="203200" cy="215900"/>
          </a:xfrm>
          <a:prstGeom prst="line">
            <a:avLst/>
          </a:prstGeom>
          <a:noFill/>
          <a:ln w="38100">
            <a:solidFill>
              <a:srgbClr val="92211B"/>
            </a:solidFill>
            <a:prstDash val="solid"/>
            <a:tailEnd type="triangle"/>
          </a:ln>
        </p:spPr>
      </p:sp>
      <p:sp>
        <p:nvSpPr>
          <p:cNvPr id="106" name="Shape 86"/>
          <p:cNvSpPr/>
          <p:nvPr/>
        </p:nvSpPr>
        <p:spPr>
          <a:xfrm>
            <a:off x="838200" y="1701800"/>
            <a:ext cx="22098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1ABB5"/>
            </a:solidFill>
            <a:prstDash val="solid"/>
          </a:ln>
        </p:spPr>
      </p:sp>
      <p:sp>
        <p:nvSpPr>
          <p:cNvPr id="107" name="Text 87"/>
          <p:cNvSpPr/>
          <p:nvPr/>
        </p:nvSpPr>
        <p:spPr>
          <a:xfrm>
            <a:off x="1041400" y="1841500"/>
            <a:ext cx="196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1A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Vectors (from Top)</a:t>
            </a:r>
            <a:endParaRPr lang="en-US" sz="1000" dirty="0"/>
          </a:p>
        </p:txBody>
      </p:sp>
      <p:sp>
        <p:nvSpPr>
          <p:cNvPr id="108" name="Text 88"/>
          <p:cNvSpPr/>
          <p:nvPr/>
        </p:nvSpPr>
        <p:spPr>
          <a:xfrm>
            <a:off x="11811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9" name="Text 89"/>
          <p:cNvSpPr/>
          <p:nvPr/>
        </p:nvSpPr>
        <p:spPr>
          <a:xfrm>
            <a:off x="14478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0" name="Text 90"/>
          <p:cNvSpPr/>
          <p:nvPr/>
        </p:nvSpPr>
        <p:spPr>
          <a:xfrm>
            <a:off x="17399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11" name="Text 91"/>
          <p:cNvSpPr/>
          <p:nvPr/>
        </p:nvSpPr>
        <p:spPr>
          <a:xfrm>
            <a:off x="20193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12" name="Text 92"/>
          <p:cNvSpPr/>
          <p:nvPr/>
        </p:nvSpPr>
        <p:spPr>
          <a:xfrm>
            <a:off x="23114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13" name="Text 93"/>
          <p:cNvSpPr/>
          <p:nvPr/>
        </p:nvSpPr>
        <p:spPr>
          <a:xfrm>
            <a:off x="25908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14" name="Text 94"/>
          <p:cNvSpPr/>
          <p:nvPr/>
        </p:nvSpPr>
        <p:spPr>
          <a:xfrm>
            <a:off x="11938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5" name="Text 95"/>
          <p:cNvSpPr/>
          <p:nvPr/>
        </p:nvSpPr>
        <p:spPr>
          <a:xfrm>
            <a:off x="14732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6" name="Text 96"/>
          <p:cNvSpPr/>
          <p:nvPr/>
        </p:nvSpPr>
        <p:spPr>
          <a:xfrm>
            <a:off x="17526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7" name="Text 97"/>
          <p:cNvSpPr/>
          <p:nvPr/>
        </p:nvSpPr>
        <p:spPr>
          <a:xfrm>
            <a:off x="20447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8" name="Text 98"/>
          <p:cNvSpPr/>
          <p:nvPr/>
        </p:nvSpPr>
        <p:spPr>
          <a:xfrm>
            <a:off x="23241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9" name="Text 99"/>
          <p:cNvSpPr/>
          <p:nvPr/>
        </p:nvSpPr>
        <p:spPr>
          <a:xfrm>
            <a:off x="26162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0" name="Text 100"/>
          <p:cNvSpPr/>
          <p:nvPr/>
        </p:nvSpPr>
        <p:spPr>
          <a:xfrm>
            <a:off x="11938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1" name="Text 101"/>
          <p:cNvSpPr/>
          <p:nvPr/>
        </p:nvSpPr>
        <p:spPr>
          <a:xfrm>
            <a:off x="14732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2" name="Text 102"/>
          <p:cNvSpPr/>
          <p:nvPr/>
        </p:nvSpPr>
        <p:spPr>
          <a:xfrm>
            <a:off x="17526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3" name="Text 103"/>
          <p:cNvSpPr/>
          <p:nvPr/>
        </p:nvSpPr>
        <p:spPr>
          <a:xfrm>
            <a:off x="20447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4" name="Text 104"/>
          <p:cNvSpPr/>
          <p:nvPr/>
        </p:nvSpPr>
        <p:spPr>
          <a:xfrm>
            <a:off x="23241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5" name="Text 105"/>
          <p:cNvSpPr/>
          <p:nvPr/>
        </p:nvSpPr>
        <p:spPr>
          <a:xfrm>
            <a:off x="26162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6" name="Text 106"/>
          <p:cNvSpPr/>
          <p:nvPr/>
        </p:nvSpPr>
        <p:spPr>
          <a:xfrm>
            <a:off x="11938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7" name="Text 107"/>
          <p:cNvSpPr/>
          <p:nvPr/>
        </p:nvSpPr>
        <p:spPr>
          <a:xfrm>
            <a:off x="14732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8" name="Text 108"/>
          <p:cNvSpPr/>
          <p:nvPr/>
        </p:nvSpPr>
        <p:spPr>
          <a:xfrm>
            <a:off x="17526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9" name="Text 109"/>
          <p:cNvSpPr/>
          <p:nvPr/>
        </p:nvSpPr>
        <p:spPr>
          <a:xfrm>
            <a:off x="20447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0" name="Text 110"/>
          <p:cNvSpPr/>
          <p:nvPr/>
        </p:nvSpPr>
        <p:spPr>
          <a:xfrm>
            <a:off x="23241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31" name="Text 111"/>
          <p:cNvSpPr/>
          <p:nvPr/>
        </p:nvSpPr>
        <p:spPr>
          <a:xfrm>
            <a:off x="26162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32" name="Image 1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0826" y="2268266"/>
            <a:ext cx="48664" cy="572225"/>
          </a:xfrm>
          <a:prstGeom prst="rect">
            <a:avLst/>
          </a:prstGeom>
        </p:spPr>
      </p:pic>
      <p:pic>
        <p:nvPicPr>
          <p:cNvPr id="133" name="Image 1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52188" y="2268266"/>
            <a:ext cx="48664" cy="572225"/>
          </a:xfrm>
          <a:prstGeom prst="rect">
            <a:avLst/>
          </a:prstGeom>
        </p:spPr>
      </p:pic>
      <p:pic>
        <p:nvPicPr>
          <p:cNvPr id="134" name="Image 2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420226" y="2268266"/>
            <a:ext cx="48664" cy="572225"/>
          </a:xfrm>
          <a:prstGeom prst="rect">
            <a:avLst/>
          </a:prstGeom>
        </p:spPr>
      </p:pic>
      <p:pic>
        <p:nvPicPr>
          <p:cNvPr id="135" name="Image 2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618888" y="2268266"/>
            <a:ext cx="48664" cy="572225"/>
          </a:xfrm>
          <a:prstGeom prst="rect">
            <a:avLst/>
          </a:prstGeom>
        </p:spPr>
      </p:pic>
      <p:pic>
        <p:nvPicPr>
          <p:cNvPr id="136" name="Image 2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699626" y="2268266"/>
            <a:ext cx="48664" cy="572225"/>
          </a:xfrm>
          <a:prstGeom prst="rect">
            <a:avLst/>
          </a:prstGeom>
        </p:spPr>
      </p:pic>
      <p:pic>
        <p:nvPicPr>
          <p:cNvPr id="137" name="Image 2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98288" y="2268266"/>
            <a:ext cx="48664" cy="572225"/>
          </a:xfrm>
          <a:prstGeom prst="rect">
            <a:avLst/>
          </a:prstGeom>
        </p:spPr>
      </p:pic>
      <p:pic>
        <p:nvPicPr>
          <p:cNvPr id="138" name="Image 2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79026" y="2268266"/>
            <a:ext cx="48664" cy="572225"/>
          </a:xfrm>
          <a:prstGeom prst="rect">
            <a:avLst/>
          </a:prstGeom>
        </p:spPr>
      </p:pic>
      <p:pic>
        <p:nvPicPr>
          <p:cNvPr id="139" name="Image 2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190388" y="2268266"/>
            <a:ext cx="48664" cy="572225"/>
          </a:xfrm>
          <a:prstGeom prst="rect">
            <a:avLst/>
          </a:prstGeom>
        </p:spPr>
      </p:pic>
      <p:pic>
        <p:nvPicPr>
          <p:cNvPr id="140" name="Image 2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271126" y="2268266"/>
            <a:ext cx="48664" cy="572225"/>
          </a:xfrm>
          <a:prstGeom prst="rect">
            <a:avLst/>
          </a:prstGeom>
        </p:spPr>
      </p:pic>
      <p:pic>
        <p:nvPicPr>
          <p:cNvPr id="141" name="Image 2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482488" y="2268266"/>
            <a:ext cx="48664" cy="572225"/>
          </a:xfrm>
          <a:prstGeom prst="rect">
            <a:avLst/>
          </a:prstGeom>
        </p:spPr>
      </p:pic>
      <p:pic>
        <p:nvPicPr>
          <p:cNvPr id="142" name="Image 2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63226" y="2268266"/>
            <a:ext cx="48664" cy="572225"/>
          </a:xfrm>
          <a:prstGeom prst="rect">
            <a:avLst/>
          </a:prstGeom>
        </p:spPr>
      </p:pic>
      <p:pic>
        <p:nvPicPr>
          <p:cNvPr id="143" name="Image 2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761888" y="2268266"/>
            <a:ext cx="48664" cy="572225"/>
          </a:xfrm>
          <a:prstGeom prst="rect">
            <a:avLst/>
          </a:prstGeom>
        </p:spPr>
      </p:pic>
      <p:sp>
        <p:nvSpPr>
          <p:cNvPr id="144" name="Text 112"/>
          <p:cNvSpPr/>
          <p:nvPr/>
        </p:nvSpPr>
        <p:spPr>
          <a:xfrm>
            <a:off x="11811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5" name="Text 113"/>
          <p:cNvSpPr/>
          <p:nvPr/>
        </p:nvSpPr>
        <p:spPr>
          <a:xfrm>
            <a:off x="14478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6" name="Text 114"/>
          <p:cNvSpPr/>
          <p:nvPr/>
        </p:nvSpPr>
        <p:spPr>
          <a:xfrm>
            <a:off x="17399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7" name="Text 115"/>
          <p:cNvSpPr/>
          <p:nvPr/>
        </p:nvSpPr>
        <p:spPr>
          <a:xfrm>
            <a:off x="20193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8" name="Text 116"/>
          <p:cNvSpPr/>
          <p:nvPr/>
        </p:nvSpPr>
        <p:spPr>
          <a:xfrm>
            <a:off x="23114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9" name="Text 117"/>
          <p:cNvSpPr/>
          <p:nvPr/>
        </p:nvSpPr>
        <p:spPr>
          <a:xfrm>
            <a:off x="25908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2026-10-26T10:45:53Z</dcterms:created>
  <dcterms:modified xsi:type="dcterms:W3CDTF">2026-10-26T10:45:53Z</dcterms:modified>
</cp:coreProperties>
</file>