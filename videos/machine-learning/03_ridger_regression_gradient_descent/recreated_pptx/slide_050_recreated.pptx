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3600" y="685800"/>
            <a:ext cx="8267700" cy="965200"/>
          </a:xfrm>
          <a:prstGeom prst="rect">
            <a:avLst/>
          </a:prstGeom>
          <a:solidFill>
            <a:srgbClr val="FFFFE8"/>
          </a:solidFill>
          <a:ln w="25400">
            <a:solidFill>
              <a:srgbClr val="1E1A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600" y="787400"/>
            <a:ext cx="279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97000" y="787400"/>
            <a:ext cx="279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76400" y="787400"/>
            <a:ext cx="279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8500" y="787400"/>
            <a:ext cx="279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60600" y="787400"/>
            <a:ext cx="279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78100" y="787400"/>
            <a:ext cx="279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7600" y="101600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97000" y="101600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76400" y="101600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8500" y="101600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60600" y="101600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78100" y="101600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7600" y="121920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97000" y="121920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76400" y="121920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68500" y="121920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60600" y="121920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78100" y="121920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17600" y="1422400"/>
            <a:ext cx="279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97000" y="1422400"/>
            <a:ext cx="279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76400" y="1422400"/>
            <a:ext cx="279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68500" y="1422400"/>
            <a:ext cx="279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60600" y="1422400"/>
            <a:ext cx="279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78100" y="1422400"/>
            <a:ext cx="279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pic>
        <p:nvPicPr>
          <p:cNvPr id="33" name="Image 0" descr="/home/ahmed/Projects/ai_llm_slides/videos/machine-learning/03_ridger_regression_gradient_descent/recreated_pptx/build/assets/eq_050_initial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8200" y="800100"/>
            <a:ext cx="1356357" cy="289563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5397500" y="749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using Step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883400" y="1066800"/>
            <a:ext cx="139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classes of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140700" y="9398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pic>
        <p:nvPicPr>
          <p:cNvPr id="37" name="Image 1" descr="/home/ahmed/Projects/ai_llm_slides/videos/machine-learning/03_ridger_regression_gradient_descent/recreated_pptx/build/assets/eq_050_Z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700" y="1092200"/>
            <a:ext cx="246888" cy="27432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8432800" y="9398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pic>
        <p:nvPicPr>
          <p:cNvPr id="39" name="Image 2" descr="/home/ahmed/Projects/ai_llm_slides/videos/machine-learning/03_ridger_regression_gradient_descent/recreated_pptx/build/assets/eq_050_Z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800" y="1092200"/>
            <a:ext cx="245361" cy="26974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8712200" y="9398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pic>
        <p:nvPicPr>
          <p:cNvPr id="41" name="Image 3" descr="/home/ahmed/Projects/ai_llm_slides/videos/machine-learning/03_ridger_regression_gradient_descent/recreated_pptx/build/assets/eq_050_Z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200" y="1092200"/>
            <a:ext cx="245361" cy="272793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3048000" y="13462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13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positive   </a:t>
            </a:r>
            <a:pPr algn="l" indent="0" marL="0">
              <a:buNone/>
            </a:pPr>
            <a:r>
              <a:rPr lang="en-US" sz="13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13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negative   </a:t>
            </a:r>
            <a:pPr algn="l" indent="0" marL="0"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unaccepted</a:t>
            </a:r>
            <a:endParaRPr lang="en-US" sz="1300" dirty="0"/>
          </a:p>
        </p:txBody>
      </p:sp>
      <p:sp>
        <p:nvSpPr>
          <p:cNvPr id="43" name="Shape 37"/>
          <p:cNvSpPr/>
          <p:nvPr/>
        </p:nvSpPr>
        <p:spPr>
          <a:xfrm>
            <a:off x="9436100" y="736600"/>
            <a:ext cx="1104900" cy="1435100"/>
          </a:xfrm>
          <a:prstGeom prst="rect">
            <a:avLst/>
          </a:prstGeom>
          <a:solidFill>
            <a:srgbClr val="F9E8FA"/>
          </a:solidFill>
          <a:ln w="12700">
            <a:solidFill>
              <a:srgbClr val="F9E8FA"/>
            </a:solidFill>
            <a:prstDash val="solid"/>
          </a:ln>
        </p:spPr>
      </p:sp>
      <p:pic>
        <p:nvPicPr>
          <p:cNvPr id="44" name="Image 4" descr="/home/ahmed/Projects/ai_llm_slides/videos/machine-learning/03_ridger_regression_gradient_descent/recreated_pptx/build/assets/eq_050_final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100" y="850900"/>
            <a:ext cx="1031745" cy="755907"/>
          </a:xfrm>
          <a:prstGeom prst="rect">
            <a:avLst/>
          </a:prstGeom>
        </p:spPr>
      </p:pic>
      <p:sp>
        <p:nvSpPr>
          <p:cNvPr id="45" name="Shape 38"/>
          <p:cNvSpPr/>
          <p:nvPr/>
        </p:nvSpPr>
        <p:spPr>
          <a:xfrm>
            <a:off x="1066800" y="3530600"/>
            <a:ext cx="1638300" cy="342900"/>
          </a:xfrm>
          <a:prstGeom prst="rect">
            <a:avLst/>
          </a:prstGeom>
          <a:solidFill>
            <a:srgbClr val="C90004"/>
          </a:solidFill>
          <a:ln w="12700">
            <a:solidFill>
              <a:srgbClr val="C90004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1066800" y="3530600"/>
            <a:ext cx="1638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2</a:t>
            </a:r>
            <a:endParaRPr lang="en-US" sz="1300" dirty="0"/>
          </a:p>
        </p:txBody>
      </p:sp>
      <p:sp>
        <p:nvSpPr>
          <p:cNvPr id="47" name="Text 40"/>
          <p:cNvSpPr/>
          <p:nvPr/>
        </p:nvSpPr>
        <p:spPr>
          <a:xfrm>
            <a:off x="977900" y="4419600"/>
            <a:ext cx="2032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 in </a:t>
            </a:r>
            <a:pPr algn="l" indent="0" marL="0">
              <a:buNone/>
            </a:pPr>
            <a:r>
              <a:rPr lang="en-US" sz="200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000" dirty="0"/>
          </a:p>
        </p:txBody>
      </p:sp>
      <p:sp>
        <p:nvSpPr>
          <p:cNvPr id="48" name="Text 41"/>
          <p:cNvSpPr/>
          <p:nvPr/>
        </p:nvSpPr>
        <p:spPr>
          <a:xfrm>
            <a:off x="1054100" y="4737100"/>
            <a:ext cx="203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2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Iterations</a:t>
            </a:r>
            <a:endParaRPr lang="en-US" sz="2000" dirty="0"/>
          </a:p>
        </p:txBody>
      </p:sp>
      <p:sp>
        <p:nvSpPr>
          <p:cNvPr id="49" name="Shape 42"/>
          <p:cNvSpPr/>
          <p:nvPr/>
        </p:nvSpPr>
        <p:spPr>
          <a:xfrm>
            <a:off x="3962400" y="2197100"/>
            <a:ext cx="6502400" cy="391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92211B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4610100" y="2717838"/>
            <a:ext cx="5346700" cy="0"/>
          </a:xfrm>
          <a:prstGeom prst="line">
            <a:avLst/>
          </a:prstGeom>
          <a:noFill/>
          <a:ln w="12700">
            <a:solidFill>
              <a:srgbClr val="CFD1CE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4610100" y="3107360"/>
            <a:ext cx="5346700" cy="0"/>
          </a:xfrm>
          <a:prstGeom prst="line">
            <a:avLst/>
          </a:prstGeom>
          <a:noFill/>
          <a:ln w="12700">
            <a:solidFill>
              <a:srgbClr val="CFD1CE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4610100" y="3496882"/>
            <a:ext cx="5346700" cy="0"/>
          </a:xfrm>
          <a:prstGeom prst="line">
            <a:avLst/>
          </a:prstGeom>
          <a:noFill/>
          <a:ln w="12700">
            <a:solidFill>
              <a:srgbClr val="CFD1CE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4610100" y="4275925"/>
            <a:ext cx="5346700" cy="0"/>
          </a:xfrm>
          <a:prstGeom prst="line">
            <a:avLst/>
          </a:prstGeom>
          <a:noFill/>
          <a:ln w="12700">
            <a:solidFill>
              <a:srgbClr val="CFD1CE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4610100" y="4665447"/>
            <a:ext cx="5346700" cy="0"/>
          </a:xfrm>
          <a:prstGeom prst="line">
            <a:avLst/>
          </a:prstGeom>
          <a:noFill/>
          <a:ln w="12700">
            <a:solidFill>
              <a:srgbClr val="CFD1CE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4610100" y="5054968"/>
            <a:ext cx="5346700" cy="0"/>
          </a:xfrm>
          <a:prstGeom prst="line">
            <a:avLst/>
          </a:prstGeom>
          <a:noFill/>
          <a:ln w="12700">
            <a:solidFill>
              <a:srgbClr val="CFD1CE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4610100" y="5444490"/>
            <a:ext cx="5346700" cy="0"/>
          </a:xfrm>
          <a:prstGeom prst="line">
            <a:avLst/>
          </a:prstGeom>
          <a:noFill/>
          <a:ln w="12700">
            <a:solidFill>
              <a:srgbClr val="CFD1CE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4606290" y="2717838"/>
            <a:ext cx="0" cy="2726652"/>
          </a:xfrm>
          <a:prstGeom prst="line">
            <a:avLst/>
          </a:prstGeom>
          <a:noFill/>
          <a:ln w="12700">
            <a:solidFill>
              <a:srgbClr val="CFD1CE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9963150" y="2717838"/>
            <a:ext cx="0" cy="2726652"/>
          </a:xfrm>
          <a:prstGeom prst="line">
            <a:avLst/>
          </a:prstGeom>
          <a:noFill/>
          <a:ln w="12700">
            <a:solidFill>
              <a:srgbClr val="CFD1CE"/>
            </a:solidFill>
            <a:prstDash val="solid"/>
          </a:ln>
        </p:spPr>
      </p:sp>
      <p:sp>
        <p:nvSpPr>
          <p:cNvPr id="59" name="Text 52"/>
          <p:cNvSpPr/>
          <p:nvPr/>
        </p:nvSpPr>
        <p:spPr>
          <a:xfrm>
            <a:off x="4479290" y="5562600"/>
            <a:ext cx="254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60" name="Text 53"/>
          <p:cNvSpPr/>
          <p:nvPr/>
        </p:nvSpPr>
        <p:spPr>
          <a:xfrm>
            <a:off x="5148898" y="5562600"/>
            <a:ext cx="254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61" name="Text 54"/>
          <p:cNvSpPr/>
          <p:nvPr/>
        </p:nvSpPr>
        <p:spPr>
          <a:xfrm>
            <a:off x="5818505" y="5562600"/>
            <a:ext cx="254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2" name="Text 55"/>
          <p:cNvSpPr/>
          <p:nvPr/>
        </p:nvSpPr>
        <p:spPr>
          <a:xfrm>
            <a:off x="6488113" y="5562600"/>
            <a:ext cx="254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3" name="Text 56"/>
          <p:cNvSpPr/>
          <p:nvPr/>
        </p:nvSpPr>
        <p:spPr>
          <a:xfrm>
            <a:off x="7157720" y="5562600"/>
            <a:ext cx="254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4" name="Text 57"/>
          <p:cNvSpPr/>
          <p:nvPr/>
        </p:nvSpPr>
        <p:spPr>
          <a:xfrm>
            <a:off x="7827328" y="5562600"/>
            <a:ext cx="254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5" name="Text 58"/>
          <p:cNvSpPr/>
          <p:nvPr/>
        </p:nvSpPr>
        <p:spPr>
          <a:xfrm>
            <a:off x="8496935" y="5562600"/>
            <a:ext cx="254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66" name="Text 59"/>
          <p:cNvSpPr/>
          <p:nvPr/>
        </p:nvSpPr>
        <p:spPr>
          <a:xfrm>
            <a:off x="9166543" y="5562600"/>
            <a:ext cx="254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7" name="Text 60"/>
          <p:cNvSpPr/>
          <p:nvPr/>
        </p:nvSpPr>
        <p:spPr>
          <a:xfrm>
            <a:off x="9836150" y="5562600"/>
            <a:ext cx="254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68" name="Text 61"/>
          <p:cNvSpPr/>
          <p:nvPr/>
        </p:nvSpPr>
        <p:spPr>
          <a:xfrm>
            <a:off x="4419600" y="2654338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9" name="Text 62"/>
          <p:cNvSpPr/>
          <p:nvPr/>
        </p:nvSpPr>
        <p:spPr>
          <a:xfrm>
            <a:off x="4419600" y="3043860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70" name="Text 63"/>
          <p:cNvSpPr/>
          <p:nvPr/>
        </p:nvSpPr>
        <p:spPr>
          <a:xfrm>
            <a:off x="4419600" y="3433382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71" name="Text 64"/>
          <p:cNvSpPr/>
          <p:nvPr/>
        </p:nvSpPr>
        <p:spPr>
          <a:xfrm>
            <a:off x="4419600" y="3822903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72" name="Text 65"/>
          <p:cNvSpPr/>
          <p:nvPr/>
        </p:nvSpPr>
        <p:spPr>
          <a:xfrm>
            <a:off x="4419600" y="4212425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73" name="Text 66"/>
          <p:cNvSpPr/>
          <p:nvPr/>
        </p:nvSpPr>
        <p:spPr>
          <a:xfrm>
            <a:off x="4419600" y="4601947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74" name="Text 67"/>
          <p:cNvSpPr/>
          <p:nvPr/>
        </p:nvSpPr>
        <p:spPr>
          <a:xfrm>
            <a:off x="4419600" y="4991468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5" name="Text 68"/>
          <p:cNvSpPr/>
          <p:nvPr/>
        </p:nvSpPr>
        <p:spPr>
          <a:xfrm>
            <a:off x="4419600" y="5380990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76" name="Shape 69"/>
          <p:cNvSpPr/>
          <p:nvPr/>
        </p:nvSpPr>
        <p:spPr>
          <a:xfrm>
            <a:off x="4264790" y="3334183"/>
            <a:ext cx="4486370" cy="2620678"/>
          </a:xfrm>
          <a:prstGeom prst="line">
            <a:avLst/>
          </a:prstGeom>
          <a:noFill/>
          <a:ln w="44450">
            <a:solidFill>
              <a:srgbClr val="92211B"/>
            </a:solidFill>
            <a:prstDash val="solid"/>
            <a:tailEnd type="triangle"/>
          </a:ln>
        </p:spPr>
      </p:sp>
      <p:sp>
        <p:nvSpPr>
          <p:cNvPr id="77" name="Shape 70"/>
          <p:cNvSpPr/>
          <p:nvPr/>
        </p:nvSpPr>
        <p:spPr>
          <a:xfrm>
            <a:off x="5225098" y="5004168"/>
            <a:ext cx="101600" cy="101600"/>
          </a:xfrm>
          <a:prstGeom prst="rect">
            <a:avLst/>
          </a:prstGeom>
          <a:solidFill>
            <a:srgbClr val="1C3D5E"/>
          </a:solidFill>
          <a:ln w="12700">
            <a:solidFill>
              <a:srgbClr val="1C3D5E"/>
            </a:solidFill>
            <a:prstDash val="solid"/>
          </a:ln>
        </p:spPr>
      </p:sp>
      <p:sp>
        <p:nvSpPr>
          <p:cNvPr id="78" name="Shape 71"/>
          <p:cNvSpPr/>
          <p:nvPr/>
        </p:nvSpPr>
        <p:spPr>
          <a:xfrm>
            <a:off x="5894705" y="5004168"/>
            <a:ext cx="101600" cy="101600"/>
          </a:xfrm>
          <a:prstGeom prst="rect">
            <a:avLst/>
          </a:prstGeom>
          <a:solidFill>
            <a:srgbClr val="1C3D5E"/>
          </a:solidFill>
          <a:ln w="12700">
            <a:solidFill>
              <a:srgbClr val="1C3D5E"/>
            </a:solidFill>
            <a:prstDash val="solid"/>
          </a:ln>
        </p:spPr>
      </p:sp>
      <p:sp>
        <p:nvSpPr>
          <p:cNvPr id="79" name="Shape 72"/>
          <p:cNvSpPr/>
          <p:nvPr/>
        </p:nvSpPr>
        <p:spPr>
          <a:xfrm>
            <a:off x="5225098" y="4614647"/>
            <a:ext cx="101600" cy="101600"/>
          </a:xfrm>
          <a:prstGeom prst="rect">
            <a:avLst/>
          </a:prstGeom>
          <a:solidFill>
            <a:srgbClr val="1C3D5E"/>
          </a:solidFill>
          <a:ln w="12700">
            <a:solidFill>
              <a:srgbClr val="1C3D5E"/>
            </a:solidFill>
            <a:prstDash val="solid"/>
          </a:ln>
        </p:spPr>
      </p:sp>
      <p:sp>
        <p:nvSpPr>
          <p:cNvPr id="80" name="Shape 73"/>
          <p:cNvSpPr/>
          <p:nvPr/>
        </p:nvSpPr>
        <p:spPr>
          <a:xfrm>
            <a:off x="7884478" y="3816553"/>
            <a:ext cx="139700" cy="139700"/>
          </a:xfrm>
          <a:prstGeom prst="diamond">
            <a:avLst/>
          </a:prstGeom>
          <a:solidFill>
            <a:srgbClr val="FF94FF"/>
          </a:solidFill>
          <a:ln w="12700">
            <a:solidFill>
              <a:srgbClr val="FF94FF"/>
            </a:solidFill>
            <a:prstDash val="solid"/>
          </a:ln>
        </p:spPr>
      </p:sp>
      <p:sp>
        <p:nvSpPr>
          <p:cNvPr id="81" name="Shape 74"/>
          <p:cNvSpPr/>
          <p:nvPr/>
        </p:nvSpPr>
        <p:spPr>
          <a:xfrm>
            <a:off x="8554085" y="3427032"/>
            <a:ext cx="139700" cy="139700"/>
          </a:xfrm>
          <a:prstGeom prst="diamond">
            <a:avLst/>
          </a:prstGeom>
          <a:solidFill>
            <a:srgbClr val="FF94FF"/>
          </a:solidFill>
          <a:ln w="12700">
            <a:solidFill>
              <a:srgbClr val="FF94FF"/>
            </a:solidFill>
            <a:prstDash val="solid"/>
          </a:ln>
        </p:spPr>
      </p:sp>
      <p:sp>
        <p:nvSpPr>
          <p:cNvPr id="82" name="Shape 75"/>
          <p:cNvSpPr/>
          <p:nvPr/>
        </p:nvSpPr>
        <p:spPr>
          <a:xfrm>
            <a:off x="8554085" y="3037510"/>
            <a:ext cx="139700" cy="139700"/>
          </a:xfrm>
          <a:prstGeom prst="diamond">
            <a:avLst/>
          </a:prstGeom>
          <a:solidFill>
            <a:srgbClr val="FF94FF"/>
          </a:solidFill>
          <a:ln w="12700">
            <a:solidFill>
              <a:srgbClr val="FF94FF"/>
            </a:solidFill>
            <a:prstDash val="solid"/>
          </a:ln>
        </p:spPr>
      </p:sp>
      <p:sp>
        <p:nvSpPr>
          <p:cNvPr id="83" name="Shape 76"/>
          <p:cNvSpPr/>
          <p:nvPr/>
        </p:nvSpPr>
        <p:spPr>
          <a:xfrm flipV="1">
            <a:off x="9236393" y="3050210"/>
            <a:ext cx="114300" cy="114300"/>
          </a:xfrm>
          <a:prstGeom prst="triangle">
            <a:avLst/>
          </a:prstGeom>
          <a:solidFill>
            <a:srgbClr val="D2000F"/>
          </a:solidFill>
          <a:ln w="12700">
            <a:solidFill>
              <a:srgbClr val="D2000F"/>
            </a:solidFill>
            <a:prstDash val="solid"/>
          </a:ln>
        </p:spPr>
      </p:sp>
      <p:sp>
        <p:nvSpPr>
          <p:cNvPr id="84" name="Shape 77"/>
          <p:cNvSpPr/>
          <p:nvPr/>
        </p:nvSpPr>
        <p:spPr>
          <a:xfrm flipV="1">
            <a:off x="6557963" y="4608297"/>
            <a:ext cx="114300" cy="114300"/>
          </a:xfrm>
          <a:prstGeom prst="triangle">
            <a:avLst/>
          </a:prstGeom>
          <a:solidFill>
            <a:srgbClr val="D2000F"/>
          </a:solidFill>
          <a:ln w="12700">
            <a:solidFill>
              <a:srgbClr val="D2000F"/>
            </a:solidFill>
            <a:prstDash val="solid"/>
          </a:ln>
        </p:spPr>
      </p:sp>
      <p:sp>
        <p:nvSpPr>
          <p:cNvPr id="85" name="Shape 78"/>
          <p:cNvSpPr/>
          <p:nvPr/>
        </p:nvSpPr>
        <p:spPr>
          <a:xfrm flipV="1">
            <a:off x="4549140" y="5387340"/>
            <a:ext cx="114300" cy="114300"/>
          </a:xfrm>
          <a:prstGeom prst="triangle">
            <a:avLst/>
          </a:prstGeom>
          <a:solidFill>
            <a:srgbClr val="D2000F"/>
          </a:solidFill>
          <a:ln w="12700">
            <a:solidFill>
              <a:srgbClr val="D2000F"/>
            </a:solidFill>
            <a:prstDash val="solid"/>
          </a:ln>
        </p:spPr>
      </p:sp>
      <p:sp>
        <p:nvSpPr>
          <p:cNvPr id="86" name="Text 79"/>
          <p:cNvSpPr/>
          <p:nvPr/>
        </p:nvSpPr>
        <p:spPr>
          <a:xfrm>
            <a:off x="4714570" y="3872527"/>
            <a:ext cx="533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+ve</a:t>
            </a:r>
            <a:endParaRPr lang="en-US" sz="1100" dirty="0"/>
          </a:p>
        </p:txBody>
      </p:sp>
      <p:sp>
        <p:nvSpPr>
          <p:cNvPr id="87" name="Shape 80"/>
          <p:cNvSpPr/>
          <p:nvPr/>
        </p:nvSpPr>
        <p:spPr>
          <a:xfrm>
            <a:off x="4746908" y="3656585"/>
            <a:ext cx="395068" cy="218132"/>
          </a:xfrm>
          <a:prstGeom prst="line">
            <a:avLst/>
          </a:prstGeom>
          <a:noFill/>
          <a:ln w="38100">
            <a:solidFill>
              <a:srgbClr val="92211B"/>
            </a:solidFill>
            <a:prstDash val="solid"/>
            <a:tailEnd type="triangle"/>
          </a:ln>
        </p:spPr>
      </p:sp>
      <p:sp>
        <p:nvSpPr>
          <p:cNvPr id="88" name="Shape 81"/>
          <p:cNvSpPr/>
          <p:nvPr/>
        </p:nvSpPr>
        <p:spPr>
          <a:xfrm>
            <a:off x="4847349" y="4050002"/>
            <a:ext cx="194186" cy="109066"/>
          </a:xfrm>
          <a:prstGeom prst="line">
            <a:avLst/>
          </a:prstGeom>
          <a:noFill/>
          <a:ln w="38100">
            <a:solidFill>
              <a:srgbClr val="92211B"/>
            </a:solidFill>
            <a:prstDash val="solid"/>
            <a:headEnd type="triangle"/>
          </a:ln>
        </p:spPr>
      </p:sp>
      <p:sp>
        <p:nvSpPr>
          <p:cNvPr id="89" name="Shape 82"/>
          <p:cNvSpPr/>
          <p:nvPr/>
        </p:nvSpPr>
        <p:spPr>
          <a:xfrm>
            <a:off x="838200" y="1701800"/>
            <a:ext cx="22098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1ABB5"/>
            </a:solidFill>
            <a:prstDash val="solid"/>
          </a:ln>
        </p:spPr>
      </p:sp>
      <p:sp>
        <p:nvSpPr>
          <p:cNvPr id="90" name="Text 83"/>
          <p:cNvSpPr/>
          <p:nvPr/>
        </p:nvSpPr>
        <p:spPr>
          <a:xfrm>
            <a:off x="1041400" y="1841500"/>
            <a:ext cx="196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 Vectors (from Top)</a:t>
            </a:r>
            <a:endParaRPr lang="en-US" sz="1000" dirty="0"/>
          </a:p>
        </p:txBody>
      </p:sp>
      <p:sp>
        <p:nvSpPr>
          <p:cNvPr id="91" name="Text 84"/>
          <p:cNvSpPr/>
          <p:nvPr/>
        </p:nvSpPr>
        <p:spPr>
          <a:xfrm>
            <a:off x="1181100" y="20828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2" name="Text 85"/>
          <p:cNvSpPr/>
          <p:nvPr/>
        </p:nvSpPr>
        <p:spPr>
          <a:xfrm>
            <a:off x="1447800" y="20828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3" name="Text 86"/>
          <p:cNvSpPr/>
          <p:nvPr/>
        </p:nvSpPr>
        <p:spPr>
          <a:xfrm>
            <a:off x="1739900" y="20828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94" name="Text 87"/>
          <p:cNvSpPr/>
          <p:nvPr/>
        </p:nvSpPr>
        <p:spPr>
          <a:xfrm>
            <a:off x="2019300" y="20828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95" name="Text 88"/>
          <p:cNvSpPr/>
          <p:nvPr/>
        </p:nvSpPr>
        <p:spPr>
          <a:xfrm>
            <a:off x="2311400" y="20828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96" name="Text 89"/>
          <p:cNvSpPr/>
          <p:nvPr/>
        </p:nvSpPr>
        <p:spPr>
          <a:xfrm>
            <a:off x="2590800" y="20828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97" name="Text 90"/>
          <p:cNvSpPr/>
          <p:nvPr/>
        </p:nvSpPr>
        <p:spPr>
          <a:xfrm>
            <a:off x="1181100" y="2298700"/>
            <a:ext cx="25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98" name="Text 91"/>
          <p:cNvSpPr/>
          <p:nvPr/>
        </p:nvSpPr>
        <p:spPr>
          <a:xfrm>
            <a:off x="1447800" y="2298700"/>
            <a:ext cx="25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99" name="Text 92"/>
          <p:cNvSpPr/>
          <p:nvPr/>
        </p:nvSpPr>
        <p:spPr>
          <a:xfrm>
            <a:off x="1739900" y="2298700"/>
            <a:ext cx="25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00" name="Text 93"/>
          <p:cNvSpPr/>
          <p:nvPr/>
        </p:nvSpPr>
        <p:spPr>
          <a:xfrm>
            <a:off x="2019300" y="2298700"/>
            <a:ext cx="25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01" name="Text 94"/>
          <p:cNvSpPr/>
          <p:nvPr/>
        </p:nvSpPr>
        <p:spPr>
          <a:xfrm>
            <a:off x="2311400" y="2298700"/>
            <a:ext cx="25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02" name="Text 95"/>
          <p:cNvSpPr/>
          <p:nvPr/>
        </p:nvSpPr>
        <p:spPr>
          <a:xfrm>
            <a:off x="2590800" y="2298700"/>
            <a:ext cx="25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03" name="Text 96"/>
          <p:cNvSpPr/>
          <p:nvPr/>
        </p:nvSpPr>
        <p:spPr>
          <a:xfrm>
            <a:off x="1181100" y="2489200"/>
            <a:ext cx="25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04" name="Text 97"/>
          <p:cNvSpPr/>
          <p:nvPr/>
        </p:nvSpPr>
        <p:spPr>
          <a:xfrm>
            <a:off x="1447800" y="2489200"/>
            <a:ext cx="25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000" dirty="0"/>
          </a:p>
        </p:txBody>
      </p:sp>
      <p:sp>
        <p:nvSpPr>
          <p:cNvPr id="105" name="Text 98"/>
          <p:cNvSpPr/>
          <p:nvPr/>
        </p:nvSpPr>
        <p:spPr>
          <a:xfrm>
            <a:off x="1739900" y="2489200"/>
            <a:ext cx="25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06" name="Text 99"/>
          <p:cNvSpPr/>
          <p:nvPr/>
        </p:nvSpPr>
        <p:spPr>
          <a:xfrm>
            <a:off x="2019300" y="2489200"/>
            <a:ext cx="25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000" dirty="0"/>
          </a:p>
        </p:txBody>
      </p:sp>
      <p:sp>
        <p:nvSpPr>
          <p:cNvPr id="107" name="Text 100"/>
          <p:cNvSpPr/>
          <p:nvPr/>
        </p:nvSpPr>
        <p:spPr>
          <a:xfrm>
            <a:off x="2311400" y="2489200"/>
            <a:ext cx="25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000" dirty="0"/>
          </a:p>
        </p:txBody>
      </p:sp>
      <p:sp>
        <p:nvSpPr>
          <p:cNvPr id="108" name="Text 101"/>
          <p:cNvSpPr/>
          <p:nvPr/>
        </p:nvSpPr>
        <p:spPr>
          <a:xfrm>
            <a:off x="2590800" y="2489200"/>
            <a:ext cx="25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000" dirty="0"/>
          </a:p>
        </p:txBody>
      </p:sp>
      <p:sp>
        <p:nvSpPr>
          <p:cNvPr id="109" name="Text 102"/>
          <p:cNvSpPr/>
          <p:nvPr/>
        </p:nvSpPr>
        <p:spPr>
          <a:xfrm>
            <a:off x="1181100" y="2692400"/>
            <a:ext cx="25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10" name="Text 103"/>
          <p:cNvSpPr/>
          <p:nvPr/>
        </p:nvSpPr>
        <p:spPr>
          <a:xfrm>
            <a:off x="1447800" y="2692400"/>
            <a:ext cx="25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11" name="Text 104"/>
          <p:cNvSpPr/>
          <p:nvPr/>
        </p:nvSpPr>
        <p:spPr>
          <a:xfrm>
            <a:off x="1739900" y="2692400"/>
            <a:ext cx="25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000" dirty="0"/>
          </a:p>
        </p:txBody>
      </p:sp>
      <p:sp>
        <p:nvSpPr>
          <p:cNvPr id="112" name="Text 105"/>
          <p:cNvSpPr/>
          <p:nvPr/>
        </p:nvSpPr>
        <p:spPr>
          <a:xfrm>
            <a:off x="2019300" y="2692400"/>
            <a:ext cx="25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1000" dirty="0"/>
          </a:p>
        </p:txBody>
      </p:sp>
      <p:sp>
        <p:nvSpPr>
          <p:cNvPr id="113" name="Text 106"/>
          <p:cNvSpPr/>
          <p:nvPr/>
        </p:nvSpPr>
        <p:spPr>
          <a:xfrm>
            <a:off x="2311400" y="2692400"/>
            <a:ext cx="25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000" dirty="0"/>
          </a:p>
        </p:txBody>
      </p:sp>
      <p:sp>
        <p:nvSpPr>
          <p:cNvPr id="114" name="Text 107"/>
          <p:cNvSpPr/>
          <p:nvPr/>
        </p:nvSpPr>
        <p:spPr>
          <a:xfrm>
            <a:off x="2590800" y="2692400"/>
            <a:ext cx="25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000" dirty="0"/>
          </a:p>
        </p:txBody>
      </p:sp>
      <p:sp>
        <p:nvSpPr>
          <p:cNvPr id="115" name="Text 108"/>
          <p:cNvSpPr/>
          <p:nvPr/>
        </p:nvSpPr>
        <p:spPr>
          <a:xfrm>
            <a:off x="1181100" y="293370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6" name="Text 109"/>
          <p:cNvSpPr/>
          <p:nvPr/>
        </p:nvSpPr>
        <p:spPr>
          <a:xfrm>
            <a:off x="1447800" y="293370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7" name="Text 110"/>
          <p:cNvSpPr/>
          <p:nvPr/>
        </p:nvSpPr>
        <p:spPr>
          <a:xfrm>
            <a:off x="1739900" y="293370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8" name="Text 111"/>
          <p:cNvSpPr/>
          <p:nvPr/>
        </p:nvSpPr>
        <p:spPr>
          <a:xfrm>
            <a:off x="2019300" y="293370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9" name="Text 112"/>
          <p:cNvSpPr/>
          <p:nvPr/>
        </p:nvSpPr>
        <p:spPr>
          <a:xfrm>
            <a:off x="2311400" y="293370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0" name="Text 113"/>
          <p:cNvSpPr/>
          <p:nvPr/>
        </p:nvSpPr>
        <p:spPr>
          <a:xfrm>
            <a:off x="2590800" y="293370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2026-10-25T22:57:52Z</dcterms:created>
  <dcterms:modified xsi:type="dcterms:W3CDTF">2026-10-25T22:57:52Z</dcterms:modified>
</cp:coreProperties>
</file>