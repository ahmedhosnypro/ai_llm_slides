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44600" y="1409700"/>
            <a:ext cx="46355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2508250" y="1841500"/>
            <a:ext cx="913521" cy="177832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244769" y="4224445"/>
            <a:ext cx="149181" cy="29040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995143" y="4352678"/>
            <a:ext cx="246407" cy="47967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931913" y="3871460"/>
            <a:ext cx="147837" cy="28779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081813" y="3794457"/>
            <a:ext cx="226537" cy="44099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418433" y="3621536"/>
            <a:ext cx="315367" cy="61391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944424" y="3351335"/>
            <a:ext cx="170376" cy="33166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772845" y="3439475"/>
            <a:ext cx="399105" cy="77692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462844" y="3085023"/>
            <a:ext cx="382206" cy="74402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894615" y="2863223"/>
            <a:ext cx="153635" cy="29907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104805" y="2755249"/>
            <a:ext cx="248245" cy="48325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663394" y="4009398"/>
            <a:ext cx="302056" cy="58800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206500" y="1358900"/>
            <a:ext cx="47117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6650" y="1409700"/>
            <a:ext cx="48006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Shape 53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6" name="Shape 54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7" name="Shape 55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8" name="Shape 56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9" name="Shape 57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0" name="Shape 58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1" name="Shape 59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2" name="Shape 60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3" name="Shape 61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4" name="Shape 62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5" name="Shape 63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6" name="Shape 64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7" name="Shape 65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8" name="Shape 66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9" name="Shape 67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0" name="Shape 68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1" name="Shape 69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2" name="Shape 70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3" name="Shape 71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4" name="Shape 72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5" name="Shape 73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6" name="Shape 74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7" name="Shape 75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8" name="Shape 76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9" name="Shape 77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0" name="Shape 78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1" name="Shape 79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2" name="Shape 80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3" name="Shape 81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4" name="Shape 82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5" name="Shape 83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6" name="Shape 84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7" name="Shape 85"/>
          <p:cNvSpPr/>
          <p:nvPr/>
        </p:nvSpPr>
        <p:spPr>
          <a:xfrm>
            <a:off x="7759700" y="1841500"/>
            <a:ext cx="1061542" cy="222923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8331200" y="4152900"/>
            <a:ext cx="58688" cy="12324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8890998" y="4037520"/>
            <a:ext cx="94252" cy="19793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9366250" y="3683000"/>
            <a:ext cx="49767" cy="10451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9250377" y="3866387"/>
            <a:ext cx="166673" cy="35001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9941776" y="3537150"/>
            <a:ext cx="142024" cy="29825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10287000" y="3162300"/>
            <a:ext cx="81693" cy="17155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8124174" y="4402674"/>
            <a:ext cx="92726" cy="19472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6178550" y="1358900"/>
            <a:ext cx="48895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60020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7" name="Shape 95"/>
          <p:cNvSpPr/>
          <p:nvPr/>
        </p:nvSpPr>
        <p:spPr>
          <a:xfrm>
            <a:off x="1574800" y="5505450"/>
            <a:ext cx="38608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8" name="Shape 96"/>
          <p:cNvSpPr/>
          <p:nvPr/>
        </p:nvSpPr>
        <p:spPr>
          <a:xfrm>
            <a:off x="1555750" y="1816100"/>
            <a:ext cx="1016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9" name="Shape 97"/>
          <p:cNvSpPr/>
          <p:nvPr/>
        </p:nvSpPr>
        <p:spPr>
          <a:xfrm rot="5400000">
            <a:off x="54356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0" name="Shape 98"/>
          <p:cNvSpPr/>
          <p:nvPr/>
        </p:nvSpPr>
        <p:spPr>
          <a:xfrm>
            <a:off x="685165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6832600" y="5505450"/>
            <a:ext cx="38481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813550" y="181610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3" name="Shape 101"/>
          <p:cNvSpPr/>
          <p:nvPr/>
        </p:nvSpPr>
        <p:spPr>
          <a:xfrm rot="5400000">
            <a:off x="106807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2319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4008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212850" y="6083300"/>
            <a:ext cx="25400" cy="622300"/>
          </a:xfrm>
          <a:prstGeom prst="rect">
            <a:avLst/>
          </a:prstGeom>
          <a:solidFill>
            <a:srgbClr val="E2C6C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492750" y="6083300"/>
            <a:ext cx="25400" cy="622300"/>
          </a:xfrm>
          <a:prstGeom prst="rect">
            <a:avLst/>
          </a:prstGeom>
          <a:solidFill>
            <a:srgbClr val="F0E6E7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219200" y="6699250"/>
            <a:ext cx="4279900" cy="25400"/>
          </a:xfrm>
          <a:prstGeom prst="rect">
            <a:avLst/>
          </a:prstGeom>
          <a:solidFill>
            <a:srgbClr val="DCBBB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375400" y="6083300"/>
            <a:ext cx="25400" cy="622300"/>
          </a:xfrm>
          <a:prstGeom prst="rect">
            <a:avLst/>
          </a:prstGeom>
          <a:solidFill>
            <a:srgbClr val="D3BCB9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661650" y="6083300"/>
            <a:ext cx="25400" cy="622300"/>
          </a:xfrm>
          <a:prstGeom prst="rect">
            <a:avLst/>
          </a:prstGeom>
          <a:solidFill>
            <a:srgbClr val="CAA5A6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388100" y="6699250"/>
            <a:ext cx="4279900" cy="25400"/>
          </a:xfrm>
          <a:prstGeom prst="rect">
            <a:avLst/>
          </a:prstGeom>
          <a:solidFill>
            <a:srgbClr val="D9BBB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727200" y="3676650"/>
            <a:ext cx="2451100" cy="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 rot="16200000">
            <a:off x="1628775" y="3622675"/>
            <a:ext cx="88900" cy="1079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064000" y="372745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114800" y="3822700"/>
            <a:ext cx="0" cy="168910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1727200" y="3816350"/>
            <a:ext cx="3175000" cy="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 rot="16200000">
            <a:off x="1628775" y="3762375"/>
            <a:ext cx="88900" cy="1079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787900" y="38735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851400" y="3962400"/>
            <a:ext cx="0" cy="154940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1727200" y="3028950"/>
            <a:ext cx="2755900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 rot="16200000">
            <a:off x="1635125" y="2974975"/>
            <a:ext cx="76200" cy="107950"/>
          </a:xfrm>
          <a:prstGeom prst="triangle">
            <a:avLst/>
          </a:prstGeom>
          <a:solidFill>
            <a:srgbClr val="00800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483100" y="3048000"/>
            <a:ext cx="0" cy="2425700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</a:ln>
        </p:spPr>
      </p:sp>
      <p:sp>
        <p:nvSpPr>
          <p:cNvPr id="123" name="Shape 121"/>
          <p:cNvSpPr/>
          <p:nvPr/>
        </p:nvSpPr>
        <p:spPr>
          <a:xfrm>
            <a:off x="4432300" y="5448300"/>
            <a:ext cx="101600" cy="101600"/>
          </a:xfrm>
          <a:prstGeom prst="ellipse">
            <a:avLst/>
          </a:prstGeom>
          <a:solidFill>
            <a:srgbClr val="00FF0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972300" y="3702050"/>
            <a:ext cx="2451100" cy="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 rot="16200000">
            <a:off x="6877050" y="365125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309100" y="37338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359900" y="3835400"/>
            <a:ext cx="0" cy="167640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>
            <a:off x="6972300" y="3829050"/>
            <a:ext cx="3175000" cy="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 rot="16200000">
            <a:off x="6877050" y="377825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0033000" y="387985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0096500" y="3975100"/>
            <a:ext cx="0" cy="153670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32" name="Shape 130"/>
          <p:cNvSpPr/>
          <p:nvPr/>
        </p:nvSpPr>
        <p:spPr>
          <a:xfrm>
            <a:off x="6985000" y="3644900"/>
            <a:ext cx="2743200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</a:ln>
        </p:spPr>
      </p:sp>
      <p:sp>
        <p:nvSpPr>
          <p:cNvPr id="133" name="Shape 131"/>
          <p:cNvSpPr/>
          <p:nvPr/>
        </p:nvSpPr>
        <p:spPr>
          <a:xfrm rot="16200000">
            <a:off x="6883400" y="3594100"/>
            <a:ext cx="76200" cy="101600"/>
          </a:xfrm>
          <a:prstGeom prst="triangle">
            <a:avLst/>
          </a:prstGeom>
          <a:solidFill>
            <a:srgbClr val="00800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9734550" y="3663950"/>
            <a:ext cx="0" cy="1809750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</a:ln>
        </p:spPr>
      </p:sp>
      <p:sp>
        <p:nvSpPr>
          <p:cNvPr id="135" name="Shape 133"/>
          <p:cNvSpPr/>
          <p:nvPr/>
        </p:nvSpPr>
        <p:spPr>
          <a:xfrm>
            <a:off x="9683750" y="5448300"/>
            <a:ext cx="101600" cy="101600"/>
          </a:xfrm>
          <a:prstGeom prst="ellipse">
            <a:avLst/>
          </a:prstGeom>
          <a:solidFill>
            <a:srgbClr val="00FF00"/>
          </a:solidFill>
          <a:ln/>
        </p:spPr>
      </p:sp>
      <p:sp>
        <p:nvSpPr>
          <p:cNvPr id="136" name="Shape 134"/>
          <p:cNvSpPr/>
          <p:nvPr/>
        </p:nvSpPr>
        <p:spPr>
          <a:xfrm flipV="1">
            <a:off x="1790700" y="2552700"/>
            <a:ext cx="3708400" cy="1905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7048500" y="3136900"/>
            <a:ext cx="3733800" cy="1778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46062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23463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21939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3032125" y="41116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32607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3686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406717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41243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797425" y="37814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500062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53054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291782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71207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5914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4390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8283575" y="41052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8512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89376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931862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3694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0036175" y="3787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023937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5505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816927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62" name="Text 160"/>
          <p:cNvSpPr/>
          <p:nvPr/>
        </p:nvSpPr>
        <p:spPr>
          <a:xfrm>
            <a:off x="939800" y="61341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Overfit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(try to minimize the residuals ONLY)</a:t>
            </a:r>
            <a:endParaRPr lang="en-US" sz="1700" dirty="0"/>
          </a:p>
        </p:txBody>
      </p:sp>
      <p:sp>
        <p:nvSpPr>
          <p:cNvPr id="163" name="Text 161"/>
          <p:cNvSpPr/>
          <p:nvPr/>
        </p:nvSpPr>
        <p:spPr>
          <a:xfrm>
            <a:off x="939800" y="63754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Fails to detect the Pattern</a:t>
            </a:r>
            <a:endParaRPr lang="en-US" sz="1700" dirty="0"/>
          </a:p>
        </p:txBody>
      </p:sp>
      <p:sp>
        <p:nvSpPr>
          <p:cNvPr id="164" name="Text 162"/>
          <p:cNvSpPr/>
          <p:nvPr/>
        </p:nvSpPr>
        <p:spPr>
          <a:xfrm>
            <a:off x="6235700" y="61341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Generalized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(Residuals are not minimized)</a:t>
            </a:r>
            <a:endParaRPr lang="en-US" sz="1700" dirty="0"/>
          </a:p>
        </p:txBody>
      </p:sp>
      <p:sp>
        <p:nvSpPr>
          <p:cNvPr id="165" name="Text 163"/>
          <p:cNvSpPr/>
          <p:nvPr/>
        </p:nvSpPr>
        <p:spPr>
          <a:xfrm>
            <a:off x="6235700" y="63754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Successes to detect the Pattern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2026-10-25T22:57:23Z</dcterms:created>
  <dcterms:modified xsi:type="dcterms:W3CDTF">2026-10-25T22:57:23Z</dcterms:modified>
</cp:coreProperties>
</file>