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0950" y="270002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6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Ridge Regularization to overcome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14450" y="371602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Problem of Singular Matrix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2324100" y="4292600"/>
            <a:ext cx="7137400" cy="38100"/>
          </a:xfrm>
          <a:prstGeom prst="rect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2026-10-23T12:59:32Z</dcterms:created>
  <dcterms:modified xsi:type="dcterms:W3CDTF">2026-10-23T12:59:32Z</dcterms:modified>
</cp:coreProperties>
</file>