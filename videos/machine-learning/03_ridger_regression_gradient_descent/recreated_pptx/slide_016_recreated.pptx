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0450" y="1174750"/>
            <a:ext cx="9525000" cy="558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B23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44900" y="2235200"/>
            <a:ext cx="2146300" cy="266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1397000" y="3765550"/>
            <a:ext cx="24130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384300" y="6667500"/>
            <a:ext cx="6858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651500" y="6350000"/>
            <a:ext cx="24892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9004300" y="6350000"/>
            <a:ext cx="1244600" cy="127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437998" y="559613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L₁ and L₂ Regularization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97000" y="1263609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Regularizers are based on: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54200" y="158118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Penalize large values of W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(model parameters)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06500" y="221614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have the effect of better generalization of the model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6500" y="287652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Since there is a contradiction between model training (using training dataset) and model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7000" y="3194091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generalization, the generalization term is added to the objective loss function with 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97000" y="3511570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customized weigh factor (do regularization to what extent)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6500" y="417195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Penalization may be applied on the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Norm of the Weight Vector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54200" y="448943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L₂ regularization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(also know as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Regularization 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06500" y="5137191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Penalization may also be applied on the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Absolute values of the Weight Vector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54200" y="5454670"/>
            <a:ext cx="86868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</a:t>
            </a:r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L₁ regularization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6500" y="6102340"/>
            <a:ext cx="933447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Regularization is particularly important for Small number of samples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(N)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Large vector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7000" y="6394491"/>
            <a:ext cx="914400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</a:t>
            </a:r>
            <a:pPr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2026-10-24T23:23:12Z</dcterms:created>
  <dcterms:modified xsi:type="dcterms:W3CDTF">2026-10-24T23:23:12Z</dcterms:modified>
</cp:coreProperties>
</file>