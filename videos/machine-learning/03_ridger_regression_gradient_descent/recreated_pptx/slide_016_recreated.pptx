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60450" y="1174750"/>
            <a:ext cx="9525000" cy="558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B23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44900" y="2235200"/>
            <a:ext cx="2146300" cy="266700"/>
          </a:xfrm>
          <a:prstGeom prst="rect">
            <a:avLst/>
          </a:prstGeom>
          <a:solidFill>
            <a:srgbClr val="FFFF00"/>
          </a:solidFill>
          <a:ln/>
        </p:spPr>
      </p:sp>
      <p:sp>
        <p:nvSpPr>
          <p:cNvPr id="10" name="Shape 8"/>
          <p:cNvSpPr/>
          <p:nvPr/>
        </p:nvSpPr>
        <p:spPr>
          <a:xfrm>
            <a:off x="1397000" y="3765550"/>
            <a:ext cx="24130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1" name="Shape 9"/>
          <p:cNvSpPr/>
          <p:nvPr/>
        </p:nvSpPr>
        <p:spPr>
          <a:xfrm>
            <a:off x="1384300" y="6667500"/>
            <a:ext cx="685800" cy="127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2" name="Shape 10"/>
          <p:cNvSpPr/>
          <p:nvPr/>
        </p:nvSpPr>
        <p:spPr>
          <a:xfrm>
            <a:off x="5651500" y="6350000"/>
            <a:ext cx="2489200" cy="127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Shape 11"/>
          <p:cNvSpPr/>
          <p:nvPr/>
        </p:nvSpPr>
        <p:spPr>
          <a:xfrm>
            <a:off x="9004300" y="6350000"/>
            <a:ext cx="1244600" cy="127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4" name="Text 12"/>
          <p:cNvSpPr/>
          <p:nvPr/>
        </p:nvSpPr>
        <p:spPr>
          <a:xfrm>
            <a:off x="437998" y="559613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8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L₁ and L₂ Regularization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397000" y="1263609"/>
            <a:ext cx="914400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Regularizers are based on: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854200" y="1581180"/>
            <a:ext cx="868680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Penalize large values of W</a:t>
            </a:r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(model parameters)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206500" y="2216140"/>
            <a:ext cx="933447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This has the effect of better generalization of the model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06500" y="2876520"/>
            <a:ext cx="933447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Since there is a contradiction between model training (using training dataset) and model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97000" y="3194091"/>
            <a:ext cx="914400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generalization, the regularization term is added to the objective loss function with a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97000" y="3511570"/>
            <a:ext cx="914400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customized weigh factor (do regularization to what extent)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06500" y="4171950"/>
            <a:ext cx="933447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Penalization may be applied on the </a:t>
            </a:r>
            <a:pPr indent="0" marL="0">
              <a:buNone/>
            </a:pPr>
            <a:r>
              <a:rPr lang="en-US" sz="18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Squared Norm of the Weight Vector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854200" y="4489430"/>
            <a:ext cx="868680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called </a:t>
            </a:r>
            <a:pPr indent="0" marL="0">
              <a:buNone/>
            </a:pPr>
            <a:r>
              <a:rPr lang="en-US" sz="1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L₂ regularization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(also know as </a:t>
            </a:r>
            <a:pPr indent="0" marL="0">
              <a:buNone/>
            </a:pPr>
            <a:r>
              <a:rPr lang="en-US" sz="1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Ridge Regularization )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206500" y="5137191"/>
            <a:ext cx="933447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Penalization may also be applied on the </a:t>
            </a:r>
            <a:pPr indent="0" marL="0">
              <a:buNone/>
            </a:pPr>
            <a:r>
              <a:rPr lang="en-US" sz="18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 of Absolute values of the Weight Vector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854200" y="5454670"/>
            <a:ext cx="868680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called </a:t>
            </a:r>
            <a:pPr indent="0" marL="0">
              <a:buNone/>
            </a:pPr>
            <a:r>
              <a:rPr lang="en-US" sz="1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L₁ regularization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206500" y="6102340"/>
            <a:ext cx="933447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Regularization is particularly important for Small number of samples </a:t>
            </a:r>
            <a:pPr indent="0" marL="0">
              <a:buNone/>
            </a:pPr>
            <a:r>
              <a:rPr lang="en-US" sz="18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(N)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Large vector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97000" y="6394491"/>
            <a:ext cx="914400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Length </a:t>
            </a:r>
            <a:pPr indent="0" marL="0">
              <a:buNone/>
            </a:pPr>
            <a:r>
              <a:rPr lang="en-US" sz="18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(d)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2026-10-24T15:12:23Z</dcterms:created>
  <dcterms:modified xsi:type="dcterms:W3CDTF">2026-10-24T15:12:23Z</dcterms:modified>
</cp:coreProperties>
</file>