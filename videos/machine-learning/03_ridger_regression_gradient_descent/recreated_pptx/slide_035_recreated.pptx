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4240" y="2118360"/>
            <a:ext cx="1041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Gradient Descent to train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901700" y="3102610"/>
            <a:ext cx="1041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857500" y="405892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384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(Problem Formulation)</a:t>
            </a:r>
            <a:endParaRPr lang="en-US" sz="3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2026-10-23T13:05:28Z</dcterms:created>
  <dcterms:modified xsi:type="dcterms:W3CDTF">2026-10-23T13:05:28Z</dcterms:modified>
</cp:coreProperties>
</file>