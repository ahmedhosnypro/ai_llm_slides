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1.png"/><Relationship Id="rId7" Type="http://schemas.openxmlformats.org/officeDocument/2006/relationships/image" Target="../media/image-1-2.png"/><Relationship Id="rId8" Type="http://schemas.openxmlformats.org/officeDocument/2006/relationships/image" Target="../media/image-1-1.png"/><Relationship Id="rId9" Type="http://schemas.openxmlformats.org/officeDocument/2006/relationships/image" Target="../media/image-1-2.png"/><Relationship Id="rId10" Type="http://schemas.openxmlformats.org/officeDocument/2006/relationships/image" Target="../media/image-1-1.png"/><Relationship Id="rId11" Type="http://schemas.openxmlformats.org/officeDocument/2006/relationships/image" Target="../media/image-1-2.png"/><Relationship Id="rId12" Type="http://schemas.openxmlformats.org/officeDocument/2006/relationships/image" Target="../media/image-1-1.png"/><Relationship Id="rId13" Type="http://schemas.openxmlformats.org/officeDocument/2006/relationships/image" Target="../media/image-1-2.png"/><Relationship Id="rId14" Type="http://schemas.openxmlformats.org/officeDocument/2006/relationships/image" Target="../media/image-1-1.png"/><Relationship Id="rId15" Type="http://schemas.openxmlformats.org/officeDocument/2006/relationships/image" Target="../media/image-1-2.png"/><Relationship Id="rId16" Type="http://schemas.openxmlformats.org/officeDocument/2006/relationships/image" Target="../media/image-1-1.png"/><Relationship Id="rId17" Type="http://schemas.openxmlformats.org/officeDocument/2006/relationships/image" Target="../media/image-1-2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1.png"/><Relationship Id="rId21" Type="http://schemas.openxmlformats.org/officeDocument/2006/relationships/image" Target="../media/image-1-2.png"/><Relationship Id="rId22" Type="http://schemas.openxmlformats.org/officeDocument/2006/relationships/image" Target="../media/image-1-1.png"/><Relationship Id="rId23" Type="http://schemas.openxmlformats.org/officeDocument/2006/relationships/image" Target="../media/image-1-2.png"/><Relationship Id="rId24" Type="http://schemas.openxmlformats.org/officeDocument/2006/relationships/image" Target="../media/image-1-18.png"/><Relationship Id="rId25" Type="http://schemas.openxmlformats.org/officeDocument/2006/relationships/image" Target="../media/image-1-19.png"/><Relationship Id="rId26" Type="http://schemas.openxmlformats.org/officeDocument/2006/relationships/image" Target="../media/image-1-18.png"/><Relationship Id="rId27" Type="http://schemas.openxmlformats.org/officeDocument/2006/relationships/image" Target="../media/image-1-19.png"/><Relationship Id="rId28" Type="http://schemas.openxmlformats.org/officeDocument/2006/relationships/image" Target="../media/image-1-1.png"/><Relationship Id="rId29" Type="http://schemas.openxmlformats.org/officeDocument/2006/relationships/image" Target="../media/image-1-2.png"/><Relationship Id="rId30" Type="http://schemas.openxmlformats.org/officeDocument/2006/relationships/image" Target="../media/image-1-1.png"/><Relationship Id="rId31" Type="http://schemas.openxmlformats.org/officeDocument/2006/relationships/image" Target="../media/image-1-2.png"/><Relationship Id="rId32" Type="http://schemas.openxmlformats.org/officeDocument/2006/relationships/image" Target="../media/image-1-18.png"/><Relationship Id="rId33" Type="http://schemas.openxmlformats.org/officeDocument/2006/relationships/image" Target="../media/image-1-19.png"/><Relationship Id="rId34" Type="http://schemas.openxmlformats.org/officeDocument/2006/relationships/image" Target="../media/image-1-18.png"/><Relationship Id="rId35" Type="http://schemas.openxmlformats.org/officeDocument/2006/relationships/image" Target="../media/image-1-19.png"/><Relationship Id="rId36" Type="http://schemas.openxmlformats.org/officeDocument/2006/relationships/image" Target="../media/image-1-1.png"/><Relationship Id="rId37" Type="http://schemas.openxmlformats.org/officeDocument/2006/relationships/image" Target="../media/image-1-2.png"/><Relationship Id="rId38" Type="http://schemas.openxmlformats.org/officeDocument/2006/relationships/image" Target="../media/image-1-1.png"/><Relationship Id="rId39" Type="http://schemas.openxmlformats.org/officeDocument/2006/relationships/image" Target="../media/image-1-2.png"/><Relationship Id="rId40" Type="http://schemas.openxmlformats.org/officeDocument/2006/relationships/image" Target="../media/image-1-18.png"/><Relationship Id="rId41" Type="http://schemas.openxmlformats.org/officeDocument/2006/relationships/image" Target="../media/image-1-19.png"/><Relationship Id="rId42" Type="http://schemas.openxmlformats.org/officeDocument/2006/relationships/image" Target="../media/image-1-18.png"/><Relationship Id="rId43" Type="http://schemas.openxmlformats.org/officeDocument/2006/relationships/image" Target="../media/image-1-19.png"/><Relationship Id="rId44" Type="http://schemas.openxmlformats.org/officeDocument/2006/relationships/image" Target="../media/image-1-1.png"/><Relationship Id="rId45" Type="http://schemas.openxmlformats.org/officeDocument/2006/relationships/image" Target="../media/image-1-2.png"/><Relationship Id="rId46" Type="http://schemas.openxmlformats.org/officeDocument/2006/relationships/image" Target="../media/image-1-1.png"/><Relationship Id="rId47" Type="http://schemas.openxmlformats.org/officeDocument/2006/relationships/image" Target="../media/image-1-2.png"/><Relationship Id="rId48" Type="http://schemas.openxmlformats.org/officeDocument/2006/relationships/image" Target="../media/image-1-18.png"/><Relationship Id="rId49" Type="http://schemas.openxmlformats.org/officeDocument/2006/relationships/image" Target="../media/image-1-19.png"/><Relationship Id="rId50" Type="http://schemas.openxmlformats.org/officeDocument/2006/relationships/image" Target="../media/image-1-18.png"/><Relationship Id="rId51" Type="http://schemas.openxmlformats.org/officeDocument/2006/relationships/image" Target="../media/image-1-19.png"/><Relationship Id="rId52" Type="http://schemas.openxmlformats.org/officeDocument/2006/relationships/image" Target="../media/image-1-1.png"/><Relationship Id="rId53" Type="http://schemas.openxmlformats.org/officeDocument/2006/relationships/image" Target="../media/image-1-2.png"/><Relationship Id="rId54" Type="http://schemas.openxmlformats.org/officeDocument/2006/relationships/image" Target="../media/image-1-18.png"/><Relationship Id="rId55" Type="http://schemas.openxmlformats.org/officeDocument/2006/relationships/image" Target="../media/image-1-19.png"/><Relationship Id="rId56" Type="http://schemas.openxmlformats.org/officeDocument/2006/relationships/image" Target="../media/image-1-1.png"/><Relationship Id="rId57" Type="http://schemas.openxmlformats.org/officeDocument/2006/relationships/image" Target="../media/image-1-2.png"/><Relationship Id="rId58" Type="http://schemas.openxmlformats.org/officeDocument/2006/relationships/slideLayout" Target="../slideLayouts/slideLayout1.xml"/><Relationship Id="rId5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7100" y="749300"/>
            <a:ext cx="8153400" cy="838200"/>
          </a:xfrm>
          <a:prstGeom prst="rect">
            <a:avLst/>
          </a:prstGeom>
          <a:solidFill>
            <a:srgbClr val="FFF8E0"/>
          </a:solidFill>
          <a:ln/>
        </p:spPr>
      </p:sp>
      <p:sp>
        <p:nvSpPr>
          <p:cNvPr id="9" name="Shape 7"/>
          <p:cNvSpPr/>
          <p:nvPr/>
        </p:nvSpPr>
        <p:spPr>
          <a:xfrm>
            <a:off x="863600" y="685800"/>
            <a:ext cx="8267700" cy="965200"/>
          </a:xfrm>
          <a:prstGeom prst="rect">
            <a:avLst/>
          </a:prstGeom>
          <a:ln w="12700">
            <a:solidFill>
              <a:srgbClr val="2010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76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3970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6764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9558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52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98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192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986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780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336800" y="10160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398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192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4986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7780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0574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336800" y="12192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176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3970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6764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9558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2352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14097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68700" y="939800"/>
            <a:ext cx="914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indent="0" marL="0">
              <a:buNone/>
            </a:pPr>
            <a:r>
              <a:rPr lang="en-US" sz="11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35" name="Image 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36" name="Image 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4248150" y="8001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4286250" y="9906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4286250" y="11938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4660900" y="812800"/>
            <a:ext cx="990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6337300" y="10160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7632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79248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82169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45" name="Image 2" descr="/home/ahmed/Projects/ai_llm_slides/videos/machine-learning/03_ridger_regression_gradient_descent/recreated_pptx/build/assets/eq043_mx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500" y="1037336"/>
            <a:ext cx="190497" cy="338328"/>
          </a:xfrm>
          <a:prstGeom prst="rect">
            <a:avLst/>
          </a:prstGeom>
        </p:spPr>
      </p:pic>
      <p:pic>
        <p:nvPicPr>
          <p:cNvPr id="46" name="Image 3" descr="/home/ahmed/Projects/ai_llm_slides/videos/machine-learning/03_ridger_regression_gradient_descent/recreated_pptx/build/assets/eq043_mx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1038100"/>
            <a:ext cx="190497" cy="336801"/>
          </a:xfrm>
          <a:prstGeom prst="rect">
            <a:avLst/>
          </a:prstGeom>
        </p:spPr>
      </p:pic>
      <p:pic>
        <p:nvPicPr>
          <p:cNvPr id="47" name="Image 4" descr="/home/ahmed/Projects/ai_llm_slides/videos/machine-learning/03_ridger_regression_gradient_descent/recreated_pptx/build/assets/eq043_mx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700" y="1035050"/>
            <a:ext cx="190497" cy="342900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3022600" y="13716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40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2"/>
          <p:cNvSpPr txBox="1"/>
          <p:nvPr/>
        </p:nvSpPr>
        <p:spPr>
          <a:xfrm>
            <a:off x="3251200" y="13716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3949700" y="13716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4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44"/>
          <p:cNvSpPr txBox="1"/>
          <p:nvPr/>
        </p:nvSpPr>
        <p:spPr>
          <a:xfrm>
            <a:off x="4152900" y="1371600"/>
            <a:ext cx="660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200" dirty="0"/>
          </a:p>
        </p:txBody>
      </p:sp>
      <p:sp>
        <p:nvSpPr>
          <p:cNvPr id="52" name="Text 45"/>
          <p:cNvSpPr txBox="1"/>
          <p:nvPr/>
        </p:nvSpPr>
        <p:spPr>
          <a:xfrm>
            <a:off x="5003800" y="13716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200" dirty="0"/>
          </a:p>
        </p:txBody>
      </p:sp>
      <p:sp>
        <p:nvSpPr>
          <p:cNvPr id="53" name="Text 46"/>
          <p:cNvSpPr txBox="1"/>
          <p:nvPr/>
        </p:nvSpPr>
        <p:spPr>
          <a:xfrm>
            <a:off x="5448300" y="1371600"/>
            <a:ext cx="10668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unaccepted</a:t>
            </a:r>
            <a:endParaRPr lang="en-US" sz="1200" dirty="0"/>
          </a:p>
        </p:txBody>
      </p:sp>
      <p:sp>
        <p:nvSpPr>
          <p:cNvPr id="54" name="Shape 4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3CA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1003300" y="1854200"/>
            <a:ext cx="2133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00" dirty="0"/>
          </a:p>
        </p:txBody>
      </p:sp>
      <p:sp>
        <p:nvSpPr>
          <p:cNvPr id="56" name="Text 49"/>
          <p:cNvSpPr txBox="1"/>
          <p:nvPr/>
        </p:nvSpPr>
        <p:spPr>
          <a:xfrm>
            <a:off x="11176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0"/>
          <p:cNvSpPr txBox="1"/>
          <p:nvPr/>
        </p:nvSpPr>
        <p:spPr>
          <a:xfrm>
            <a:off x="13970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16764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9" name="Text 52"/>
          <p:cNvSpPr txBox="1"/>
          <p:nvPr/>
        </p:nvSpPr>
        <p:spPr>
          <a:xfrm>
            <a:off x="19558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3"/>
          <p:cNvSpPr txBox="1"/>
          <p:nvPr/>
        </p:nvSpPr>
        <p:spPr>
          <a:xfrm>
            <a:off x="22352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1" name="Text 54"/>
          <p:cNvSpPr txBox="1"/>
          <p:nvPr/>
        </p:nvSpPr>
        <p:spPr>
          <a:xfrm>
            <a:off x="25146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2" name="Text 55"/>
          <p:cNvSpPr txBox="1"/>
          <p:nvPr/>
        </p:nvSpPr>
        <p:spPr>
          <a:xfrm>
            <a:off x="1155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3" name="Text 56"/>
          <p:cNvSpPr txBox="1"/>
          <p:nvPr/>
        </p:nvSpPr>
        <p:spPr>
          <a:xfrm>
            <a:off x="14351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4" name="Text 57"/>
          <p:cNvSpPr txBox="1"/>
          <p:nvPr/>
        </p:nvSpPr>
        <p:spPr>
          <a:xfrm>
            <a:off x="17145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5" name="Text 58"/>
          <p:cNvSpPr txBox="1"/>
          <p:nvPr/>
        </p:nvSpPr>
        <p:spPr>
          <a:xfrm>
            <a:off x="19939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6" name="Text 59"/>
          <p:cNvSpPr txBox="1"/>
          <p:nvPr/>
        </p:nvSpPr>
        <p:spPr>
          <a:xfrm>
            <a:off x="22733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7" name="Text 60"/>
          <p:cNvSpPr txBox="1"/>
          <p:nvPr/>
        </p:nvSpPr>
        <p:spPr>
          <a:xfrm>
            <a:off x="2552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61"/>
          <p:cNvSpPr txBox="1"/>
          <p:nvPr/>
        </p:nvSpPr>
        <p:spPr>
          <a:xfrm>
            <a:off x="11557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2"/>
          <p:cNvSpPr txBox="1"/>
          <p:nvPr/>
        </p:nvSpPr>
        <p:spPr>
          <a:xfrm>
            <a:off x="14351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0" name="Text 63"/>
          <p:cNvSpPr txBox="1"/>
          <p:nvPr/>
        </p:nvSpPr>
        <p:spPr>
          <a:xfrm>
            <a:off x="17145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1" name="Text 64"/>
          <p:cNvSpPr txBox="1"/>
          <p:nvPr/>
        </p:nvSpPr>
        <p:spPr>
          <a:xfrm>
            <a:off x="19939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72" name="Text 65"/>
          <p:cNvSpPr txBox="1"/>
          <p:nvPr/>
        </p:nvSpPr>
        <p:spPr>
          <a:xfrm>
            <a:off x="22733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73" name="Text 66"/>
          <p:cNvSpPr txBox="1"/>
          <p:nvPr/>
        </p:nvSpPr>
        <p:spPr>
          <a:xfrm>
            <a:off x="25527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74" name="Text 67"/>
          <p:cNvSpPr txBox="1"/>
          <p:nvPr/>
        </p:nvSpPr>
        <p:spPr>
          <a:xfrm>
            <a:off x="11557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5" name="Text 68"/>
          <p:cNvSpPr txBox="1"/>
          <p:nvPr/>
        </p:nvSpPr>
        <p:spPr>
          <a:xfrm>
            <a:off x="14351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6" name="Text 69"/>
          <p:cNvSpPr txBox="1"/>
          <p:nvPr/>
        </p:nvSpPr>
        <p:spPr>
          <a:xfrm>
            <a:off x="17145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7" name="Text 70"/>
          <p:cNvSpPr txBox="1"/>
          <p:nvPr/>
        </p:nvSpPr>
        <p:spPr>
          <a:xfrm>
            <a:off x="19939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Text 71"/>
          <p:cNvSpPr txBox="1"/>
          <p:nvPr/>
        </p:nvSpPr>
        <p:spPr>
          <a:xfrm>
            <a:off x="22733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79" name="Text 72"/>
          <p:cNvSpPr txBox="1"/>
          <p:nvPr/>
        </p:nvSpPr>
        <p:spPr>
          <a:xfrm>
            <a:off x="25527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80" name="Image 5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895" y="2268037"/>
            <a:ext cx="50876" cy="598235"/>
          </a:xfrm>
          <a:prstGeom prst="rect">
            <a:avLst/>
          </a:prstGeom>
        </p:spPr>
      </p:pic>
      <p:pic>
        <p:nvPicPr>
          <p:cNvPr id="81" name="Image 6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1083" y="2268037"/>
            <a:ext cx="50876" cy="598235"/>
          </a:xfrm>
          <a:prstGeom prst="rect">
            <a:avLst/>
          </a:prstGeom>
        </p:spPr>
      </p:pic>
      <p:pic>
        <p:nvPicPr>
          <p:cNvPr id="82" name="Image 7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0295" y="2268037"/>
            <a:ext cx="50876" cy="598235"/>
          </a:xfrm>
          <a:prstGeom prst="rect">
            <a:avLst/>
          </a:prstGeom>
        </p:spPr>
      </p:pic>
      <p:pic>
        <p:nvPicPr>
          <p:cNvPr id="83" name="Image 8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0483" y="2268037"/>
            <a:ext cx="50876" cy="598235"/>
          </a:xfrm>
          <a:prstGeom prst="rect">
            <a:avLst/>
          </a:prstGeom>
        </p:spPr>
      </p:pic>
      <p:pic>
        <p:nvPicPr>
          <p:cNvPr id="84" name="Image 9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9695" y="2268037"/>
            <a:ext cx="50876" cy="598235"/>
          </a:xfrm>
          <a:prstGeom prst="rect">
            <a:avLst/>
          </a:prstGeom>
        </p:spPr>
      </p:pic>
      <p:pic>
        <p:nvPicPr>
          <p:cNvPr id="85" name="Image 10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59883" y="2268037"/>
            <a:ext cx="50876" cy="598235"/>
          </a:xfrm>
          <a:prstGeom prst="rect">
            <a:avLst/>
          </a:prstGeom>
        </p:spPr>
      </p:pic>
      <p:pic>
        <p:nvPicPr>
          <p:cNvPr id="86" name="Image 11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39095" y="2268037"/>
            <a:ext cx="50876" cy="598235"/>
          </a:xfrm>
          <a:prstGeom prst="rect">
            <a:avLst/>
          </a:prstGeom>
        </p:spPr>
      </p:pic>
      <p:pic>
        <p:nvPicPr>
          <p:cNvPr id="87" name="Image 12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39283" y="2268037"/>
            <a:ext cx="50876" cy="598235"/>
          </a:xfrm>
          <a:prstGeom prst="rect">
            <a:avLst/>
          </a:prstGeom>
        </p:spPr>
      </p:pic>
      <p:pic>
        <p:nvPicPr>
          <p:cNvPr id="88" name="Image 13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18495" y="2268037"/>
            <a:ext cx="50876" cy="598235"/>
          </a:xfrm>
          <a:prstGeom prst="rect">
            <a:avLst/>
          </a:prstGeom>
        </p:spPr>
      </p:pic>
      <p:pic>
        <p:nvPicPr>
          <p:cNvPr id="89" name="Image 14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18683" y="2268037"/>
            <a:ext cx="50876" cy="598235"/>
          </a:xfrm>
          <a:prstGeom prst="rect">
            <a:avLst/>
          </a:prstGeom>
        </p:spPr>
      </p:pic>
      <p:pic>
        <p:nvPicPr>
          <p:cNvPr id="90" name="Image 15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97895" y="2268037"/>
            <a:ext cx="50876" cy="598235"/>
          </a:xfrm>
          <a:prstGeom prst="rect">
            <a:avLst/>
          </a:prstGeom>
        </p:spPr>
      </p:pic>
      <p:pic>
        <p:nvPicPr>
          <p:cNvPr id="91" name="Image 16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98083" y="2268037"/>
            <a:ext cx="50876" cy="598235"/>
          </a:xfrm>
          <a:prstGeom prst="rect">
            <a:avLst/>
          </a:prstGeom>
        </p:spPr>
      </p:pic>
      <p:sp>
        <p:nvSpPr>
          <p:cNvPr id="92" name="Text 73"/>
          <p:cNvSpPr txBox="1"/>
          <p:nvPr/>
        </p:nvSpPr>
        <p:spPr>
          <a:xfrm>
            <a:off x="11049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3" name="Text 74"/>
          <p:cNvSpPr txBox="1"/>
          <p:nvPr/>
        </p:nvSpPr>
        <p:spPr>
          <a:xfrm>
            <a:off x="13843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4" name="Text 75"/>
          <p:cNvSpPr txBox="1"/>
          <p:nvPr/>
        </p:nvSpPr>
        <p:spPr>
          <a:xfrm>
            <a:off x="16637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5" name="Text 76"/>
          <p:cNvSpPr txBox="1"/>
          <p:nvPr/>
        </p:nvSpPr>
        <p:spPr>
          <a:xfrm>
            <a:off x="19431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6" name="Text 77"/>
          <p:cNvSpPr txBox="1"/>
          <p:nvPr/>
        </p:nvSpPr>
        <p:spPr>
          <a:xfrm>
            <a:off x="22225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7" name="Text 78"/>
          <p:cNvSpPr txBox="1"/>
          <p:nvPr/>
        </p:nvSpPr>
        <p:spPr>
          <a:xfrm>
            <a:off x="25019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8" name="Shape 7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9" name="Text 80"/>
          <p:cNvSpPr txBox="1"/>
          <p:nvPr/>
        </p:nvSpPr>
        <p:spPr>
          <a:xfrm>
            <a:off x="1066800" y="3619500"/>
            <a:ext cx="165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1500" dirty="0"/>
          </a:p>
        </p:txBody>
      </p:sp>
      <p:sp>
        <p:nvSpPr>
          <p:cNvPr id="100" name="Shape 81"/>
          <p:cNvSpPr/>
          <p:nvPr/>
        </p:nvSpPr>
        <p:spPr>
          <a:xfrm>
            <a:off x="3517900" y="1841500"/>
            <a:ext cx="7327900" cy="74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1" name="Shape 82"/>
          <p:cNvSpPr/>
          <p:nvPr/>
        </p:nvSpPr>
        <p:spPr>
          <a:xfrm>
            <a:off x="3517900" y="2654300"/>
            <a:ext cx="7327900" cy="74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2" name="Shape 83"/>
          <p:cNvSpPr/>
          <p:nvPr/>
        </p:nvSpPr>
        <p:spPr>
          <a:xfrm>
            <a:off x="3517900" y="3467100"/>
            <a:ext cx="73279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3" name="Shape 84"/>
          <p:cNvSpPr/>
          <p:nvPr/>
        </p:nvSpPr>
        <p:spPr>
          <a:xfrm>
            <a:off x="3517900" y="4267200"/>
            <a:ext cx="7327900" cy="7747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4" name="Shape 85"/>
          <p:cNvSpPr/>
          <p:nvPr/>
        </p:nvSpPr>
        <p:spPr>
          <a:xfrm>
            <a:off x="3517900" y="5130800"/>
            <a:ext cx="73279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5" name="Shape 86"/>
          <p:cNvSpPr/>
          <p:nvPr/>
        </p:nvSpPr>
        <p:spPr>
          <a:xfrm>
            <a:off x="3517900" y="5956300"/>
            <a:ext cx="73279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6" name="Text 87"/>
          <p:cNvSpPr/>
          <p:nvPr/>
        </p:nvSpPr>
        <p:spPr>
          <a:xfrm>
            <a:off x="3594100" y="2070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107" name="Shape 88"/>
          <p:cNvSpPr/>
          <p:nvPr/>
        </p:nvSpPr>
        <p:spPr>
          <a:xfrm>
            <a:off x="4152900" y="18923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08" name="Shape 89"/>
          <p:cNvSpPr/>
          <p:nvPr/>
        </p:nvSpPr>
        <p:spPr>
          <a:xfrm>
            <a:off x="4813300" y="18923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09" name="Text 90"/>
          <p:cNvSpPr txBox="1"/>
          <p:nvPr/>
        </p:nvSpPr>
        <p:spPr>
          <a:xfrm>
            <a:off x="41910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0" name="Text 91"/>
          <p:cNvSpPr txBox="1"/>
          <p:nvPr/>
        </p:nvSpPr>
        <p:spPr>
          <a:xfrm>
            <a:off x="441325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1" name="Text 92"/>
          <p:cNvSpPr txBox="1"/>
          <p:nvPr/>
        </p:nvSpPr>
        <p:spPr>
          <a:xfrm>
            <a:off x="46355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12" name="Image 17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5680" y="1950423"/>
            <a:ext cx="51982" cy="611240"/>
          </a:xfrm>
          <a:prstGeom prst="rect">
            <a:avLst/>
          </a:prstGeom>
        </p:spPr>
      </p:pic>
      <p:pic>
        <p:nvPicPr>
          <p:cNvPr id="113" name="Image 18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85530" y="1950423"/>
            <a:ext cx="51982" cy="611240"/>
          </a:xfrm>
          <a:prstGeom prst="rect">
            <a:avLst/>
          </a:prstGeom>
        </p:spPr>
      </p:pic>
      <p:sp>
        <p:nvSpPr>
          <p:cNvPr id="114" name="Text 93"/>
          <p:cNvSpPr txBox="1"/>
          <p:nvPr/>
        </p:nvSpPr>
        <p:spPr>
          <a:xfrm>
            <a:off x="4864100" y="1943100"/>
            <a:ext cx="203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15" name="Text 94"/>
          <p:cNvSpPr txBox="1"/>
          <p:nvPr/>
        </p:nvSpPr>
        <p:spPr>
          <a:xfrm>
            <a:off x="4864100" y="2159000"/>
            <a:ext cx="203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116" name="Text 95"/>
          <p:cNvSpPr txBox="1"/>
          <p:nvPr/>
        </p:nvSpPr>
        <p:spPr>
          <a:xfrm>
            <a:off x="4864100" y="2374900"/>
            <a:ext cx="203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117" name="Text 96"/>
          <p:cNvSpPr txBox="1"/>
          <p:nvPr/>
        </p:nvSpPr>
        <p:spPr>
          <a:xfrm>
            <a:off x="5257800" y="20701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-14</a:t>
            </a:r>
            <a:endParaRPr lang="en-US" sz="1200" dirty="0"/>
          </a:p>
        </p:txBody>
      </p:sp>
      <p:sp>
        <p:nvSpPr>
          <p:cNvPr id="118" name="Text 97"/>
          <p:cNvSpPr txBox="1"/>
          <p:nvPr/>
        </p:nvSpPr>
        <p:spPr>
          <a:xfrm>
            <a:off x="6413500" y="20701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19" name="Text 98"/>
          <p:cNvSpPr txBox="1"/>
          <p:nvPr/>
        </p:nvSpPr>
        <p:spPr>
          <a:xfrm>
            <a:off x="6667500" y="20701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20" name="Text 99"/>
          <p:cNvSpPr/>
          <p:nvPr/>
        </p:nvSpPr>
        <p:spPr>
          <a:xfrm>
            <a:off x="8026400" y="2070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21" name="Image 19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26280" y="1950423"/>
            <a:ext cx="51982" cy="611240"/>
          </a:xfrm>
          <a:prstGeom prst="rect">
            <a:avLst/>
          </a:prstGeom>
        </p:spPr>
      </p:pic>
      <p:pic>
        <p:nvPicPr>
          <p:cNvPr id="122" name="Image 20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92330" y="1950423"/>
            <a:ext cx="51982" cy="611240"/>
          </a:xfrm>
          <a:prstGeom prst="rect">
            <a:avLst/>
          </a:prstGeom>
        </p:spPr>
      </p:pic>
      <p:sp>
        <p:nvSpPr>
          <p:cNvPr id="123" name="Text 100"/>
          <p:cNvSpPr txBox="1"/>
          <p:nvPr/>
        </p:nvSpPr>
        <p:spPr>
          <a:xfrm>
            <a:off x="8394700" y="19431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4" name="Text 101"/>
          <p:cNvSpPr txBox="1"/>
          <p:nvPr/>
        </p:nvSpPr>
        <p:spPr>
          <a:xfrm>
            <a:off x="8394700" y="2159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125" name="Text 102"/>
          <p:cNvSpPr txBox="1"/>
          <p:nvPr/>
        </p:nvSpPr>
        <p:spPr>
          <a:xfrm>
            <a:off x="8394700" y="2374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126" name="Text 103"/>
          <p:cNvSpPr txBox="1"/>
          <p:nvPr/>
        </p:nvSpPr>
        <p:spPr>
          <a:xfrm>
            <a:off x="8763000" y="2070100"/>
            <a:ext cx="304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000" dirty="0"/>
          </a:p>
        </p:txBody>
      </p:sp>
      <p:pic>
        <p:nvPicPr>
          <p:cNvPr id="127" name="Image 21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062880" y="1950423"/>
            <a:ext cx="51982" cy="611240"/>
          </a:xfrm>
          <a:prstGeom prst="rect">
            <a:avLst/>
          </a:prstGeom>
        </p:spPr>
      </p:pic>
      <p:pic>
        <p:nvPicPr>
          <p:cNvPr id="128" name="Image 22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01930" y="1950423"/>
            <a:ext cx="51982" cy="611240"/>
          </a:xfrm>
          <a:prstGeom prst="rect">
            <a:avLst/>
          </a:prstGeom>
        </p:spPr>
      </p:pic>
      <p:sp>
        <p:nvSpPr>
          <p:cNvPr id="129" name="Text 104"/>
          <p:cNvSpPr txBox="1"/>
          <p:nvPr/>
        </p:nvSpPr>
        <p:spPr>
          <a:xfrm>
            <a:off x="9131300" y="19431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0" name="Text 105"/>
          <p:cNvSpPr txBox="1"/>
          <p:nvPr/>
        </p:nvSpPr>
        <p:spPr>
          <a:xfrm>
            <a:off x="9131300" y="21590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1" name="Text 106"/>
          <p:cNvSpPr txBox="1"/>
          <p:nvPr/>
        </p:nvSpPr>
        <p:spPr>
          <a:xfrm>
            <a:off x="9131300" y="23749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2" name="Text 107"/>
          <p:cNvSpPr txBox="1"/>
          <p:nvPr/>
        </p:nvSpPr>
        <p:spPr>
          <a:xfrm>
            <a:off x="9359900" y="2070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33" name="Image 23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31180" y="1950423"/>
            <a:ext cx="51982" cy="611240"/>
          </a:xfrm>
          <a:prstGeom prst="rect">
            <a:avLst/>
          </a:prstGeom>
        </p:spPr>
      </p:pic>
      <p:pic>
        <p:nvPicPr>
          <p:cNvPr id="134" name="Image 24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797230" y="1950423"/>
            <a:ext cx="51982" cy="611240"/>
          </a:xfrm>
          <a:prstGeom prst="rect">
            <a:avLst/>
          </a:prstGeom>
        </p:spPr>
      </p:pic>
      <p:sp>
        <p:nvSpPr>
          <p:cNvPr id="135" name="Text 108"/>
          <p:cNvSpPr txBox="1"/>
          <p:nvPr/>
        </p:nvSpPr>
        <p:spPr>
          <a:xfrm>
            <a:off x="9499600" y="19431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36" name="Text 109"/>
          <p:cNvSpPr txBox="1"/>
          <p:nvPr/>
        </p:nvSpPr>
        <p:spPr>
          <a:xfrm>
            <a:off x="9499600" y="2159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137" name="Text 110"/>
          <p:cNvSpPr txBox="1"/>
          <p:nvPr/>
        </p:nvSpPr>
        <p:spPr>
          <a:xfrm>
            <a:off x="9499600" y="2374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</a:t>
            </a:r>
            <a:endParaRPr lang="en-US" sz="1000" dirty="0"/>
          </a:p>
        </p:txBody>
      </p:sp>
      <p:sp>
        <p:nvSpPr>
          <p:cNvPr id="138" name="Text 111"/>
          <p:cNvSpPr txBox="1"/>
          <p:nvPr/>
        </p:nvSpPr>
        <p:spPr>
          <a:xfrm>
            <a:off x="10096500" y="20701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39" name="Text 112"/>
          <p:cNvSpPr/>
          <p:nvPr/>
        </p:nvSpPr>
        <p:spPr>
          <a:xfrm>
            <a:off x="3594100" y="28956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140" name="Shape 113"/>
          <p:cNvSpPr/>
          <p:nvPr/>
        </p:nvSpPr>
        <p:spPr>
          <a:xfrm>
            <a:off x="4152900" y="27178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41" name="Shape 114"/>
          <p:cNvSpPr/>
          <p:nvPr/>
        </p:nvSpPr>
        <p:spPr>
          <a:xfrm>
            <a:off x="4813300" y="27178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42" name="Text 115"/>
          <p:cNvSpPr txBox="1"/>
          <p:nvPr/>
        </p:nvSpPr>
        <p:spPr>
          <a:xfrm>
            <a:off x="4191000" y="2743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3" name="Text 116"/>
          <p:cNvSpPr txBox="1"/>
          <p:nvPr/>
        </p:nvSpPr>
        <p:spPr>
          <a:xfrm>
            <a:off x="4413250" y="2743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4" name="Text 117"/>
          <p:cNvSpPr txBox="1"/>
          <p:nvPr/>
        </p:nvSpPr>
        <p:spPr>
          <a:xfrm>
            <a:off x="4635500" y="2743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45" name="Image 25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821080" y="2763223"/>
            <a:ext cx="51982" cy="611240"/>
          </a:xfrm>
          <a:prstGeom prst="rect">
            <a:avLst/>
          </a:prstGeom>
        </p:spPr>
      </p:pic>
      <p:pic>
        <p:nvPicPr>
          <p:cNvPr id="146" name="Image 26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85530" y="2763223"/>
            <a:ext cx="51982" cy="611240"/>
          </a:xfrm>
          <a:prstGeom prst="rect">
            <a:avLst/>
          </a:prstGeom>
        </p:spPr>
      </p:pic>
      <p:sp>
        <p:nvSpPr>
          <p:cNvPr id="147" name="Text 118"/>
          <p:cNvSpPr txBox="1"/>
          <p:nvPr/>
        </p:nvSpPr>
        <p:spPr>
          <a:xfrm>
            <a:off x="4889500" y="27559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48" name="Text 119"/>
          <p:cNvSpPr txBox="1"/>
          <p:nvPr/>
        </p:nvSpPr>
        <p:spPr>
          <a:xfrm>
            <a:off x="4889500" y="29845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149" name="Text 120"/>
          <p:cNvSpPr txBox="1"/>
          <p:nvPr/>
        </p:nvSpPr>
        <p:spPr>
          <a:xfrm>
            <a:off x="4889500" y="32004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</a:t>
            </a:r>
            <a:endParaRPr lang="en-US" sz="1000" dirty="0"/>
          </a:p>
        </p:txBody>
      </p:sp>
      <p:sp>
        <p:nvSpPr>
          <p:cNvPr id="150" name="Text 121"/>
          <p:cNvSpPr txBox="1"/>
          <p:nvPr/>
        </p:nvSpPr>
        <p:spPr>
          <a:xfrm>
            <a:off x="5257800" y="28956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-14</a:t>
            </a:r>
            <a:endParaRPr lang="en-US" sz="1200" dirty="0"/>
          </a:p>
        </p:txBody>
      </p:sp>
      <p:sp>
        <p:nvSpPr>
          <p:cNvPr id="151" name="Text 122"/>
          <p:cNvSpPr txBox="1"/>
          <p:nvPr/>
        </p:nvSpPr>
        <p:spPr>
          <a:xfrm>
            <a:off x="6413500" y="2895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52" name="Text 123"/>
          <p:cNvSpPr txBox="1"/>
          <p:nvPr/>
        </p:nvSpPr>
        <p:spPr>
          <a:xfrm>
            <a:off x="6667500" y="28956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53" name="Text 124"/>
          <p:cNvSpPr/>
          <p:nvPr/>
        </p:nvSpPr>
        <p:spPr>
          <a:xfrm>
            <a:off x="8026400" y="2895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54" name="Image 27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26280" y="2763223"/>
            <a:ext cx="51982" cy="611240"/>
          </a:xfrm>
          <a:prstGeom prst="rect">
            <a:avLst/>
          </a:prstGeom>
        </p:spPr>
      </p:pic>
      <p:pic>
        <p:nvPicPr>
          <p:cNvPr id="155" name="Image 28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692330" y="2763223"/>
            <a:ext cx="51982" cy="611240"/>
          </a:xfrm>
          <a:prstGeom prst="rect">
            <a:avLst/>
          </a:prstGeom>
        </p:spPr>
      </p:pic>
      <p:sp>
        <p:nvSpPr>
          <p:cNvPr id="156" name="Text 125"/>
          <p:cNvSpPr txBox="1"/>
          <p:nvPr/>
        </p:nvSpPr>
        <p:spPr>
          <a:xfrm>
            <a:off x="8394700" y="2755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57" name="Text 126"/>
          <p:cNvSpPr txBox="1"/>
          <p:nvPr/>
        </p:nvSpPr>
        <p:spPr>
          <a:xfrm>
            <a:off x="8394700" y="29845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158" name="Text 127"/>
          <p:cNvSpPr txBox="1"/>
          <p:nvPr/>
        </p:nvSpPr>
        <p:spPr>
          <a:xfrm>
            <a:off x="8394700" y="32004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</a:t>
            </a:r>
            <a:endParaRPr lang="en-US" sz="1000" dirty="0"/>
          </a:p>
        </p:txBody>
      </p:sp>
      <p:sp>
        <p:nvSpPr>
          <p:cNvPr id="159" name="Text 128"/>
          <p:cNvSpPr txBox="1"/>
          <p:nvPr/>
        </p:nvSpPr>
        <p:spPr>
          <a:xfrm>
            <a:off x="8763000" y="2895600"/>
            <a:ext cx="304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000" dirty="0"/>
          </a:p>
        </p:txBody>
      </p:sp>
      <p:pic>
        <p:nvPicPr>
          <p:cNvPr id="160" name="Image 29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062880" y="2763223"/>
            <a:ext cx="51982" cy="611240"/>
          </a:xfrm>
          <a:prstGeom prst="rect">
            <a:avLst/>
          </a:prstGeom>
        </p:spPr>
      </p:pic>
      <p:pic>
        <p:nvPicPr>
          <p:cNvPr id="161" name="Image 30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301930" y="2763223"/>
            <a:ext cx="51982" cy="611240"/>
          </a:xfrm>
          <a:prstGeom prst="rect">
            <a:avLst/>
          </a:prstGeom>
        </p:spPr>
      </p:pic>
      <p:sp>
        <p:nvSpPr>
          <p:cNvPr id="162" name="Text 129"/>
          <p:cNvSpPr txBox="1"/>
          <p:nvPr/>
        </p:nvSpPr>
        <p:spPr>
          <a:xfrm>
            <a:off x="9131300" y="27559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3" name="Text 130"/>
          <p:cNvSpPr txBox="1"/>
          <p:nvPr/>
        </p:nvSpPr>
        <p:spPr>
          <a:xfrm>
            <a:off x="9131300" y="29845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4" name="Text 131"/>
          <p:cNvSpPr txBox="1"/>
          <p:nvPr/>
        </p:nvSpPr>
        <p:spPr>
          <a:xfrm>
            <a:off x="9131300" y="32004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5" name="Text 132"/>
          <p:cNvSpPr txBox="1"/>
          <p:nvPr/>
        </p:nvSpPr>
        <p:spPr>
          <a:xfrm>
            <a:off x="9359900" y="28956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66" name="Image 31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31180" y="2763223"/>
            <a:ext cx="51982" cy="611240"/>
          </a:xfrm>
          <a:prstGeom prst="rect">
            <a:avLst/>
          </a:prstGeom>
        </p:spPr>
      </p:pic>
      <p:pic>
        <p:nvPicPr>
          <p:cNvPr id="167" name="Image 32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797230" y="2763223"/>
            <a:ext cx="51982" cy="611240"/>
          </a:xfrm>
          <a:prstGeom prst="rect">
            <a:avLst/>
          </a:prstGeom>
        </p:spPr>
      </p:pic>
      <p:sp>
        <p:nvSpPr>
          <p:cNvPr id="168" name="Text 133"/>
          <p:cNvSpPr txBox="1"/>
          <p:nvPr/>
        </p:nvSpPr>
        <p:spPr>
          <a:xfrm>
            <a:off x="9499600" y="2755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69" name="Text 134"/>
          <p:cNvSpPr txBox="1"/>
          <p:nvPr/>
        </p:nvSpPr>
        <p:spPr>
          <a:xfrm>
            <a:off x="9499600" y="29845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70" name="Text 135"/>
          <p:cNvSpPr txBox="1"/>
          <p:nvPr/>
        </p:nvSpPr>
        <p:spPr>
          <a:xfrm>
            <a:off x="9499600" y="32004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71" name="Text 136"/>
          <p:cNvSpPr txBox="1"/>
          <p:nvPr/>
        </p:nvSpPr>
        <p:spPr>
          <a:xfrm>
            <a:off x="10096500" y="28956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72" name="Text 137"/>
          <p:cNvSpPr/>
          <p:nvPr/>
        </p:nvSpPr>
        <p:spPr>
          <a:xfrm>
            <a:off x="3594100" y="36830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173" name="Shape 138"/>
          <p:cNvSpPr/>
          <p:nvPr/>
        </p:nvSpPr>
        <p:spPr>
          <a:xfrm>
            <a:off x="4152900" y="35052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74" name="Shape 139"/>
          <p:cNvSpPr/>
          <p:nvPr/>
        </p:nvSpPr>
        <p:spPr>
          <a:xfrm>
            <a:off x="4813300" y="3505200"/>
            <a:ext cx="0" cy="190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75" name="Text 140"/>
          <p:cNvSpPr txBox="1"/>
          <p:nvPr/>
        </p:nvSpPr>
        <p:spPr>
          <a:xfrm>
            <a:off x="4191000" y="353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6" name="Text 141"/>
          <p:cNvSpPr txBox="1"/>
          <p:nvPr/>
        </p:nvSpPr>
        <p:spPr>
          <a:xfrm>
            <a:off x="4413250" y="353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7" name="Text 142"/>
          <p:cNvSpPr txBox="1"/>
          <p:nvPr/>
        </p:nvSpPr>
        <p:spPr>
          <a:xfrm>
            <a:off x="4635500" y="353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178" name="Image 33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21080" y="3537923"/>
            <a:ext cx="51982" cy="611240"/>
          </a:xfrm>
          <a:prstGeom prst="rect">
            <a:avLst/>
          </a:prstGeom>
        </p:spPr>
      </p:pic>
      <p:pic>
        <p:nvPicPr>
          <p:cNvPr id="179" name="Image 34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085530" y="3537923"/>
            <a:ext cx="51982" cy="611240"/>
          </a:xfrm>
          <a:prstGeom prst="rect">
            <a:avLst/>
          </a:prstGeom>
        </p:spPr>
      </p:pic>
      <p:sp>
        <p:nvSpPr>
          <p:cNvPr id="180" name="Text 143"/>
          <p:cNvSpPr txBox="1"/>
          <p:nvPr/>
        </p:nvSpPr>
        <p:spPr>
          <a:xfrm>
            <a:off x="4889500" y="35306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81" name="Text 144"/>
          <p:cNvSpPr txBox="1"/>
          <p:nvPr/>
        </p:nvSpPr>
        <p:spPr>
          <a:xfrm>
            <a:off x="4889500" y="37592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82" name="Text 145"/>
          <p:cNvSpPr txBox="1"/>
          <p:nvPr/>
        </p:nvSpPr>
        <p:spPr>
          <a:xfrm>
            <a:off x="4889500" y="39878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83" name="Text 146"/>
          <p:cNvSpPr txBox="1"/>
          <p:nvPr/>
        </p:nvSpPr>
        <p:spPr>
          <a:xfrm>
            <a:off x="5257800" y="36830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-4</a:t>
            </a:r>
            <a:endParaRPr lang="en-US" sz="1200" dirty="0"/>
          </a:p>
        </p:txBody>
      </p:sp>
      <p:sp>
        <p:nvSpPr>
          <p:cNvPr id="184" name="Text 147"/>
          <p:cNvSpPr txBox="1"/>
          <p:nvPr/>
        </p:nvSpPr>
        <p:spPr>
          <a:xfrm>
            <a:off x="6413500" y="368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85" name="Text 148"/>
          <p:cNvSpPr txBox="1"/>
          <p:nvPr/>
        </p:nvSpPr>
        <p:spPr>
          <a:xfrm>
            <a:off x="6667500" y="36830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86" name="Text 149"/>
          <p:cNvSpPr/>
          <p:nvPr/>
        </p:nvSpPr>
        <p:spPr>
          <a:xfrm>
            <a:off x="8026400" y="3683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87" name="Image 35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326280" y="3537923"/>
            <a:ext cx="51982" cy="611240"/>
          </a:xfrm>
          <a:prstGeom prst="rect">
            <a:avLst/>
          </a:prstGeom>
        </p:spPr>
      </p:pic>
      <p:pic>
        <p:nvPicPr>
          <p:cNvPr id="188" name="Image 36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692330" y="3537923"/>
            <a:ext cx="51982" cy="611240"/>
          </a:xfrm>
          <a:prstGeom prst="rect">
            <a:avLst/>
          </a:prstGeom>
        </p:spPr>
      </p:pic>
      <p:sp>
        <p:nvSpPr>
          <p:cNvPr id="189" name="Text 150"/>
          <p:cNvSpPr txBox="1"/>
          <p:nvPr/>
        </p:nvSpPr>
        <p:spPr>
          <a:xfrm>
            <a:off x="8394700" y="35306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90" name="Text 151"/>
          <p:cNvSpPr txBox="1"/>
          <p:nvPr/>
        </p:nvSpPr>
        <p:spPr>
          <a:xfrm>
            <a:off x="8394700" y="37592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91" name="Text 152"/>
          <p:cNvSpPr txBox="1"/>
          <p:nvPr/>
        </p:nvSpPr>
        <p:spPr>
          <a:xfrm>
            <a:off x="8394700" y="39878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000" dirty="0"/>
          </a:p>
        </p:txBody>
      </p:sp>
      <p:sp>
        <p:nvSpPr>
          <p:cNvPr id="192" name="Text 153"/>
          <p:cNvSpPr txBox="1"/>
          <p:nvPr/>
        </p:nvSpPr>
        <p:spPr>
          <a:xfrm>
            <a:off x="8763000" y="3683000"/>
            <a:ext cx="304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000" dirty="0"/>
          </a:p>
        </p:txBody>
      </p:sp>
      <p:pic>
        <p:nvPicPr>
          <p:cNvPr id="193" name="Image 37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062880" y="3537923"/>
            <a:ext cx="51982" cy="611240"/>
          </a:xfrm>
          <a:prstGeom prst="rect">
            <a:avLst/>
          </a:prstGeom>
        </p:spPr>
      </p:pic>
      <p:pic>
        <p:nvPicPr>
          <p:cNvPr id="194" name="Image 38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301930" y="3537923"/>
            <a:ext cx="51982" cy="611240"/>
          </a:xfrm>
          <a:prstGeom prst="rect">
            <a:avLst/>
          </a:prstGeom>
        </p:spPr>
      </p:pic>
      <p:sp>
        <p:nvSpPr>
          <p:cNvPr id="195" name="Text 154"/>
          <p:cNvSpPr txBox="1"/>
          <p:nvPr/>
        </p:nvSpPr>
        <p:spPr>
          <a:xfrm>
            <a:off x="9131300" y="35306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6" name="Text 155"/>
          <p:cNvSpPr txBox="1"/>
          <p:nvPr/>
        </p:nvSpPr>
        <p:spPr>
          <a:xfrm>
            <a:off x="9131300" y="37592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7" name="Text 156"/>
          <p:cNvSpPr txBox="1"/>
          <p:nvPr/>
        </p:nvSpPr>
        <p:spPr>
          <a:xfrm>
            <a:off x="9131300" y="3987800"/>
            <a:ext cx="152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8" name="Text 157"/>
          <p:cNvSpPr txBox="1"/>
          <p:nvPr/>
        </p:nvSpPr>
        <p:spPr>
          <a:xfrm>
            <a:off x="9359900" y="36830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99" name="Image 39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431180" y="3537923"/>
            <a:ext cx="51982" cy="611240"/>
          </a:xfrm>
          <a:prstGeom prst="rect">
            <a:avLst/>
          </a:prstGeom>
        </p:spPr>
      </p:pic>
      <p:pic>
        <p:nvPicPr>
          <p:cNvPr id="200" name="Image 40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97230" y="3537923"/>
            <a:ext cx="51982" cy="611240"/>
          </a:xfrm>
          <a:prstGeom prst="rect">
            <a:avLst/>
          </a:prstGeom>
        </p:spPr>
      </p:pic>
      <p:sp>
        <p:nvSpPr>
          <p:cNvPr id="201" name="Text 158"/>
          <p:cNvSpPr txBox="1"/>
          <p:nvPr/>
        </p:nvSpPr>
        <p:spPr>
          <a:xfrm>
            <a:off x="9499600" y="35306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02" name="Text 159"/>
          <p:cNvSpPr txBox="1"/>
          <p:nvPr/>
        </p:nvSpPr>
        <p:spPr>
          <a:xfrm>
            <a:off x="9499600" y="37592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203" name="Text 160"/>
          <p:cNvSpPr txBox="1"/>
          <p:nvPr/>
        </p:nvSpPr>
        <p:spPr>
          <a:xfrm>
            <a:off x="9499600" y="39878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04" name="Text 161"/>
          <p:cNvSpPr txBox="1"/>
          <p:nvPr/>
        </p:nvSpPr>
        <p:spPr>
          <a:xfrm>
            <a:off x="10096500" y="36830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205" name="Text 162"/>
          <p:cNvSpPr/>
          <p:nvPr/>
        </p:nvSpPr>
        <p:spPr>
          <a:xfrm>
            <a:off x="3594100" y="449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206" name="Shape 163"/>
          <p:cNvSpPr/>
          <p:nvPr/>
        </p:nvSpPr>
        <p:spPr>
          <a:xfrm>
            <a:off x="4152900" y="4318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7" name="Shape 164"/>
          <p:cNvSpPr/>
          <p:nvPr/>
        </p:nvSpPr>
        <p:spPr>
          <a:xfrm>
            <a:off x="4813300" y="4318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8" name="Text 165"/>
          <p:cNvSpPr txBox="1"/>
          <p:nvPr/>
        </p:nvSpPr>
        <p:spPr>
          <a:xfrm>
            <a:off x="4191000" y="4343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9" name="Text 166"/>
          <p:cNvSpPr txBox="1"/>
          <p:nvPr/>
        </p:nvSpPr>
        <p:spPr>
          <a:xfrm>
            <a:off x="4413250" y="4343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0" name="Text 167"/>
          <p:cNvSpPr txBox="1"/>
          <p:nvPr/>
        </p:nvSpPr>
        <p:spPr>
          <a:xfrm>
            <a:off x="4635500" y="4343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11" name="Image 41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68450" y="4350494"/>
            <a:ext cx="54194" cy="637250"/>
          </a:xfrm>
          <a:prstGeom prst="rect">
            <a:avLst/>
          </a:prstGeom>
        </p:spPr>
      </p:pic>
      <p:pic>
        <p:nvPicPr>
          <p:cNvPr id="212" name="Image 42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5047125" y="4350494"/>
            <a:ext cx="54194" cy="637250"/>
          </a:xfrm>
          <a:prstGeom prst="rect">
            <a:avLst/>
          </a:prstGeom>
        </p:spPr>
      </p:pic>
      <p:sp>
        <p:nvSpPr>
          <p:cNvPr id="213" name="Text 168"/>
          <p:cNvSpPr txBox="1"/>
          <p:nvPr/>
        </p:nvSpPr>
        <p:spPr>
          <a:xfrm>
            <a:off x="4838700" y="43434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14" name="Text 169"/>
          <p:cNvSpPr txBox="1"/>
          <p:nvPr/>
        </p:nvSpPr>
        <p:spPr>
          <a:xfrm>
            <a:off x="4838700" y="45720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215" name="Text 170"/>
          <p:cNvSpPr txBox="1"/>
          <p:nvPr/>
        </p:nvSpPr>
        <p:spPr>
          <a:xfrm>
            <a:off x="4838700" y="47879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6" name="Text 171"/>
          <p:cNvSpPr txBox="1"/>
          <p:nvPr/>
        </p:nvSpPr>
        <p:spPr>
          <a:xfrm>
            <a:off x="5270500" y="44958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200" dirty="0"/>
          </a:p>
        </p:txBody>
      </p:sp>
      <p:sp>
        <p:nvSpPr>
          <p:cNvPr id="217" name="Text 172"/>
          <p:cNvSpPr txBox="1"/>
          <p:nvPr/>
        </p:nvSpPr>
        <p:spPr>
          <a:xfrm>
            <a:off x="6261100" y="4495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18" name="Text 173"/>
          <p:cNvSpPr txBox="1"/>
          <p:nvPr/>
        </p:nvSpPr>
        <p:spPr>
          <a:xfrm>
            <a:off x="6464300" y="44958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219" name="Text 174"/>
          <p:cNvSpPr/>
          <p:nvPr/>
        </p:nvSpPr>
        <p:spPr>
          <a:xfrm>
            <a:off x="7848600" y="449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20" name="Image 43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133950" y="4350494"/>
            <a:ext cx="54194" cy="637250"/>
          </a:xfrm>
          <a:prstGeom prst="rect">
            <a:avLst/>
          </a:prstGeom>
        </p:spPr>
      </p:pic>
      <p:pic>
        <p:nvPicPr>
          <p:cNvPr id="221" name="Image 44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501525" y="4350494"/>
            <a:ext cx="54194" cy="637250"/>
          </a:xfrm>
          <a:prstGeom prst="rect">
            <a:avLst/>
          </a:prstGeom>
        </p:spPr>
      </p:pic>
      <p:sp>
        <p:nvSpPr>
          <p:cNvPr id="222" name="Text 175"/>
          <p:cNvSpPr txBox="1"/>
          <p:nvPr/>
        </p:nvSpPr>
        <p:spPr>
          <a:xfrm>
            <a:off x="8204200" y="43434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23" name="Text 176"/>
          <p:cNvSpPr txBox="1"/>
          <p:nvPr/>
        </p:nvSpPr>
        <p:spPr>
          <a:xfrm>
            <a:off x="8204200" y="4572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224" name="Text 177"/>
          <p:cNvSpPr txBox="1"/>
          <p:nvPr/>
        </p:nvSpPr>
        <p:spPr>
          <a:xfrm>
            <a:off x="8204200" y="4787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25" name="Text 178"/>
          <p:cNvSpPr txBox="1"/>
          <p:nvPr/>
        </p:nvSpPr>
        <p:spPr>
          <a:xfrm>
            <a:off x="8547100" y="4495800"/>
            <a:ext cx="304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- 2 *</a:t>
            </a:r>
            <a:endParaRPr lang="en-US" sz="1000" dirty="0"/>
          </a:p>
        </p:txBody>
      </p:sp>
      <p:pic>
        <p:nvPicPr>
          <p:cNvPr id="226" name="Image 45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870550" y="4350494"/>
            <a:ext cx="54194" cy="637250"/>
          </a:xfrm>
          <a:prstGeom prst="rect">
            <a:avLst/>
          </a:prstGeom>
        </p:spPr>
      </p:pic>
      <p:pic>
        <p:nvPicPr>
          <p:cNvPr id="227" name="Image 46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123825" y="4350494"/>
            <a:ext cx="54194" cy="637250"/>
          </a:xfrm>
          <a:prstGeom prst="rect">
            <a:avLst/>
          </a:prstGeom>
        </p:spPr>
      </p:pic>
      <p:sp>
        <p:nvSpPr>
          <p:cNvPr id="228" name="Text 179"/>
          <p:cNvSpPr txBox="1"/>
          <p:nvPr/>
        </p:nvSpPr>
        <p:spPr>
          <a:xfrm>
            <a:off x="8940800" y="43434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9" name="Text 180"/>
          <p:cNvSpPr txBox="1"/>
          <p:nvPr/>
        </p:nvSpPr>
        <p:spPr>
          <a:xfrm>
            <a:off x="8940800" y="45720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30" name="Text 181"/>
          <p:cNvSpPr txBox="1"/>
          <p:nvPr/>
        </p:nvSpPr>
        <p:spPr>
          <a:xfrm>
            <a:off x="8940800" y="47879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1" name="Text 182"/>
          <p:cNvSpPr txBox="1"/>
          <p:nvPr/>
        </p:nvSpPr>
        <p:spPr>
          <a:xfrm>
            <a:off x="9182100" y="44958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232" name="Image 47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238850" y="4350494"/>
            <a:ext cx="54194" cy="637250"/>
          </a:xfrm>
          <a:prstGeom prst="rect">
            <a:avLst/>
          </a:prstGeom>
        </p:spPr>
      </p:pic>
      <p:pic>
        <p:nvPicPr>
          <p:cNvPr id="233" name="Image 48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606425" y="4350494"/>
            <a:ext cx="54194" cy="637250"/>
          </a:xfrm>
          <a:prstGeom prst="rect">
            <a:avLst/>
          </a:prstGeom>
        </p:spPr>
      </p:pic>
      <p:sp>
        <p:nvSpPr>
          <p:cNvPr id="234" name="Text 183"/>
          <p:cNvSpPr txBox="1"/>
          <p:nvPr/>
        </p:nvSpPr>
        <p:spPr>
          <a:xfrm>
            <a:off x="9309100" y="43434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35" name="Text 184"/>
          <p:cNvSpPr txBox="1"/>
          <p:nvPr/>
        </p:nvSpPr>
        <p:spPr>
          <a:xfrm>
            <a:off x="9309100" y="4572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</a:t>
            </a:r>
            <a:endParaRPr lang="en-US" sz="1000" dirty="0"/>
          </a:p>
        </p:txBody>
      </p:sp>
      <p:sp>
        <p:nvSpPr>
          <p:cNvPr id="236" name="Text 185"/>
          <p:cNvSpPr txBox="1"/>
          <p:nvPr/>
        </p:nvSpPr>
        <p:spPr>
          <a:xfrm>
            <a:off x="9309100" y="47879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37" name="Text 186"/>
          <p:cNvSpPr txBox="1"/>
          <p:nvPr/>
        </p:nvSpPr>
        <p:spPr>
          <a:xfrm>
            <a:off x="9994900" y="44958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238" name="Text 187"/>
          <p:cNvSpPr/>
          <p:nvPr/>
        </p:nvSpPr>
        <p:spPr>
          <a:xfrm>
            <a:off x="3594100" y="5359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239" name="Shape 188"/>
          <p:cNvSpPr/>
          <p:nvPr/>
        </p:nvSpPr>
        <p:spPr>
          <a:xfrm>
            <a:off x="4152900" y="51816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40" name="Shape 189"/>
          <p:cNvSpPr/>
          <p:nvPr/>
        </p:nvSpPr>
        <p:spPr>
          <a:xfrm>
            <a:off x="4813300" y="51816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41" name="Text 190"/>
          <p:cNvSpPr txBox="1"/>
          <p:nvPr/>
        </p:nvSpPr>
        <p:spPr>
          <a:xfrm>
            <a:off x="4191000" y="5207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42" name="Text 191"/>
          <p:cNvSpPr txBox="1"/>
          <p:nvPr/>
        </p:nvSpPr>
        <p:spPr>
          <a:xfrm>
            <a:off x="4413250" y="5207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43" name="Text 192"/>
          <p:cNvSpPr txBox="1"/>
          <p:nvPr/>
        </p:nvSpPr>
        <p:spPr>
          <a:xfrm>
            <a:off x="4635500" y="5207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244" name="Image 49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756665" y="5188808"/>
            <a:ext cx="53088" cy="624245"/>
          </a:xfrm>
          <a:prstGeom prst="rect">
            <a:avLst/>
          </a:prstGeom>
        </p:spPr>
      </p:pic>
      <p:pic>
        <p:nvPicPr>
          <p:cNvPr id="245" name="Image 50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5034577" y="5188808"/>
            <a:ext cx="53088" cy="624245"/>
          </a:xfrm>
          <a:prstGeom prst="rect">
            <a:avLst/>
          </a:prstGeom>
        </p:spPr>
      </p:pic>
      <p:sp>
        <p:nvSpPr>
          <p:cNvPr id="246" name="Text 193"/>
          <p:cNvSpPr txBox="1"/>
          <p:nvPr/>
        </p:nvSpPr>
        <p:spPr>
          <a:xfrm>
            <a:off x="4826000" y="51816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47" name="Text 194"/>
          <p:cNvSpPr txBox="1"/>
          <p:nvPr/>
        </p:nvSpPr>
        <p:spPr>
          <a:xfrm>
            <a:off x="4826000" y="53975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</a:t>
            </a:r>
            <a:endParaRPr lang="en-US" sz="1000" dirty="0"/>
          </a:p>
        </p:txBody>
      </p:sp>
      <p:sp>
        <p:nvSpPr>
          <p:cNvPr id="248" name="Text 195"/>
          <p:cNvSpPr txBox="1"/>
          <p:nvPr/>
        </p:nvSpPr>
        <p:spPr>
          <a:xfrm>
            <a:off x="4826000" y="56134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49" name="Text 196"/>
          <p:cNvSpPr txBox="1"/>
          <p:nvPr/>
        </p:nvSpPr>
        <p:spPr>
          <a:xfrm>
            <a:off x="5283200" y="5359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-104</a:t>
            </a:r>
            <a:endParaRPr lang="en-US" sz="1200" dirty="0"/>
          </a:p>
        </p:txBody>
      </p:sp>
      <p:sp>
        <p:nvSpPr>
          <p:cNvPr id="250" name="Text 197"/>
          <p:cNvSpPr txBox="1"/>
          <p:nvPr/>
        </p:nvSpPr>
        <p:spPr>
          <a:xfrm>
            <a:off x="6692900" y="5359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51" name="Text 198"/>
          <p:cNvSpPr txBox="1"/>
          <p:nvPr/>
        </p:nvSpPr>
        <p:spPr>
          <a:xfrm>
            <a:off x="6934200" y="53594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52" name="Text 199"/>
          <p:cNvSpPr/>
          <p:nvPr/>
        </p:nvSpPr>
        <p:spPr>
          <a:xfrm>
            <a:off x="9194800" y="535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53" name="Image 51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417565" y="5188808"/>
            <a:ext cx="53088" cy="624245"/>
          </a:xfrm>
          <a:prstGeom prst="rect">
            <a:avLst/>
          </a:prstGeom>
        </p:spPr>
      </p:pic>
      <p:pic>
        <p:nvPicPr>
          <p:cNvPr id="254" name="Image 52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9809777" y="5188808"/>
            <a:ext cx="53088" cy="624245"/>
          </a:xfrm>
          <a:prstGeom prst="rect">
            <a:avLst/>
          </a:prstGeom>
        </p:spPr>
      </p:pic>
      <p:sp>
        <p:nvSpPr>
          <p:cNvPr id="255" name="Text 200"/>
          <p:cNvSpPr txBox="1"/>
          <p:nvPr/>
        </p:nvSpPr>
        <p:spPr>
          <a:xfrm>
            <a:off x="9486900" y="51816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56" name="Text 201"/>
          <p:cNvSpPr txBox="1"/>
          <p:nvPr/>
        </p:nvSpPr>
        <p:spPr>
          <a:xfrm>
            <a:off x="9486900" y="53975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</a:t>
            </a:r>
            <a:endParaRPr lang="en-US" sz="1000" dirty="0"/>
          </a:p>
        </p:txBody>
      </p:sp>
      <p:sp>
        <p:nvSpPr>
          <p:cNvPr id="257" name="Text 202"/>
          <p:cNvSpPr txBox="1"/>
          <p:nvPr/>
        </p:nvSpPr>
        <p:spPr>
          <a:xfrm>
            <a:off x="9486900" y="56134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58" name="Text 203"/>
          <p:cNvSpPr/>
          <p:nvPr/>
        </p:nvSpPr>
        <p:spPr>
          <a:xfrm>
            <a:off x="3594100" y="61849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300" dirty="0"/>
          </a:p>
        </p:txBody>
      </p:sp>
      <p:sp>
        <p:nvSpPr>
          <p:cNvPr id="259" name="Shape 204"/>
          <p:cNvSpPr/>
          <p:nvPr/>
        </p:nvSpPr>
        <p:spPr>
          <a:xfrm>
            <a:off x="4152900" y="60071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60" name="Shape 205"/>
          <p:cNvSpPr/>
          <p:nvPr/>
        </p:nvSpPr>
        <p:spPr>
          <a:xfrm>
            <a:off x="4813300" y="60071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61" name="Text 206"/>
          <p:cNvSpPr txBox="1"/>
          <p:nvPr/>
        </p:nvSpPr>
        <p:spPr>
          <a:xfrm>
            <a:off x="4191000" y="60325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62" name="Text 207"/>
          <p:cNvSpPr txBox="1"/>
          <p:nvPr/>
        </p:nvSpPr>
        <p:spPr>
          <a:xfrm>
            <a:off x="4413250" y="60325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63" name="Text 208"/>
          <p:cNvSpPr txBox="1"/>
          <p:nvPr/>
        </p:nvSpPr>
        <p:spPr>
          <a:xfrm>
            <a:off x="4635500" y="60325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264" name="Image 53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756665" y="6014308"/>
            <a:ext cx="53088" cy="624245"/>
          </a:xfrm>
          <a:prstGeom prst="rect">
            <a:avLst/>
          </a:prstGeom>
        </p:spPr>
      </p:pic>
      <p:pic>
        <p:nvPicPr>
          <p:cNvPr id="265" name="Image 54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034577" y="6014308"/>
            <a:ext cx="53088" cy="624245"/>
          </a:xfrm>
          <a:prstGeom prst="rect">
            <a:avLst/>
          </a:prstGeom>
        </p:spPr>
      </p:pic>
      <p:sp>
        <p:nvSpPr>
          <p:cNvPr id="266" name="Text 209"/>
          <p:cNvSpPr txBox="1"/>
          <p:nvPr/>
        </p:nvSpPr>
        <p:spPr>
          <a:xfrm>
            <a:off x="4826000" y="60071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67" name="Text 210"/>
          <p:cNvSpPr txBox="1"/>
          <p:nvPr/>
        </p:nvSpPr>
        <p:spPr>
          <a:xfrm>
            <a:off x="4826000" y="62230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</a:t>
            </a:r>
            <a:endParaRPr lang="en-US" sz="1000" dirty="0"/>
          </a:p>
        </p:txBody>
      </p:sp>
      <p:sp>
        <p:nvSpPr>
          <p:cNvPr id="268" name="Text 211"/>
          <p:cNvSpPr txBox="1"/>
          <p:nvPr/>
        </p:nvSpPr>
        <p:spPr>
          <a:xfrm>
            <a:off x="4826000" y="6438900"/>
            <a:ext cx="1905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69" name="Text 212"/>
          <p:cNvSpPr txBox="1"/>
          <p:nvPr/>
        </p:nvSpPr>
        <p:spPr>
          <a:xfrm>
            <a:off x="5283200" y="61849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-112</a:t>
            </a:r>
            <a:endParaRPr lang="en-US" sz="1200" dirty="0"/>
          </a:p>
        </p:txBody>
      </p:sp>
      <p:sp>
        <p:nvSpPr>
          <p:cNvPr id="270" name="Text 213"/>
          <p:cNvSpPr txBox="1"/>
          <p:nvPr/>
        </p:nvSpPr>
        <p:spPr>
          <a:xfrm>
            <a:off x="6692900" y="61849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71" name="Text 214"/>
          <p:cNvSpPr txBox="1"/>
          <p:nvPr/>
        </p:nvSpPr>
        <p:spPr>
          <a:xfrm>
            <a:off x="6934200" y="61849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72" name="Text 215"/>
          <p:cNvSpPr/>
          <p:nvPr/>
        </p:nvSpPr>
        <p:spPr>
          <a:xfrm>
            <a:off x="9194800" y="6184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73" name="Image 55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9417565" y="6014308"/>
            <a:ext cx="53088" cy="624245"/>
          </a:xfrm>
          <a:prstGeom prst="rect">
            <a:avLst/>
          </a:prstGeom>
        </p:spPr>
      </p:pic>
      <p:pic>
        <p:nvPicPr>
          <p:cNvPr id="274" name="Image 56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809777" y="6014308"/>
            <a:ext cx="53088" cy="624245"/>
          </a:xfrm>
          <a:prstGeom prst="rect">
            <a:avLst/>
          </a:prstGeom>
        </p:spPr>
      </p:pic>
      <p:sp>
        <p:nvSpPr>
          <p:cNvPr id="275" name="Text 216"/>
          <p:cNvSpPr txBox="1"/>
          <p:nvPr/>
        </p:nvSpPr>
        <p:spPr>
          <a:xfrm>
            <a:off x="9486900" y="60071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76" name="Text 217"/>
          <p:cNvSpPr txBox="1"/>
          <p:nvPr/>
        </p:nvSpPr>
        <p:spPr>
          <a:xfrm>
            <a:off x="9486900" y="62230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</a:t>
            </a:r>
            <a:endParaRPr lang="en-US" sz="1000" dirty="0"/>
          </a:p>
        </p:txBody>
      </p:sp>
      <p:sp>
        <p:nvSpPr>
          <p:cNvPr id="277" name="Text 218"/>
          <p:cNvSpPr txBox="1"/>
          <p:nvPr/>
        </p:nvSpPr>
        <p:spPr>
          <a:xfrm>
            <a:off x="9486900" y="6438900"/>
            <a:ext cx="304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2026-10-26T14:13:17Z</dcterms:created>
  <dcterms:modified xsi:type="dcterms:W3CDTF">2026-10-26T14:13:17Z</dcterms:modified>
</cp:coreProperties>
</file>