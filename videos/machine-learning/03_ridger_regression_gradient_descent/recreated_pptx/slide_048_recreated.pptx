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5.png"/><Relationship Id="rId10" Type="http://schemas.openxmlformats.org/officeDocument/2006/relationships/image" Target="../media/image-1-10.png"/><Relationship Id="rId11" Type="http://schemas.openxmlformats.org/officeDocument/2006/relationships/image" Target="../media/image-1-5.png"/><Relationship Id="rId12" Type="http://schemas.openxmlformats.org/officeDocument/2006/relationships/image" Target="../media/image-1-12.png"/><Relationship Id="rId13" Type="http://schemas.openxmlformats.org/officeDocument/2006/relationships/image" Target="../media/image-1-5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9500" y="812800"/>
          <a:ext cx="1701800" cy="774700"/>
        </p:xfrm>
        <a:graphic>
          <a:graphicData uri="http://schemas.openxmlformats.org/drawingml/2006/table">
            <a:tbl>
              <a:tblPr/>
              <a:tblGrid>
                <a:gridCol w="283633"/>
                <a:gridCol w="283633"/>
                <a:gridCol w="283633"/>
                <a:gridCol w="283633"/>
                <a:gridCol w="283633"/>
                <a:gridCol w="283633"/>
              </a:tblGrid>
              <a:tr h="152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x₃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Image 0" descr="/workspaces/codespaces-blank/ai_llm_slides/videos/machine-learning/03_ridger_regression_gradient_descent/recreated_pptx/build/assets/eq_initial_w_c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91000" y="774954"/>
            <a:ext cx="292608" cy="5074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48200" y="774700"/>
            <a:ext cx="889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 =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035300" y="1371600"/>
            <a:ext cx="349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pPr algn="l" indent="0" marL="0">
              <a:lnSpc>
                <a:spcPts val="13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pPr algn="l" indent="0" marL="0">
              <a:lnSpc>
                <a:spcPts val="13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458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3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9900" y="901700"/>
          <a:ext cx="850900" cy="571500"/>
        </p:xfrm>
        <a:graphic>
          <a:graphicData uri="http://schemas.openxmlformats.org/drawingml/2006/table">
            <a:tbl>
              <a:tblPr/>
              <a:tblGrid>
                <a:gridCol w="283633"/>
                <a:gridCol w="283633"/>
                <a:gridCol w="283633"/>
              </a:tblGrid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143000" y="1981200"/>
            <a:ext cx="1752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17600" y="2070100"/>
          <a:ext cx="1727200" cy="990600"/>
        </p:xfrm>
        <a:graphic>
          <a:graphicData uri="http://schemas.openxmlformats.org/drawingml/2006/table">
            <a:tbl>
              <a:tblPr/>
              <a:tblGrid>
                <a:gridCol w="287867"/>
                <a:gridCol w="287867"/>
                <a:gridCol w="287867"/>
                <a:gridCol w="287867"/>
                <a:gridCol w="287867"/>
                <a:gridCol w="287867"/>
              </a:tblGrid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x₂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117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117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117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2"/>
          <p:cNvSpPr/>
          <p:nvPr/>
        </p:nvSpPr>
        <p:spPr>
          <a:xfrm>
            <a:off x="118491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" name="Shape 13"/>
          <p:cNvSpPr/>
          <p:nvPr/>
        </p:nvSpPr>
        <p:spPr>
          <a:xfrm>
            <a:off x="134620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0" name="Shape 14"/>
          <p:cNvSpPr/>
          <p:nvPr/>
        </p:nvSpPr>
        <p:spPr>
          <a:xfrm>
            <a:off x="144907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161798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173228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" name="Shape 17"/>
          <p:cNvSpPr/>
          <p:nvPr/>
        </p:nvSpPr>
        <p:spPr>
          <a:xfrm>
            <a:off x="190500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4" name="Shape 18"/>
          <p:cNvSpPr/>
          <p:nvPr/>
        </p:nvSpPr>
        <p:spPr>
          <a:xfrm>
            <a:off x="201803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" name="Shape 19"/>
          <p:cNvSpPr/>
          <p:nvPr/>
        </p:nvSpPr>
        <p:spPr>
          <a:xfrm>
            <a:off x="219329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6" name="Shape 20"/>
          <p:cNvSpPr/>
          <p:nvPr/>
        </p:nvSpPr>
        <p:spPr>
          <a:xfrm>
            <a:off x="230759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7" name="Shape 21"/>
          <p:cNvSpPr/>
          <p:nvPr/>
        </p:nvSpPr>
        <p:spPr>
          <a:xfrm>
            <a:off x="248031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8" name="Shape 22"/>
          <p:cNvSpPr/>
          <p:nvPr/>
        </p:nvSpPr>
        <p:spPr>
          <a:xfrm>
            <a:off x="259334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9" name="Shape 23"/>
          <p:cNvSpPr/>
          <p:nvPr/>
        </p:nvSpPr>
        <p:spPr>
          <a:xfrm>
            <a:off x="276479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0" name="Shape 24"/>
          <p:cNvSpPr/>
          <p:nvPr/>
        </p:nvSpPr>
        <p:spPr>
          <a:xfrm>
            <a:off x="1054100" y="3505200"/>
            <a:ext cx="1676400" cy="3937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1054100" y="3505200"/>
            <a:ext cx="16764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3492500" y="1765300"/>
            <a:ext cx="73533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33" name="Image 1" descr="/workspaces/codespaces-blank/ai_llm_slides/videos/machine-learning/03_ridger_regression_gradient_descent/recreated_pptx/build/assets/eq_r1_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700" y="2035557"/>
            <a:ext cx="1626105" cy="25603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197600" y="1765300"/>
            <a:ext cx="152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35" name="Text 28"/>
          <p:cNvSpPr/>
          <p:nvPr/>
        </p:nvSpPr>
        <p:spPr>
          <a:xfrm>
            <a:off x="6464300" y="1765300"/>
            <a:ext cx="1016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pic>
        <p:nvPicPr>
          <p:cNvPr id="36" name="Image 2" descr="/workspaces/codespaces-blank/ai_llm_slides/videos/machine-learning/03_ridger_regression_gradient_descent/recreated_pptx/build/assets/eq_r1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900" y="1966973"/>
            <a:ext cx="2311905" cy="367287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3492500" y="2501900"/>
            <a:ext cx="73533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38" name="Image 3" descr="/workspaces/codespaces-blank/ai_llm_slides/videos/machine-learning/03_ridger_regression_gradient_descent/recreated_pptx/build/assets/eq_r2_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700" y="2881633"/>
            <a:ext cx="1626105" cy="25450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197600" y="2501900"/>
            <a:ext cx="152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40" name="Text 31"/>
          <p:cNvSpPr/>
          <p:nvPr/>
        </p:nvSpPr>
        <p:spPr>
          <a:xfrm>
            <a:off x="6464300" y="2501900"/>
            <a:ext cx="101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41" name="Image 4" descr="/workspaces/codespaces-blank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5900" y="2707898"/>
            <a:ext cx="1219197" cy="528825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3492500" y="3454400"/>
            <a:ext cx="73533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43" name="Image 5" descr="/workspaces/codespaces-blank/ai_llm_slides/videos/machine-learning/03_ridger_regression_gradient_descent/recreated_pptx/build/assets/eq_r3_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700" y="3726183"/>
            <a:ext cx="1626105" cy="254505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197600" y="3454400"/>
            <a:ext cx="152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45" name="Text 34"/>
          <p:cNvSpPr/>
          <p:nvPr/>
        </p:nvSpPr>
        <p:spPr>
          <a:xfrm>
            <a:off x="6464300" y="3454400"/>
            <a:ext cx="1016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46" name="Image 6" descr="/workspaces/codespaces-blank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5900" y="3552448"/>
            <a:ext cx="1219197" cy="528825"/>
          </a:xfrm>
          <a:prstGeom prst="rect">
            <a:avLst/>
          </a:prstGeom>
        </p:spPr>
      </p:pic>
      <p:sp>
        <p:nvSpPr>
          <p:cNvPr id="47" name="Shape 35"/>
          <p:cNvSpPr/>
          <p:nvPr/>
        </p:nvSpPr>
        <p:spPr>
          <a:xfrm>
            <a:off x="3492500" y="4191000"/>
            <a:ext cx="7353300" cy="8255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48" name="Image 7" descr="/workspaces/codespaces-blank/ai_llm_slides/videos/machine-learning/03_ridger_regression_gradient_descent/recreated_pptx/build/assets/eq_r4_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2700" y="4513324"/>
            <a:ext cx="1626105" cy="243843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6197600" y="4191000"/>
            <a:ext cx="1524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50" name="Text 37"/>
          <p:cNvSpPr/>
          <p:nvPr/>
        </p:nvSpPr>
        <p:spPr>
          <a:xfrm>
            <a:off x="6464300" y="4191000"/>
            <a:ext cx="101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51" name="Image 8" descr="/workspaces/codespaces-blank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35900" y="4333498"/>
            <a:ext cx="1219197" cy="528825"/>
          </a:xfrm>
          <a:prstGeom prst="rect">
            <a:avLst/>
          </a:prstGeom>
        </p:spPr>
      </p:pic>
      <p:sp>
        <p:nvSpPr>
          <p:cNvPr id="52" name="Shape 38"/>
          <p:cNvSpPr/>
          <p:nvPr/>
        </p:nvSpPr>
        <p:spPr>
          <a:xfrm>
            <a:off x="3492500" y="5130800"/>
            <a:ext cx="73533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53" name="Image 9" descr="/workspaces/codespaces-blank/ai_llm_slides/videos/machine-learning/03_ridger_regression_gradient_descent/recreated_pptx/build/assets/eq_r5_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22700" y="5402324"/>
            <a:ext cx="1626105" cy="243843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6197600" y="5130800"/>
            <a:ext cx="1524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55" name="Text 40"/>
          <p:cNvSpPr/>
          <p:nvPr/>
        </p:nvSpPr>
        <p:spPr>
          <a:xfrm>
            <a:off x="6464300" y="5130800"/>
            <a:ext cx="101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56" name="Image 10" descr="/workspaces/codespaces-blank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35900" y="5222498"/>
            <a:ext cx="1219197" cy="528825"/>
          </a:xfrm>
          <a:prstGeom prst="rect">
            <a:avLst/>
          </a:prstGeom>
        </p:spPr>
      </p:pic>
      <p:sp>
        <p:nvSpPr>
          <p:cNvPr id="57" name="Shape 41"/>
          <p:cNvSpPr/>
          <p:nvPr/>
        </p:nvSpPr>
        <p:spPr>
          <a:xfrm>
            <a:off x="3492500" y="5854700"/>
            <a:ext cx="7353300" cy="8509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58" name="Image 11" descr="/workspaces/codespaces-blank/ai_llm_slides/videos/machine-learning/03_ridger_regression_gradient_descent/recreated_pptx/build/assets/eq_r6_l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2700" y="6189724"/>
            <a:ext cx="1626105" cy="243843"/>
          </a:xfrm>
          <a:prstGeom prst="rect">
            <a:avLst/>
          </a:prstGeom>
        </p:spPr>
      </p:pic>
      <p:sp>
        <p:nvSpPr>
          <p:cNvPr id="59" name="Text 42"/>
          <p:cNvSpPr/>
          <p:nvPr/>
        </p:nvSpPr>
        <p:spPr>
          <a:xfrm>
            <a:off x="6197600" y="5854700"/>
            <a:ext cx="152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60" name="Text 43"/>
          <p:cNvSpPr/>
          <p:nvPr/>
        </p:nvSpPr>
        <p:spPr>
          <a:xfrm>
            <a:off x="6464300" y="5854700"/>
            <a:ext cx="10160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61" name="Image 12" descr="/workspaces/codespaces-blank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5900" y="6009898"/>
            <a:ext cx="1219197" cy="5288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2026-10-24T04:20:45Z</dcterms:created>
  <dcterms:modified xsi:type="dcterms:W3CDTF">2026-10-24T04:20:45Z</dcterms:modified>
</cp:coreProperties>
</file>