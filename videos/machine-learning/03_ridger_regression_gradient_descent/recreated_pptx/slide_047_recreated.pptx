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63600" y="698500"/>
            <a:ext cx="8280400" cy="952500"/>
          </a:xfrm>
          <a:prstGeom prst="rect">
            <a:avLst/>
          </a:prstGeom>
          <a:solidFill>
            <a:srgbClr val="FFFFE8"/>
          </a:solidFill>
          <a:ln w="12700">
            <a:solidFill>
              <a:srgbClr val="1A1A9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40587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0" name="Shape 8"/>
          <p:cNvSpPr/>
          <p:nvPr/>
        </p:nvSpPr>
        <p:spPr>
          <a:xfrm>
            <a:off x="1276350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1" name="Text 9"/>
          <p:cNvSpPr/>
          <p:nvPr/>
        </p:nvSpPr>
        <p:spPr>
          <a:xfrm>
            <a:off x="1073150" y="73152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x₁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111250" y="96012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111250" y="116967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085850" y="13779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C₁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415415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6" name="Shape 14"/>
          <p:cNvSpPr/>
          <p:nvPr/>
        </p:nvSpPr>
        <p:spPr>
          <a:xfrm>
            <a:off x="1560068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7" name="Text 15"/>
          <p:cNvSpPr/>
          <p:nvPr/>
        </p:nvSpPr>
        <p:spPr>
          <a:xfrm>
            <a:off x="1352550" y="73152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390650" y="96012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390650" y="116967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365250" y="13779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C₁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695958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22" name="Shape 20"/>
          <p:cNvSpPr/>
          <p:nvPr/>
        </p:nvSpPr>
        <p:spPr>
          <a:xfrm>
            <a:off x="1842770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23" name="Text 21"/>
          <p:cNvSpPr/>
          <p:nvPr/>
        </p:nvSpPr>
        <p:spPr>
          <a:xfrm>
            <a:off x="1631950" y="73152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x₃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670050" y="96012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1670050" y="116967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644650" y="13779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C₁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985010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28" name="Shape 26"/>
          <p:cNvSpPr/>
          <p:nvPr/>
        </p:nvSpPr>
        <p:spPr>
          <a:xfrm>
            <a:off x="2134362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29" name="Text 27"/>
          <p:cNvSpPr/>
          <p:nvPr/>
        </p:nvSpPr>
        <p:spPr>
          <a:xfrm>
            <a:off x="1917700" y="73152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x₄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955800" y="96012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1955800" y="116967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1930400" y="13779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C₂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270125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34" name="Shape 32"/>
          <p:cNvSpPr/>
          <p:nvPr/>
        </p:nvSpPr>
        <p:spPr>
          <a:xfrm>
            <a:off x="2410206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35" name="Text 33"/>
          <p:cNvSpPr/>
          <p:nvPr/>
        </p:nvSpPr>
        <p:spPr>
          <a:xfrm>
            <a:off x="2203450" y="73152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x₅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2241550" y="96012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2241550" y="116967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2216150" y="13779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C₂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2561463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40" name="Shape 38"/>
          <p:cNvSpPr/>
          <p:nvPr/>
        </p:nvSpPr>
        <p:spPr>
          <a:xfrm>
            <a:off x="2696972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41" name="Text 39"/>
          <p:cNvSpPr/>
          <p:nvPr/>
        </p:nvSpPr>
        <p:spPr>
          <a:xfrm>
            <a:off x="2489200" y="73152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x₆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2527300" y="96012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2527300" y="116967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2501900" y="13779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C₂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3378200" y="895350"/>
            <a:ext cx="863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Initial </a:t>
            </a:r>
            <a:pPr algn="l" indent="0" marL="0">
              <a:buNone/>
            </a:pPr>
            <a:r>
              <a:rPr lang="en-US" sz="1300" b="1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</a:t>
            </a:r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4197350" y="723900"/>
            <a:ext cx="12700" cy="635000"/>
          </a:xfrm>
          <a:prstGeom prst="rect">
            <a:avLst/>
          </a:prstGeom>
          <a:solidFill>
            <a:srgbClr val="6E6E6E"/>
          </a:solidFill>
          <a:ln/>
        </p:spPr>
      </p:sp>
      <p:sp>
        <p:nvSpPr>
          <p:cNvPr id="47" name="Shape 45"/>
          <p:cNvSpPr/>
          <p:nvPr/>
        </p:nvSpPr>
        <p:spPr>
          <a:xfrm>
            <a:off x="4470400" y="723900"/>
            <a:ext cx="12700" cy="635000"/>
          </a:xfrm>
          <a:prstGeom prst="rect">
            <a:avLst/>
          </a:prstGeom>
          <a:solidFill>
            <a:srgbClr val="6E6E6E"/>
          </a:solidFill>
          <a:ln/>
        </p:spPr>
      </p:sp>
      <p:sp>
        <p:nvSpPr>
          <p:cNvPr id="48" name="Text 46"/>
          <p:cNvSpPr/>
          <p:nvPr/>
        </p:nvSpPr>
        <p:spPr>
          <a:xfrm>
            <a:off x="4203700" y="755650"/>
            <a:ext cx="2286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4203700" y="958850"/>
            <a:ext cx="2286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-2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4203700" y="1155700"/>
            <a:ext cx="2286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4635500" y="800100"/>
            <a:ext cx="1041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 η = 2</a:t>
            </a:r>
            <a:endParaRPr lang="en-US" sz="1750" dirty="0"/>
          </a:p>
        </p:txBody>
      </p:sp>
      <p:sp>
        <p:nvSpPr>
          <p:cNvPr id="52" name="Text 50"/>
          <p:cNvSpPr/>
          <p:nvPr/>
        </p:nvSpPr>
        <p:spPr>
          <a:xfrm>
            <a:off x="6337300" y="952500"/>
            <a:ext cx="1193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Check classes of</a:t>
            </a: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3035300" y="1358900"/>
            <a:ext cx="3556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C₁</a:t>
            </a:r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positive  </a:t>
            </a:r>
            <a:pPr algn="l" indent="0" marL="0">
              <a:buNone/>
            </a:pPr>
            <a:r>
              <a:rPr lang="en-US" sz="1500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C₂</a:t>
            </a:r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negative   </a:t>
            </a:r>
            <a:pPr algn="l" indent="0" marL="0">
              <a:buNone/>
            </a:pPr>
            <a:r>
              <a:rPr lang="en-US" sz="1500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Zero</a:t>
            </a:r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is unaccepted</a:t>
            </a:r>
            <a:endParaRPr lang="en-US" sz="1500" dirty="0"/>
          </a:p>
        </p:txBody>
      </p:sp>
      <p:sp>
        <p:nvSpPr>
          <p:cNvPr id="54" name="Shape 52"/>
          <p:cNvSpPr/>
          <p:nvPr/>
        </p:nvSpPr>
        <p:spPr>
          <a:xfrm>
            <a:off x="7595362" y="1016000"/>
            <a:ext cx="12700" cy="4064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55" name="Shape 53"/>
          <p:cNvSpPr/>
          <p:nvPr/>
        </p:nvSpPr>
        <p:spPr>
          <a:xfrm>
            <a:off x="7745984" y="1016000"/>
            <a:ext cx="12700" cy="4064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56" name="Text 54"/>
          <p:cNvSpPr/>
          <p:nvPr/>
        </p:nvSpPr>
        <p:spPr>
          <a:xfrm>
            <a:off x="7550150" y="76454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Z₁</a:t>
            </a:r>
            <a:endParaRPr lang="en-US" sz="1250" dirty="0"/>
          </a:p>
        </p:txBody>
      </p:sp>
      <p:sp>
        <p:nvSpPr>
          <p:cNvPr id="57" name="Text 55"/>
          <p:cNvSpPr/>
          <p:nvPr/>
        </p:nvSpPr>
        <p:spPr>
          <a:xfrm>
            <a:off x="7588250" y="99314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1350" dirty="0"/>
          </a:p>
        </p:txBody>
      </p:sp>
      <p:sp>
        <p:nvSpPr>
          <p:cNvPr id="58" name="Text 56"/>
          <p:cNvSpPr/>
          <p:nvPr/>
        </p:nvSpPr>
        <p:spPr>
          <a:xfrm>
            <a:off x="7588250" y="121285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7892415" y="1016000"/>
            <a:ext cx="12700" cy="4064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60" name="Shape 58"/>
          <p:cNvSpPr/>
          <p:nvPr/>
        </p:nvSpPr>
        <p:spPr>
          <a:xfrm>
            <a:off x="8036306" y="1016000"/>
            <a:ext cx="12700" cy="4064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61" name="Text 59"/>
          <p:cNvSpPr/>
          <p:nvPr/>
        </p:nvSpPr>
        <p:spPr>
          <a:xfrm>
            <a:off x="7823200" y="76454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Z₁</a:t>
            </a:r>
            <a:endParaRPr lang="en-US" sz="1250" dirty="0"/>
          </a:p>
        </p:txBody>
      </p:sp>
      <p:sp>
        <p:nvSpPr>
          <p:cNvPr id="62" name="Text 60"/>
          <p:cNvSpPr/>
          <p:nvPr/>
        </p:nvSpPr>
        <p:spPr>
          <a:xfrm>
            <a:off x="7861300" y="99314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1350" dirty="0"/>
          </a:p>
        </p:txBody>
      </p:sp>
      <p:sp>
        <p:nvSpPr>
          <p:cNvPr id="63" name="Text 61"/>
          <p:cNvSpPr/>
          <p:nvPr/>
        </p:nvSpPr>
        <p:spPr>
          <a:xfrm>
            <a:off x="7861300" y="121285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350" dirty="0"/>
          </a:p>
        </p:txBody>
      </p:sp>
      <p:sp>
        <p:nvSpPr>
          <p:cNvPr id="64" name="Shape 62"/>
          <p:cNvSpPr/>
          <p:nvPr/>
        </p:nvSpPr>
        <p:spPr>
          <a:xfrm>
            <a:off x="8166481" y="1016000"/>
            <a:ext cx="12700" cy="4064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65" name="Shape 63"/>
          <p:cNvSpPr/>
          <p:nvPr/>
        </p:nvSpPr>
        <p:spPr>
          <a:xfrm>
            <a:off x="8311515" y="1016000"/>
            <a:ext cx="12700" cy="4064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66" name="Text 64"/>
          <p:cNvSpPr/>
          <p:nvPr/>
        </p:nvSpPr>
        <p:spPr>
          <a:xfrm>
            <a:off x="8108950" y="76454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Z₁</a:t>
            </a:r>
            <a:endParaRPr lang="en-US" sz="1250" dirty="0"/>
          </a:p>
        </p:txBody>
      </p:sp>
      <p:sp>
        <p:nvSpPr>
          <p:cNvPr id="67" name="Text 65"/>
          <p:cNvSpPr/>
          <p:nvPr/>
        </p:nvSpPr>
        <p:spPr>
          <a:xfrm>
            <a:off x="8147050" y="99314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350" dirty="0"/>
          </a:p>
        </p:txBody>
      </p:sp>
      <p:sp>
        <p:nvSpPr>
          <p:cNvPr id="68" name="Text 66"/>
          <p:cNvSpPr/>
          <p:nvPr/>
        </p:nvSpPr>
        <p:spPr>
          <a:xfrm>
            <a:off x="8147050" y="121285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350" dirty="0"/>
          </a:p>
        </p:txBody>
      </p:sp>
      <p:sp>
        <p:nvSpPr>
          <p:cNvPr id="69" name="Shape 67"/>
          <p:cNvSpPr/>
          <p:nvPr/>
        </p:nvSpPr>
        <p:spPr>
          <a:xfrm>
            <a:off x="876300" y="1765300"/>
            <a:ext cx="2260600" cy="14859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CB8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41400" y="1835150"/>
            <a:ext cx="2260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Ugmented Vectors ( from Top )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1184529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72" name="Shape 70"/>
          <p:cNvSpPr/>
          <p:nvPr/>
        </p:nvSpPr>
        <p:spPr>
          <a:xfrm>
            <a:off x="1342009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73" name="Text 71"/>
          <p:cNvSpPr/>
          <p:nvPr/>
        </p:nvSpPr>
        <p:spPr>
          <a:xfrm>
            <a:off x="1123950" y="202946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x₁</a:t>
            </a:r>
            <a:endParaRPr lang="en-US" sz="1250" dirty="0"/>
          </a:p>
        </p:txBody>
      </p:sp>
      <p:sp>
        <p:nvSpPr>
          <p:cNvPr id="74" name="Text 72"/>
          <p:cNvSpPr/>
          <p:nvPr/>
        </p:nvSpPr>
        <p:spPr>
          <a:xfrm>
            <a:off x="1162050" y="2282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75" name="Text 73"/>
          <p:cNvSpPr/>
          <p:nvPr/>
        </p:nvSpPr>
        <p:spPr>
          <a:xfrm>
            <a:off x="1162050" y="24726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76" name="Text 74"/>
          <p:cNvSpPr/>
          <p:nvPr/>
        </p:nvSpPr>
        <p:spPr>
          <a:xfrm>
            <a:off x="1162050" y="2663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77" name="Text 75"/>
          <p:cNvSpPr/>
          <p:nvPr/>
        </p:nvSpPr>
        <p:spPr>
          <a:xfrm>
            <a:off x="1136650" y="290449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C₁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1456182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79" name="Shape 77"/>
          <p:cNvSpPr/>
          <p:nvPr/>
        </p:nvSpPr>
        <p:spPr>
          <a:xfrm>
            <a:off x="1601343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80" name="Text 78"/>
          <p:cNvSpPr/>
          <p:nvPr/>
        </p:nvSpPr>
        <p:spPr>
          <a:xfrm>
            <a:off x="1390650" y="202946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x₂</a:t>
            </a:r>
            <a:endParaRPr lang="en-US" sz="1250" dirty="0"/>
          </a:p>
        </p:txBody>
      </p:sp>
      <p:sp>
        <p:nvSpPr>
          <p:cNvPr id="81" name="Text 79"/>
          <p:cNvSpPr/>
          <p:nvPr/>
        </p:nvSpPr>
        <p:spPr>
          <a:xfrm>
            <a:off x="1428750" y="2282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82" name="Text 80"/>
          <p:cNvSpPr/>
          <p:nvPr/>
        </p:nvSpPr>
        <p:spPr>
          <a:xfrm>
            <a:off x="1428750" y="24726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350" dirty="0"/>
          </a:p>
        </p:txBody>
      </p:sp>
      <p:sp>
        <p:nvSpPr>
          <p:cNvPr id="83" name="Text 81"/>
          <p:cNvSpPr/>
          <p:nvPr/>
        </p:nvSpPr>
        <p:spPr>
          <a:xfrm>
            <a:off x="1428750" y="2663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84" name="Text 82"/>
          <p:cNvSpPr/>
          <p:nvPr/>
        </p:nvSpPr>
        <p:spPr>
          <a:xfrm>
            <a:off x="1403350" y="290449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C₁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1741297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86" name="Shape 84"/>
          <p:cNvSpPr/>
          <p:nvPr/>
        </p:nvSpPr>
        <p:spPr>
          <a:xfrm>
            <a:off x="1892300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87" name="Text 85"/>
          <p:cNvSpPr/>
          <p:nvPr/>
        </p:nvSpPr>
        <p:spPr>
          <a:xfrm>
            <a:off x="1682750" y="202946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x₃</a:t>
            </a:r>
            <a:endParaRPr lang="en-US" sz="1250" dirty="0"/>
          </a:p>
        </p:txBody>
      </p:sp>
      <p:sp>
        <p:nvSpPr>
          <p:cNvPr id="88" name="Text 86"/>
          <p:cNvSpPr/>
          <p:nvPr/>
        </p:nvSpPr>
        <p:spPr>
          <a:xfrm>
            <a:off x="1720850" y="2282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89" name="Text 87"/>
          <p:cNvSpPr/>
          <p:nvPr/>
        </p:nvSpPr>
        <p:spPr>
          <a:xfrm>
            <a:off x="1720850" y="24726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90" name="Text 88"/>
          <p:cNvSpPr/>
          <p:nvPr/>
        </p:nvSpPr>
        <p:spPr>
          <a:xfrm>
            <a:off x="1720850" y="2663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350" dirty="0"/>
          </a:p>
        </p:txBody>
      </p:sp>
      <p:sp>
        <p:nvSpPr>
          <p:cNvPr id="91" name="Text 89"/>
          <p:cNvSpPr/>
          <p:nvPr/>
        </p:nvSpPr>
        <p:spPr>
          <a:xfrm>
            <a:off x="1695450" y="290449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C₁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2025523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93" name="Shape 91"/>
          <p:cNvSpPr/>
          <p:nvPr/>
        </p:nvSpPr>
        <p:spPr>
          <a:xfrm>
            <a:off x="2175383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94" name="Text 92"/>
          <p:cNvSpPr/>
          <p:nvPr/>
        </p:nvSpPr>
        <p:spPr>
          <a:xfrm>
            <a:off x="1968500" y="202946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x₄</a:t>
            </a:r>
            <a:endParaRPr lang="en-US" sz="1250" dirty="0"/>
          </a:p>
        </p:txBody>
      </p:sp>
      <p:sp>
        <p:nvSpPr>
          <p:cNvPr id="95" name="Text 93"/>
          <p:cNvSpPr/>
          <p:nvPr/>
        </p:nvSpPr>
        <p:spPr>
          <a:xfrm>
            <a:off x="2006600" y="2282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96" name="Text 94"/>
          <p:cNvSpPr/>
          <p:nvPr/>
        </p:nvSpPr>
        <p:spPr>
          <a:xfrm>
            <a:off x="2006600" y="24726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350" dirty="0"/>
          </a:p>
        </p:txBody>
      </p:sp>
      <p:sp>
        <p:nvSpPr>
          <p:cNvPr id="97" name="Text 95"/>
          <p:cNvSpPr/>
          <p:nvPr/>
        </p:nvSpPr>
        <p:spPr>
          <a:xfrm>
            <a:off x="2006600" y="2663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350" dirty="0"/>
          </a:p>
        </p:txBody>
      </p:sp>
      <p:sp>
        <p:nvSpPr>
          <p:cNvPr id="98" name="Text 96"/>
          <p:cNvSpPr/>
          <p:nvPr/>
        </p:nvSpPr>
        <p:spPr>
          <a:xfrm>
            <a:off x="1981200" y="290449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C₂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2313559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00" name="Shape 98"/>
          <p:cNvSpPr/>
          <p:nvPr/>
        </p:nvSpPr>
        <p:spPr>
          <a:xfrm>
            <a:off x="2462276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01" name="Text 99"/>
          <p:cNvSpPr/>
          <p:nvPr/>
        </p:nvSpPr>
        <p:spPr>
          <a:xfrm>
            <a:off x="2254250" y="202946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x₅</a:t>
            </a:r>
            <a:endParaRPr lang="en-US" sz="1250" dirty="0"/>
          </a:p>
        </p:txBody>
      </p:sp>
      <p:sp>
        <p:nvSpPr>
          <p:cNvPr id="102" name="Text 100"/>
          <p:cNvSpPr/>
          <p:nvPr/>
        </p:nvSpPr>
        <p:spPr>
          <a:xfrm>
            <a:off x="2292350" y="2282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103" name="Text 101"/>
          <p:cNvSpPr/>
          <p:nvPr/>
        </p:nvSpPr>
        <p:spPr>
          <a:xfrm>
            <a:off x="2292350" y="24726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350" dirty="0"/>
          </a:p>
        </p:txBody>
      </p:sp>
      <p:sp>
        <p:nvSpPr>
          <p:cNvPr id="104" name="Text 102"/>
          <p:cNvSpPr/>
          <p:nvPr/>
        </p:nvSpPr>
        <p:spPr>
          <a:xfrm>
            <a:off x="2292350" y="2663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350" dirty="0"/>
          </a:p>
        </p:txBody>
      </p:sp>
      <p:sp>
        <p:nvSpPr>
          <p:cNvPr id="105" name="Text 103"/>
          <p:cNvSpPr/>
          <p:nvPr/>
        </p:nvSpPr>
        <p:spPr>
          <a:xfrm>
            <a:off x="2266950" y="290449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C₂</a:t>
            </a:r>
            <a:endParaRPr lang="en-US" sz="1300" dirty="0"/>
          </a:p>
        </p:txBody>
      </p:sp>
      <p:sp>
        <p:nvSpPr>
          <p:cNvPr id="106" name="Shape 104"/>
          <p:cNvSpPr/>
          <p:nvPr/>
        </p:nvSpPr>
        <p:spPr>
          <a:xfrm>
            <a:off x="2598801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07" name="Shape 105"/>
          <p:cNvSpPr/>
          <p:nvPr/>
        </p:nvSpPr>
        <p:spPr>
          <a:xfrm>
            <a:off x="2742311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08" name="Text 106"/>
          <p:cNvSpPr/>
          <p:nvPr/>
        </p:nvSpPr>
        <p:spPr>
          <a:xfrm>
            <a:off x="2533650" y="202946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x₆</a:t>
            </a:r>
            <a:endParaRPr lang="en-US" sz="1250" dirty="0"/>
          </a:p>
        </p:txBody>
      </p:sp>
      <p:sp>
        <p:nvSpPr>
          <p:cNvPr id="109" name="Text 107"/>
          <p:cNvSpPr/>
          <p:nvPr/>
        </p:nvSpPr>
        <p:spPr>
          <a:xfrm>
            <a:off x="2571750" y="2282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110" name="Text 108"/>
          <p:cNvSpPr/>
          <p:nvPr/>
        </p:nvSpPr>
        <p:spPr>
          <a:xfrm>
            <a:off x="2571750" y="24726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350" dirty="0"/>
          </a:p>
        </p:txBody>
      </p:sp>
      <p:sp>
        <p:nvSpPr>
          <p:cNvPr id="111" name="Text 109"/>
          <p:cNvSpPr/>
          <p:nvPr/>
        </p:nvSpPr>
        <p:spPr>
          <a:xfrm>
            <a:off x="2571750" y="2663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350" dirty="0"/>
          </a:p>
        </p:txBody>
      </p:sp>
      <p:sp>
        <p:nvSpPr>
          <p:cNvPr id="112" name="Text 110"/>
          <p:cNvSpPr/>
          <p:nvPr/>
        </p:nvSpPr>
        <p:spPr>
          <a:xfrm>
            <a:off x="2546350" y="290449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C₂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3467100" y="1765300"/>
            <a:ext cx="7391400" cy="7493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CB8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3594100" y="1998980"/>
            <a:ext cx="66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d(Z₁) =</a:t>
            </a:r>
            <a:endParaRPr lang="en-US" sz="1400" dirty="0"/>
          </a:p>
        </p:txBody>
      </p:sp>
      <p:sp>
        <p:nvSpPr>
          <p:cNvPr id="115" name="Text 113"/>
          <p:cNvSpPr/>
          <p:nvPr/>
        </p:nvSpPr>
        <p:spPr>
          <a:xfrm>
            <a:off x="4191000" y="1860550"/>
            <a:ext cx="152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00" dirty="0"/>
          </a:p>
        </p:txBody>
      </p:sp>
      <p:sp>
        <p:nvSpPr>
          <p:cNvPr id="116" name="Text 114"/>
          <p:cNvSpPr/>
          <p:nvPr/>
        </p:nvSpPr>
        <p:spPr>
          <a:xfrm>
            <a:off x="4413250" y="1860550"/>
            <a:ext cx="152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1300" dirty="0"/>
          </a:p>
        </p:txBody>
      </p:sp>
      <p:sp>
        <p:nvSpPr>
          <p:cNvPr id="117" name="Text 115"/>
          <p:cNvSpPr/>
          <p:nvPr/>
        </p:nvSpPr>
        <p:spPr>
          <a:xfrm>
            <a:off x="4616450" y="1860550"/>
            <a:ext cx="152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4837430" y="1841500"/>
            <a:ext cx="12700" cy="6096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130165" y="1841500"/>
            <a:ext cx="12700" cy="6096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191000" y="1866900"/>
            <a:ext cx="12700" cy="1651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800600" y="1879600"/>
            <a:ext cx="12700" cy="1524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22" name="Text 120"/>
          <p:cNvSpPr/>
          <p:nvPr/>
        </p:nvSpPr>
        <p:spPr>
          <a:xfrm>
            <a:off x="4914900" y="187325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1050" dirty="0"/>
          </a:p>
        </p:txBody>
      </p:sp>
      <p:sp>
        <p:nvSpPr>
          <p:cNvPr id="123" name="Text 121"/>
          <p:cNvSpPr/>
          <p:nvPr/>
        </p:nvSpPr>
        <p:spPr>
          <a:xfrm>
            <a:off x="4914900" y="20447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-4</a:t>
            </a:r>
            <a:endParaRPr lang="en-US" sz="1050" dirty="0"/>
          </a:p>
        </p:txBody>
      </p:sp>
      <p:sp>
        <p:nvSpPr>
          <p:cNvPr id="124" name="Text 122"/>
          <p:cNvSpPr/>
          <p:nvPr/>
        </p:nvSpPr>
        <p:spPr>
          <a:xfrm>
            <a:off x="4914900" y="22606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1050" dirty="0"/>
          </a:p>
        </p:txBody>
      </p:sp>
      <p:sp>
        <p:nvSpPr>
          <p:cNvPr id="125" name="Text 123"/>
          <p:cNvSpPr/>
          <p:nvPr/>
        </p:nvSpPr>
        <p:spPr>
          <a:xfrm>
            <a:off x="5257800" y="2009140"/>
            <a:ext cx="508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= 14</a:t>
            </a:r>
            <a:endParaRPr lang="en-US" sz="1350" dirty="0"/>
          </a:p>
        </p:txBody>
      </p:sp>
      <p:sp>
        <p:nvSpPr>
          <p:cNvPr id="126" name="Text 124"/>
          <p:cNvSpPr/>
          <p:nvPr/>
        </p:nvSpPr>
        <p:spPr>
          <a:xfrm>
            <a:off x="6438900" y="2012950"/>
            <a:ext cx="127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⇒ Positive &gt; 0</a:t>
            </a:r>
            <a:endParaRPr lang="en-US" sz="1400" dirty="0"/>
          </a:p>
        </p:txBody>
      </p:sp>
      <p:sp>
        <p:nvSpPr>
          <p:cNvPr id="127" name="Text 125"/>
          <p:cNvSpPr/>
          <p:nvPr/>
        </p:nvSpPr>
        <p:spPr>
          <a:xfrm>
            <a:off x="8420100" y="2006600"/>
            <a:ext cx="63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Class I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3467100" y="2616200"/>
            <a:ext cx="7391400" cy="7366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CB8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3594100" y="2875280"/>
            <a:ext cx="66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d(Z₂) =</a:t>
            </a:r>
            <a:endParaRPr lang="en-US" sz="1400" dirty="0"/>
          </a:p>
        </p:txBody>
      </p:sp>
      <p:sp>
        <p:nvSpPr>
          <p:cNvPr id="130" name="Text 128"/>
          <p:cNvSpPr/>
          <p:nvPr/>
        </p:nvSpPr>
        <p:spPr>
          <a:xfrm>
            <a:off x="4191000" y="2736850"/>
            <a:ext cx="152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00" dirty="0"/>
          </a:p>
        </p:txBody>
      </p:sp>
      <p:sp>
        <p:nvSpPr>
          <p:cNvPr id="131" name="Text 129"/>
          <p:cNvSpPr/>
          <p:nvPr/>
        </p:nvSpPr>
        <p:spPr>
          <a:xfrm>
            <a:off x="4413250" y="2736850"/>
            <a:ext cx="152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1300" dirty="0"/>
          </a:p>
        </p:txBody>
      </p:sp>
      <p:sp>
        <p:nvSpPr>
          <p:cNvPr id="132" name="Text 130"/>
          <p:cNvSpPr/>
          <p:nvPr/>
        </p:nvSpPr>
        <p:spPr>
          <a:xfrm>
            <a:off x="4616450" y="2736850"/>
            <a:ext cx="152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300" dirty="0"/>
          </a:p>
        </p:txBody>
      </p:sp>
      <p:sp>
        <p:nvSpPr>
          <p:cNvPr id="133" name="Shape 131"/>
          <p:cNvSpPr/>
          <p:nvPr/>
        </p:nvSpPr>
        <p:spPr>
          <a:xfrm>
            <a:off x="4837430" y="2717800"/>
            <a:ext cx="12700" cy="6096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34" name="Shape 132"/>
          <p:cNvSpPr/>
          <p:nvPr/>
        </p:nvSpPr>
        <p:spPr>
          <a:xfrm>
            <a:off x="5130165" y="2717800"/>
            <a:ext cx="12700" cy="6096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191000" y="2743200"/>
            <a:ext cx="12700" cy="1651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800600" y="2755900"/>
            <a:ext cx="12700" cy="1524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37" name="Text 135"/>
          <p:cNvSpPr/>
          <p:nvPr/>
        </p:nvSpPr>
        <p:spPr>
          <a:xfrm>
            <a:off x="4914900" y="274955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1050" dirty="0"/>
          </a:p>
        </p:txBody>
      </p:sp>
      <p:sp>
        <p:nvSpPr>
          <p:cNvPr id="138" name="Text 136"/>
          <p:cNvSpPr/>
          <p:nvPr/>
        </p:nvSpPr>
        <p:spPr>
          <a:xfrm>
            <a:off x="4914900" y="29210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-4</a:t>
            </a:r>
            <a:endParaRPr lang="en-US" sz="1050" dirty="0"/>
          </a:p>
        </p:txBody>
      </p:sp>
      <p:sp>
        <p:nvSpPr>
          <p:cNvPr id="139" name="Text 137"/>
          <p:cNvSpPr/>
          <p:nvPr/>
        </p:nvSpPr>
        <p:spPr>
          <a:xfrm>
            <a:off x="4914900" y="31369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1050" dirty="0"/>
          </a:p>
        </p:txBody>
      </p:sp>
      <p:sp>
        <p:nvSpPr>
          <p:cNvPr id="140" name="Text 138"/>
          <p:cNvSpPr/>
          <p:nvPr/>
        </p:nvSpPr>
        <p:spPr>
          <a:xfrm>
            <a:off x="5257800" y="2885440"/>
            <a:ext cx="508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= -14</a:t>
            </a:r>
            <a:endParaRPr lang="en-US" sz="1350" dirty="0"/>
          </a:p>
        </p:txBody>
      </p:sp>
      <p:sp>
        <p:nvSpPr>
          <p:cNvPr id="141" name="Text 139"/>
          <p:cNvSpPr/>
          <p:nvPr/>
        </p:nvSpPr>
        <p:spPr>
          <a:xfrm>
            <a:off x="6438900" y="2889250"/>
            <a:ext cx="127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⇒ Negative &lt; 0</a:t>
            </a:r>
            <a:endParaRPr lang="en-US" sz="1400" dirty="0"/>
          </a:p>
        </p:txBody>
      </p:sp>
      <p:sp>
        <p:nvSpPr>
          <p:cNvPr id="142" name="Text 140"/>
          <p:cNvSpPr/>
          <p:nvPr/>
        </p:nvSpPr>
        <p:spPr>
          <a:xfrm>
            <a:off x="8597900" y="2882900"/>
            <a:ext cx="63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Class II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3467100" y="3441700"/>
            <a:ext cx="7391400" cy="7493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CB8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3594100" y="3713480"/>
            <a:ext cx="66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d(Z₂) =</a:t>
            </a:r>
            <a:endParaRPr lang="en-US" sz="1400" dirty="0"/>
          </a:p>
        </p:txBody>
      </p:sp>
      <p:sp>
        <p:nvSpPr>
          <p:cNvPr id="145" name="Text 143"/>
          <p:cNvSpPr/>
          <p:nvPr/>
        </p:nvSpPr>
        <p:spPr>
          <a:xfrm>
            <a:off x="4191000" y="3575050"/>
            <a:ext cx="152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00" dirty="0"/>
          </a:p>
        </p:txBody>
      </p:sp>
      <p:sp>
        <p:nvSpPr>
          <p:cNvPr id="146" name="Text 144"/>
          <p:cNvSpPr/>
          <p:nvPr/>
        </p:nvSpPr>
        <p:spPr>
          <a:xfrm>
            <a:off x="4413250" y="3575050"/>
            <a:ext cx="152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300" dirty="0"/>
          </a:p>
        </p:txBody>
      </p:sp>
      <p:sp>
        <p:nvSpPr>
          <p:cNvPr id="147" name="Text 145"/>
          <p:cNvSpPr/>
          <p:nvPr/>
        </p:nvSpPr>
        <p:spPr>
          <a:xfrm>
            <a:off x="4616450" y="3575050"/>
            <a:ext cx="152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4837430" y="3556000"/>
            <a:ext cx="12700" cy="5969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130165" y="3556000"/>
            <a:ext cx="12700" cy="5969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50" name="Shape 148"/>
          <p:cNvSpPr/>
          <p:nvPr/>
        </p:nvSpPr>
        <p:spPr>
          <a:xfrm>
            <a:off x="4191000" y="3581400"/>
            <a:ext cx="12700" cy="1651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51" name="Shape 149"/>
          <p:cNvSpPr/>
          <p:nvPr/>
        </p:nvSpPr>
        <p:spPr>
          <a:xfrm>
            <a:off x="4800600" y="3594100"/>
            <a:ext cx="12700" cy="1524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52" name="Text 150"/>
          <p:cNvSpPr/>
          <p:nvPr/>
        </p:nvSpPr>
        <p:spPr>
          <a:xfrm>
            <a:off x="4914900" y="358775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1050" dirty="0"/>
          </a:p>
        </p:txBody>
      </p:sp>
      <p:sp>
        <p:nvSpPr>
          <p:cNvPr id="153" name="Text 151"/>
          <p:cNvSpPr/>
          <p:nvPr/>
        </p:nvSpPr>
        <p:spPr>
          <a:xfrm>
            <a:off x="4914900" y="37592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-4</a:t>
            </a:r>
            <a:endParaRPr lang="en-US" sz="1050" dirty="0"/>
          </a:p>
        </p:txBody>
      </p:sp>
      <p:sp>
        <p:nvSpPr>
          <p:cNvPr id="154" name="Text 152"/>
          <p:cNvSpPr/>
          <p:nvPr/>
        </p:nvSpPr>
        <p:spPr>
          <a:xfrm>
            <a:off x="4914900" y="39751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1050" dirty="0"/>
          </a:p>
        </p:txBody>
      </p:sp>
      <p:sp>
        <p:nvSpPr>
          <p:cNvPr id="155" name="Text 153"/>
          <p:cNvSpPr/>
          <p:nvPr/>
        </p:nvSpPr>
        <p:spPr>
          <a:xfrm>
            <a:off x="5257800" y="3723640"/>
            <a:ext cx="508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= -2</a:t>
            </a:r>
            <a:endParaRPr lang="en-US" sz="1350" dirty="0"/>
          </a:p>
        </p:txBody>
      </p:sp>
      <p:sp>
        <p:nvSpPr>
          <p:cNvPr id="156" name="Text 154"/>
          <p:cNvSpPr/>
          <p:nvPr/>
        </p:nvSpPr>
        <p:spPr>
          <a:xfrm>
            <a:off x="6438900" y="3727450"/>
            <a:ext cx="127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⇒ Negative &lt; 0</a:t>
            </a:r>
            <a:endParaRPr lang="en-US" sz="1400" dirty="0"/>
          </a:p>
        </p:txBody>
      </p:sp>
      <p:sp>
        <p:nvSpPr>
          <p:cNvPr id="157" name="Text 155"/>
          <p:cNvSpPr/>
          <p:nvPr/>
        </p:nvSpPr>
        <p:spPr>
          <a:xfrm>
            <a:off x="8509000" y="3721100"/>
            <a:ext cx="63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Class II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1003300" y="3530600"/>
            <a:ext cx="2032000" cy="342900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1003300" y="3530600"/>
            <a:ext cx="203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Check Classes</a:t>
            </a:r>
            <a:endParaRPr lang="en-US" sz="2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2026-10-26T12:09:02Z</dcterms:created>
  <dcterms:modified xsi:type="dcterms:W3CDTF">2026-10-26T12:09:02Z</dcterms:modified>
</cp:coreProperties>
</file>