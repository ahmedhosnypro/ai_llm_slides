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300" y="2108200"/>
            <a:ext cx="10795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of  Linear Regression Model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83100" y="314960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usnig SGD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54400" y="4000500"/>
            <a:ext cx="482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Example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2026-10-23T22:42:27Z</dcterms:created>
  <dcterms:modified xsi:type="dcterms:W3CDTF">2026-10-23T22:42:27Z</dcterms:modified>
</cp:coreProperties>
</file>