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46250" y="801453"/>
            <a:ext cx="838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Negative Direction of Gradient with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3441700" y="1239603"/>
            <a:ext cx="508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Learning Rate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2457450" y="2120900"/>
            <a:ext cx="6635750" cy="431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25750" y="2819400"/>
            <a:ext cx="0" cy="27178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19400" y="5537200"/>
            <a:ext cx="568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2832100" y="2616200"/>
                </a:moveTo>
                <a:lnTo>
                  <a:pt x="2768600" y="2819400"/>
                </a:lnTo>
                <a:lnTo>
                  <a:pt x="2895600" y="2819400"/>
                </a:lnTo>
                <a:close/>
              </a:path>
            </a:pathLst>
          </a:cu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8712200" y="5537200"/>
                </a:moveTo>
                <a:lnTo>
                  <a:pt x="8509000" y="5473700"/>
                </a:lnTo>
                <a:lnTo>
                  <a:pt x="8509000" y="5613400"/>
                </a:lnTo>
                <a:close/>
              </a:path>
            </a:pathLst>
          </a:cu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3750" y="34544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3750" y="36322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3750" y="38100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3750" y="39878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3750" y="4165600"/>
            <a:ext cx="0" cy="101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3750" y="4356100"/>
            <a:ext cx="0" cy="762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3750" y="45339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3750" y="47117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3750" y="48895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3750" y="50800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3750" y="52578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3750" y="54356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45150" y="5270500"/>
            <a:ext cx="0" cy="101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45150" y="54610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035300" y="2928390"/>
                </a:moveTo>
                <a:lnTo>
                  <a:pt x="3048000" y="2949566"/>
                </a:lnTo>
                <a:lnTo>
                  <a:pt x="3060700" y="2970641"/>
                </a:lnTo>
                <a:lnTo>
                  <a:pt x="3073400" y="2991616"/>
                </a:lnTo>
                <a:lnTo>
                  <a:pt x="3086100" y="3012491"/>
                </a:lnTo>
                <a:lnTo>
                  <a:pt x="3098800" y="3033265"/>
                </a:lnTo>
                <a:lnTo>
                  <a:pt x="3111500" y="3053939"/>
                </a:lnTo>
                <a:lnTo>
                  <a:pt x="3124200" y="3074512"/>
                </a:lnTo>
                <a:lnTo>
                  <a:pt x="3136900" y="3094985"/>
                </a:lnTo>
                <a:lnTo>
                  <a:pt x="3149600" y="3115357"/>
                </a:lnTo>
                <a:lnTo>
                  <a:pt x="3162300" y="3135629"/>
                </a:lnTo>
                <a:lnTo>
                  <a:pt x="3175000" y="3155801"/>
                </a:lnTo>
                <a:lnTo>
                  <a:pt x="3187700" y="3175872"/>
                </a:lnTo>
                <a:lnTo>
                  <a:pt x="3200400" y="3195843"/>
                </a:lnTo>
                <a:lnTo>
                  <a:pt x="3213100" y="3215714"/>
                </a:lnTo>
                <a:lnTo>
                  <a:pt x="3225800" y="3235484"/>
                </a:lnTo>
                <a:lnTo>
                  <a:pt x="3238500" y="3255153"/>
                </a:lnTo>
                <a:lnTo>
                  <a:pt x="3251200" y="3274723"/>
                </a:lnTo>
                <a:lnTo>
                  <a:pt x="3263900" y="3294192"/>
                </a:lnTo>
                <a:lnTo>
                  <a:pt x="3276600" y="3313560"/>
                </a:lnTo>
                <a:lnTo>
                  <a:pt x="3289300" y="3332828"/>
                </a:lnTo>
                <a:lnTo>
                  <a:pt x="3302000" y="3351996"/>
                </a:lnTo>
                <a:lnTo>
                  <a:pt x="3314700" y="3371063"/>
                </a:lnTo>
                <a:lnTo>
                  <a:pt x="3327400" y="3390030"/>
                </a:lnTo>
                <a:lnTo>
                  <a:pt x="3340100" y="3408897"/>
                </a:lnTo>
                <a:lnTo>
                  <a:pt x="3352800" y="3427663"/>
                </a:lnTo>
                <a:lnTo>
                  <a:pt x="3365500" y="3446328"/>
                </a:lnTo>
                <a:lnTo>
                  <a:pt x="3378200" y="3464894"/>
                </a:lnTo>
                <a:lnTo>
                  <a:pt x="3390900" y="3483358"/>
                </a:lnTo>
                <a:lnTo>
                  <a:pt x="3403600" y="3501723"/>
                </a:lnTo>
                <a:lnTo>
                  <a:pt x="3416300" y="3519987"/>
                </a:lnTo>
                <a:lnTo>
                  <a:pt x="3429000" y="3538151"/>
                </a:lnTo>
                <a:lnTo>
                  <a:pt x="3441700" y="3556214"/>
                </a:lnTo>
                <a:lnTo>
                  <a:pt x="3454400" y="3574177"/>
                </a:lnTo>
                <a:lnTo>
                  <a:pt x="3467100" y="3592039"/>
                </a:lnTo>
                <a:lnTo>
                  <a:pt x="3479800" y="3609801"/>
                </a:lnTo>
                <a:lnTo>
                  <a:pt x="3492500" y="3627463"/>
                </a:lnTo>
                <a:lnTo>
                  <a:pt x="3505200" y="3645024"/>
                </a:lnTo>
                <a:lnTo>
                  <a:pt x="3517900" y="3662485"/>
                </a:lnTo>
                <a:lnTo>
                  <a:pt x="3530600" y="3679845"/>
                </a:lnTo>
                <a:lnTo>
                  <a:pt x="3543300" y="3697105"/>
                </a:lnTo>
                <a:lnTo>
                  <a:pt x="3556000" y="3714265"/>
                </a:lnTo>
                <a:lnTo>
                  <a:pt x="3568700" y="3731324"/>
                </a:lnTo>
                <a:lnTo>
                  <a:pt x="3581400" y="3748283"/>
                </a:lnTo>
                <a:lnTo>
                  <a:pt x="3594100" y="3765142"/>
                </a:lnTo>
                <a:lnTo>
                  <a:pt x="3606800" y="3781900"/>
                </a:lnTo>
                <a:lnTo>
                  <a:pt x="3619500" y="3798557"/>
                </a:lnTo>
                <a:lnTo>
                  <a:pt x="3632200" y="3815114"/>
                </a:lnTo>
                <a:lnTo>
                  <a:pt x="3644900" y="3831571"/>
                </a:lnTo>
                <a:lnTo>
                  <a:pt x="3657600" y="3847928"/>
                </a:lnTo>
                <a:lnTo>
                  <a:pt x="3670300" y="3864184"/>
                </a:lnTo>
                <a:lnTo>
                  <a:pt x="3683000" y="3880339"/>
                </a:lnTo>
                <a:lnTo>
                  <a:pt x="3695700" y="3896395"/>
                </a:lnTo>
                <a:lnTo>
                  <a:pt x="3708400" y="3912349"/>
                </a:lnTo>
                <a:lnTo>
                  <a:pt x="3721100" y="3928204"/>
                </a:lnTo>
                <a:lnTo>
                  <a:pt x="3733800" y="3943958"/>
                </a:lnTo>
                <a:lnTo>
                  <a:pt x="3746500" y="3959611"/>
                </a:lnTo>
                <a:lnTo>
                  <a:pt x="3759200" y="3975165"/>
                </a:lnTo>
                <a:lnTo>
                  <a:pt x="3771900" y="3990618"/>
                </a:lnTo>
                <a:lnTo>
                  <a:pt x="3784600" y="4005970"/>
                </a:lnTo>
                <a:lnTo>
                  <a:pt x="3797300" y="4021222"/>
                </a:lnTo>
                <a:lnTo>
                  <a:pt x="3810000" y="4036374"/>
                </a:lnTo>
                <a:lnTo>
                  <a:pt x="3822700" y="4051425"/>
                </a:lnTo>
                <a:lnTo>
                  <a:pt x="3835400" y="4066376"/>
                </a:lnTo>
                <a:lnTo>
                  <a:pt x="3848100" y="4081226"/>
                </a:lnTo>
                <a:lnTo>
                  <a:pt x="3860800" y="4095976"/>
                </a:lnTo>
                <a:lnTo>
                  <a:pt x="3873500" y="4110626"/>
                </a:lnTo>
                <a:lnTo>
                  <a:pt x="3886200" y="4125175"/>
                </a:lnTo>
                <a:lnTo>
                  <a:pt x="3898900" y="4139624"/>
                </a:lnTo>
                <a:lnTo>
                  <a:pt x="3911600" y="4153972"/>
                </a:lnTo>
                <a:lnTo>
                  <a:pt x="3924300" y="4168220"/>
                </a:lnTo>
                <a:lnTo>
                  <a:pt x="3937000" y="4182368"/>
                </a:lnTo>
                <a:lnTo>
                  <a:pt x="3949700" y="4196415"/>
                </a:lnTo>
                <a:lnTo>
                  <a:pt x="3962400" y="4210362"/>
                </a:lnTo>
                <a:lnTo>
                  <a:pt x="3975100" y="4224208"/>
                </a:lnTo>
                <a:lnTo>
                  <a:pt x="3987800" y="4237954"/>
                </a:lnTo>
                <a:lnTo>
                  <a:pt x="4000500" y="4251599"/>
                </a:lnTo>
                <a:lnTo>
                  <a:pt x="4013200" y="4265145"/>
                </a:lnTo>
                <a:lnTo>
                  <a:pt x="4025900" y="4278589"/>
                </a:lnTo>
                <a:lnTo>
                  <a:pt x="4038600" y="4291934"/>
                </a:lnTo>
                <a:lnTo>
                  <a:pt x="4051300" y="4305178"/>
                </a:lnTo>
                <a:lnTo>
                  <a:pt x="4064000" y="4318321"/>
                </a:lnTo>
                <a:lnTo>
                  <a:pt x="4076700" y="4331365"/>
                </a:lnTo>
                <a:lnTo>
                  <a:pt x="4089400" y="4344307"/>
                </a:lnTo>
                <a:lnTo>
                  <a:pt x="4102100" y="4357150"/>
                </a:lnTo>
                <a:lnTo>
                  <a:pt x="4114800" y="4369892"/>
                </a:lnTo>
                <a:lnTo>
                  <a:pt x="4127500" y="4382533"/>
                </a:lnTo>
                <a:lnTo>
                  <a:pt x="4140200" y="4395074"/>
                </a:lnTo>
                <a:lnTo>
                  <a:pt x="4152900" y="4407515"/>
                </a:lnTo>
                <a:lnTo>
                  <a:pt x="4165600" y="4419856"/>
                </a:lnTo>
                <a:lnTo>
                  <a:pt x="4178300" y="4432096"/>
                </a:lnTo>
                <a:lnTo>
                  <a:pt x="4191000" y="4444235"/>
                </a:lnTo>
                <a:lnTo>
                  <a:pt x="4203700" y="4456274"/>
                </a:lnTo>
                <a:lnTo>
                  <a:pt x="4216400" y="4468213"/>
                </a:lnTo>
                <a:lnTo>
                  <a:pt x="4229100" y="4480051"/>
                </a:lnTo>
                <a:lnTo>
                  <a:pt x="4241800" y="4491789"/>
                </a:lnTo>
                <a:lnTo>
                  <a:pt x="4254500" y="4503427"/>
                </a:lnTo>
                <a:lnTo>
                  <a:pt x="4267200" y="4514964"/>
                </a:lnTo>
                <a:lnTo>
                  <a:pt x="4279900" y="4526401"/>
                </a:lnTo>
                <a:lnTo>
                  <a:pt x="4292600" y="4537737"/>
                </a:lnTo>
                <a:lnTo>
                  <a:pt x="4305300" y="4548973"/>
                </a:lnTo>
                <a:lnTo>
                  <a:pt x="4318000" y="4560109"/>
                </a:lnTo>
                <a:lnTo>
                  <a:pt x="4330700" y="4571144"/>
                </a:lnTo>
                <a:lnTo>
                  <a:pt x="4343400" y="4582078"/>
                </a:lnTo>
                <a:lnTo>
                  <a:pt x="4356100" y="4592913"/>
                </a:lnTo>
                <a:lnTo>
                  <a:pt x="4368800" y="4603647"/>
                </a:lnTo>
                <a:lnTo>
                  <a:pt x="4381500" y="4614280"/>
                </a:lnTo>
                <a:lnTo>
                  <a:pt x="4394200" y="4624813"/>
                </a:lnTo>
                <a:lnTo>
                  <a:pt x="4406900" y="4635246"/>
                </a:lnTo>
                <a:lnTo>
                  <a:pt x="4419600" y="4645578"/>
                </a:lnTo>
                <a:lnTo>
                  <a:pt x="4432300" y="4655810"/>
                </a:lnTo>
                <a:lnTo>
                  <a:pt x="4445000" y="4665942"/>
                </a:lnTo>
                <a:lnTo>
                  <a:pt x="4457700" y="4675973"/>
                </a:lnTo>
                <a:lnTo>
                  <a:pt x="4470400" y="4685904"/>
                </a:lnTo>
                <a:lnTo>
                  <a:pt x="4483100" y="4695734"/>
                </a:lnTo>
                <a:lnTo>
                  <a:pt x="4495800" y="4705464"/>
                </a:lnTo>
                <a:lnTo>
                  <a:pt x="4508500" y="4715094"/>
                </a:lnTo>
                <a:lnTo>
                  <a:pt x="4521200" y="4724623"/>
                </a:lnTo>
                <a:lnTo>
                  <a:pt x="4533900" y="4734051"/>
                </a:lnTo>
                <a:lnTo>
                  <a:pt x="4546600" y="4743380"/>
                </a:lnTo>
                <a:lnTo>
                  <a:pt x="4559300" y="4752608"/>
                </a:lnTo>
                <a:lnTo>
                  <a:pt x="4572000" y="4761735"/>
                </a:lnTo>
                <a:lnTo>
                  <a:pt x="4584700" y="4770762"/>
                </a:lnTo>
                <a:lnTo>
                  <a:pt x="4597400" y="4779689"/>
                </a:lnTo>
                <a:lnTo>
                  <a:pt x="4610100" y="4788515"/>
                </a:lnTo>
                <a:lnTo>
                  <a:pt x="4622800" y="4797241"/>
                </a:lnTo>
                <a:lnTo>
                  <a:pt x="4635500" y="4805867"/>
                </a:lnTo>
                <a:lnTo>
                  <a:pt x="4648200" y="4814392"/>
                </a:lnTo>
                <a:lnTo>
                  <a:pt x="4660900" y="4822816"/>
                </a:lnTo>
                <a:lnTo>
                  <a:pt x="4673600" y="4831141"/>
                </a:lnTo>
                <a:lnTo>
                  <a:pt x="4686300" y="4839365"/>
                </a:lnTo>
                <a:lnTo>
                  <a:pt x="4699000" y="4847488"/>
                </a:lnTo>
                <a:lnTo>
                  <a:pt x="4711700" y="4855511"/>
                </a:lnTo>
                <a:lnTo>
                  <a:pt x="4724400" y="4863434"/>
                </a:lnTo>
                <a:lnTo>
                  <a:pt x="4737100" y="4871256"/>
                </a:lnTo>
                <a:lnTo>
                  <a:pt x="4749800" y="4878978"/>
                </a:lnTo>
                <a:lnTo>
                  <a:pt x="4762500" y="4886600"/>
                </a:lnTo>
                <a:lnTo>
                  <a:pt x="4775200" y="4894121"/>
                </a:lnTo>
                <a:lnTo>
                  <a:pt x="4787900" y="4901541"/>
                </a:lnTo>
                <a:lnTo>
                  <a:pt x="4800600" y="4908862"/>
                </a:lnTo>
                <a:lnTo>
                  <a:pt x="4813300" y="4916082"/>
                </a:lnTo>
                <a:lnTo>
                  <a:pt x="4826000" y="4923201"/>
                </a:lnTo>
                <a:lnTo>
                  <a:pt x="4838700" y="4930220"/>
                </a:lnTo>
                <a:lnTo>
                  <a:pt x="4851400" y="4937139"/>
                </a:lnTo>
                <a:lnTo>
                  <a:pt x="4864100" y="4943957"/>
                </a:lnTo>
                <a:lnTo>
                  <a:pt x="4876800" y="4950675"/>
                </a:lnTo>
                <a:lnTo>
                  <a:pt x="4889500" y="4957292"/>
                </a:lnTo>
                <a:lnTo>
                  <a:pt x="4902200" y="4963809"/>
                </a:lnTo>
                <a:lnTo>
                  <a:pt x="4914900" y="4970226"/>
                </a:lnTo>
                <a:lnTo>
                  <a:pt x="4927600" y="4976542"/>
                </a:lnTo>
                <a:lnTo>
                  <a:pt x="4940300" y="4982758"/>
                </a:lnTo>
                <a:lnTo>
                  <a:pt x="4953000" y="4988874"/>
                </a:lnTo>
                <a:lnTo>
                  <a:pt x="4965700" y="4994889"/>
                </a:lnTo>
                <a:lnTo>
                  <a:pt x="4978400" y="5000803"/>
                </a:lnTo>
                <a:lnTo>
                  <a:pt x="4991100" y="5006618"/>
                </a:lnTo>
                <a:lnTo>
                  <a:pt x="5003800" y="5012332"/>
                </a:lnTo>
                <a:lnTo>
                  <a:pt x="5016500" y="5017945"/>
                </a:lnTo>
                <a:lnTo>
                  <a:pt x="5029200" y="5023458"/>
                </a:lnTo>
                <a:lnTo>
                  <a:pt x="5041900" y="5028871"/>
                </a:lnTo>
                <a:lnTo>
                  <a:pt x="5054600" y="5034183"/>
                </a:lnTo>
                <a:lnTo>
                  <a:pt x="5067300" y="5039395"/>
                </a:lnTo>
                <a:lnTo>
                  <a:pt x="5080000" y="5044506"/>
                </a:lnTo>
                <a:lnTo>
                  <a:pt x="5092700" y="5049517"/>
                </a:lnTo>
                <a:lnTo>
                  <a:pt x="5105400" y="5054428"/>
                </a:lnTo>
                <a:lnTo>
                  <a:pt x="5118100" y="5059238"/>
                </a:lnTo>
                <a:lnTo>
                  <a:pt x="5130800" y="5063948"/>
                </a:lnTo>
                <a:lnTo>
                  <a:pt x="5143500" y="5068558"/>
                </a:lnTo>
                <a:lnTo>
                  <a:pt x="5156200" y="5073067"/>
                </a:lnTo>
                <a:lnTo>
                  <a:pt x="5168900" y="5077475"/>
                </a:lnTo>
                <a:lnTo>
                  <a:pt x="5181600" y="5081783"/>
                </a:lnTo>
                <a:lnTo>
                  <a:pt x="5194300" y="5085991"/>
                </a:lnTo>
                <a:lnTo>
                  <a:pt x="5207000" y="5090099"/>
                </a:lnTo>
                <a:lnTo>
                  <a:pt x="5219700" y="5094106"/>
                </a:lnTo>
                <a:lnTo>
                  <a:pt x="5232400" y="5098012"/>
                </a:lnTo>
                <a:lnTo>
                  <a:pt x="5245100" y="5101819"/>
                </a:lnTo>
                <a:lnTo>
                  <a:pt x="5257800" y="5105524"/>
                </a:lnTo>
                <a:lnTo>
                  <a:pt x="5270500" y="5109130"/>
                </a:lnTo>
                <a:lnTo>
                  <a:pt x="5283200" y="5112635"/>
                </a:lnTo>
                <a:lnTo>
                  <a:pt x="5295900" y="5116039"/>
                </a:lnTo>
                <a:lnTo>
                  <a:pt x="5308600" y="5119344"/>
                </a:lnTo>
                <a:lnTo>
                  <a:pt x="5321300" y="5122547"/>
                </a:lnTo>
                <a:lnTo>
                  <a:pt x="5334000" y="5125651"/>
                </a:lnTo>
                <a:lnTo>
                  <a:pt x="5346700" y="5128654"/>
                </a:lnTo>
                <a:lnTo>
                  <a:pt x="5359400" y="5131557"/>
                </a:lnTo>
                <a:lnTo>
                  <a:pt x="5372100" y="5134359"/>
                </a:lnTo>
                <a:lnTo>
                  <a:pt x="5384800" y="5137061"/>
                </a:lnTo>
                <a:lnTo>
                  <a:pt x="5397500" y="5139662"/>
                </a:lnTo>
                <a:lnTo>
                  <a:pt x="5410200" y="5142163"/>
                </a:lnTo>
                <a:lnTo>
                  <a:pt x="5422900" y="5144564"/>
                </a:lnTo>
                <a:lnTo>
                  <a:pt x="5435600" y="5146864"/>
                </a:lnTo>
                <a:lnTo>
                  <a:pt x="5448300" y="5149064"/>
                </a:lnTo>
                <a:lnTo>
                  <a:pt x="5461000" y="5151163"/>
                </a:lnTo>
                <a:lnTo>
                  <a:pt x="5473700" y="5153162"/>
                </a:lnTo>
                <a:lnTo>
                  <a:pt x="5486400" y="5155061"/>
                </a:lnTo>
                <a:lnTo>
                  <a:pt x="5499100" y="5156859"/>
                </a:lnTo>
                <a:lnTo>
                  <a:pt x="5511800" y="5158557"/>
                </a:lnTo>
                <a:lnTo>
                  <a:pt x="5524500" y="5160154"/>
                </a:lnTo>
                <a:lnTo>
                  <a:pt x="5537200" y="5161651"/>
                </a:lnTo>
                <a:lnTo>
                  <a:pt x="5549900" y="5163047"/>
                </a:lnTo>
                <a:lnTo>
                  <a:pt x="5562600" y="5164344"/>
                </a:lnTo>
                <a:lnTo>
                  <a:pt x="5575300" y="5165539"/>
                </a:lnTo>
                <a:lnTo>
                  <a:pt x="5588000" y="5166635"/>
                </a:lnTo>
                <a:lnTo>
                  <a:pt x="5600700" y="5167630"/>
                </a:lnTo>
                <a:lnTo>
                  <a:pt x="5613400" y="5168524"/>
                </a:lnTo>
                <a:lnTo>
                  <a:pt x="5626100" y="5169319"/>
                </a:lnTo>
                <a:lnTo>
                  <a:pt x="5638800" y="5170012"/>
                </a:lnTo>
                <a:lnTo>
                  <a:pt x="5651500" y="5170606"/>
                </a:lnTo>
                <a:lnTo>
                  <a:pt x="5664200" y="5171099"/>
                </a:lnTo>
                <a:lnTo>
                  <a:pt x="5676900" y="5171491"/>
                </a:lnTo>
                <a:lnTo>
                  <a:pt x="5689600" y="5171783"/>
                </a:lnTo>
                <a:lnTo>
                  <a:pt x="5702300" y="5171975"/>
                </a:lnTo>
                <a:lnTo>
                  <a:pt x="5715000" y="5172067"/>
                </a:lnTo>
                <a:lnTo>
                  <a:pt x="5727700" y="5172058"/>
                </a:lnTo>
                <a:lnTo>
                  <a:pt x="5740400" y="5171948"/>
                </a:lnTo>
                <a:lnTo>
                  <a:pt x="5753100" y="5171738"/>
                </a:lnTo>
                <a:lnTo>
                  <a:pt x="5765800" y="5171428"/>
                </a:lnTo>
                <a:lnTo>
                  <a:pt x="5778500" y="5171017"/>
                </a:lnTo>
                <a:lnTo>
                  <a:pt x="5791200" y="5170506"/>
                </a:lnTo>
                <a:lnTo>
                  <a:pt x="5803900" y="5169895"/>
                </a:lnTo>
                <a:lnTo>
                  <a:pt x="5816600" y="5169183"/>
                </a:lnTo>
                <a:lnTo>
                  <a:pt x="5829300" y="5168371"/>
                </a:lnTo>
                <a:lnTo>
                  <a:pt x="5842000" y="5167458"/>
                </a:lnTo>
                <a:lnTo>
                  <a:pt x="5854700" y="5166445"/>
                </a:lnTo>
                <a:lnTo>
                  <a:pt x="5867400" y="5165332"/>
                </a:lnTo>
                <a:lnTo>
                  <a:pt x="5880100" y="5164118"/>
                </a:lnTo>
                <a:lnTo>
                  <a:pt x="5892800" y="5162804"/>
                </a:lnTo>
                <a:lnTo>
                  <a:pt x="5905500" y="5161389"/>
                </a:lnTo>
                <a:lnTo>
                  <a:pt x="5918200" y="5159874"/>
                </a:lnTo>
                <a:lnTo>
                  <a:pt x="5930900" y="5158258"/>
                </a:lnTo>
                <a:lnTo>
                  <a:pt x="5943600" y="5156542"/>
                </a:lnTo>
                <a:lnTo>
                  <a:pt x="5956300" y="5154726"/>
                </a:lnTo>
                <a:lnTo>
                  <a:pt x="5969000" y="5152810"/>
                </a:lnTo>
                <a:lnTo>
                  <a:pt x="5981700" y="5150792"/>
                </a:lnTo>
                <a:lnTo>
                  <a:pt x="5994400" y="5148675"/>
                </a:lnTo>
                <a:lnTo>
                  <a:pt x="6007100" y="5146457"/>
                </a:lnTo>
                <a:lnTo>
                  <a:pt x="6019800" y="5144139"/>
                </a:lnTo>
                <a:lnTo>
                  <a:pt x="6032500" y="5141720"/>
                </a:lnTo>
                <a:lnTo>
                  <a:pt x="6045200" y="5139201"/>
                </a:lnTo>
                <a:lnTo>
                  <a:pt x="6057900" y="5136582"/>
                </a:lnTo>
                <a:lnTo>
                  <a:pt x="6070600" y="5133862"/>
                </a:lnTo>
                <a:lnTo>
                  <a:pt x="6083300" y="5131041"/>
                </a:lnTo>
                <a:lnTo>
                  <a:pt x="6096000" y="5128121"/>
                </a:lnTo>
                <a:lnTo>
                  <a:pt x="6108700" y="5125100"/>
                </a:lnTo>
                <a:lnTo>
                  <a:pt x="6121400" y="5121978"/>
                </a:lnTo>
                <a:lnTo>
                  <a:pt x="6134100" y="5118756"/>
                </a:lnTo>
                <a:lnTo>
                  <a:pt x="6146800" y="5115434"/>
                </a:lnTo>
                <a:lnTo>
                  <a:pt x="6159500" y="5112011"/>
                </a:lnTo>
                <a:lnTo>
                  <a:pt x="6172200" y="5108488"/>
                </a:lnTo>
                <a:lnTo>
                  <a:pt x="6184900" y="5104865"/>
                </a:lnTo>
                <a:lnTo>
                  <a:pt x="6197600" y="5101141"/>
                </a:lnTo>
                <a:lnTo>
                  <a:pt x="6210300" y="5097317"/>
                </a:lnTo>
                <a:lnTo>
                  <a:pt x="6223000" y="5093392"/>
                </a:lnTo>
                <a:lnTo>
                  <a:pt x="6235700" y="5089367"/>
                </a:lnTo>
                <a:lnTo>
                  <a:pt x="6248400" y="5085241"/>
                </a:lnTo>
                <a:lnTo>
                  <a:pt x="6261100" y="5081015"/>
                </a:lnTo>
                <a:lnTo>
                  <a:pt x="6273800" y="5076689"/>
                </a:lnTo>
                <a:lnTo>
                  <a:pt x="6286500" y="5072262"/>
                </a:lnTo>
                <a:lnTo>
                  <a:pt x="6299200" y="5067735"/>
                </a:lnTo>
                <a:lnTo>
                  <a:pt x="6311900" y="5063108"/>
                </a:lnTo>
                <a:lnTo>
                  <a:pt x="6324600" y="5058380"/>
                </a:lnTo>
                <a:lnTo>
                  <a:pt x="6337300" y="5053551"/>
                </a:lnTo>
                <a:lnTo>
                  <a:pt x="6350000" y="5048623"/>
                </a:lnTo>
                <a:lnTo>
                  <a:pt x="6362700" y="5043594"/>
                </a:lnTo>
                <a:lnTo>
                  <a:pt x="6375400" y="5038464"/>
                </a:lnTo>
                <a:lnTo>
                  <a:pt x="6388100" y="5033234"/>
                </a:lnTo>
                <a:lnTo>
                  <a:pt x="6400800" y="5027904"/>
                </a:lnTo>
                <a:lnTo>
                  <a:pt x="6413500" y="5022473"/>
                </a:lnTo>
                <a:lnTo>
                  <a:pt x="6426200" y="5016942"/>
                </a:lnTo>
                <a:lnTo>
                  <a:pt x="6438900" y="5011311"/>
                </a:lnTo>
                <a:lnTo>
                  <a:pt x="6451600" y="5005579"/>
                </a:lnTo>
                <a:lnTo>
                  <a:pt x="6464300" y="4999746"/>
                </a:lnTo>
                <a:lnTo>
                  <a:pt x="6477000" y="4993814"/>
                </a:lnTo>
                <a:lnTo>
                  <a:pt x="6489700" y="4987780"/>
                </a:lnTo>
                <a:lnTo>
                  <a:pt x="6502400" y="4981647"/>
                </a:lnTo>
                <a:lnTo>
                  <a:pt x="6515100" y="4975413"/>
                </a:lnTo>
                <a:lnTo>
                  <a:pt x="6527800" y="4969079"/>
                </a:lnTo>
                <a:lnTo>
                  <a:pt x="6540500" y="4962644"/>
                </a:lnTo>
                <a:lnTo>
                  <a:pt x="6553200" y="4956109"/>
                </a:lnTo>
                <a:lnTo>
                  <a:pt x="6565900" y="4949473"/>
                </a:lnTo>
                <a:lnTo>
                  <a:pt x="6578600" y="4942737"/>
                </a:lnTo>
                <a:lnTo>
                  <a:pt x="6591300" y="4935901"/>
                </a:lnTo>
                <a:lnTo>
                  <a:pt x="6604000" y="4928964"/>
                </a:lnTo>
                <a:lnTo>
                  <a:pt x="6616700" y="4921927"/>
                </a:lnTo>
                <a:lnTo>
                  <a:pt x="6629400" y="4914789"/>
                </a:lnTo>
                <a:lnTo>
                  <a:pt x="6642100" y="4907551"/>
                </a:lnTo>
                <a:lnTo>
                  <a:pt x="6654800" y="4900213"/>
                </a:lnTo>
                <a:lnTo>
                  <a:pt x="6667500" y="4892774"/>
                </a:lnTo>
                <a:lnTo>
                  <a:pt x="6680200" y="4885235"/>
                </a:lnTo>
                <a:lnTo>
                  <a:pt x="6692900" y="4877596"/>
                </a:lnTo>
                <a:lnTo>
                  <a:pt x="6705600" y="4869856"/>
                </a:lnTo>
                <a:lnTo>
                  <a:pt x="6718300" y="4862015"/>
                </a:lnTo>
                <a:lnTo>
                  <a:pt x="6731000" y="4854075"/>
                </a:lnTo>
                <a:lnTo>
                  <a:pt x="6743700" y="4846033"/>
                </a:lnTo>
                <a:lnTo>
                  <a:pt x="6756400" y="4837892"/>
                </a:lnTo>
                <a:lnTo>
                  <a:pt x="6769100" y="4829650"/>
                </a:lnTo>
                <a:lnTo>
                  <a:pt x="6781800" y="4821307"/>
                </a:lnTo>
                <a:lnTo>
                  <a:pt x="6794500" y="4812865"/>
                </a:lnTo>
                <a:lnTo>
                  <a:pt x="6807200" y="4804322"/>
                </a:lnTo>
                <a:lnTo>
                  <a:pt x="6819900" y="4795678"/>
                </a:lnTo>
                <a:lnTo>
                  <a:pt x="6832600" y="4786934"/>
                </a:lnTo>
                <a:lnTo>
                  <a:pt x="6845300" y="4778090"/>
                </a:lnTo>
                <a:lnTo>
                  <a:pt x="6858000" y="4769145"/>
                </a:lnTo>
                <a:lnTo>
                  <a:pt x="6870700" y="4760100"/>
                </a:lnTo>
                <a:lnTo>
                  <a:pt x="6883400" y="4750954"/>
                </a:lnTo>
                <a:lnTo>
                  <a:pt x="6896100" y="4741708"/>
                </a:lnTo>
                <a:lnTo>
                  <a:pt x="6908800" y="4732362"/>
                </a:lnTo>
                <a:lnTo>
                  <a:pt x="6921500" y="4722915"/>
                </a:lnTo>
                <a:lnTo>
                  <a:pt x="6934200" y="4713368"/>
                </a:lnTo>
                <a:lnTo>
                  <a:pt x="6946900" y="4703720"/>
                </a:lnTo>
                <a:lnTo>
                  <a:pt x="6959600" y="4693972"/>
                </a:lnTo>
                <a:lnTo>
                  <a:pt x="6972300" y="4684124"/>
                </a:lnTo>
                <a:lnTo>
                  <a:pt x="6985000" y="4674175"/>
                </a:lnTo>
                <a:lnTo>
                  <a:pt x="6997700" y="4664126"/>
                </a:lnTo>
                <a:lnTo>
                  <a:pt x="7010400" y="4653976"/>
                </a:lnTo>
                <a:lnTo>
                  <a:pt x="7023100" y="4643726"/>
                </a:lnTo>
                <a:lnTo>
                  <a:pt x="7035800" y="4633376"/>
                </a:lnTo>
                <a:lnTo>
                  <a:pt x="7048500" y="4622925"/>
                </a:lnTo>
                <a:lnTo>
                  <a:pt x="7061200" y="4612374"/>
                </a:lnTo>
                <a:lnTo>
                  <a:pt x="7073900" y="4601722"/>
                </a:lnTo>
                <a:lnTo>
                  <a:pt x="7086600" y="4590970"/>
                </a:lnTo>
                <a:lnTo>
                  <a:pt x="7099300" y="4580118"/>
                </a:lnTo>
                <a:lnTo>
                  <a:pt x="7112000" y="4569165"/>
                </a:lnTo>
                <a:lnTo>
                  <a:pt x="7124700" y="4558112"/>
                </a:lnTo>
                <a:lnTo>
                  <a:pt x="7137400" y="4546958"/>
                </a:lnTo>
                <a:lnTo>
                  <a:pt x="7150100" y="4535704"/>
                </a:lnTo>
                <a:lnTo>
                  <a:pt x="7162800" y="4524350"/>
                </a:lnTo>
                <a:lnTo>
                  <a:pt x="7175500" y="4512895"/>
                </a:lnTo>
                <a:lnTo>
                  <a:pt x="7188200" y="4501340"/>
                </a:lnTo>
                <a:lnTo>
                  <a:pt x="7200900" y="4489684"/>
                </a:lnTo>
                <a:lnTo>
                  <a:pt x="7213600" y="4477928"/>
                </a:lnTo>
                <a:lnTo>
                  <a:pt x="7226300" y="4466071"/>
                </a:lnTo>
                <a:lnTo>
                  <a:pt x="7239000" y="4454115"/>
                </a:lnTo>
                <a:lnTo>
                  <a:pt x="7251700" y="4442057"/>
                </a:lnTo>
                <a:lnTo>
                  <a:pt x="7264400" y="4429900"/>
                </a:lnTo>
                <a:lnTo>
                  <a:pt x="7277100" y="4417642"/>
                </a:lnTo>
                <a:lnTo>
                  <a:pt x="7289800" y="4405283"/>
                </a:lnTo>
                <a:lnTo>
                  <a:pt x="7302500" y="4392824"/>
                </a:lnTo>
                <a:lnTo>
                  <a:pt x="7315200" y="4380265"/>
                </a:lnTo>
                <a:lnTo>
                  <a:pt x="7327900" y="4367606"/>
                </a:lnTo>
                <a:lnTo>
                  <a:pt x="7340600" y="4354846"/>
                </a:lnTo>
                <a:lnTo>
                  <a:pt x="7353300" y="4341985"/>
                </a:lnTo>
                <a:lnTo>
                  <a:pt x="7366000" y="4329024"/>
                </a:lnTo>
                <a:lnTo>
                  <a:pt x="7378700" y="4315963"/>
                </a:lnTo>
                <a:lnTo>
                  <a:pt x="7391400" y="4302801"/>
                </a:lnTo>
                <a:lnTo>
                  <a:pt x="7404100" y="4289539"/>
                </a:lnTo>
                <a:lnTo>
                  <a:pt x="7416800" y="4276177"/>
                </a:lnTo>
                <a:lnTo>
                  <a:pt x="7429500" y="4262714"/>
                </a:lnTo>
                <a:lnTo>
                  <a:pt x="7442200" y="4249151"/>
                </a:lnTo>
                <a:lnTo>
                  <a:pt x="7454900" y="4235487"/>
                </a:lnTo>
                <a:lnTo>
                  <a:pt x="7467600" y="4221723"/>
                </a:lnTo>
                <a:lnTo>
                  <a:pt x="7480300" y="4207859"/>
                </a:lnTo>
                <a:lnTo>
                  <a:pt x="7493000" y="4193894"/>
                </a:lnTo>
                <a:lnTo>
                  <a:pt x="7505700" y="4179828"/>
                </a:lnTo>
                <a:lnTo>
                  <a:pt x="7518400" y="4165663"/>
                </a:lnTo>
                <a:lnTo>
                  <a:pt x="7531100" y="4151397"/>
                </a:lnTo>
                <a:lnTo>
                  <a:pt x="7543800" y="4137030"/>
                </a:lnTo>
                <a:lnTo>
                  <a:pt x="7556500" y="4122563"/>
                </a:lnTo>
                <a:lnTo>
                  <a:pt x="7569200" y="4107996"/>
                </a:lnTo>
                <a:lnTo>
                  <a:pt x="7581900" y="4093328"/>
                </a:lnTo>
                <a:lnTo>
                  <a:pt x="7594600" y="4078560"/>
                </a:lnTo>
                <a:lnTo>
                  <a:pt x="7607300" y="4063692"/>
                </a:lnTo>
                <a:lnTo>
                  <a:pt x="7620000" y="4048723"/>
                </a:lnTo>
                <a:lnTo>
                  <a:pt x="7632700" y="4033654"/>
                </a:lnTo>
                <a:lnTo>
                  <a:pt x="7645400" y="4018484"/>
                </a:lnTo>
                <a:lnTo>
                  <a:pt x="7658100" y="4003214"/>
                </a:lnTo>
                <a:lnTo>
                  <a:pt x="7670800" y="3987843"/>
                </a:lnTo>
                <a:lnTo>
                  <a:pt x="7683500" y="3972373"/>
                </a:lnTo>
                <a:lnTo>
                  <a:pt x="7696200" y="3956801"/>
                </a:lnTo>
                <a:lnTo>
                  <a:pt x="7708900" y="3941130"/>
                </a:lnTo>
                <a:lnTo>
                  <a:pt x="7721600" y="3925357"/>
                </a:lnTo>
                <a:lnTo>
                  <a:pt x="7734300" y="3909485"/>
                </a:lnTo>
                <a:lnTo>
                  <a:pt x="7747000" y="3893512"/>
                </a:lnTo>
                <a:lnTo>
                  <a:pt x="7759700" y="3877439"/>
                </a:lnTo>
                <a:lnTo>
                  <a:pt x="7772400" y="3861265"/>
                </a:lnTo>
                <a:lnTo>
                  <a:pt x="7785100" y="3844991"/>
                </a:lnTo>
                <a:lnTo>
                  <a:pt x="7797800" y="3828616"/>
                </a:lnTo>
                <a:lnTo>
                  <a:pt x="7810500" y="3812142"/>
                </a:lnTo>
                <a:lnTo>
                  <a:pt x="7823200" y="3795566"/>
                </a:lnTo>
                <a:lnTo>
                  <a:pt x="7835900" y="3778891"/>
                </a:lnTo>
                <a:lnTo>
                  <a:pt x="7848600" y="3762114"/>
                </a:lnTo>
                <a:lnTo>
                  <a:pt x="7861300" y="3745238"/>
                </a:lnTo>
                <a:lnTo>
                  <a:pt x="7874000" y="3728261"/>
                </a:lnTo>
                <a:lnTo>
                  <a:pt x="7886700" y="3711184"/>
                </a:lnTo>
                <a:lnTo>
                  <a:pt x="7899400" y="3694006"/>
                </a:lnTo>
                <a:lnTo>
                  <a:pt x="7912100" y="3676728"/>
                </a:lnTo>
                <a:lnTo>
                  <a:pt x="7924800" y="3659349"/>
                </a:lnTo>
                <a:lnTo>
                  <a:pt x="7937500" y="3641870"/>
                </a:lnTo>
                <a:lnTo>
                  <a:pt x="7950200" y="3624291"/>
                </a:lnTo>
                <a:lnTo>
                  <a:pt x="7962900" y="3606611"/>
                </a:lnTo>
                <a:lnTo>
                  <a:pt x="7975600" y="3588831"/>
                </a:lnTo>
                <a:lnTo>
                  <a:pt x="7988300" y="3570951"/>
                </a:lnTo>
                <a:lnTo>
                  <a:pt x="8001000" y="3552970"/>
                </a:lnTo>
                <a:lnTo>
                  <a:pt x="8013700" y="3534888"/>
                </a:lnTo>
                <a:lnTo>
                  <a:pt x="8026400" y="3516707"/>
                </a:lnTo>
                <a:lnTo>
                  <a:pt x="8039100" y="3498425"/>
                </a:lnTo>
                <a:lnTo>
                  <a:pt x="8051800" y="3480042"/>
                </a:lnTo>
                <a:lnTo>
                  <a:pt x="8064500" y="3461559"/>
                </a:lnTo>
                <a:lnTo>
                  <a:pt x="8077200" y="3442976"/>
                </a:lnTo>
                <a:lnTo>
                  <a:pt x="8089900" y="3424292"/>
                </a:lnTo>
                <a:lnTo>
                  <a:pt x="8102600" y="3405508"/>
                </a:lnTo>
                <a:lnTo>
                  <a:pt x="8115300" y="3386623"/>
                </a:lnTo>
                <a:lnTo>
                  <a:pt x="8128000" y="3367638"/>
                </a:lnTo>
                <a:lnTo>
                  <a:pt x="8140700" y="3348553"/>
                </a:lnTo>
                <a:lnTo>
                  <a:pt x="8153400" y="3329367"/>
                </a:lnTo>
                <a:lnTo>
                  <a:pt x="8166100" y="3310081"/>
                </a:lnTo>
                <a:lnTo>
                  <a:pt x="8178800" y="3290695"/>
                </a:lnTo>
                <a:lnTo>
                  <a:pt x="8191500" y="3271208"/>
                </a:lnTo>
                <a:lnTo>
                  <a:pt x="8204200" y="3251620"/>
                </a:lnTo>
                <a:lnTo>
                  <a:pt x="8216900" y="3231933"/>
                </a:lnTo>
                <a:lnTo>
                  <a:pt x="8229600" y="3212144"/>
                </a:lnTo>
                <a:lnTo>
                  <a:pt x="8242300" y="3192256"/>
                </a:lnTo>
                <a:lnTo>
                  <a:pt x="8255000" y="3172267"/>
                </a:lnTo>
                <a:lnTo>
                  <a:pt x="8267700" y="3152178"/>
                </a:lnTo>
                <a:lnTo>
                  <a:pt x="8280400" y="3131988"/>
                </a:lnTo>
                <a:lnTo>
                  <a:pt x="8293100" y="3111698"/>
                </a:lnTo>
                <a:lnTo>
                  <a:pt x="8305800" y="3091307"/>
                </a:lnTo>
                <a:lnTo>
                  <a:pt x="8318500" y="3070816"/>
                </a:lnTo>
                <a:lnTo>
                  <a:pt x="8331200" y="3050225"/>
                </a:lnTo>
                <a:lnTo>
                  <a:pt x="8343900" y="3029533"/>
                </a:lnTo>
                <a:lnTo>
                  <a:pt x="8356600" y="3008741"/>
                </a:lnTo>
              </a:path>
            </a:pathLst>
          </a:cu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341624" y="3345307"/>
                </a:moveTo>
                <a:cubicBezTo>
                  <a:pt x="3639651" y="3448770"/>
                  <a:pt x="3726519" y="3645493"/>
                  <a:pt x="3602228" y="3935476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602228" y="3935476"/>
                </a:moveTo>
                <a:cubicBezTo>
                  <a:pt x="3882898" y="3937931"/>
                  <a:pt x="3981154" y="4073017"/>
                  <a:pt x="3896995" y="4340733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896995" y="4340733"/>
                </a:moveTo>
                <a:cubicBezTo>
                  <a:pt x="4143798" y="4301617"/>
                  <a:pt x="4248785" y="4405630"/>
                  <a:pt x="4211955" y="4652772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211955" y="4652772"/>
                </a:moveTo>
                <a:cubicBezTo>
                  <a:pt x="4436237" y="4516205"/>
                  <a:pt x="4531953" y="4578181"/>
                  <a:pt x="4499102" y="4838700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499102" y="4838700"/>
                </a:moveTo>
                <a:cubicBezTo>
                  <a:pt x="4651248" y="4735322"/>
                  <a:pt x="4734433" y="4775327"/>
                  <a:pt x="4748657" y="4958715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748657" y="4958715"/>
                </a:moveTo>
                <a:cubicBezTo>
                  <a:pt x="4896908" y="4779645"/>
                  <a:pt x="4975183" y="4806273"/>
                  <a:pt x="4983480" y="5038598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983480" y="5038598"/>
                </a:moveTo>
                <a:cubicBezTo>
                  <a:pt x="5118523" y="4849707"/>
                  <a:pt x="5196290" y="4870916"/>
                  <a:pt x="5216779" y="5102225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216779" y="5102225"/>
                </a:moveTo>
                <a:cubicBezTo>
                  <a:pt x="5340731" y="4909016"/>
                  <a:pt x="5414560" y="4926584"/>
                  <a:pt x="5438267" y="5154930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438267" y="5154930"/>
                </a:moveTo>
                <a:cubicBezTo>
                  <a:pt x="5527760" y="4912614"/>
                  <a:pt x="5596678" y="4918329"/>
                  <a:pt x="5645023" y="5172075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631184" y="3857752"/>
                </a:moveTo>
                <a:lnTo>
                  <a:pt x="3618992" y="3782060"/>
                </a:lnTo>
                <a:lnTo>
                  <a:pt x="3684397" y="3802634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917569" y="4260088"/>
                </a:moveTo>
                <a:lnTo>
                  <a:pt x="3896741" y="4186301"/>
                </a:lnTo>
                <a:lnTo>
                  <a:pt x="3964051" y="4199128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219067" y="4569968"/>
                </a:moveTo>
                <a:lnTo>
                  <a:pt x="4185666" y="4501007"/>
                </a:lnTo>
                <a:lnTo>
                  <a:pt x="4254246" y="4501896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505325" y="4756023"/>
                </a:moveTo>
                <a:lnTo>
                  <a:pt x="4472051" y="4686935"/>
                </a:lnTo>
                <a:lnTo>
                  <a:pt x="4540631" y="4687951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735195" y="4876800"/>
                </a:moveTo>
                <a:lnTo>
                  <a:pt x="4683506" y="4820158"/>
                </a:lnTo>
                <a:lnTo>
                  <a:pt x="4749546" y="4801489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976368" y="4956302"/>
                </a:moveTo>
                <a:lnTo>
                  <a:pt x="4932172" y="4893691"/>
                </a:lnTo>
                <a:lnTo>
                  <a:pt x="4999863" y="4883277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205222" y="5019548"/>
                </a:moveTo>
                <a:lnTo>
                  <a:pt x="5157724" y="4959350"/>
                </a:lnTo>
                <a:lnTo>
                  <a:pt x="5224907" y="4945380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425567" y="5072380"/>
                </a:moveTo>
                <a:lnTo>
                  <a:pt x="5377307" y="5012817"/>
                </a:lnTo>
                <a:lnTo>
                  <a:pt x="5444363" y="4998085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627370" y="5093843"/>
                </a:moveTo>
                <a:lnTo>
                  <a:pt x="5576316" y="5036566"/>
                </a:lnTo>
                <a:lnTo>
                  <a:pt x="5642483" y="5018659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59074" y="3262757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19678" y="3852926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14445" y="4258183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29405" y="4570222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16552" y="4756150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6107" y="4876165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00930" y="4956048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34229" y="5019675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55717" y="5072380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65648" y="5092700"/>
            <a:ext cx="158750" cy="15875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71738" y="2173951"/>
            <a:ext cx="61912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66"/>
              </a:lnSpc>
              <a:buNone/>
            </a:pPr>
            <a:r>
              <a:rPr lang="en-US" sz="18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888" dirty="0"/>
          </a:p>
        </p:txBody>
      </p:sp>
      <p:sp>
        <p:nvSpPr>
          <p:cNvPr id="59" name="Text 57"/>
          <p:cNvSpPr/>
          <p:nvPr/>
        </p:nvSpPr>
        <p:spPr>
          <a:xfrm>
            <a:off x="3602038" y="3396827"/>
            <a:ext cx="169862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4"/>
              </a:lnSpc>
              <a:buNone/>
            </a:pPr>
            <a:r>
              <a:rPr lang="en-US" sz="176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step</a:t>
            </a:r>
            <a:endParaRPr lang="en-US" sz="1762" dirty="0"/>
          </a:p>
        </p:txBody>
      </p:sp>
      <p:sp>
        <p:nvSpPr>
          <p:cNvPr id="60" name="Text 58"/>
          <p:cNvSpPr/>
          <p:nvPr/>
        </p:nvSpPr>
        <p:spPr>
          <a:xfrm>
            <a:off x="5326063" y="4567749"/>
            <a:ext cx="10953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6"/>
              </a:lnSpc>
              <a:buNone/>
            </a:pPr>
            <a:r>
              <a:rPr lang="en-US" sz="16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</a:t>
            </a:r>
            <a:endParaRPr lang="en-US" sz="1688" dirty="0"/>
          </a:p>
        </p:txBody>
      </p:sp>
      <p:sp>
        <p:nvSpPr>
          <p:cNvPr id="61" name="Text 59"/>
          <p:cNvSpPr/>
          <p:nvPr/>
        </p:nvSpPr>
        <p:spPr>
          <a:xfrm>
            <a:off x="2817813" y="5583412"/>
            <a:ext cx="10318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4"/>
              </a:lnSpc>
              <a:buNone/>
            </a:pPr>
            <a:r>
              <a:rPr lang="en-US" sz="171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712" dirty="0"/>
          </a:p>
        </p:txBody>
      </p:sp>
      <p:sp>
        <p:nvSpPr>
          <p:cNvPr id="62" name="Text 60"/>
          <p:cNvSpPr/>
          <p:nvPr/>
        </p:nvSpPr>
        <p:spPr>
          <a:xfrm>
            <a:off x="2643188" y="5859357"/>
            <a:ext cx="138112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4"/>
              </a:lnSpc>
              <a:buNone/>
            </a:pPr>
            <a:r>
              <a:rPr lang="en-US" sz="176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value</a:t>
            </a:r>
            <a:endParaRPr lang="en-US" sz="1762" dirty="0"/>
          </a:p>
        </p:txBody>
      </p:sp>
      <p:sp>
        <p:nvSpPr>
          <p:cNvPr id="63" name="Text 61"/>
          <p:cNvSpPr/>
          <p:nvPr/>
        </p:nvSpPr>
        <p:spPr>
          <a:xfrm>
            <a:off x="8830469" y="5367426"/>
            <a:ext cx="195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541169" y="6137046"/>
            <a:ext cx="195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5207000" y="5664200"/>
            <a:ext cx="25400" cy="1270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56200" y="5715000"/>
            <a:ext cx="139700" cy="254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588000" y="6153150"/>
                </a:moveTo>
                <a:lnTo>
                  <a:pt x="5638800" y="6096000"/>
                </a:lnTo>
                <a:lnTo>
                  <a:pt x="5689600" y="6153150"/>
                </a:lnTo>
              </a:path>
            </a:pathLst>
          </a:custGeom>
          <a:noFill/>
          <a:ln w="1905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2026-10-23T13:09:14Z</dcterms:created>
  <dcterms:modified xsi:type="dcterms:W3CDTF">2026-10-23T13:09:14Z</dcterms:modified>
</cp:coreProperties>
</file>