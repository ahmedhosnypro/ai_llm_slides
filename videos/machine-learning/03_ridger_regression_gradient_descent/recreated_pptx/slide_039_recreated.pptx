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27100" y="1803400"/>
            <a:ext cx="10096500" cy="431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5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9600" y="3302000"/>
            <a:ext cx="6438900" cy="533400"/>
          </a:xfrm>
          <a:prstGeom prst="rect">
            <a:avLst/>
          </a:prstGeom>
          <a:solidFill>
            <a:srgbClr val="E1FFEF"/>
          </a:solidFill>
          <a:ln w="19050">
            <a:solidFill>
              <a:srgbClr val="5981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36700" y="92710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 (GD) – Stochastic Gradient Descent SGD)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56000" y="13081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318000" y="13081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Mini-Batch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70600" y="13081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</a:t>
            </a:r>
            <a:endParaRPr lang="en-US" sz="2800" dirty="0"/>
          </a:p>
        </p:txBody>
      </p:sp>
      <p:pic>
        <p:nvPicPr>
          <p:cNvPr id="14" name="Image 0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00" y="1989455"/>
            <a:ext cx="164592" cy="138687"/>
          </a:xfrm>
          <a:prstGeom prst="rect">
            <a:avLst/>
          </a:prstGeom>
        </p:spPr>
      </p:pic>
      <p:pic>
        <p:nvPicPr>
          <p:cNvPr id="15" name="Image 1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" y="2637155"/>
            <a:ext cx="164592" cy="138687"/>
          </a:xfrm>
          <a:prstGeom prst="rect">
            <a:avLst/>
          </a:prstGeom>
        </p:spPr>
      </p:pic>
      <p:pic>
        <p:nvPicPr>
          <p:cNvPr id="16" name="Image 2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0" y="2954655"/>
            <a:ext cx="164592" cy="1386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2700" y="184785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Stochastic Gradient Descent (SGD) is a variant of GD which computes the gradient of the Error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282700" y="22098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 with respect to a single training example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295400" y="25273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other words, it updates the weights using one training sample at a time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1295400" y="28194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Remember: GD updated the weight vector after passing through ALL training samples.</a:t>
            </a:r>
            <a:endParaRPr lang="en-US" sz="1900" dirty="0"/>
          </a:p>
        </p:txBody>
      </p:sp>
      <p:pic>
        <p:nvPicPr>
          <p:cNvPr id="21" name="Image 3" descr="/workspaces/codespaces-blank/ai_llm_slides/videos/machine-learning/03_ridger_regression_gradient_descent/recreated_pptx/build/assets/eq_039_m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708" y="3481070"/>
            <a:ext cx="2554224" cy="2727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83500" y="3486150"/>
            <a:ext cx="349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Repeat for ALL misclassified Samples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066800" y="3822700"/>
            <a:ext cx="196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using SGD</a:t>
            </a:r>
            <a:endParaRPr lang="en-US" sz="1800" dirty="0"/>
          </a:p>
        </p:txBody>
      </p:sp>
      <p:pic>
        <p:nvPicPr>
          <p:cNvPr id="24" name="Image 4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" y="4237355"/>
            <a:ext cx="164592" cy="138687"/>
          </a:xfrm>
          <a:prstGeom prst="rect">
            <a:avLst/>
          </a:prstGeom>
        </p:spPr>
      </p:pic>
      <p:pic>
        <p:nvPicPr>
          <p:cNvPr id="25" name="Image 5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4100" y="4567555"/>
            <a:ext cx="164592" cy="13868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2700" y="4140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is usually more efficient than GD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1282700" y="4470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converges faster than GD</a:t>
            </a:r>
            <a:endParaRPr lang="en-US" sz="1900" dirty="0"/>
          </a:p>
        </p:txBody>
      </p:sp>
      <p:sp>
        <p:nvSpPr>
          <p:cNvPr id="28" name="Text 20"/>
          <p:cNvSpPr/>
          <p:nvPr/>
        </p:nvSpPr>
        <p:spPr>
          <a:xfrm>
            <a:off x="1117600" y="51689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 GD is a generalization of GD and SGD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5842000" y="5168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weights are updated after passing through</a:t>
            </a:r>
            <a:endParaRPr lang="en-US" sz="1900" dirty="0"/>
          </a:p>
        </p:txBody>
      </p:sp>
      <p:sp>
        <p:nvSpPr>
          <p:cNvPr id="30" name="Text 22"/>
          <p:cNvSpPr/>
          <p:nvPr/>
        </p:nvSpPr>
        <p:spPr>
          <a:xfrm>
            <a:off x="1168400" y="54737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“Mini-Batch” of training samples with size n</a:t>
            </a:r>
            <a:endParaRPr lang="en-US" sz="1900" dirty="0"/>
          </a:p>
        </p:txBody>
      </p:sp>
      <p:sp>
        <p:nvSpPr>
          <p:cNvPr id="31" name="Text 23"/>
          <p:cNvSpPr/>
          <p:nvPr/>
        </p:nvSpPr>
        <p:spPr>
          <a:xfrm>
            <a:off x="3816350" y="5765800"/>
            <a:ext cx="431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n=N (it is GD), and if n=1 (it is SGD)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2026-10-23T23:42:59Z</dcterms:created>
  <dcterms:modified xsi:type="dcterms:W3CDTF">2026-10-23T23:42:59Z</dcterms:modified>
</cp:coreProperties>
</file>