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100" y="1803400"/>
            <a:ext cx="100965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25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3302000"/>
            <a:ext cx="6438900" cy="533400"/>
          </a:xfrm>
          <a:prstGeom prst="rect">
            <a:avLst/>
          </a:prstGeom>
          <a:solidFill>
            <a:srgbClr val="E1FFEF"/>
          </a:solidFill>
          <a:ln w="19050">
            <a:solidFill>
              <a:srgbClr val="5981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700" y="9271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Descent (GD) – Stochastic Gradient Descent SGD)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56000" y="13081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18000" y="13081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4C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Mini-Batch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70600" y="1308100"/>
            <a:ext cx="298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Descent</a:t>
            </a:r>
            <a:endParaRPr lang="en-US" sz="2800" dirty="0"/>
          </a:p>
        </p:txBody>
      </p:sp>
      <p:pic>
        <p:nvPicPr>
          <p:cNvPr id="14" name="Image 0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1989455"/>
            <a:ext cx="164592" cy="138687"/>
          </a:xfrm>
          <a:prstGeom prst="rect">
            <a:avLst/>
          </a:prstGeom>
        </p:spPr>
      </p:pic>
      <p:pic>
        <p:nvPicPr>
          <p:cNvPr id="15" name="Image 1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637155"/>
            <a:ext cx="164592" cy="138687"/>
          </a:xfrm>
          <a:prstGeom prst="rect">
            <a:avLst/>
          </a:prstGeom>
        </p:spPr>
      </p:pic>
      <p:pic>
        <p:nvPicPr>
          <p:cNvPr id="16" name="Image 2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2954655"/>
            <a:ext cx="164592" cy="1386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2700" y="184785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Stochastic Gradient Descent (SGD) is a variant of GD which computes the gradient of the Error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282700" y="22098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 with respect to a single training example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295400" y="25273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other words, it updates the weights using one training sample at a time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1295400" y="28194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Remember: GD updated the weight vector after passing through ALL training samples.</a:t>
            </a:r>
            <a:endParaRPr lang="en-US" sz="1900" dirty="0"/>
          </a:p>
        </p:txBody>
      </p:sp>
      <mc:AlternateContent>
        <mc:Choice xmlns:a14="http://schemas.microsoft.com/office/drawing/2010/main" Requires="a14">
          <p:sp>
            <p:nvSpPr>
              <p:cNvPr id="21" name="Equation OMML" descr="W^{(updated)}=W^{old}-\eta\,\delta_{i}\,X_{i}"/>
              <p:cNvSpPr txBox="1"/>
              <p:nvPr/>
            </p:nvSpPr>
            <p:spPr>
              <a:xfrm>
                <a:off x="4648708" y="3481070"/>
                <a:ext cx="2554224" cy="2727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(updated)</m:t>
                          </m:r>
                        </m:sup>
                      </m:s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old</m:t>
                          </m:r>
                        </m:sup>
                      </m:s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-η </m:t>
                      </m:r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δ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3" descr="/workspaces/codespaces-blank/ai_llm_slides/videos/machine-learning/03_ridger_regression_gradient_descent/recreated_pptx/build/assets/eq_039_main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8708" y="3481070"/>
                <a:ext cx="2554224" cy="272796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 16"/>
          <p:cNvSpPr/>
          <p:nvPr/>
        </p:nvSpPr>
        <p:spPr>
          <a:xfrm>
            <a:off x="7683500" y="3486150"/>
            <a:ext cx="349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for ALL misclassified Samples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66800" y="3822700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using SGD</a:t>
            </a:r>
            <a:endParaRPr lang="en-US" sz="1800" dirty="0"/>
          </a:p>
        </p:txBody>
      </p:sp>
      <p:pic>
        <p:nvPicPr>
          <p:cNvPr id="24" name="Image 4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" y="4237355"/>
            <a:ext cx="164592" cy="138687"/>
          </a:xfrm>
          <a:prstGeom prst="rect">
            <a:avLst/>
          </a:prstGeom>
        </p:spPr>
      </p:pic>
      <p:pic>
        <p:nvPicPr>
          <p:cNvPr id="25" name="Image 5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567555"/>
            <a:ext cx="164592" cy="13868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2700" y="41402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SGD is usually more efficient than GD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1282700" y="4470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SGD converges faster than GD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1117600" y="51689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GD is a generalization of GD and SGD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5842000" y="51689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weights are updated after passing through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1168400" y="54737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“Mini-Batch” of training samples with size n</a:t>
            </a:r>
            <a:endParaRPr lang="en-US" sz="1900" dirty="0"/>
          </a:p>
        </p:txBody>
      </p:sp>
      <p:sp>
        <p:nvSpPr>
          <p:cNvPr id="31" name="Text 23"/>
          <p:cNvSpPr/>
          <p:nvPr/>
        </p:nvSpPr>
        <p:spPr>
          <a:xfrm>
            <a:off x="3816350" y="57658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84C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n=N (it is GD), and if n=1 (it is SGD)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2026-10-23T23:42:59Z</dcterms:created>
  <dcterms:modified xsi:type="dcterms:W3CDTF">2026-10-23T23:42:59Z</dcterms:modified>
</cp:coreProperties>
</file>