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36850" y="682777"/>
            <a:ext cx="533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Loss function shapes</a:t>
            </a:r>
            <a:endParaRPr lang="en-US" sz="2200" dirty="0"/>
          </a:p>
        </p:txBody>
      </p:sp>
      <p:pic>
        <p:nvPicPr>
          <p:cNvPr id="9" name="Image 0" descr="/home/ahmed/Projects/ai_llm_slides/videos/machine-learning/03_ridger_regression_gradient_descent/recreated_pptx/build/assets/plot_025_t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0" y="1460500"/>
            <a:ext cx="2286000" cy="2197100"/>
          </a:xfrm>
          <a:prstGeom prst="rect">
            <a:avLst/>
          </a:prstGeom>
        </p:spPr>
      </p:pic>
      <p:pic>
        <p:nvPicPr>
          <p:cNvPr id="10" name="Image 1" descr="/home/ahmed/Projects/ai_llm_slides/videos/machine-learning/03_ridger_regression_gradient_descent/recreated_pptx/build/assets/plot_025_t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0" y="1460500"/>
            <a:ext cx="3340100" cy="2565400"/>
          </a:xfrm>
          <a:prstGeom prst="rect">
            <a:avLst/>
          </a:prstGeom>
        </p:spPr>
      </p:pic>
      <p:pic>
        <p:nvPicPr>
          <p:cNvPr id="11" name="Image 2" descr="/home/ahmed/Projects/ai_llm_slides/videos/machine-learning/03_ridger_regression_gradient_descent/recreated_pptx/build/assets/plot_025_b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00" y="3683000"/>
            <a:ext cx="3721100" cy="3009900"/>
          </a:xfrm>
          <a:prstGeom prst="rect">
            <a:avLst/>
          </a:prstGeom>
        </p:spPr>
      </p:pic>
      <p:pic>
        <p:nvPicPr>
          <p:cNvPr id="12" name="Image 3" descr="/home/ahmed/Projects/ai_llm_slides/videos/machine-learning/03_ridger_regression_gradient_descent/recreated_pptx/build/assets/plot_025_b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0" y="4368800"/>
            <a:ext cx="3365500" cy="23749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 flipV="1">
            <a:off x="8318500" y="2400300"/>
            <a:ext cx="2603500" cy="2540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9359900" y="2667000"/>
            <a:ext cx="228600" cy="1905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511300" y="2133600"/>
            <a:ext cx="1892300" cy="25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6" name="Shape 10"/>
          <p:cNvSpPr/>
          <p:nvPr/>
        </p:nvSpPr>
        <p:spPr>
          <a:xfrm>
            <a:off x="1384300" y="2362200"/>
            <a:ext cx="2197100" cy="25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7" name="Shape 11"/>
          <p:cNvSpPr/>
          <p:nvPr/>
        </p:nvSpPr>
        <p:spPr>
          <a:xfrm>
            <a:off x="1117600" y="2540000"/>
            <a:ext cx="2374900" cy="25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8" name="Shape 12"/>
          <p:cNvSpPr/>
          <p:nvPr/>
        </p:nvSpPr>
        <p:spPr>
          <a:xfrm>
            <a:off x="8039100" y="2870200"/>
            <a:ext cx="3086100" cy="25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9" name="Shape 13"/>
          <p:cNvSpPr/>
          <p:nvPr/>
        </p:nvSpPr>
        <p:spPr>
          <a:xfrm>
            <a:off x="8178800" y="2971800"/>
            <a:ext cx="2844800" cy="25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0" name="Shape 14"/>
          <p:cNvSpPr/>
          <p:nvPr/>
        </p:nvSpPr>
        <p:spPr>
          <a:xfrm>
            <a:off x="1574800" y="5295900"/>
            <a:ext cx="3289300" cy="25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1" name="Shape 15"/>
          <p:cNvSpPr/>
          <p:nvPr/>
        </p:nvSpPr>
        <p:spPr>
          <a:xfrm>
            <a:off x="3429000" y="1739900"/>
            <a:ext cx="1739900" cy="533400"/>
          </a:xfrm>
          <a:prstGeom prst="rect">
            <a:avLst/>
          </a:prstGeom>
          <a:solidFill>
            <a:srgbClr val="0000A0"/>
          </a:solidFill>
          <a:ln/>
        </p:spPr>
      </p:sp>
      <p:sp>
        <p:nvSpPr>
          <p:cNvPr id="22" name="Text 16"/>
          <p:cNvSpPr/>
          <p:nvPr/>
        </p:nvSpPr>
        <p:spPr>
          <a:xfrm>
            <a:off x="3429000" y="1739900"/>
            <a:ext cx="1739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Concave</a:t>
            </a:r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</a:t>
            </a:r>
            <a:endParaRPr lang="en-US" sz="11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Maxima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032500" y="2336800"/>
            <a:ext cx="1739900" cy="533400"/>
          </a:xfrm>
          <a:prstGeom prst="rect">
            <a:avLst/>
          </a:prstGeom>
          <a:solidFill>
            <a:srgbClr val="0000A0"/>
          </a:solidFill>
          <a:ln/>
        </p:spPr>
      </p:sp>
      <p:sp>
        <p:nvSpPr>
          <p:cNvPr id="24" name="Text 18"/>
          <p:cNvSpPr/>
          <p:nvPr/>
        </p:nvSpPr>
        <p:spPr>
          <a:xfrm>
            <a:off x="6032500" y="2336800"/>
            <a:ext cx="1739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Convex</a:t>
            </a:r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</a:t>
            </a:r>
            <a:endParaRPr lang="en-US" sz="11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Minima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019800" y="4495800"/>
            <a:ext cx="1752600" cy="482600"/>
          </a:xfrm>
          <a:prstGeom prst="rect">
            <a:avLst/>
          </a:prstGeom>
          <a:solidFill>
            <a:srgbClr val="0000A0"/>
          </a:solidFill>
          <a:ln/>
        </p:spPr>
      </p:sp>
      <p:sp>
        <p:nvSpPr>
          <p:cNvPr id="26" name="Text 20"/>
          <p:cNvSpPr/>
          <p:nvPr/>
        </p:nvSpPr>
        <p:spPr>
          <a:xfrm>
            <a:off x="6019800" y="4495800"/>
            <a:ext cx="175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Descent</a:t>
            </a:r>
            <a:endParaRPr lang="en-US" sz="11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reach Minima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851400" y="5740400"/>
            <a:ext cx="1739900" cy="482600"/>
          </a:xfrm>
          <a:prstGeom prst="rect">
            <a:avLst/>
          </a:prstGeom>
          <a:solidFill>
            <a:srgbClr val="0000A0"/>
          </a:solidFill>
          <a:ln/>
        </p:spPr>
      </p:sp>
      <p:sp>
        <p:nvSpPr>
          <p:cNvPr id="28" name="Text 22"/>
          <p:cNvSpPr/>
          <p:nvPr/>
        </p:nvSpPr>
        <p:spPr>
          <a:xfrm>
            <a:off x="4851400" y="5740400"/>
            <a:ext cx="1739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Non-Convex</a:t>
            </a:r>
            <a:endParaRPr lang="en-US" sz="11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Minima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2026-10-26T00:41:40Z</dcterms:created>
  <dcterms:modified xsi:type="dcterms:W3CDTF">2026-10-26T00:41:40Z</dcterms:modified>
</cp:coreProperties>
</file>