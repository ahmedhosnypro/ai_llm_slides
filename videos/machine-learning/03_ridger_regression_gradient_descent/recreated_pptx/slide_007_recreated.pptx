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940003"/>
            <a:ext cx="12191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Problems of Linear Regression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990600" y="1524000"/>
            <a:ext cx="10248900" cy="49911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600" y="1854200"/>
            <a:ext cx="1003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Assume the Dataset is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linearly separable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(suitable to apply 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</a:t>
            </a:r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17600" y="24638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u="sng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 model has FOUR problems: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7600" y="30607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➢Overfitting Problem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17600" y="36322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➢Matrix Inversion Problem [1] </a:t>
            </a:r>
            <a:pPr indent="0" marL="0">
              <a:buNone/>
            </a:pPr>
            <a:r>
              <a:rPr lang="en-US" sz="2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(Singular Matrix)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17600" y="43180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➢Matrix Inversion Problem [2] </a:t>
            </a:r>
            <a:pPr indent="0" marL="0">
              <a:buNone/>
            </a:pPr>
            <a:r>
              <a:rPr lang="en-US" sz="2200" b="1" i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(Large Matrix dimension)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17600" y="4940300"/>
            <a:ext cx="10033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-60" kern="0" dirty="0">
                <a:solidFill>
                  <a:srgbClr val="000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➢Different Hyperplanes can solve the problems </a:t>
            </a:r>
            <a:pPr indent="0" marL="0">
              <a:buNone/>
            </a:pPr>
            <a:r>
              <a:rPr lang="en-US" sz="2200" b="1" i="1" spc="-60" kern="0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(Selection of Best Hyperplane)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2026-10-23T20:59:53Z</dcterms:created>
  <dcterms:modified xsi:type="dcterms:W3CDTF">2026-10-23T20:59:53Z</dcterms:modified>
</cp:coreProperties>
</file>