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5350" y="2309352"/>
            <a:ext cx="1041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58"/>
              </a:lnSpc>
              <a:buNone/>
            </a:pPr>
            <a:r>
              <a:rPr lang="en-US" sz="446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Obtain Minimum Value</a:t>
            </a:r>
            <a:endParaRPr lang="en-US" sz="4465" dirty="0"/>
          </a:p>
        </p:txBody>
      </p:sp>
      <p:sp>
        <p:nvSpPr>
          <p:cNvPr id="9" name="Text 7"/>
          <p:cNvSpPr/>
          <p:nvPr/>
        </p:nvSpPr>
        <p:spPr>
          <a:xfrm>
            <a:off x="2755900" y="3299952"/>
            <a:ext cx="635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58"/>
              </a:lnSpc>
              <a:buNone/>
            </a:pPr>
            <a:r>
              <a:rPr lang="en-US" sz="446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 function using</a:t>
            </a:r>
            <a:endParaRPr lang="en-US" sz="4465" dirty="0"/>
          </a:p>
        </p:txBody>
      </p:sp>
      <p:sp>
        <p:nvSpPr>
          <p:cNvPr id="10" name="Text 8"/>
          <p:cNvSpPr/>
          <p:nvPr/>
        </p:nvSpPr>
        <p:spPr>
          <a:xfrm>
            <a:off x="2324100" y="4290552"/>
            <a:ext cx="736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358"/>
              </a:lnSpc>
              <a:buNone/>
            </a:pPr>
            <a:r>
              <a:rPr lang="en-US" sz="4465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 (GD)</a:t>
            </a:r>
            <a:endParaRPr lang="en-US" sz="446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2026-10-23T12:57:57Z</dcterms:created>
  <dcterms:modified xsi:type="dcterms:W3CDTF">2026-10-23T12:57:57Z</dcterms:modified>
</cp:coreProperties>
</file>