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71500"/>
            <a:ext cx="10795000" cy="6286500"/>
          </a:xfrm>
          <a:prstGeom prst="rect">
            <a:avLst/>
          </a:prstGeom>
          <a:solidFill>
            <a:srgbClr val="E9E9E7"/>
          </a:solidFill>
          <a:ln/>
        </p:spPr>
      </p:sp>
      <p:sp>
        <p:nvSpPr>
          <p:cNvPr id="3" name="Shape 1"/>
          <p:cNvSpPr/>
          <p:nvPr/>
        </p:nvSpPr>
        <p:spPr>
          <a:xfrm>
            <a:off x="74295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442700" y="584200"/>
            <a:ext cx="0" cy="626110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6600" y="6838950"/>
            <a:ext cx="10718800" cy="0"/>
          </a:xfrm>
          <a:prstGeom prst="line">
            <a:avLst/>
          </a:prstGeom>
          <a:noFill/>
          <a:ln w="12700">
            <a:solidFill>
              <a:srgbClr val="C0000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10902950" y="704850"/>
            <a:ext cx="444500" cy="444500"/>
          </a:xfrm>
          <a:prstGeom prst="ellipse">
            <a:avLst/>
          </a:prstGeom>
          <a:solidFill>
            <a:srgbClr val="FDFD96"/>
          </a:solidFill>
          <a:ln w="25400">
            <a:solidFill>
              <a:srgbClr val="6A5AC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902950" y="704850"/>
            <a:ext cx="444500" cy="444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863600" y="838200"/>
            <a:ext cx="4648200" cy="1181100"/>
          </a:xfrm>
          <a:prstGeom prst="rect">
            <a:avLst/>
          </a:prstGeom>
          <a:solidFill>
            <a:srgbClr val="FFFFFF"/>
          </a:solidFill>
          <a:ln w="25400">
            <a:solidFill>
              <a:srgbClr val="0000F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965200" y="939800"/>
            <a:ext cx="44450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 Data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1981200" y="1244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z₁</a:t>
            </a:r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4130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400" dirty="0"/>
          </a:p>
        </p:txBody>
      </p:sp>
      <p:sp>
        <p:nvSpPr>
          <p:cNvPr id="12" name="Text 10"/>
          <p:cNvSpPr/>
          <p:nvPr/>
        </p:nvSpPr>
        <p:spPr>
          <a:xfrm>
            <a:off x="2540000" y="10414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2540000" y="13335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432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400" dirty="0"/>
          </a:p>
        </p:txBody>
      </p:sp>
      <p:sp>
        <p:nvSpPr>
          <p:cNvPr id="15" name="Text 13"/>
          <p:cNvSpPr/>
          <p:nvPr/>
        </p:nvSpPr>
        <p:spPr>
          <a:xfrm>
            <a:off x="2133600" y="1651000"/>
            <a:ext cx="71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y=60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124200" y="1244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z₂</a:t>
            </a:r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35814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400" dirty="0"/>
          </a:p>
        </p:txBody>
      </p:sp>
      <p:sp>
        <p:nvSpPr>
          <p:cNvPr id="18" name="Text 16"/>
          <p:cNvSpPr/>
          <p:nvPr/>
        </p:nvSpPr>
        <p:spPr>
          <a:xfrm>
            <a:off x="3708400" y="10414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3708400" y="13335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39116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400" dirty="0"/>
          </a:p>
        </p:txBody>
      </p:sp>
      <p:sp>
        <p:nvSpPr>
          <p:cNvPr id="21" name="Text 19"/>
          <p:cNvSpPr/>
          <p:nvPr/>
        </p:nvSpPr>
        <p:spPr>
          <a:xfrm>
            <a:off x="3276600" y="1651000"/>
            <a:ext cx="71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y=80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343400" y="1244600"/>
            <a:ext cx="431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z₃</a:t>
            </a:r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8006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400" dirty="0"/>
          </a:p>
        </p:txBody>
      </p:sp>
      <p:sp>
        <p:nvSpPr>
          <p:cNvPr id="24" name="Text 22"/>
          <p:cNvSpPr/>
          <p:nvPr/>
        </p:nvSpPr>
        <p:spPr>
          <a:xfrm>
            <a:off x="4927600" y="10414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4927600" y="1333500"/>
            <a:ext cx="3048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920"/>
              </a:lnSpc>
              <a:buNone/>
            </a:pPr>
            <a:r>
              <a:rPr lang="en-US" sz="1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1600" dirty="0"/>
          </a:p>
        </p:txBody>
      </p:sp>
      <p:sp>
        <p:nvSpPr>
          <p:cNvPr id="26" name="Text 24"/>
          <p:cNvSpPr/>
          <p:nvPr/>
        </p:nvSpPr>
        <p:spPr>
          <a:xfrm>
            <a:off x="5130800" y="990600"/>
            <a:ext cx="2032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80"/>
              </a:lnSpc>
              <a:buNone/>
            </a:pPr>
            <a:r>
              <a:rPr lang="en-US" sz="44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400" dirty="0"/>
          </a:p>
        </p:txBody>
      </p:sp>
      <p:sp>
        <p:nvSpPr>
          <p:cNvPr id="27" name="Text 25"/>
          <p:cNvSpPr/>
          <p:nvPr/>
        </p:nvSpPr>
        <p:spPr>
          <a:xfrm>
            <a:off x="4470400" y="1651000"/>
            <a:ext cx="71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y=100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2019300" y="1441450"/>
            <a:ext cx="203200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162300" y="1441450"/>
            <a:ext cx="203200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4394200" y="1441450"/>
            <a:ext cx="203200" cy="0"/>
          </a:xfrm>
          <a:prstGeom prst="line">
            <a:avLst/>
          </a:prstGeom>
          <a:noFill/>
          <a:ln w="9525">
            <a:solidFill>
              <a:srgbClr val="C0000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838200" y="2578100"/>
            <a:ext cx="10515600" cy="3949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Shape 30"/>
          <p:cNvSpPr/>
          <p:nvPr/>
        </p:nvSpPr>
        <p:spPr>
          <a:xfrm>
            <a:off x="1651000" y="6540500"/>
            <a:ext cx="3136900" cy="107950"/>
          </a:xfrm>
          <a:prstGeom prst="rect">
            <a:avLst/>
          </a:prstGeom>
          <a:solidFill>
            <a:srgbClr val="F7FBEC"/>
          </a:solidFill>
          <a:ln/>
        </p:spPr>
      </p:sp>
      <p:sp>
        <p:nvSpPr>
          <p:cNvPr id="33" name="Shape 31"/>
          <p:cNvSpPr/>
          <p:nvPr/>
        </p:nvSpPr>
        <p:spPr>
          <a:xfrm>
            <a:off x="4953000" y="6540500"/>
            <a:ext cx="3213100" cy="107950"/>
          </a:xfrm>
          <a:prstGeom prst="rect">
            <a:avLst/>
          </a:prstGeom>
          <a:solidFill>
            <a:srgbClr val="FAE0C8"/>
          </a:solidFill>
          <a:ln/>
        </p:spPr>
      </p:sp>
      <p:sp>
        <p:nvSpPr>
          <p:cNvPr id="34" name="Shape 32"/>
          <p:cNvSpPr/>
          <p:nvPr/>
        </p:nvSpPr>
        <p:spPr>
          <a:xfrm>
            <a:off x="8178800" y="6540500"/>
            <a:ext cx="3175000" cy="107950"/>
          </a:xfrm>
          <a:prstGeom prst="rect">
            <a:avLst/>
          </a:prstGeom>
          <a:solidFill>
            <a:srgbClr val="E8FFE8"/>
          </a:solidFill>
          <a:ln/>
        </p:spPr>
      </p:sp>
      <p:sp>
        <p:nvSpPr>
          <p:cNvPr id="35" name="Shape 33"/>
          <p:cNvSpPr/>
          <p:nvPr/>
        </p:nvSpPr>
        <p:spPr>
          <a:xfrm>
            <a:off x="863600" y="2171700"/>
            <a:ext cx="622300" cy="44577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1638300" y="25400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7" name="Shape 35"/>
          <p:cNvSpPr/>
          <p:nvPr/>
        </p:nvSpPr>
        <p:spPr>
          <a:xfrm>
            <a:off x="3035300" y="26289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8" name="Shape 36"/>
          <p:cNvSpPr/>
          <p:nvPr/>
        </p:nvSpPr>
        <p:spPr>
          <a:xfrm>
            <a:off x="1638300" y="3873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9" name="Shape 37"/>
          <p:cNvSpPr/>
          <p:nvPr/>
        </p:nvSpPr>
        <p:spPr>
          <a:xfrm>
            <a:off x="3035300" y="3962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Shape 38"/>
          <p:cNvSpPr/>
          <p:nvPr/>
        </p:nvSpPr>
        <p:spPr>
          <a:xfrm>
            <a:off x="1638300" y="5270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1" name="Shape 39"/>
          <p:cNvSpPr/>
          <p:nvPr/>
        </p:nvSpPr>
        <p:spPr>
          <a:xfrm>
            <a:off x="3035300" y="5359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2" name="Shape 40"/>
          <p:cNvSpPr/>
          <p:nvPr/>
        </p:nvSpPr>
        <p:spPr>
          <a:xfrm>
            <a:off x="4940300" y="25400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3" name="Shape 41"/>
          <p:cNvSpPr/>
          <p:nvPr/>
        </p:nvSpPr>
        <p:spPr>
          <a:xfrm>
            <a:off x="6337300" y="26289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4" name="Shape 42"/>
          <p:cNvSpPr/>
          <p:nvPr/>
        </p:nvSpPr>
        <p:spPr>
          <a:xfrm>
            <a:off x="4940300" y="3873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5" name="Shape 43"/>
          <p:cNvSpPr/>
          <p:nvPr/>
        </p:nvSpPr>
        <p:spPr>
          <a:xfrm>
            <a:off x="6337300" y="3962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6" name="Shape 44"/>
          <p:cNvSpPr/>
          <p:nvPr/>
        </p:nvSpPr>
        <p:spPr>
          <a:xfrm>
            <a:off x="4940300" y="5270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7" name="Shape 45"/>
          <p:cNvSpPr/>
          <p:nvPr/>
        </p:nvSpPr>
        <p:spPr>
          <a:xfrm>
            <a:off x="6337300" y="5359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8" name="Shape 46"/>
          <p:cNvSpPr/>
          <p:nvPr/>
        </p:nvSpPr>
        <p:spPr>
          <a:xfrm>
            <a:off x="8242300" y="25400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9" name="Shape 47"/>
          <p:cNvSpPr/>
          <p:nvPr/>
        </p:nvSpPr>
        <p:spPr>
          <a:xfrm>
            <a:off x="9639300" y="26289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0" name="Shape 48"/>
          <p:cNvSpPr/>
          <p:nvPr/>
        </p:nvSpPr>
        <p:spPr>
          <a:xfrm>
            <a:off x="8242300" y="3873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1" name="Shape 49"/>
          <p:cNvSpPr/>
          <p:nvPr/>
        </p:nvSpPr>
        <p:spPr>
          <a:xfrm>
            <a:off x="9639300" y="3962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2" name="Shape 50"/>
          <p:cNvSpPr/>
          <p:nvPr/>
        </p:nvSpPr>
        <p:spPr>
          <a:xfrm>
            <a:off x="8242300" y="5270500"/>
            <a:ext cx="977900" cy="12319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3" name="Shape 51"/>
          <p:cNvSpPr/>
          <p:nvPr/>
        </p:nvSpPr>
        <p:spPr>
          <a:xfrm>
            <a:off x="9639300" y="5359400"/>
            <a:ext cx="1701800" cy="116840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2781300" y="3454400"/>
            <a:ext cx="8509000" cy="3937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55" name="Shape 53"/>
          <p:cNvSpPr/>
          <p:nvPr/>
        </p:nvSpPr>
        <p:spPr>
          <a:xfrm>
            <a:off x="2781300" y="4813300"/>
            <a:ext cx="8509000" cy="3937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56" name="Shape 54"/>
          <p:cNvSpPr/>
          <p:nvPr/>
        </p:nvSpPr>
        <p:spPr>
          <a:xfrm>
            <a:off x="2781300" y="6184900"/>
            <a:ext cx="8509000" cy="3556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57" name="Shape 55"/>
          <p:cNvSpPr/>
          <p:nvPr/>
        </p:nvSpPr>
        <p:spPr>
          <a:xfrm>
            <a:off x="8255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11353800" y="2133600"/>
            <a:ext cx="0" cy="45466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800" y="2159000"/>
            <a:ext cx="10541000" cy="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4870450" y="2159000"/>
            <a:ext cx="3257550" cy="0"/>
          </a:xfrm>
          <a:prstGeom prst="line">
            <a:avLst/>
          </a:prstGeom>
          <a:noFill/>
          <a:ln w="12700">
            <a:solidFill>
              <a:srgbClr val="8A2024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178800" y="2159000"/>
            <a:ext cx="31750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812800" y="6654800"/>
            <a:ext cx="4013200" cy="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4864100" y="6654800"/>
            <a:ext cx="3263900" cy="0"/>
          </a:xfrm>
          <a:prstGeom prst="line">
            <a:avLst/>
          </a:prstGeom>
          <a:noFill/>
          <a:ln w="12700">
            <a:solidFill>
              <a:srgbClr val="8A2024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8178800" y="6654800"/>
            <a:ext cx="3175000" cy="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49225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15748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4800600" y="2133600"/>
            <a:ext cx="0" cy="4546600"/>
          </a:xfrm>
          <a:prstGeom prst="line">
            <a:avLst/>
          </a:prstGeom>
          <a:noFill/>
          <a:ln w="12700">
            <a:solidFill>
              <a:srgbClr val="20186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260985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591820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9194800" y="2578100"/>
            <a:ext cx="0" cy="11176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260985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91820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9194800" y="3937000"/>
            <a:ext cx="0" cy="8763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260985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91820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9194800" y="5283200"/>
            <a:ext cx="0" cy="1231900"/>
          </a:xfrm>
          <a:prstGeom prst="line">
            <a:avLst/>
          </a:prstGeom>
          <a:noFill/>
          <a:ln w="12700">
            <a:solidFill>
              <a:srgbClr val="8B3A3A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4870450" y="2146300"/>
            <a:ext cx="0" cy="4521200"/>
          </a:xfrm>
          <a:prstGeom prst="line">
            <a:avLst/>
          </a:prstGeom>
          <a:noFill/>
          <a:ln w="12700">
            <a:solidFill>
              <a:srgbClr val="8A2024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8102600" y="2146300"/>
            <a:ext cx="0" cy="4521200"/>
          </a:xfrm>
          <a:prstGeom prst="line">
            <a:avLst/>
          </a:prstGeom>
          <a:noFill/>
          <a:ln w="12700">
            <a:solidFill>
              <a:srgbClr val="8A2024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8172450" y="2146300"/>
            <a:ext cx="0" cy="4521200"/>
          </a:xfrm>
          <a:prstGeom prst="line">
            <a:avLst/>
          </a:prstGeom>
          <a:noFill/>
          <a:ln w="12700">
            <a:solidFill>
              <a:srgbClr val="008000"/>
            </a:solidFill>
            <a:prstDash val="solid"/>
          </a:ln>
        </p:spPr>
      </p:sp>
      <p:sp>
        <p:nvSpPr>
          <p:cNvPr id="80" name="Text 78"/>
          <p:cNvSpPr/>
          <p:nvPr/>
        </p:nvSpPr>
        <p:spPr>
          <a:xfrm>
            <a:off x="850900" y="2260600"/>
            <a:ext cx="71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b="1" i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Outlier</a:t>
            </a:r>
            <a:endParaRPr lang="en-US" sz="1500" dirty="0"/>
          </a:p>
        </p:txBody>
      </p:sp>
      <p:sp>
        <p:nvSpPr>
          <p:cNvPr id="81" name="Text 79"/>
          <p:cNvSpPr/>
          <p:nvPr/>
        </p:nvSpPr>
        <p:spPr>
          <a:xfrm>
            <a:off x="1066800" y="2489200"/>
            <a:ext cx="228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00"/>
              </a:lnSpc>
              <a:buNone/>
            </a:pPr>
            <a:r>
              <a:rPr lang="en-US" sz="15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endParaRPr lang="en-US" sz="1500" dirty="0"/>
          </a:p>
        </p:txBody>
      </p:sp>
      <p:sp>
        <p:nvSpPr>
          <p:cNvPr id="82" name="Text 80"/>
          <p:cNvSpPr/>
          <p:nvPr/>
        </p:nvSpPr>
        <p:spPr>
          <a:xfrm>
            <a:off x="1206500" y="2578100"/>
            <a:ext cx="101600" cy="127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0"/>
              </a:lnSpc>
              <a:buNone/>
            </a:pPr>
            <a:r>
              <a:rPr lang="en-US" sz="1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</a:t>
            </a:r>
            <a:endParaRPr lang="en-US" sz="1000" dirty="0"/>
          </a:p>
        </p:txBody>
      </p:sp>
      <p:sp>
        <p:nvSpPr>
          <p:cNvPr id="83" name="Shape 81"/>
          <p:cNvSpPr/>
          <p:nvPr/>
        </p:nvSpPr>
        <p:spPr>
          <a:xfrm>
            <a:off x="965200" y="3403600"/>
            <a:ext cx="508000" cy="2540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84" name="Text 82"/>
          <p:cNvSpPr/>
          <p:nvPr/>
        </p:nvSpPr>
        <p:spPr>
          <a:xfrm>
            <a:off x="1066800" y="27178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2000" dirty="0"/>
          </a:p>
        </p:txBody>
      </p:sp>
      <p:sp>
        <p:nvSpPr>
          <p:cNvPr id="85" name="Text 83"/>
          <p:cNvSpPr/>
          <p:nvPr/>
        </p:nvSpPr>
        <p:spPr>
          <a:xfrm>
            <a:off x="1066800" y="30353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86" name="Text 84"/>
          <p:cNvSpPr/>
          <p:nvPr/>
        </p:nvSpPr>
        <p:spPr>
          <a:xfrm>
            <a:off x="1066800" y="33528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 dirty="0"/>
          </a:p>
        </p:txBody>
      </p:sp>
      <p:sp>
        <p:nvSpPr>
          <p:cNvPr id="87" name="Shape 85"/>
          <p:cNvSpPr/>
          <p:nvPr/>
        </p:nvSpPr>
        <p:spPr>
          <a:xfrm>
            <a:off x="965200" y="4762500"/>
            <a:ext cx="508000" cy="2540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88" name="Text 86"/>
          <p:cNvSpPr/>
          <p:nvPr/>
        </p:nvSpPr>
        <p:spPr>
          <a:xfrm>
            <a:off x="1003300" y="40767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2000" dirty="0"/>
          </a:p>
        </p:txBody>
      </p:sp>
      <p:sp>
        <p:nvSpPr>
          <p:cNvPr id="89" name="Text 87"/>
          <p:cNvSpPr/>
          <p:nvPr/>
        </p:nvSpPr>
        <p:spPr>
          <a:xfrm>
            <a:off x="1003300" y="43942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90" name="Text 88"/>
          <p:cNvSpPr/>
          <p:nvPr/>
        </p:nvSpPr>
        <p:spPr>
          <a:xfrm>
            <a:off x="1003300" y="47117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 dirty="0"/>
          </a:p>
        </p:txBody>
      </p:sp>
      <p:sp>
        <p:nvSpPr>
          <p:cNvPr id="91" name="Shape 89"/>
          <p:cNvSpPr/>
          <p:nvPr/>
        </p:nvSpPr>
        <p:spPr>
          <a:xfrm>
            <a:off x="965200" y="6083300"/>
            <a:ext cx="508000" cy="254000"/>
          </a:xfrm>
          <a:prstGeom prst="rect">
            <a:avLst/>
          </a:prstGeom>
          <a:solidFill>
            <a:srgbClr val="FFFF80"/>
          </a:solidFill>
          <a:ln/>
        </p:spPr>
      </p:sp>
      <p:sp>
        <p:nvSpPr>
          <p:cNvPr id="92" name="Text 90"/>
          <p:cNvSpPr/>
          <p:nvPr/>
        </p:nvSpPr>
        <p:spPr>
          <a:xfrm>
            <a:off x="1003300" y="53848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2000" dirty="0"/>
          </a:p>
        </p:txBody>
      </p:sp>
      <p:sp>
        <p:nvSpPr>
          <p:cNvPr id="93" name="Text 91"/>
          <p:cNvSpPr/>
          <p:nvPr/>
        </p:nvSpPr>
        <p:spPr>
          <a:xfrm>
            <a:off x="1003300" y="57150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000" dirty="0"/>
          </a:p>
        </p:txBody>
      </p:sp>
      <p:sp>
        <p:nvSpPr>
          <p:cNvPr id="94" name="Text 92"/>
          <p:cNvSpPr/>
          <p:nvPr/>
        </p:nvSpPr>
        <p:spPr>
          <a:xfrm>
            <a:off x="1003300" y="6032500"/>
            <a:ext cx="381000" cy="279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400"/>
              </a:lnSpc>
              <a:buNone/>
            </a:pPr>
            <a:r>
              <a:rPr lang="en-US" sz="2000" b="1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2000" dirty="0"/>
          </a:p>
        </p:txBody>
      </p:sp>
      <p:sp>
        <p:nvSpPr>
          <p:cNvPr id="95" name="Shape 93"/>
          <p:cNvSpPr/>
          <p:nvPr/>
        </p:nvSpPr>
        <p:spPr>
          <a:xfrm>
            <a:off x="1054100" y="2730500"/>
            <a:ext cx="76200" cy="635000"/>
          </a:xfrm>
          <a:prstGeom prst="arc">
            <a:avLst>
              <a:gd name="adj1" fmla="val 5400000"/>
              <a:gd name="adj2" fmla="val 162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1397000" y="2730500"/>
            <a:ext cx="76200" cy="635000"/>
          </a:xfrm>
          <a:prstGeom prst="arc">
            <a:avLst>
              <a:gd name="adj1" fmla="val 16200000"/>
              <a:gd name="adj2" fmla="val 54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984250" y="4102100"/>
            <a:ext cx="76200" cy="622300"/>
          </a:xfrm>
          <a:prstGeom prst="arc">
            <a:avLst>
              <a:gd name="adj1" fmla="val 5400000"/>
              <a:gd name="adj2" fmla="val 162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1346200" y="4102100"/>
            <a:ext cx="76200" cy="622300"/>
          </a:xfrm>
          <a:prstGeom prst="arc">
            <a:avLst>
              <a:gd name="adj1" fmla="val 16200000"/>
              <a:gd name="adj2" fmla="val 54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84250" y="5397500"/>
            <a:ext cx="76200" cy="647700"/>
          </a:xfrm>
          <a:prstGeom prst="arc">
            <a:avLst>
              <a:gd name="adj1" fmla="val 5400000"/>
              <a:gd name="adj2" fmla="val 162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339850" y="5397500"/>
            <a:ext cx="76200" cy="647700"/>
          </a:xfrm>
          <a:prstGeom prst="arc">
            <a:avLst>
              <a:gd name="adj1" fmla="val 16200000"/>
              <a:gd name="adj2" fmla="val 5400000"/>
            </a:avLst>
          </a:prstGeom>
          <a:ln w="19050">
            <a:solidFill>
              <a:srgbClr val="2E3B9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574800" y="2184400"/>
            <a:ext cx="3251200" cy="393700"/>
          </a:xfrm>
          <a:prstGeom prst="rect">
            <a:avLst/>
          </a:prstGeom>
          <a:solidFill>
            <a:srgbClr val="F7FBEC"/>
          </a:solidFill>
          <a:ln/>
        </p:spPr>
      </p:sp>
      <p:sp>
        <p:nvSpPr>
          <p:cNvPr id="102" name="Text 100"/>
          <p:cNvSpPr/>
          <p:nvPr/>
        </p:nvSpPr>
        <p:spPr>
          <a:xfrm>
            <a:off x="1778000" y="22479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Regularizer with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(as if λ=0)</a:t>
            </a:r>
            <a:endParaRPr lang="en-US" sz="1600" dirty="0"/>
          </a:p>
        </p:txBody>
      </p:sp>
      <p:sp>
        <p:nvSpPr>
          <p:cNvPr id="103" name="Shape 101"/>
          <p:cNvSpPr/>
          <p:nvPr/>
        </p:nvSpPr>
        <p:spPr>
          <a:xfrm>
            <a:off x="1638300" y="25400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04" name="Text 102"/>
          <p:cNvSpPr/>
          <p:nvPr/>
        </p:nvSpPr>
        <p:spPr>
          <a:xfrm>
            <a:off x="1778000" y="28829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105" name="Text 103"/>
          <p:cNvSpPr/>
          <p:nvPr/>
        </p:nvSpPr>
        <p:spPr>
          <a:xfrm>
            <a:off x="2044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106" name="Text 104"/>
          <p:cNvSpPr/>
          <p:nvPr/>
        </p:nvSpPr>
        <p:spPr>
          <a:xfrm>
            <a:off x="2197100" y="26289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700" dirty="0"/>
          </a:p>
        </p:txBody>
      </p:sp>
      <p:sp>
        <p:nvSpPr>
          <p:cNvPr id="107" name="Text 105"/>
          <p:cNvSpPr/>
          <p:nvPr/>
        </p:nvSpPr>
        <p:spPr>
          <a:xfrm>
            <a:off x="2425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108" name="Text 106"/>
          <p:cNvSpPr/>
          <p:nvPr/>
        </p:nvSpPr>
        <p:spPr>
          <a:xfrm>
            <a:off x="1651000" y="34671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||²=4</a:t>
            </a:r>
            <a:endParaRPr lang="en-US" sz="800" dirty="0"/>
          </a:p>
        </p:txBody>
      </p:sp>
      <p:sp>
        <p:nvSpPr>
          <p:cNvPr id="109" name="Shape 107"/>
          <p:cNvSpPr/>
          <p:nvPr/>
        </p:nvSpPr>
        <p:spPr>
          <a:xfrm>
            <a:off x="2654300" y="31115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2616200" y="26289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2616200" y="28702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2616200" y="31496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38608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43434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15" name="Text 113"/>
          <p:cNvSpPr/>
          <p:nvPr/>
        </p:nvSpPr>
        <p:spPr>
          <a:xfrm>
            <a:off x="33782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116" name="Text 114"/>
          <p:cNvSpPr/>
          <p:nvPr/>
        </p:nvSpPr>
        <p:spPr>
          <a:xfrm>
            <a:off x="38608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117" name="Text 115"/>
          <p:cNvSpPr/>
          <p:nvPr/>
        </p:nvSpPr>
        <p:spPr>
          <a:xfrm>
            <a:off x="43434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118" name="Text 116"/>
          <p:cNvSpPr/>
          <p:nvPr/>
        </p:nvSpPr>
        <p:spPr>
          <a:xfrm>
            <a:off x="2794000" y="28956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119" name="Text 117"/>
          <p:cNvSpPr/>
          <p:nvPr/>
        </p:nvSpPr>
        <p:spPr>
          <a:xfrm>
            <a:off x="33782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120" name="Text 118"/>
          <p:cNvSpPr/>
          <p:nvPr/>
        </p:nvSpPr>
        <p:spPr>
          <a:xfrm>
            <a:off x="38608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121" name="Text 119"/>
          <p:cNvSpPr/>
          <p:nvPr/>
        </p:nvSpPr>
        <p:spPr>
          <a:xfrm>
            <a:off x="43434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122" name="Text 120"/>
          <p:cNvSpPr/>
          <p:nvPr/>
        </p:nvSpPr>
        <p:spPr>
          <a:xfrm>
            <a:off x="2794000" y="31750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123" name="Text 121"/>
          <p:cNvSpPr/>
          <p:nvPr/>
        </p:nvSpPr>
        <p:spPr>
          <a:xfrm>
            <a:off x="33782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24" name="Text 122"/>
          <p:cNvSpPr/>
          <p:nvPr/>
        </p:nvSpPr>
        <p:spPr>
          <a:xfrm>
            <a:off x="38608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25" name="Text 123"/>
          <p:cNvSpPr/>
          <p:nvPr/>
        </p:nvSpPr>
        <p:spPr>
          <a:xfrm>
            <a:off x="43434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126" name="Text 124"/>
          <p:cNvSpPr/>
          <p:nvPr/>
        </p:nvSpPr>
        <p:spPr>
          <a:xfrm>
            <a:off x="2794000" y="3479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127" name="Text 125"/>
          <p:cNvSpPr/>
          <p:nvPr/>
        </p:nvSpPr>
        <p:spPr>
          <a:xfrm>
            <a:off x="33782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</a:t>
            </a:r>
            <a:endParaRPr lang="en-US" sz="800" dirty="0"/>
          </a:p>
        </p:txBody>
      </p:sp>
      <p:sp>
        <p:nvSpPr>
          <p:cNvPr id="128" name="Text 126"/>
          <p:cNvSpPr/>
          <p:nvPr/>
        </p:nvSpPr>
        <p:spPr>
          <a:xfrm>
            <a:off x="38608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800" dirty="0"/>
          </a:p>
        </p:txBody>
      </p:sp>
      <p:sp>
        <p:nvSpPr>
          <p:cNvPr id="129" name="Text 127"/>
          <p:cNvSpPr/>
          <p:nvPr/>
        </p:nvSpPr>
        <p:spPr>
          <a:xfrm>
            <a:off x="43434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</a:t>
            </a:r>
            <a:endParaRPr lang="en-US" sz="800" dirty="0"/>
          </a:p>
        </p:txBody>
      </p:sp>
      <p:sp>
        <p:nvSpPr>
          <p:cNvPr id="130" name="Shape 128"/>
          <p:cNvSpPr/>
          <p:nvPr/>
        </p:nvSpPr>
        <p:spPr>
          <a:xfrm>
            <a:off x="1638300" y="3873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31" name="Text 129"/>
          <p:cNvSpPr/>
          <p:nvPr/>
        </p:nvSpPr>
        <p:spPr>
          <a:xfrm>
            <a:off x="1778000" y="4216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132" name="Text 130"/>
          <p:cNvSpPr/>
          <p:nvPr/>
        </p:nvSpPr>
        <p:spPr>
          <a:xfrm>
            <a:off x="2044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133" name="Text 131"/>
          <p:cNvSpPr/>
          <p:nvPr/>
        </p:nvSpPr>
        <p:spPr>
          <a:xfrm>
            <a:off x="2197100" y="3962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2.7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0.67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0.64</a:t>
            </a:r>
            <a:endParaRPr lang="en-US" sz="700" dirty="0"/>
          </a:p>
        </p:txBody>
      </p:sp>
      <p:sp>
        <p:nvSpPr>
          <p:cNvPr id="134" name="Text 132"/>
          <p:cNvSpPr/>
          <p:nvPr/>
        </p:nvSpPr>
        <p:spPr>
          <a:xfrm>
            <a:off x="2425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135" name="Text 133"/>
          <p:cNvSpPr/>
          <p:nvPr/>
        </p:nvSpPr>
        <p:spPr>
          <a:xfrm>
            <a:off x="1651000" y="4800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||²=8.11</a:t>
            </a:r>
            <a:endParaRPr lang="en-US" sz="800" dirty="0"/>
          </a:p>
        </p:txBody>
      </p:sp>
      <p:sp>
        <p:nvSpPr>
          <p:cNvPr id="136" name="Shape 134"/>
          <p:cNvSpPr/>
          <p:nvPr/>
        </p:nvSpPr>
        <p:spPr>
          <a:xfrm>
            <a:off x="2654300" y="4445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2616200" y="39624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2616200" y="42037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2616200" y="44831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38608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43434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42" name="Text 140"/>
          <p:cNvSpPr/>
          <p:nvPr/>
        </p:nvSpPr>
        <p:spPr>
          <a:xfrm>
            <a:off x="33782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143" name="Text 141"/>
          <p:cNvSpPr/>
          <p:nvPr/>
        </p:nvSpPr>
        <p:spPr>
          <a:xfrm>
            <a:off x="38608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144" name="Text 142"/>
          <p:cNvSpPr/>
          <p:nvPr/>
        </p:nvSpPr>
        <p:spPr>
          <a:xfrm>
            <a:off x="43434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145" name="Text 143"/>
          <p:cNvSpPr/>
          <p:nvPr/>
        </p:nvSpPr>
        <p:spPr>
          <a:xfrm>
            <a:off x="2794000" y="4229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146" name="Text 144"/>
          <p:cNvSpPr/>
          <p:nvPr/>
        </p:nvSpPr>
        <p:spPr>
          <a:xfrm>
            <a:off x="33782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147" name="Text 145"/>
          <p:cNvSpPr/>
          <p:nvPr/>
        </p:nvSpPr>
        <p:spPr>
          <a:xfrm>
            <a:off x="38608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148" name="Text 146"/>
          <p:cNvSpPr/>
          <p:nvPr/>
        </p:nvSpPr>
        <p:spPr>
          <a:xfrm>
            <a:off x="43434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149" name="Text 147"/>
          <p:cNvSpPr/>
          <p:nvPr/>
        </p:nvSpPr>
        <p:spPr>
          <a:xfrm>
            <a:off x="2794000" y="4508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150" name="Text 148"/>
          <p:cNvSpPr/>
          <p:nvPr/>
        </p:nvSpPr>
        <p:spPr>
          <a:xfrm>
            <a:off x="33782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51" name="Text 149"/>
          <p:cNvSpPr/>
          <p:nvPr/>
        </p:nvSpPr>
        <p:spPr>
          <a:xfrm>
            <a:off x="38608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52" name="Text 150"/>
          <p:cNvSpPr/>
          <p:nvPr/>
        </p:nvSpPr>
        <p:spPr>
          <a:xfrm>
            <a:off x="43434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153" name="Text 151"/>
          <p:cNvSpPr/>
          <p:nvPr/>
        </p:nvSpPr>
        <p:spPr>
          <a:xfrm>
            <a:off x="2794000" y="4813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154" name="Text 152"/>
          <p:cNvSpPr/>
          <p:nvPr/>
        </p:nvSpPr>
        <p:spPr>
          <a:xfrm>
            <a:off x="33782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32.4</a:t>
            </a:r>
            <a:endParaRPr lang="en-US" sz="800" dirty="0"/>
          </a:p>
        </p:txBody>
      </p:sp>
      <p:sp>
        <p:nvSpPr>
          <p:cNvPr id="155" name="Text 153"/>
          <p:cNvSpPr/>
          <p:nvPr/>
        </p:nvSpPr>
        <p:spPr>
          <a:xfrm>
            <a:off x="38608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42.3</a:t>
            </a:r>
            <a:endParaRPr lang="en-US" sz="800" dirty="0"/>
          </a:p>
        </p:txBody>
      </p:sp>
      <p:sp>
        <p:nvSpPr>
          <p:cNvPr id="156" name="Text 154"/>
          <p:cNvSpPr/>
          <p:nvPr/>
        </p:nvSpPr>
        <p:spPr>
          <a:xfrm>
            <a:off x="43434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52.3</a:t>
            </a:r>
            <a:endParaRPr lang="en-US" sz="800" dirty="0"/>
          </a:p>
        </p:txBody>
      </p:sp>
      <p:sp>
        <p:nvSpPr>
          <p:cNvPr id="157" name="Shape 155"/>
          <p:cNvSpPr/>
          <p:nvPr/>
        </p:nvSpPr>
        <p:spPr>
          <a:xfrm>
            <a:off x="1638300" y="5270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58" name="Text 156"/>
          <p:cNvSpPr/>
          <p:nvPr/>
        </p:nvSpPr>
        <p:spPr>
          <a:xfrm>
            <a:off x="1778000" y="5613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159" name="Text 157"/>
          <p:cNvSpPr/>
          <p:nvPr/>
        </p:nvSpPr>
        <p:spPr>
          <a:xfrm>
            <a:off x="2044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160" name="Text 158"/>
          <p:cNvSpPr/>
          <p:nvPr/>
        </p:nvSpPr>
        <p:spPr>
          <a:xfrm>
            <a:off x="2197100" y="5359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0.29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0.78</a:t>
            </a:r>
            <a:endParaRPr lang="en-US" sz="700" dirty="0"/>
          </a:p>
        </p:txBody>
      </p:sp>
      <p:sp>
        <p:nvSpPr>
          <p:cNvPr id="161" name="Text 159"/>
          <p:cNvSpPr/>
          <p:nvPr/>
        </p:nvSpPr>
        <p:spPr>
          <a:xfrm>
            <a:off x="2425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162" name="Text 160"/>
          <p:cNvSpPr/>
          <p:nvPr/>
        </p:nvSpPr>
        <p:spPr>
          <a:xfrm>
            <a:off x="1651000" y="6197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||²=16.7</a:t>
            </a:r>
            <a:endParaRPr lang="en-US" sz="800" dirty="0"/>
          </a:p>
        </p:txBody>
      </p:sp>
      <p:sp>
        <p:nvSpPr>
          <p:cNvPr id="163" name="Shape 161"/>
          <p:cNvSpPr/>
          <p:nvPr/>
        </p:nvSpPr>
        <p:spPr>
          <a:xfrm>
            <a:off x="2654300" y="5842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2616200" y="53594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616200" y="56007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616200" y="58801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38608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43434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69" name="Text 167"/>
          <p:cNvSpPr/>
          <p:nvPr/>
        </p:nvSpPr>
        <p:spPr>
          <a:xfrm>
            <a:off x="33782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170" name="Text 168"/>
          <p:cNvSpPr/>
          <p:nvPr/>
        </p:nvSpPr>
        <p:spPr>
          <a:xfrm>
            <a:off x="38608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171" name="Text 169"/>
          <p:cNvSpPr/>
          <p:nvPr/>
        </p:nvSpPr>
        <p:spPr>
          <a:xfrm>
            <a:off x="43434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172" name="Text 170"/>
          <p:cNvSpPr/>
          <p:nvPr/>
        </p:nvSpPr>
        <p:spPr>
          <a:xfrm>
            <a:off x="2794000" y="5626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173" name="Text 171"/>
          <p:cNvSpPr/>
          <p:nvPr/>
        </p:nvSpPr>
        <p:spPr>
          <a:xfrm>
            <a:off x="33782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174" name="Text 172"/>
          <p:cNvSpPr/>
          <p:nvPr/>
        </p:nvSpPr>
        <p:spPr>
          <a:xfrm>
            <a:off x="38608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175" name="Text 173"/>
          <p:cNvSpPr/>
          <p:nvPr/>
        </p:nvSpPr>
        <p:spPr>
          <a:xfrm>
            <a:off x="43434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176" name="Text 174"/>
          <p:cNvSpPr/>
          <p:nvPr/>
        </p:nvSpPr>
        <p:spPr>
          <a:xfrm>
            <a:off x="2794000" y="5905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177" name="Text 175"/>
          <p:cNvSpPr/>
          <p:nvPr/>
        </p:nvSpPr>
        <p:spPr>
          <a:xfrm>
            <a:off x="33782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178" name="Text 176"/>
          <p:cNvSpPr/>
          <p:nvPr/>
        </p:nvSpPr>
        <p:spPr>
          <a:xfrm>
            <a:off x="38608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179" name="Text 177"/>
          <p:cNvSpPr/>
          <p:nvPr/>
        </p:nvSpPr>
        <p:spPr>
          <a:xfrm>
            <a:off x="43434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180" name="Text 178"/>
          <p:cNvSpPr/>
          <p:nvPr/>
        </p:nvSpPr>
        <p:spPr>
          <a:xfrm>
            <a:off x="2794000" y="6210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181" name="Text 179"/>
          <p:cNvSpPr/>
          <p:nvPr/>
        </p:nvSpPr>
        <p:spPr>
          <a:xfrm>
            <a:off x="33782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24.4</a:t>
            </a:r>
            <a:endParaRPr lang="en-US" sz="800" dirty="0"/>
          </a:p>
        </p:txBody>
      </p:sp>
      <p:sp>
        <p:nvSpPr>
          <p:cNvPr id="182" name="Text 180"/>
          <p:cNvSpPr/>
          <p:nvPr/>
        </p:nvSpPr>
        <p:spPr>
          <a:xfrm>
            <a:off x="38608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31.2</a:t>
            </a:r>
            <a:endParaRPr lang="en-US" sz="800" dirty="0"/>
          </a:p>
        </p:txBody>
      </p:sp>
      <p:sp>
        <p:nvSpPr>
          <p:cNvPr id="183" name="Text 181"/>
          <p:cNvSpPr/>
          <p:nvPr/>
        </p:nvSpPr>
        <p:spPr>
          <a:xfrm>
            <a:off x="43434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</a:t>
            </a:r>
            <a:endParaRPr lang="en-US" sz="800" dirty="0"/>
          </a:p>
        </p:txBody>
      </p:sp>
      <p:sp>
        <p:nvSpPr>
          <p:cNvPr id="184" name="Shape 182"/>
          <p:cNvSpPr/>
          <p:nvPr/>
        </p:nvSpPr>
        <p:spPr>
          <a:xfrm>
            <a:off x="4876800" y="2184400"/>
            <a:ext cx="3251200" cy="393700"/>
          </a:xfrm>
          <a:prstGeom prst="rect">
            <a:avLst/>
          </a:prstGeom>
          <a:solidFill>
            <a:srgbClr val="FAE0C8"/>
          </a:solidFill>
          <a:ln/>
        </p:spPr>
      </p:sp>
      <p:sp>
        <p:nvSpPr>
          <p:cNvPr id="185" name="Text 183"/>
          <p:cNvSpPr/>
          <p:nvPr/>
        </p:nvSpPr>
        <p:spPr>
          <a:xfrm>
            <a:off x="5080000" y="22479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Regularizer with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λ=3</a:t>
            </a:r>
            <a:endParaRPr lang="en-US" sz="1600" dirty="0"/>
          </a:p>
        </p:txBody>
      </p:sp>
      <p:sp>
        <p:nvSpPr>
          <p:cNvPr id="186" name="Shape 184"/>
          <p:cNvSpPr/>
          <p:nvPr/>
        </p:nvSpPr>
        <p:spPr>
          <a:xfrm>
            <a:off x="4940300" y="25400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87" name="Text 185"/>
          <p:cNvSpPr/>
          <p:nvPr/>
        </p:nvSpPr>
        <p:spPr>
          <a:xfrm>
            <a:off x="5080000" y="28829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188" name="Text 186"/>
          <p:cNvSpPr/>
          <p:nvPr/>
        </p:nvSpPr>
        <p:spPr>
          <a:xfrm>
            <a:off x="5346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189" name="Text 187"/>
          <p:cNvSpPr/>
          <p:nvPr/>
        </p:nvSpPr>
        <p:spPr>
          <a:xfrm>
            <a:off x="5499100" y="26289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1.95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0.03</a:t>
            </a:r>
            <a:endParaRPr lang="en-US" sz="700" dirty="0"/>
          </a:p>
        </p:txBody>
      </p:sp>
      <p:sp>
        <p:nvSpPr>
          <p:cNvPr id="190" name="Text 188"/>
          <p:cNvSpPr/>
          <p:nvPr/>
        </p:nvSpPr>
        <p:spPr>
          <a:xfrm>
            <a:off x="5727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191" name="Text 189"/>
          <p:cNvSpPr/>
          <p:nvPr/>
        </p:nvSpPr>
        <p:spPr>
          <a:xfrm>
            <a:off x="4953000" y="34671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||²=3.8</a:t>
            </a:r>
            <a:endParaRPr lang="en-US" sz="800" dirty="0"/>
          </a:p>
        </p:txBody>
      </p:sp>
      <p:sp>
        <p:nvSpPr>
          <p:cNvPr id="192" name="Shape 190"/>
          <p:cNvSpPr/>
          <p:nvPr/>
        </p:nvSpPr>
        <p:spPr>
          <a:xfrm>
            <a:off x="5956300" y="31115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918200" y="26289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918200" y="28702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918200" y="31496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71628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76454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198" name="Text 196"/>
          <p:cNvSpPr/>
          <p:nvPr/>
        </p:nvSpPr>
        <p:spPr>
          <a:xfrm>
            <a:off x="66802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199" name="Text 197"/>
          <p:cNvSpPr/>
          <p:nvPr/>
        </p:nvSpPr>
        <p:spPr>
          <a:xfrm>
            <a:off x="71628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200" name="Text 198"/>
          <p:cNvSpPr/>
          <p:nvPr/>
        </p:nvSpPr>
        <p:spPr>
          <a:xfrm>
            <a:off x="7645400" y="2667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201" name="Text 199"/>
          <p:cNvSpPr/>
          <p:nvPr/>
        </p:nvSpPr>
        <p:spPr>
          <a:xfrm>
            <a:off x="6096000" y="28956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202" name="Text 200"/>
          <p:cNvSpPr/>
          <p:nvPr/>
        </p:nvSpPr>
        <p:spPr>
          <a:xfrm>
            <a:off x="66802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203" name="Text 201"/>
          <p:cNvSpPr/>
          <p:nvPr/>
        </p:nvSpPr>
        <p:spPr>
          <a:xfrm>
            <a:off x="71628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204" name="Text 202"/>
          <p:cNvSpPr/>
          <p:nvPr/>
        </p:nvSpPr>
        <p:spPr>
          <a:xfrm>
            <a:off x="7645400" y="28956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205" name="Text 203"/>
          <p:cNvSpPr/>
          <p:nvPr/>
        </p:nvSpPr>
        <p:spPr>
          <a:xfrm>
            <a:off x="6096000" y="31750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206" name="Text 204"/>
          <p:cNvSpPr/>
          <p:nvPr/>
        </p:nvSpPr>
        <p:spPr>
          <a:xfrm>
            <a:off x="66802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207" name="Text 205"/>
          <p:cNvSpPr/>
          <p:nvPr/>
        </p:nvSpPr>
        <p:spPr>
          <a:xfrm>
            <a:off x="71628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208" name="Text 206"/>
          <p:cNvSpPr/>
          <p:nvPr/>
        </p:nvSpPr>
        <p:spPr>
          <a:xfrm>
            <a:off x="7645400" y="31750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209" name="Text 207"/>
          <p:cNvSpPr/>
          <p:nvPr/>
        </p:nvSpPr>
        <p:spPr>
          <a:xfrm>
            <a:off x="6096000" y="3479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210" name="Text 208"/>
          <p:cNvSpPr/>
          <p:nvPr/>
        </p:nvSpPr>
        <p:spPr>
          <a:xfrm>
            <a:off x="66802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59</a:t>
            </a:r>
            <a:endParaRPr lang="en-US" sz="800" dirty="0"/>
          </a:p>
        </p:txBody>
      </p:sp>
      <p:sp>
        <p:nvSpPr>
          <p:cNvPr id="211" name="Text 209"/>
          <p:cNvSpPr/>
          <p:nvPr/>
        </p:nvSpPr>
        <p:spPr>
          <a:xfrm>
            <a:off x="71628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78.7</a:t>
            </a:r>
            <a:endParaRPr lang="en-US" sz="800" dirty="0"/>
          </a:p>
        </p:txBody>
      </p:sp>
      <p:sp>
        <p:nvSpPr>
          <p:cNvPr id="212" name="Text 210"/>
          <p:cNvSpPr/>
          <p:nvPr/>
        </p:nvSpPr>
        <p:spPr>
          <a:xfrm>
            <a:off x="7645400" y="34798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98.4</a:t>
            </a:r>
            <a:endParaRPr lang="en-US" sz="800" dirty="0"/>
          </a:p>
        </p:txBody>
      </p:sp>
      <p:sp>
        <p:nvSpPr>
          <p:cNvPr id="213" name="Shape 211"/>
          <p:cNvSpPr/>
          <p:nvPr/>
        </p:nvSpPr>
        <p:spPr>
          <a:xfrm>
            <a:off x="4940300" y="3873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14" name="Text 212"/>
          <p:cNvSpPr/>
          <p:nvPr/>
        </p:nvSpPr>
        <p:spPr>
          <a:xfrm>
            <a:off x="5080000" y="4216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215" name="Text 213"/>
          <p:cNvSpPr/>
          <p:nvPr/>
        </p:nvSpPr>
        <p:spPr>
          <a:xfrm>
            <a:off x="5346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216" name="Text 214"/>
          <p:cNvSpPr/>
          <p:nvPr/>
        </p:nvSpPr>
        <p:spPr>
          <a:xfrm>
            <a:off x="5499100" y="3962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1.2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0.72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0.77</a:t>
            </a:r>
            <a:endParaRPr lang="en-US" sz="700" dirty="0"/>
          </a:p>
        </p:txBody>
      </p:sp>
      <p:sp>
        <p:nvSpPr>
          <p:cNvPr id="217" name="Text 215"/>
          <p:cNvSpPr/>
          <p:nvPr/>
        </p:nvSpPr>
        <p:spPr>
          <a:xfrm>
            <a:off x="5727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218" name="Text 216"/>
          <p:cNvSpPr/>
          <p:nvPr/>
        </p:nvSpPr>
        <p:spPr>
          <a:xfrm>
            <a:off x="4953000" y="4800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||²=2.45</a:t>
            </a:r>
            <a:endParaRPr lang="en-US" sz="800" dirty="0"/>
          </a:p>
        </p:txBody>
      </p:sp>
      <p:sp>
        <p:nvSpPr>
          <p:cNvPr id="219" name="Shape 217"/>
          <p:cNvSpPr/>
          <p:nvPr/>
        </p:nvSpPr>
        <p:spPr>
          <a:xfrm>
            <a:off x="5956300" y="4445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220" name="Shape 218"/>
          <p:cNvSpPr/>
          <p:nvPr/>
        </p:nvSpPr>
        <p:spPr>
          <a:xfrm>
            <a:off x="5918200" y="39624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21" name="Shape 219"/>
          <p:cNvSpPr/>
          <p:nvPr/>
        </p:nvSpPr>
        <p:spPr>
          <a:xfrm>
            <a:off x="5918200" y="42037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22" name="Shape 220"/>
          <p:cNvSpPr/>
          <p:nvPr/>
        </p:nvSpPr>
        <p:spPr>
          <a:xfrm>
            <a:off x="5918200" y="44831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23" name="Shape 221"/>
          <p:cNvSpPr/>
          <p:nvPr/>
        </p:nvSpPr>
        <p:spPr>
          <a:xfrm>
            <a:off x="71628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76454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25" name="Text 223"/>
          <p:cNvSpPr/>
          <p:nvPr/>
        </p:nvSpPr>
        <p:spPr>
          <a:xfrm>
            <a:off x="66802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226" name="Text 224"/>
          <p:cNvSpPr/>
          <p:nvPr/>
        </p:nvSpPr>
        <p:spPr>
          <a:xfrm>
            <a:off x="71628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227" name="Text 225"/>
          <p:cNvSpPr/>
          <p:nvPr/>
        </p:nvSpPr>
        <p:spPr>
          <a:xfrm>
            <a:off x="7645400" y="4000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228" name="Text 226"/>
          <p:cNvSpPr/>
          <p:nvPr/>
        </p:nvSpPr>
        <p:spPr>
          <a:xfrm>
            <a:off x="6096000" y="4229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229" name="Text 227"/>
          <p:cNvSpPr/>
          <p:nvPr/>
        </p:nvSpPr>
        <p:spPr>
          <a:xfrm>
            <a:off x="66802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230" name="Text 228"/>
          <p:cNvSpPr/>
          <p:nvPr/>
        </p:nvSpPr>
        <p:spPr>
          <a:xfrm>
            <a:off x="71628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231" name="Text 229"/>
          <p:cNvSpPr/>
          <p:nvPr/>
        </p:nvSpPr>
        <p:spPr>
          <a:xfrm>
            <a:off x="7645400" y="4229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232" name="Text 230"/>
          <p:cNvSpPr/>
          <p:nvPr/>
        </p:nvSpPr>
        <p:spPr>
          <a:xfrm>
            <a:off x="6096000" y="4508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233" name="Text 231"/>
          <p:cNvSpPr/>
          <p:nvPr/>
        </p:nvSpPr>
        <p:spPr>
          <a:xfrm>
            <a:off x="66802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234" name="Text 232"/>
          <p:cNvSpPr/>
          <p:nvPr/>
        </p:nvSpPr>
        <p:spPr>
          <a:xfrm>
            <a:off x="71628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235" name="Text 233"/>
          <p:cNvSpPr/>
          <p:nvPr/>
        </p:nvSpPr>
        <p:spPr>
          <a:xfrm>
            <a:off x="7645400" y="4508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236" name="Text 234"/>
          <p:cNvSpPr/>
          <p:nvPr/>
        </p:nvSpPr>
        <p:spPr>
          <a:xfrm>
            <a:off x="6096000" y="4813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237" name="Text 235"/>
          <p:cNvSpPr/>
          <p:nvPr/>
        </p:nvSpPr>
        <p:spPr>
          <a:xfrm>
            <a:off x="66802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34.1</a:t>
            </a:r>
            <a:endParaRPr lang="en-US" sz="800" dirty="0"/>
          </a:p>
        </p:txBody>
      </p:sp>
      <p:sp>
        <p:nvSpPr>
          <p:cNvPr id="238" name="Text 236"/>
          <p:cNvSpPr/>
          <p:nvPr/>
        </p:nvSpPr>
        <p:spPr>
          <a:xfrm>
            <a:off x="71628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45.1</a:t>
            </a:r>
            <a:endParaRPr lang="en-US" sz="800" dirty="0"/>
          </a:p>
        </p:txBody>
      </p:sp>
      <p:sp>
        <p:nvSpPr>
          <p:cNvPr id="239" name="Text 237"/>
          <p:cNvSpPr/>
          <p:nvPr/>
        </p:nvSpPr>
        <p:spPr>
          <a:xfrm>
            <a:off x="7645400" y="4813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56.1</a:t>
            </a:r>
            <a:endParaRPr lang="en-US" sz="800" dirty="0"/>
          </a:p>
        </p:txBody>
      </p:sp>
      <p:sp>
        <p:nvSpPr>
          <p:cNvPr id="240" name="Shape 238"/>
          <p:cNvSpPr/>
          <p:nvPr/>
        </p:nvSpPr>
        <p:spPr>
          <a:xfrm>
            <a:off x="4940300" y="5270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41" name="Text 239"/>
          <p:cNvSpPr/>
          <p:nvPr/>
        </p:nvSpPr>
        <p:spPr>
          <a:xfrm>
            <a:off x="5080000" y="5613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242" name="Text 240"/>
          <p:cNvSpPr/>
          <p:nvPr/>
        </p:nvSpPr>
        <p:spPr>
          <a:xfrm>
            <a:off x="5346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243" name="Text 241"/>
          <p:cNvSpPr/>
          <p:nvPr/>
        </p:nvSpPr>
        <p:spPr>
          <a:xfrm>
            <a:off x="5499100" y="5359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1.77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0.32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0.99</a:t>
            </a:r>
            <a:endParaRPr lang="en-US" sz="700" dirty="0"/>
          </a:p>
        </p:txBody>
      </p:sp>
      <p:sp>
        <p:nvSpPr>
          <p:cNvPr id="244" name="Text 242"/>
          <p:cNvSpPr/>
          <p:nvPr/>
        </p:nvSpPr>
        <p:spPr>
          <a:xfrm>
            <a:off x="5727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245" name="Text 243"/>
          <p:cNvSpPr/>
          <p:nvPr/>
        </p:nvSpPr>
        <p:spPr>
          <a:xfrm>
            <a:off x="4953000" y="6197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||²=4.2</a:t>
            </a:r>
            <a:endParaRPr lang="en-US" sz="800" dirty="0"/>
          </a:p>
        </p:txBody>
      </p:sp>
      <p:sp>
        <p:nvSpPr>
          <p:cNvPr id="246" name="Shape 244"/>
          <p:cNvSpPr/>
          <p:nvPr/>
        </p:nvSpPr>
        <p:spPr>
          <a:xfrm>
            <a:off x="5956300" y="5842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247" name="Shape 245"/>
          <p:cNvSpPr/>
          <p:nvPr/>
        </p:nvSpPr>
        <p:spPr>
          <a:xfrm>
            <a:off x="5918200" y="5359400"/>
            <a:ext cx="22098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48" name="Shape 246"/>
          <p:cNvSpPr/>
          <p:nvPr/>
        </p:nvSpPr>
        <p:spPr>
          <a:xfrm>
            <a:off x="5918200" y="56007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49" name="Shape 247"/>
          <p:cNvSpPr/>
          <p:nvPr/>
        </p:nvSpPr>
        <p:spPr>
          <a:xfrm>
            <a:off x="5918200" y="5880100"/>
            <a:ext cx="22098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50" name="Shape 248"/>
          <p:cNvSpPr/>
          <p:nvPr/>
        </p:nvSpPr>
        <p:spPr>
          <a:xfrm>
            <a:off x="71628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51" name="Shape 249"/>
          <p:cNvSpPr/>
          <p:nvPr/>
        </p:nvSpPr>
        <p:spPr>
          <a:xfrm>
            <a:off x="76454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52" name="Text 250"/>
          <p:cNvSpPr/>
          <p:nvPr/>
        </p:nvSpPr>
        <p:spPr>
          <a:xfrm>
            <a:off x="66802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253" name="Text 251"/>
          <p:cNvSpPr/>
          <p:nvPr/>
        </p:nvSpPr>
        <p:spPr>
          <a:xfrm>
            <a:off x="71628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254" name="Text 252"/>
          <p:cNvSpPr/>
          <p:nvPr/>
        </p:nvSpPr>
        <p:spPr>
          <a:xfrm>
            <a:off x="7645400" y="5397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255" name="Text 253"/>
          <p:cNvSpPr/>
          <p:nvPr/>
        </p:nvSpPr>
        <p:spPr>
          <a:xfrm>
            <a:off x="6096000" y="5626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256" name="Text 254"/>
          <p:cNvSpPr/>
          <p:nvPr/>
        </p:nvSpPr>
        <p:spPr>
          <a:xfrm>
            <a:off x="66802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257" name="Text 255"/>
          <p:cNvSpPr/>
          <p:nvPr/>
        </p:nvSpPr>
        <p:spPr>
          <a:xfrm>
            <a:off x="71628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258" name="Text 256"/>
          <p:cNvSpPr/>
          <p:nvPr/>
        </p:nvSpPr>
        <p:spPr>
          <a:xfrm>
            <a:off x="7645400" y="56261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259" name="Text 257"/>
          <p:cNvSpPr/>
          <p:nvPr/>
        </p:nvSpPr>
        <p:spPr>
          <a:xfrm>
            <a:off x="6096000" y="5905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260" name="Text 258"/>
          <p:cNvSpPr/>
          <p:nvPr/>
        </p:nvSpPr>
        <p:spPr>
          <a:xfrm>
            <a:off x="66802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261" name="Text 259"/>
          <p:cNvSpPr/>
          <p:nvPr/>
        </p:nvSpPr>
        <p:spPr>
          <a:xfrm>
            <a:off x="71628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262" name="Text 260"/>
          <p:cNvSpPr/>
          <p:nvPr/>
        </p:nvSpPr>
        <p:spPr>
          <a:xfrm>
            <a:off x="7645400" y="5905500"/>
            <a:ext cx="482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263" name="Text 261"/>
          <p:cNvSpPr/>
          <p:nvPr/>
        </p:nvSpPr>
        <p:spPr>
          <a:xfrm>
            <a:off x="6096000" y="6210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264" name="Text 262"/>
          <p:cNvSpPr/>
          <p:nvPr/>
        </p:nvSpPr>
        <p:spPr>
          <a:xfrm>
            <a:off x="66802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26.2</a:t>
            </a:r>
            <a:endParaRPr lang="en-US" sz="800" dirty="0"/>
          </a:p>
        </p:txBody>
      </p:sp>
      <p:sp>
        <p:nvSpPr>
          <p:cNvPr id="265" name="Text 263"/>
          <p:cNvSpPr/>
          <p:nvPr/>
        </p:nvSpPr>
        <p:spPr>
          <a:xfrm>
            <a:off x="71628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34.4</a:t>
            </a:r>
            <a:endParaRPr lang="en-US" sz="800" dirty="0"/>
          </a:p>
        </p:txBody>
      </p:sp>
      <p:sp>
        <p:nvSpPr>
          <p:cNvPr id="266" name="Text 264"/>
          <p:cNvSpPr/>
          <p:nvPr/>
        </p:nvSpPr>
        <p:spPr>
          <a:xfrm>
            <a:off x="7645400" y="6210300"/>
            <a:ext cx="482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42.5</a:t>
            </a:r>
            <a:endParaRPr lang="en-US" sz="800" dirty="0"/>
          </a:p>
        </p:txBody>
      </p:sp>
      <p:sp>
        <p:nvSpPr>
          <p:cNvPr id="267" name="Shape 265"/>
          <p:cNvSpPr/>
          <p:nvPr/>
        </p:nvSpPr>
        <p:spPr>
          <a:xfrm>
            <a:off x="8178800" y="2184400"/>
            <a:ext cx="3251200" cy="393700"/>
          </a:xfrm>
          <a:prstGeom prst="rect">
            <a:avLst/>
          </a:prstGeom>
          <a:solidFill>
            <a:srgbClr val="E8FFE8"/>
          </a:solidFill>
          <a:ln/>
        </p:spPr>
      </p:sp>
      <p:sp>
        <p:nvSpPr>
          <p:cNvPr id="268" name="Text 266"/>
          <p:cNvSpPr/>
          <p:nvPr/>
        </p:nvSpPr>
        <p:spPr>
          <a:xfrm>
            <a:off x="8382000" y="2247900"/>
            <a:ext cx="32512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Ridge Regularizer with </a:t>
            </a:r>
            <a:pPr algn="l" indent="0" marL="0">
              <a:lnSpc>
                <a:spcPts val="1920"/>
              </a:lnSpc>
              <a:buNone/>
            </a:pPr>
            <a:r>
              <a:rPr lang="en-US" sz="16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λ=10</a:t>
            </a:r>
            <a:endParaRPr lang="en-US" sz="1600" dirty="0"/>
          </a:p>
        </p:txBody>
      </p:sp>
      <p:sp>
        <p:nvSpPr>
          <p:cNvPr id="269" name="Shape 267"/>
          <p:cNvSpPr/>
          <p:nvPr/>
        </p:nvSpPr>
        <p:spPr>
          <a:xfrm>
            <a:off x="8242300" y="25400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70" name="Text 268"/>
          <p:cNvSpPr/>
          <p:nvPr/>
        </p:nvSpPr>
        <p:spPr>
          <a:xfrm>
            <a:off x="8382000" y="28829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271" name="Text 269"/>
          <p:cNvSpPr/>
          <p:nvPr/>
        </p:nvSpPr>
        <p:spPr>
          <a:xfrm>
            <a:off x="8648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272" name="Text 270"/>
          <p:cNvSpPr/>
          <p:nvPr/>
        </p:nvSpPr>
        <p:spPr>
          <a:xfrm>
            <a:off x="8801100" y="26289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0.13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1.87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0.09</a:t>
            </a:r>
            <a:endParaRPr lang="en-US" sz="700" dirty="0"/>
          </a:p>
        </p:txBody>
      </p:sp>
      <p:sp>
        <p:nvSpPr>
          <p:cNvPr id="273" name="Text 271"/>
          <p:cNvSpPr/>
          <p:nvPr/>
        </p:nvSpPr>
        <p:spPr>
          <a:xfrm>
            <a:off x="9029700" y="26289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274" name="Text 272"/>
          <p:cNvSpPr/>
          <p:nvPr/>
        </p:nvSpPr>
        <p:spPr>
          <a:xfrm>
            <a:off x="8255000" y="34671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||²=3.5</a:t>
            </a:r>
            <a:endParaRPr lang="en-US" sz="800" dirty="0"/>
          </a:p>
        </p:txBody>
      </p:sp>
      <p:sp>
        <p:nvSpPr>
          <p:cNvPr id="275" name="Shape 273"/>
          <p:cNvSpPr/>
          <p:nvPr/>
        </p:nvSpPr>
        <p:spPr>
          <a:xfrm>
            <a:off x="9258300" y="31115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276" name="Shape 274"/>
          <p:cNvSpPr/>
          <p:nvPr/>
        </p:nvSpPr>
        <p:spPr>
          <a:xfrm>
            <a:off x="9220200" y="2628900"/>
            <a:ext cx="20574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77" name="Shape 275"/>
          <p:cNvSpPr/>
          <p:nvPr/>
        </p:nvSpPr>
        <p:spPr>
          <a:xfrm>
            <a:off x="9220200" y="28702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78" name="Shape 276"/>
          <p:cNvSpPr/>
          <p:nvPr/>
        </p:nvSpPr>
        <p:spPr>
          <a:xfrm>
            <a:off x="9220200" y="31496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79" name="Shape 277"/>
          <p:cNvSpPr/>
          <p:nvPr/>
        </p:nvSpPr>
        <p:spPr>
          <a:xfrm>
            <a:off x="104140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80" name="Shape 278"/>
          <p:cNvSpPr/>
          <p:nvPr/>
        </p:nvSpPr>
        <p:spPr>
          <a:xfrm>
            <a:off x="10845800" y="26289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281" name="Text 279"/>
          <p:cNvSpPr/>
          <p:nvPr/>
        </p:nvSpPr>
        <p:spPr>
          <a:xfrm>
            <a:off x="9982200" y="2667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282" name="Text 280"/>
          <p:cNvSpPr/>
          <p:nvPr/>
        </p:nvSpPr>
        <p:spPr>
          <a:xfrm>
            <a:off x="10414000" y="2667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283" name="Text 281"/>
          <p:cNvSpPr/>
          <p:nvPr/>
        </p:nvSpPr>
        <p:spPr>
          <a:xfrm>
            <a:off x="10845800" y="2667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284" name="Text 282"/>
          <p:cNvSpPr/>
          <p:nvPr/>
        </p:nvSpPr>
        <p:spPr>
          <a:xfrm>
            <a:off x="9398000" y="28956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285" name="Text 283"/>
          <p:cNvSpPr/>
          <p:nvPr/>
        </p:nvSpPr>
        <p:spPr>
          <a:xfrm>
            <a:off x="9982200" y="28956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286" name="Text 284"/>
          <p:cNvSpPr/>
          <p:nvPr/>
        </p:nvSpPr>
        <p:spPr>
          <a:xfrm>
            <a:off x="10414000" y="28956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287" name="Text 285"/>
          <p:cNvSpPr/>
          <p:nvPr/>
        </p:nvSpPr>
        <p:spPr>
          <a:xfrm>
            <a:off x="10845800" y="28956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288" name="Text 286"/>
          <p:cNvSpPr/>
          <p:nvPr/>
        </p:nvSpPr>
        <p:spPr>
          <a:xfrm>
            <a:off x="9398000" y="31750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289" name="Text 287"/>
          <p:cNvSpPr/>
          <p:nvPr/>
        </p:nvSpPr>
        <p:spPr>
          <a:xfrm>
            <a:off x="9982200" y="3175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290" name="Text 288"/>
          <p:cNvSpPr/>
          <p:nvPr/>
        </p:nvSpPr>
        <p:spPr>
          <a:xfrm>
            <a:off x="10414000" y="3175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291" name="Text 289"/>
          <p:cNvSpPr/>
          <p:nvPr/>
        </p:nvSpPr>
        <p:spPr>
          <a:xfrm>
            <a:off x="10845800" y="31750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292" name="Text 290"/>
          <p:cNvSpPr/>
          <p:nvPr/>
        </p:nvSpPr>
        <p:spPr>
          <a:xfrm>
            <a:off x="9398000" y="34798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293" name="Text 291"/>
          <p:cNvSpPr/>
          <p:nvPr/>
        </p:nvSpPr>
        <p:spPr>
          <a:xfrm>
            <a:off x="9982200" y="34798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57.4</a:t>
            </a:r>
            <a:endParaRPr lang="en-US" sz="800" dirty="0"/>
          </a:p>
        </p:txBody>
      </p:sp>
      <p:sp>
        <p:nvSpPr>
          <p:cNvPr id="294" name="Text 292"/>
          <p:cNvSpPr/>
          <p:nvPr/>
        </p:nvSpPr>
        <p:spPr>
          <a:xfrm>
            <a:off x="10414000" y="34798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76.5</a:t>
            </a:r>
            <a:endParaRPr lang="en-US" sz="800" dirty="0"/>
          </a:p>
        </p:txBody>
      </p:sp>
      <p:sp>
        <p:nvSpPr>
          <p:cNvPr id="295" name="Text 293"/>
          <p:cNvSpPr/>
          <p:nvPr/>
        </p:nvSpPr>
        <p:spPr>
          <a:xfrm>
            <a:off x="10845800" y="34798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95.6</a:t>
            </a:r>
            <a:endParaRPr lang="en-US" sz="800" dirty="0"/>
          </a:p>
        </p:txBody>
      </p:sp>
      <p:sp>
        <p:nvSpPr>
          <p:cNvPr id="296" name="Shape 294"/>
          <p:cNvSpPr/>
          <p:nvPr/>
        </p:nvSpPr>
        <p:spPr>
          <a:xfrm>
            <a:off x="8242300" y="3873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297" name="Text 295"/>
          <p:cNvSpPr/>
          <p:nvPr/>
        </p:nvSpPr>
        <p:spPr>
          <a:xfrm>
            <a:off x="8382000" y="4216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298" name="Text 296"/>
          <p:cNvSpPr/>
          <p:nvPr/>
        </p:nvSpPr>
        <p:spPr>
          <a:xfrm>
            <a:off x="8648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299" name="Text 297"/>
          <p:cNvSpPr/>
          <p:nvPr/>
        </p:nvSpPr>
        <p:spPr>
          <a:xfrm>
            <a:off x="8801100" y="3962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0.54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0.73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0.81</a:t>
            </a:r>
            <a:endParaRPr lang="en-US" sz="700" dirty="0"/>
          </a:p>
        </p:txBody>
      </p:sp>
      <p:sp>
        <p:nvSpPr>
          <p:cNvPr id="300" name="Text 298"/>
          <p:cNvSpPr/>
          <p:nvPr/>
        </p:nvSpPr>
        <p:spPr>
          <a:xfrm>
            <a:off x="9029700" y="3962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301" name="Text 299"/>
          <p:cNvSpPr/>
          <p:nvPr/>
        </p:nvSpPr>
        <p:spPr>
          <a:xfrm>
            <a:off x="8255000" y="4800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||²=1.48</a:t>
            </a:r>
            <a:endParaRPr lang="en-US" sz="800" dirty="0"/>
          </a:p>
        </p:txBody>
      </p:sp>
      <p:sp>
        <p:nvSpPr>
          <p:cNvPr id="302" name="Shape 300"/>
          <p:cNvSpPr/>
          <p:nvPr/>
        </p:nvSpPr>
        <p:spPr>
          <a:xfrm>
            <a:off x="9258300" y="4445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303" name="Shape 301"/>
          <p:cNvSpPr/>
          <p:nvPr/>
        </p:nvSpPr>
        <p:spPr>
          <a:xfrm>
            <a:off x="9220200" y="3962400"/>
            <a:ext cx="20574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304" name="Shape 302"/>
          <p:cNvSpPr/>
          <p:nvPr/>
        </p:nvSpPr>
        <p:spPr>
          <a:xfrm>
            <a:off x="9220200" y="42037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05" name="Shape 303"/>
          <p:cNvSpPr/>
          <p:nvPr/>
        </p:nvSpPr>
        <p:spPr>
          <a:xfrm>
            <a:off x="9220200" y="44831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06" name="Shape 304"/>
          <p:cNvSpPr/>
          <p:nvPr/>
        </p:nvSpPr>
        <p:spPr>
          <a:xfrm>
            <a:off x="104140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07" name="Shape 305"/>
          <p:cNvSpPr/>
          <p:nvPr/>
        </p:nvSpPr>
        <p:spPr>
          <a:xfrm>
            <a:off x="10845800" y="3962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08" name="Text 306"/>
          <p:cNvSpPr/>
          <p:nvPr/>
        </p:nvSpPr>
        <p:spPr>
          <a:xfrm>
            <a:off x="9982200" y="4000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309" name="Text 307"/>
          <p:cNvSpPr/>
          <p:nvPr/>
        </p:nvSpPr>
        <p:spPr>
          <a:xfrm>
            <a:off x="10414000" y="4000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310" name="Text 308"/>
          <p:cNvSpPr/>
          <p:nvPr/>
        </p:nvSpPr>
        <p:spPr>
          <a:xfrm>
            <a:off x="10845800" y="4000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311" name="Text 309"/>
          <p:cNvSpPr/>
          <p:nvPr/>
        </p:nvSpPr>
        <p:spPr>
          <a:xfrm>
            <a:off x="9398000" y="4229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312" name="Text 310"/>
          <p:cNvSpPr/>
          <p:nvPr/>
        </p:nvSpPr>
        <p:spPr>
          <a:xfrm>
            <a:off x="9982200" y="4229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313" name="Text 311"/>
          <p:cNvSpPr/>
          <p:nvPr/>
        </p:nvSpPr>
        <p:spPr>
          <a:xfrm>
            <a:off x="10414000" y="4229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314" name="Text 312"/>
          <p:cNvSpPr/>
          <p:nvPr/>
        </p:nvSpPr>
        <p:spPr>
          <a:xfrm>
            <a:off x="10845800" y="4229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315" name="Text 313"/>
          <p:cNvSpPr/>
          <p:nvPr/>
        </p:nvSpPr>
        <p:spPr>
          <a:xfrm>
            <a:off x="9398000" y="4508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316" name="Text 314"/>
          <p:cNvSpPr/>
          <p:nvPr/>
        </p:nvSpPr>
        <p:spPr>
          <a:xfrm>
            <a:off x="9982200" y="4508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317" name="Text 315"/>
          <p:cNvSpPr/>
          <p:nvPr/>
        </p:nvSpPr>
        <p:spPr>
          <a:xfrm>
            <a:off x="10414000" y="4508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318" name="Text 316"/>
          <p:cNvSpPr/>
          <p:nvPr/>
        </p:nvSpPr>
        <p:spPr>
          <a:xfrm>
            <a:off x="10845800" y="4508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319" name="Text 317"/>
          <p:cNvSpPr/>
          <p:nvPr/>
        </p:nvSpPr>
        <p:spPr>
          <a:xfrm>
            <a:off x="9398000" y="4813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320" name="Text 318"/>
          <p:cNvSpPr/>
          <p:nvPr/>
        </p:nvSpPr>
        <p:spPr>
          <a:xfrm>
            <a:off x="9982200" y="4813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34.6</a:t>
            </a:r>
            <a:endParaRPr lang="en-US" sz="800" dirty="0"/>
          </a:p>
        </p:txBody>
      </p:sp>
      <p:sp>
        <p:nvSpPr>
          <p:cNvPr id="321" name="Text 319"/>
          <p:cNvSpPr/>
          <p:nvPr/>
        </p:nvSpPr>
        <p:spPr>
          <a:xfrm>
            <a:off x="10414000" y="4813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</a:t>
            </a:r>
            <a:endParaRPr lang="en-US" sz="800" dirty="0"/>
          </a:p>
        </p:txBody>
      </p:sp>
      <p:sp>
        <p:nvSpPr>
          <p:cNvPr id="322" name="Text 320"/>
          <p:cNvSpPr/>
          <p:nvPr/>
        </p:nvSpPr>
        <p:spPr>
          <a:xfrm>
            <a:off x="10845800" y="4813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57.4</a:t>
            </a:r>
            <a:endParaRPr lang="en-US" sz="800" dirty="0"/>
          </a:p>
        </p:txBody>
      </p:sp>
      <p:sp>
        <p:nvSpPr>
          <p:cNvPr id="323" name="Shape 321"/>
          <p:cNvSpPr/>
          <p:nvPr/>
        </p:nvSpPr>
        <p:spPr>
          <a:xfrm>
            <a:off x="8242300" y="5270500"/>
            <a:ext cx="977900" cy="12319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324" name="Text 322"/>
          <p:cNvSpPr/>
          <p:nvPr/>
        </p:nvSpPr>
        <p:spPr>
          <a:xfrm>
            <a:off x="8382000" y="5613400"/>
            <a:ext cx="3810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u="sng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</a:t>
            </a:r>
            <a:endParaRPr lang="en-US" sz="900" dirty="0"/>
          </a:p>
        </p:txBody>
      </p:sp>
      <p:sp>
        <p:nvSpPr>
          <p:cNvPr id="325" name="Text 323"/>
          <p:cNvSpPr/>
          <p:nvPr/>
        </p:nvSpPr>
        <p:spPr>
          <a:xfrm>
            <a:off x="8648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</a:t>
            </a:r>
            <a:endParaRPr lang="en-US" sz="4600" dirty="0"/>
          </a:p>
        </p:txBody>
      </p:sp>
      <p:sp>
        <p:nvSpPr>
          <p:cNvPr id="326" name="Text 324"/>
          <p:cNvSpPr/>
          <p:nvPr/>
        </p:nvSpPr>
        <p:spPr>
          <a:xfrm>
            <a:off x="8801100" y="5359400"/>
            <a:ext cx="2032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0.82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0.33</a:t>
            </a:r>
            <a:endParaRPr lang="en-US" sz="7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7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1.1</a:t>
            </a:r>
            <a:endParaRPr lang="en-US" sz="700" dirty="0"/>
          </a:p>
        </p:txBody>
      </p:sp>
      <p:sp>
        <p:nvSpPr>
          <p:cNvPr id="327" name="Text 325"/>
          <p:cNvSpPr/>
          <p:nvPr/>
        </p:nvSpPr>
        <p:spPr>
          <a:xfrm>
            <a:off x="9029700" y="5359400"/>
            <a:ext cx="1016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520"/>
              </a:lnSpc>
              <a:buNone/>
            </a:pPr>
            <a:r>
              <a:rPr lang="en-US" sz="46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)</a:t>
            </a:r>
            <a:endParaRPr lang="en-US" sz="4600" dirty="0"/>
          </a:p>
        </p:txBody>
      </p:sp>
      <p:sp>
        <p:nvSpPr>
          <p:cNvPr id="328" name="Text 326"/>
          <p:cNvSpPr/>
          <p:nvPr/>
        </p:nvSpPr>
        <p:spPr>
          <a:xfrm>
            <a:off x="8255000" y="6197600"/>
            <a:ext cx="965200" cy="20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</a:t>
            </a:r>
            <a:pPr algn="l" indent="0" marL="0">
              <a:lnSpc>
                <a:spcPts val="960"/>
              </a:lnSpc>
              <a:buNone/>
            </a:pPr>
            <a:r>
              <a:rPr lang="en-US" sz="800" u="sng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pPr algn="l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||²=1.92</a:t>
            </a:r>
            <a:endParaRPr lang="en-US" sz="800" dirty="0"/>
          </a:p>
        </p:txBody>
      </p:sp>
      <p:sp>
        <p:nvSpPr>
          <p:cNvPr id="329" name="Shape 327"/>
          <p:cNvSpPr/>
          <p:nvPr/>
        </p:nvSpPr>
        <p:spPr>
          <a:xfrm>
            <a:off x="9258300" y="5842000"/>
            <a:ext cx="317500" cy="241300"/>
          </a:xfrm>
          <a:prstGeom prst="rightArrow">
            <a:avLst/>
          </a:prstGeom>
          <a:ln w="12700">
            <a:solidFill>
              <a:srgbClr val="0000FF"/>
            </a:solidFill>
            <a:prstDash val="solid"/>
          </a:ln>
        </p:spPr>
      </p:sp>
      <p:sp>
        <p:nvSpPr>
          <p:cNvPr id="330" name="Shape 328"/>
          <p:cNvSpPr/>
          <p:nvPr/>
        </p:nvSpPr>
        <p:spPr>
          <a:xfrm>
            <a:off x="9220200" y="5359400"/>
            <a:ext cx="2057400" cy="1168400"/>
          </a:xfrm>
          <a:prstGeom prst="rect">
            <a:avLst/>
          </a:prstGeom>
          <a:ln w="9525">
            <a:solidFill>
              <a:srgbClr val="8B3A3A"/>
            </a:solidFill>
            <a:prstDash val="solid"/>
          </a:ln>
        </p:spPr>
      </p:sp>
      <p:sp>
        <p:nvSpPr>
          <p:cNvPr id="331" name="Shape 329"/>
          <p:cNvSpPr/>
          <p:nvPr/>
        </p:nvSpPr>
        <p:spPr>
          <a:xfrm>
            <a:off x="9220200" y="56007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32" name="Shape 330"/>
          <p:cNvSpPr/>
          <p:nvPr/>
        </p:nvSpPr>
        <p:spPr>
          <a:xfrm>
            <a:off x="9220200" y="5880100"/>
            <a:ext cx="2057400" cy="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33" name="Shape 331"/>
          <p:cNvSpPr/>
          <p:nvPr/>
        </p:nvSpPr>
        <p:spPr>
          <a:xfrm>
            <a:off x="104140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34" name="Shape 332"/>
          <p:cNvSpPr/>
          <p:nvPr/>
        </p:nvSpPr>
        <p:spPr>
          <a:xfrm>
            <a:off x="10845800" y="5359400"/>
            <a:ext cx="0" cy="1168400"/>
          </a:xfrm>
          <a:prstGeom prst="line">
            <a:avLst/>
          </a:prstGeom>
          <a:noFill/>
          <a:ln w="9525">
            <a:solidFill>
              <a:srgbClr val="8B3A3A"/>
            </a:solidFill>
            <a:prstDash val="solid"/>
          </a:ln>
        </p:spPr>
      </p:sp>
      <p:sp>
        <p:nvSpPr>
          <p:cNvPr id="335" name="Text 333"/>
          <p:cNvSpPr/>
          <p:nvPr/>
        </p:nvSpPr>
        <p:spPr>
          <a:xfrm>
            <a:off x="9982200" y="5397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Test₁</a:t>
            </a:r>
            <a:endParaRPr lang="en-US" sz="800" dirty="0"/>
          </a:p>
        </p:txBody>
      </p:sp>
      <p:sp>
        <p:nvSpPr>
          <p:cNvPr id="336" name="Text 334"/>
          <p:cNvSpPr/>
          <p:nvPr/>
        </p:nvSpPr>
        <p:spPr>
          <a:xfrm>
            <a:off x="10414000" y="5397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Test₂</a:t>
            </a:r>
            <a:endParaRPr lang="en-US" sz="800" dirty="0"/>
          </a:p>
        </p:txBody>
      </p:sp>
      <p:sp>
        <p:nvSpPr>
          <p:cNvPr id="337" name="Text 335"/>
          <p:cNvSpPr/>
          <p:nvPr/>
        </p:nvSpPr>
        <p:spPr>
          <a:xfrm>
            <a:off x="10845800" y="5397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Test₃</a:t>
            </a:r>
            <a:endParaRPr lang="en-US" sz="800" dirty="0"/>
          </a:p>
        </p:txBody>
      </p:sp>
      <p:sp>
        <p:nvSpPr>
          <p:cNvPr id="338" name="Text 336"/>
          <p:cNvSpPr/>
          <p:nvPr/>
        </p:nvSpPr>
        <p:spPr>
          <a:xfrm>
            <a:off x="9398000" y="56261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x₁</a:t>
            </a:r>
            <a:endParaRPr lang="en-US" sz="800" dirty="0"/>
          </a:p>
        </p:txBody>
      </p:sp>
      <p:sp>
        <p:nvSpPr>
          <p:cNvPr id="339" name="Text 337"/>
          <p:cNvSpPr/>
          <p:nvPr/>
        </p:nvSpPr>
        <p:spPr>
          <a:xfrm>
            <a:off x="9982200" y="5626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</a:t>
            </a:r>
            <a:endParaRPr lang="en-US" sz="800" dirty="0"/>
          </a:p>
        </p:txBody>
      </p:sp>
      <p:sp>
        <p:nvSpPr>
          <p:cNvPr id="340" name="Text 338"/>
          <p:cNvSpPr/>
          <p:nvPr/>
        </p:nvSpPr>
        <p:spPr>
          <a:xfrm>
            <a:off x="10414000" y="5626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</a:t>
            </a:r>
            <a:endParaRPr lang="en-US" sz="800" dirty="0"/>
          </a:p>
        </p:txBody>
      </p:sp>
      <p:sp>
        <p:nvSpPr>
          <p:cNvPr id="341" name="Text 339"/>
          <p:cNvSpPr/>
          <p:nvPr/>
        </p:nvSpPr>
        <p:spPr>
          <a:xfrm>
            <a:off x="10845800" y="56261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</a:t>
            </a:r>
            <a:endParaRPr lang="en-US" sz="800" dirty="0"/>
          </a:p>
        </p:txBody>
      </p:sp>
      <p:sp>
        <p:nvSpPr>
          <p:cNvPr id="342" name="Text 340"/>
          <p:cNvSpPr/>
          <p:nvPr/>
        </p:nvSpPr>
        <p:spPr>
          <a:xfrm>
            <a:off x="9398000" y="5905500"/>
            <a:ext cx="6096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x₂</a:t>
            </a:r>
            <a:endParaRPr lang="en-US" sz="800" dirty="0"/>
          </a:p>
        </p:txBody>
      </p:sp>
      <p:sp>
        <p:nvSpPr>
          <p:cNvPr id="343" name="Text 341"/>
          <p:cNvSpPr/>
          <p:nvPr/>
        </p:nvSpPr>
        <p:spPr>
          <a:xfrm>
            <a:off x="9982200" y="5905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800" dirty="0"/>
          </a:p>
        </p:txBody>
      </p:sp>
      <p:sp>
        <p:nvSpPr>
          <p:cNvPr id="344" name="Text 342"/>
          <p:cNvSpPr/>
          <p:nvPr/>
        </p:nvSpPr>
        <p:spPr>
          <a:xfrm>
            <a:off x="10414000" y="5905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00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800" dirty="0"/>
          </a:p>
        </p:txBody>
      </p:sp>
      <p:sp>
        <p:nvSpPr>
          <p:cNvPr id="345" name="Text 343"/>
          <p:cNvSpPr/>
          <p:nvPr/>
        </p:nvSpPr>
        <p:spPr>
          <a:xfrm>
            <a:off x="10845800" y="5905500"/>
            <a:ext cx="431800" cy="190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800" dirty="0"/>
          </a:p>
        </p:txBody>
      </p:sp>
      <p:sp>
        <p:nvSpPr>
          <p:cNvPr id="346" name="Text 344"/>
          <p:cNvSpPr/>
          <p:nvPr/>
        </p:nvSpPr>
        <p:spPr>
          <a:xfrm>
            <a:off x="9398000" y="6210300"/>
            <a:ext cx="60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</a:t>
            </a:r>
            <a:endParaRPr lang="en-US" sz="800" dirty="0"/>
          </a:p>
        </p:txBody>
      </p:sp>
      <p:sp>
        <p:nvSpPr>
          <p:cNvPr id="347" name="Text 345"/>
          <p:cNvSpPr/>
          <p:nvPr/>
        </p:nvSpPr>
        <p:spPr>
          <a:xfrm>
            <a:off x="9982200" y="6210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26.8</a:t>
            </a:r>
            <a:endParaRPr lang="en-US" sz="800" dirty="0"/>
          </a:p>
        </p:txBody>
      </p:sp>
      <p:sp>
        <p:nvSpPr>
          <p:cNvPr id="348" name="Text 346"/>
          <p:cNvSpPr/>
          <p:nvPr/>
        </p:nvSpPr>
        <p:spPr>
          <a:xfrm>
            <a:off x="10414000" y="6210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35.4</a:t>
            </a:r>
            <a:endParaRPr lang="en-US" sz="800" dirty="0"/>
          </a:p>
        </p:txBody>
      </p:sp>
      <p:sp>
        <p:nvSpPr>
          <p:cNvPr id="349" name="Text 347"/>
          <p:cNvSpPr/>
          <p:nvPr/>
        </p:nvSpPr>
        <p:spPr>
          <a:xfrm>
            <a:off x="10845800" y="6210300"/>
            <a:ext cx="431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60"/>
              </a:lnSpc>
              <a:buNone/>
            </a:pPr>
            <a:r>
              <a:rPr lang="en-US" sz="800" dirty="0">
                <a:solidFill>
                  <a:srgbClr val="008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44.1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2026-10-26T15:14:55Z</dcterms:created>
  <dcterms:modified xsi:type="dcterms:W3CDTF">2026-10-26T15:14:55Z</dcterms:modified>
</cp:coreProperties>
</file>