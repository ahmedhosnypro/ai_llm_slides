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3600" y="838200"/>
            <a:ext cx="4648200" cy="11811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5200" y="939800"/>
            <a:ext cx="444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i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Data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981200" y="1244600"/>
            <a:ext cx="431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z₁</a:t>
            </a:r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13000" y="990600"/>
            <a:ext cx="203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2540000" y="1041400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40000" y="1333500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43200" y="990600"/>
            <a:ext cx="203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2133600" y="1651000"/>
            <a:ext cx="71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y=60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24200" y="1244600"/>
            <a:ext cx="431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z₂</a:t>
            </a:r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81400" y="990600"/>
            <a:ext cx="203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3708400" y="1041400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08400" y="1333500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911600" y="990600"/>
            <a:ext cx="203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3276600" y="1651000"/>
            <a:ext cx="71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y=80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43400" y="1244600"/>
            <a:ext cx="431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z₃</a:t>
            </a:r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990600"/>
            <a:ext cx="203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4927600" y="1041400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927600" y="1333500"/>
            <a:ext cx="30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130800" y="990600"/>
            <a:ext cx="203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4470400" y="1651000"/>
            <a:ext cx="71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y=100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019300" y="1441450"/>
            <a:ext cx="20320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62300" y="1441450"/>
            <a:ext cx="20320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94200" y="1441450"/>
            <a:ext cx="20320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8200" y="2578100"/>
            <a:ext cx="10515600" cy="394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1651000" y="6540500"/>
            <a:ext cx="3136900" cy="107950"/>
          </a:xfrm>
          <a:prstGeom prst="rect">
            <a:avLst/>
          </a:prstGeom>
          <a:solidFill>
            <a:srgbClr val="F7FBEC"/>
          </a:solidFill>
          <a:ln/>
        </p:spPr>
      </p:sp>
      <p:sp>
        <p:nvSpPr>
          <p:cNvPr id="33" name="Shape 31"/>
          <p:cNvSpPr/>
          <p:nvPr/>
        </p:nvSpPr>
        <p:spPr>
          <a:xfrm>
            <a:off x="4953000" y="6540500"/>
            <a:ext cx="3213100" cy="107950"/>
          </a:xfrm>
          <a:prstGeom prst="rect">
            <a:avLst/>
          </a:prstGeom>
          <a:solidFill>
            <a:srgbClr val="FAE0C8"/>
          </a:solidFill>
          <a:ln/>
        </p:spPr>
      </p:sp>
      <p:sp>
        <p:nvSpPr>
          <p:cNvPr id="34" name="Shape 32"/>
          <p:cNvSpPr/>
          <p:nvPr/>
        </p:nvSpPr>
        <p:spPr>
          <a:xfrm>
            <a:off x="8178800" y="6540500"/>
            <a:ext cx="3175000" cy="107950"/>
          </a:xfrm>
          <a:prstGeom prst="rect">
            <a:avLst/>
          </a:prstGeom>
          <a:solidFill>
            <a:srgbClr val="E8FFE8"/>
          </a:solidFill>
          <a:ln/>
        </p:spPr>
      </p:sp>
      <p:sp>
        <p:nvSpPr>
          <p:cNvPr id="35" name="Shape 33"/>
          <p:cNvSpPr/>
          <p:nvPr/>
        </p:nvSpPr>
        <p:spPr>
          <a:xfrm>
            <a:off x="863600" y="2171700"/>
            <a:ext cx="622300" cy="4457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1638300" y="2540000"/>
            <a:ext cx="977900" cy="1231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3035300" y="2628900"/>
            <a:ext cx="1701800" cy="1168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1638300" y="3873500"/>
            <a:ext cx="977900" cy="1231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3035300" y="3962400"/>
            <a:ext cx="1701800" cy="1168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1638300" y="5270500"/>
            <a:ext cx="977900" cy="1231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3035300" y="5359400"/>
            <a:ext cx="1701800" cy="1168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4940300" y="2540000"/>
            <a:ext cx="977900" cy="1231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6337300" y="2628900"/>
            <a:ext cx="1701800" cy="1168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4940300" y="3873500"/>
            <a:ext cx="977900" cy="1231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6337300" y="3962400"/>
            <a:ext cx="1701800" cy="1168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4"/>
          <p:cNvSpPr/>
          <p:nvPr/>
        </p:nvSpPr>
        <p:spPr>
          <a:xfrm>
            <a:off x="4940300" y="5270500"/>
            <a:ext cx="977900" cy="1231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45"/>
          <p:cNvSpPr/>
          <p:nvPr/>
        </p:nvSpPr>
        <p:spPr>
          <a:xfrm>
            <a:off x="6337300" y="5359400"/>
            <a:ext cx="1701800" cy="1168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46"/>
          <p:cNvSpPr/>
          <p:nvPr/>
        </p:nvSpPr>
        <p:spPr>
          <a:xfrm>
            <a:off x="8242300" y="2540000"/>
            <a:ext cx="977900" cy="1231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Shape 47"/>
          <p:cNvSpPr/>
          <p:nvPr/>
        </p:nvSpPr>
        <p:spPr>
          <a:xfrm>
            <a:off x="9639300" y="2628900"/>
            <a:ext cx="1701800" cy="1168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8242300" y="3873500"/>
            <a:ext cx="977900" cy="1231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hape 49"/>
          <p:cNvSpPr/>
          <p:nvPr/>
        </p:nvSpPr>
        <p:spPr>
          <a:xfrm>
            <a:off x="9639300" y="3962400"/>
            <a:ext cx="1701800" cy="1168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50"/>
          <p:cNvSpPr/>
          <p:nvPr/>
        </p:nvSpPr>
        <p:spPr>
          <a:xfrm>
            <a:off x="8242300" y="5270500"/>
            <a:ext cx="977900" cy="1231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Shape 51"/>
          <p:cNvSpPr/>
          <p:nvPr/>
        </p:nvSpPr>
        <p:spPr>
          <a:xfrm>
            <a:off x="9639300" y="5359400"/>
            <a:ext cx="1701800" cy="1168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Shape 52"/>
          <p:cNvSpPr/>
          <p:nvPr/>
        </p:nvSpPr>
        <p:spPr>
          <a:xfrm>
            <a:off x="2781300" y="3454400"/>
            <a:ext cx="8509000" cy="393700"/>
          </a:xfrm>
          <a:prstGeom prst="rect">
            <a:avLst/>
          </a:prstGeom>
          <a:solidFill>
            <a:srgbClr val="FFFF80"/>
          </a:solidFill>
          <a:ln/>
        </p:spPr>
      </p:sp>
      <p:sp>
        <p:nvSpPr>
          <p:cNvPr id="55" name="Shape 53"/>
          <p:cNvSpPr/>
          <p:nvPr/>
        </p:nvSpPr>
        <p:spPr>
          <a:xfrm>
            <a:off x="2781300" y="4813300"/>
            <a:ext cx="8509000" cy="393700"/>
          </a:xfrm>
          <a:prstGeom prst="rect">
            <a:avLst/>
          </a:prstGeom>
          <a:solidFill>
            <a:srgbClr val="FFFF80"/>
          </a:solidFill>
          <a:ln/>
        </p:spPr>
      </p:sp>
      <p:sp>
        <p:nvSpPr>
          <p:cNvPr id="56" name="Shape 54"/>
          <p:cNvSpPr/>
          <p:nvPr/>
        </p:nvSpPr>
        <p:spPr>
          <a:xfrm>
            <a:off x="2781300" y="6184900"/>
            <a:ext cx="8509000" cy="355600"/>
          </a:xfrm>
          <a:prstGeom prst="rect">
            <a:avLst/>
          </a:prstGeom>
          <a:solidFill>
            <a:srgbClr val="FFFF80"/>
          </a:solidFill>
          <a:ln/>
        </p:spPr>
      </p:sp>
      <p:sp>
        <p:nvSpPr>
          <p:cNvPr id="57" name="Shape 55"/>
          <p:cNvSpPr/>
          <p:nvPr/>
        </p:nvSpPr>
        <p:spPr>
          <a:xfrm>
            <a:off x="825500" y="2133600"/>
            <a:ext cx="0" cy="4546600"/>
          </a:xfrm>
          <a:prstGeom prst="line">
            <a:avLst/>
          </a:prstGeom>
          <a:noFill/>
          <a:ln w="12700">
            <a:solidFill>
              <a:srgbClr val="20186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353800" y="2133600"/>
            <a:ext cx="0" cy="4546600"/>
          </a:xfrm>
          <a:prstGeom prst="line">
            <a:avLst/>
          </a:prstGeom>
          <a:noFill/>
          <a:ln w="12700">
            <a:solidFill>
              <a:srgbClr val="008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12800" y="2159000"/>
            <a:ext cx="10541000" cy="0"/>
          </a:xfrm>
          <a:prstGeom prst="line">
            <a:avLst/>
          </a:prstGeom>
          <a:noFill/>
          <a:ln w="12700">
            <a:solidFill>
              <a:srgbClr val="20186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870450" y="2159000"/>
            <a:ext cx="3257550" cy="0"/>
          </a:xfrm>
          <a:prstGeom prst="line">
            <a:avLst/>
          </a:prstGeom>
          <a:noFill/>
          <a:ln w="12700">
            <a:solidFill>
              <a:srgbClr val="8B3A3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12800" y="6654800"/>
            <a:ext cx="7327900" cy="0"/>
          </a:xfrm>
          <a:prstGeom prst="line">
            <a:avLst/>
          </a:prstGeom>
          <a:noFill/>
          <a:ln w="12700">
            <a:solidFill>
              <a:srgbClr val="20186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140700" y="6654800"/>
            <a:ext cx="3213100" cy="0"/>
          </a:xfrm>
          <a:prstGeom prst="line">
            <a:avLst/>
          </a:prstGeom>
          <a:noFill/>
          <a:ln w="12700">
            <a:solidFill>
              <a:srgbClr val="008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492250" y="2133600"/>
            <a:ext cx="0" cy="4546600"/>
          </a:xfrm>
          <a:prstGeom prst="line">
            <a:avLst/>
          </a:prstGeom>
          <a:noFill/>
          <a:ln w="12700">
            <a:solidFill>
              <a:srgbClr val="20186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574800" y="2133600"/>
            <a:ext cx="0" cy="4546600"/>
          </a:xfrm>
          <a:prstGeom prst="line">
            <a:avLst/>
          </a:prstGeom>
          <a:noFill/>
          <a:ln w="12700">
            <a:solidFill>
              <a:srgbClr val="20186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651000" y="2133600"/>
            <a:ext cx="0" cy="4546600"/>
          </a:xfrm>
          <a:prstGeom prst="line">
            <a:avLst/>
          </a:prstGeom>
          <a:noFill/>
          <a:ln w="12700">
            <a:solidFill>
              <a:srgbClr val="8B3A3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800600" y="2133600"/>
            <a:ext cx="0" cy="4546600"/>
          </a:xfrm>
          <a:prstGeom prst="line">
            <a:avLst/>
          </a:prstGeom>
          <a:noFill/>
          <a:ln w="12700">
            <a:solidFill>
              <a:srgbClr val="20186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609850" y="2578100"/>
            <a:ext cx="0" cy="1117600"/>
          </a:xfrm>
          <a:prstGeom prst="line">
            <a:avLst/>
          </a:prstGeom>
          <a:noFill/>
          <a:ln w="12700">
            <a:solidFill>
              <a:srgbClr val="8B3A3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918200" y="2578100"/>
            <a:ext cx="0" cy="1117600"/>
          </a:xfrm>
          <a:prstGeom prst="line">
            <a:avLst/>
          </a:prstGeom>
          <a:noFill/>
          <a:ln w="12700">
            <a:solidFill>
              <a:srgbClr val="8B3A3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194800" y="2578100"/>
            <a:ext cx="0" cy="1117600"/>
          </a:xfrm>
          <a:prstGeom prst="line">
            <a:avLst/>
          </a:prstGeom>
          <a:noFill/>
          <a:ln w="12700">
            <a:solidFill>
              <a:srgbClr val="8B3A3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609850" y="3937000"/>
            <a:ext cx="0" cy="876300"/>
          </a:xfrm>
          <a:prstGeom prst="line">
            <a:avLst/>
          </a:prstGeom>
          <a:noFill/>
          <a:ln w="12700">
            <a:solidFill>
              <a:srgbClr val="8B3A3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918200" y="3937000"/>
            <a:ext cx="0" cy="876300"/>
          </a:xfrm>
          <a:prstGeom prst="line">
            <a:avLst/>
          </a:prstGeom>
          <a:noFill/>
          <a:ln w="12700">
            <a:solidFill>
              <a:srgbClr val="8B3A3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194800" y="3937000"/>
            <a:ext cx="0" cy="876300"/>
          </a:xfrm>
          <a:prstGeom prst="line">
            <a:avLst/>
          </a:prstGeom>
          <a:noFill/>
          <a:ln w="12700">
            <a:solidFill>
              <a:srgbClr val="8B3A3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609850" y="5283200"/>
            <a:ext cx="0" cy="1231900"/>
          </a:xfrm>
          <a:prstGeom prst="line">
            <a:avLst/>
          </a:prstGeom>
          <a:noFill/>
          <a:ln w="12700">
            <a:solidFill>
              <a:srgbClr val="8B3A3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918200" y="5283200"/>
            <a:ext cx="0" cy="1231900"/>
          </a:xfrm>
          <a:prstGeom prst="line">
            <a:avLst/>
          </a:prstGeom>
          <a:noFill/>
          <a:ln w="12700">
            <a:solidFill>
              <a:srgbClr val="8B3A3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194800" y="5283200"/>
            <a:ext cx="0" cy="1231900"/>
          </a:xfrm>
          <a:prstGeom prst="line">
            <a:avLst/>
          </a:prstGeom>
          <a:noFill/>
          <a:ln w="12700">
            <a:solidFill>
              <a:srgbClr val="8B3A3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870450" y="2133600"/>
            <a:ext cx="0" cy="1308100"/>
          </a:xfrm>
          <a:prstGeom prst="line">
            <a:avLst/>
          </a:prstGeom>
          <a:noFill/>
          <a:ln w="12700">
            <a:solidFill>
              <a:srgbClr val="8B3A3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953000" y="2133600"/>
            <a:ext cx="0" cy="1308100"/>
          </a:xfrm>
          <a:prstGeom prst="line">
            <a:avLst/>
          </a:prstGeom>
          <a:noFill/>
          <a:ln w="12700">
            <a:solidFill>
              <a:srgbClr val="8B3A3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172450" y="2133600"/>
            <a:ext cx="0" cy="1308100"/>
          </a:xfrm>
          <a:prstGeom prst="line">
            <a:avLst/>
          </a:prstGeom>
          <a:noFill/>
          <a:ln w="12700">
            <a:solidFill>
              <a:srgbClr val="0080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870450" y="3848100"/>
            <a:ext cx="0" cy="952500"/>
          </a:xfrm>
          <a:prstGeom prst="line">
            <a:avLst/>
          </a:prstGeom>
          <a:noFill/>
          <a:ln w="12700">
            <a:solidFill>
              <a:srgbClr val="8B3A3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953000" y="3848100"/>
            <a:ext cx="0" cy="952500"/>
          </a:xfrm>
          <a:prstGeom prst="line">
            <a:avLst/>
          </a:prstGeom>
          <a:noFill/>
          <a:ln w="12700">
            <a:solidFill>
              <a:srgbClr val="8B3A3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172450" y="3848100"/>
            <a:ext cx="0" cy="952500"/>
          </a:xfrm>
          <a:prstGeom prst="line">
            <a:avLst/>
          </a:prstGeom>
          <a:noFill/>
          <a:ln w="12700">
            <a:solidFill>
              <a:srgbClr val="0080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870450" y="5207000"/>
            <a:ext cx="0" cy="965200"/>
          </a:xfrm>
          <a:prstGeom prst="line">
            <a:avLst/>
          </a:prstGeom>
          <a:noFill/>
          <a:ln w="12700">
            <a:solidFill>
              <a:srgbClr val="8B3A3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953000" y="5207000"/>
            <a:ext cx="0" cy="965200"/>
          </a:xfrm>
          <a:prstGeom prst="line">
            <a:avLst/>
          </a:prstGeom>
          <a:noFill/>
          <a:ln w="12700">
            <a:solidFill>
              <a:srgbClr val="8B3A3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172450" y="5207000"/>
            <a:ext cx="0" cy="965200"/>
          </a:xfrm>
          <a:prstGeom prst="line">
            <a:avLst/>
          </a:prstGeom>
          <a:noFill/>
          <a:ln w="12700">
            <a:solidFill>
              <a:srgbClr val="00800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50900" y="2260600"/>
            <a:ext cx="71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i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</a:t>
            </a:r>
            <a:endParaRPr lang="en-US" sz="1500" dirty="0"/>
          </a:p>
        </p:txBody>
      </p:sp>
      <p:sp>
        <p:nvSpPr>
          <p:cNvPr id="86" name="Text 84"/>
          <p:cNvSpPr/>
          <p:nvPr/>
        </p:nvSpPr>
        <p:spPr>
          <a:xfrm>
            <a:off x="1066800" y="2489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500" dirty="0"/>
          </a:p>
        </p:txBody>
      </p:sp>
      <p:sp>
        <p:nvSpPr>
          <p:cNvPr id="87" name="Text 85"/>
          <p:cNvSpPr/>
          <p:nvPr/>
        </p:nvSpPr>
        <p:spPr>
          <a:xfrm>
            <a:off x="1206500" y="2578100"/>
            <a:ext cx="1016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965200" y="3403600"/>
            <a:ext cx="508000" cy="254000"/>
          </a:xfrm>
          <a:prstGeom prst="rect">
            <a:avLst/>
          </a:prstGeom>
          <a:solidFill>
            <a:srgbClr val="FFFF80"/>
          </a:solidFill>
          <a:ln/>
        </p:spPr>
      </p:sp>
      <p:sp>
        <p:nvSpPr>
          <p:cNvPr id="89" name="Text 87"/>
          <p:cNvSpPr/>
          <p:nvPr/>
        </p:nvSpPr>
        <p:spPr>
          <a:xfrm>
            <a:off x="1066800" y="27178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000" dirty="0"/>
          </a:p>
        </p:txBody>
      </p:sp>
      <p:sp>
        <p:nvSpPr>
          <p:cNvPr id="90" name="Text 88"/>
          <p:cNvSpPr/>
          <p:nvPr/>
        </p:nvSpPr>
        <p:spPr>
          <a:xfrm>
            <a:off x="1066800" y="30353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91" name="Text 89"/>
          <p:cNvSpPr/>
          <p:nvPr/>
        </p:nvSpPr>
        <p:spPr>
          <a:xfrm>
            <a:off x="1066800" y="33528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000" dirty="0"/>
          </a:p>
        </p:txBody>
      </p:sp>
      <p:sp>
        <p:nvSpPr>
          <p:cNvPr id="92" name="Shape 90"/>
          <p:cNvSpPr/>
          <p:nvPr/>
        </p:nvSpPr>
        <p:spPr>
          <a:xfrm>
            <a:off x="965200" y="4762500"/>
            <a:ext cx="508000" cy="254000"/>
          </a:xfrm>
          <a:prstGeom prst="rect">
            <a:avLst/>
          </a:prstGeom>
          <a:solidFill>
            <a:srgbClr val="FFFF80"/>
          </a:solidFill>
          <a:ln/>
        </p:spPr>
      </p:sp>
      <p:sp>
        <p:nvSpPr>
          <p:cNvPr id="93" name="Text 91"/>
          <p:cNvSpPr/>
          <p:nvPr/>
        </p:nvSpPr>
        <p:spPr>
          <a:xfrm>
            <a:off x="1003300" y="40767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000" dirty="0"/>
          </a:p>
        </p:txBody>
      </p:sp>
      <p:sp>
        <p:nvSpPr>
          <p:cNvPr id="94" name="Text 92"/>
          <p:cNvSpPr/>
          <p:nvPr/>
        </p:nvSpPr>
        <p:spPr>
          <a:xfrm>
            <a:off x="1003300" y="43942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95" name="Text 93"/>
          <p:cNvSpPr/>
          <p:nvPr/>
        </p:nvSpPr>
        <p:spPr>
          <a:xfrm>
            <a:off x="1003300" y="47117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000" dirty="0"/>
          </a:p>
        </p:txBody>
      </p:sp>
      <p:sp>
        <p:nvSpPr>
          <p:cNvPr id="96" name="Shape 94"/>
          <p:cNvSpPr/>
          <p:nvPr/>
        </p:nvSpPr>
        <p:spPr>
          <a:xfrm>
            <a:off x="965200" y="6083300"/>
            <a:ext cx="508000" cy="254000"/>
          </a:xfrm>
          <a:prstGeom prst="rect">
            <a:avLst/>
          </a:prstGeom>
          <a:solidFill>
            <a:srgbClr val="FFFF80"/>
          </a:solidFill>
          <a:ln/>
        </p:spPr>
      </p:sp>
      <p:sp>
        <p:nvSpPr>
          <p:cNvPr id="97" name="Text 95"/>
          <p:cNvSpPr/>
          <p:nvPr/>
        </p:nvSpPr>
        <p:spPr>
          <a:xfrm>
            <a:off x="1003300" y="53848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2000" dirty="0"/>
          </a:p>
        </p:txBody>
      </p:sp>
      <p:sp>
        <p:nvSpPr>
          <p:cNvPr id="98" name="Text 96"/>
          <p:cNvSpPr/>
          <p:nvPr/>
        </p:nvSpPr>
        <p:spPr>
          <a:xfrm>
            <a:off x="1003300" y="57150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99" name="Text 97"/>
          <p:cNvSpPr/>
          <p:nvPr/>
        </p:nvSpPr>
        <p:spPr>
          <a:xfrm>
            <a:off x="1003300" y="60325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000" dirty="0"/>
          </a:p>
        </p:txBody>
      </p:sp>
      <p:sp>
        <p:nvSpPr>
          <p:cNvPr id="100" name="Shape 98"/>
          <p:cNvSpPr/>
          <p:nvPr/>
        </p:nvSpPr>
        <p:spPr>
          <a:xfrm>
            <a:off x="1054100" y="2743200"/>
            <a:ext cx="76200" cy="914400"/>
          </a:xfrm>
          <a:prstGeom prst="arc">
            <a:avLst>
              <a:gd name="adj1" fmla="val 5400000"/>
              <a:gd name="adj2" fmla="val 16200000"/>
            </a:avLst>
          </a:prstGeom>
          <a:ln w="19050">
            <a:solidFill>
              <a:srgbClr val="2E3B9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397000" y="2743200"/>
            <a:ext cx="76200" cy="914400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rgbClr val="2E3B96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84250" y="4076700"/>
            <a:ext cx="76200" cy="939800"/>
          </a:xfrm>
          <a:prstGeom prst="arc">
            <a:avLst>
              <a:gd name="adj1" fmla="val 5400000"/>
              <a:gd name="adj2" fmla="val 16200000"/>
            </a:avLst>
          </a:prstGeom>
          <a:ln w="19050">
            <a:solidFill>
              <a:srgbClr val="2E3B96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346200" y="4076700"/>
            <a:ext cx="76200" cy="939800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rgbClr val="2E3B96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84250" y="5397500"/>
            <a:ext cx="76200" cy="939800"/>
          </a:xfrm>
          <a:prstGeom prst="arc">
            <a:avLst>
              <a:gd name="adj1" fmla="val 5400000"/>
              <a:gd name="adj2" fmla="val 16200000"/>
            </a:avLst>
          </a:prstGeom>
          <a:ln w="19050">
            <a:solidFill>
              <a:srgbClr val="2E3B96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339850" y="5397500"/>
            <a:ext cx="76200" cy="939800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rgbClr val="2E3B96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574800" y="2184400"/>
            <a:ext cx="3251200" cy="393700"/>
          </a:xfrm>
          <a:prstGeom prst="rect">
            <a:avLst/>
          </a:prstGeom>
          <a:solidFill>
            <a:srgbClr val="F7FBEC"/>
          </a:solidFill>
          <a:ln/>
        </p:spPr>
      </p:sp>
      <p:sp>
        <p:nvSpPr>
          <p:cNvPr id="107" name="Text 105"/>
          <p:cNvSpPr/>
          <p:nvPr/>
        </p:nvSpPr>
        <p:spPr>
          <a:xfrm>
            <a:off x="1574800" y="2298700"/>
            <a:ext cx="3251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Regularizer with </a:t>
            </a:r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(as if λ=0)</a:t>
            </a:r>
            <a:endParaRPr lang="en-US" sz="1200" dirty="0"/>
          </a:p>
        </p:txBody>
      </p:sp>
      <p:sp>
        <p:nvSpPr>
          <p:cNvPr id="108" name="Shape 106"/>
          <p:cNvSpPr/>
          <p:nvPr/>
        </p:nvSpPr>
        <p:spPr>
          <a:xfrm>
            <a:off x="1638300" y="2540000"/>
            <a:ext cx="977900" cy="1231900"/>
          </a:xfrm>
          <a:prstGeom prst="rect">
            <a:avLst/>
          </a:prstGeom>
          <a:ln w="9525">
            <a:solidFill>
              <a:srgbClr val="8B3A3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778000" y="288290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u="sng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</a:t>
            </a:r>
            <a:endParaRPr lang="en-US" sz="900" dirty="0"/>
          </a:p>
        </p:txBody>
      </p:sp>
      <p:sp>
        <p:nvSpPr>
          <p:cNvPr id="110" name="Text 108"/>
          <p:cNvSpPr/>
          <p:nvPr/>
        </p:nvSpPr>
        <p:spPr>
          <a:xfrm>
            <a:off x="2044700" y="2628900"/>
            <a:ext cx="101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endParaRPr lang="en-US" sz="4600" dirty="0"/>
          </a:p>
        </p:txBody>
      </p:sp>
      <p:sp>
        <p:nvSpPr>
          <p:cNvPr id="111" name="Text 109"/>
          <p:cNvSpPr/>
          <p:nvPr/>
        </p:nvSpPr>
        <p:spPr>
          <a:xfrm>
            <a:off x="2197100" y="2628900"/>
            <a:ext cx="203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00" dirty="0"/>
          </a:p>
        </p:txBody>
      </p:sp>
      <p:sp>
        <p:nvSpPr>
          <p:cNvPr id="112" name="Text 110"/>
          <p:cNvSpPr/>
          <p:nvPr/>
        </p:nvSpPr>
        <p:spPr>
          <a:xfrm>
            <a:off x="2425700" y="2628900"/>
            <a:ext cx="101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4600" dirty="0"/>
          </a:p>
        </p:txBody>
      </p:sp>
      <p:sp>
        <p:nvSpPr>
          <p:cNvPr id="113" name="Text 111"/>
          <p:cNvSpPr/>
          <p:nvPr/>
        </p:nvSpPr>
        <p:spPr>
          <a:xfrm>
            <a:off x="1651000" y="3467100"/>
            <a:ext cx="965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</a:t>
            </a:r>
            <a:pPr algn="l" indent="0" marL="0">
              <a:lnSpc>
                <a:spcPts val="960"/>
              </a:lnSpc>
              <a:buNone/>
            </a:pPr>
            <a:r>
              <a:rPr lang="en-US" sz="800" u="sng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||²=4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2654300" y="3111500"/>
            <a:ext cx="317500" cy="241300"/>
          </a:xfrm>
          <a:prstGeom prst="rightArrow">
            <a:avLst/>
          </a:prstGeom>
          <a:ln w="12700">
            <a:solidFill>
              <a:srgbClr val="0000F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616200" y="2628900"/>
            <a:ext cx="2209800" cy="1168400"/>
          </a:xfrm>
          <a:prstGeom prst="rect">
            <a:avLst/>
          </a:prstGeom>
          <a:ln w="9525">
            <a:solidFill>
              <a:srgbClr val="8B3A3A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616200" y="2870200"/>
            <a:ext cx="2209800" cy="0"/>
          </a:xfrm>
          <a:prstGeom prst="line">
            <a:avLst/>
          </a:prstGeom>
          <a:noFill/>
          <a:ln w="9525">
            <a:solidFill>
              <a:srgbClr val="8B3A3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616200" y="3149600"/>
            <a:ext cx="2209800" cy="0"/>
          </a:xfrm>
          <a:prstGeom prst="line">
            <a:avLst/>
          </a:prstGeom>
          <a:noFill/>
          <a:ln w="9525">
            <a:solidFill>
              <a:srgbClr val="8B3A3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860800" y="2628900"/>
            <a:ext cx="0" cy="1168400"/>
          </a:xfrm>
          <a:prstGeom prst="line">
            <a:avLst/>
          </a:prstGeom>
          <a:noFill/>
          <a:ln w="9525">
            <a:solidFill>
              <a:srgbClr val="8B3A3A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343400" y="2628900"/>
            <a:ext cx="0" cy="1168400"/>
          </a:xfrm>
          <a:prstGeom prst="line">
            <a:avLst/>
          </a:prstGeom>
          <a:noFill/>
          <a:ln w="9525">
            <a:solidFill>
              <a:srgbClr val="8B3A3A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3378200" y="26670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Test₁</a:t>
            </a:r>
            <a:endParaRPr lang="en-US" sz="800" dirty="0"/>
          </a:p>
        </p:txBody>
      </p:sp>
      <p:sp>
        <p:nvSpPr>
          <p:cNvPr id="121" name="Text 119"/>
          <p:cNvSpPr/>
          <p:nvPr/>
        </p:nvSpPr>
        <p:spPr>
          <a:xfrm>
            <a:off x="3860800" y="26670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Test₂</a:t>
            </a:r>
            <a:endParaRPr lang="en-US" sz="800" dirty="0"/>
          </a:p>
        </p:txBody>
      </p:sp>
      <p:sp>
        <p:nvSpPr>
          <p:cNvPr id="122" name="Text 120"/>
          <p:cNvSpPr/>
          <p:nvPr/>
        </p:nvSpPr>
        <p:spPr>
          <a:xfrm>
            <a:off x="4343400" y="26670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Test₃</a:t>
            </a:r>
            <a:endParaRPr lang="en-US" sz="800" dirty="0"/>
          </a:p>
        </p:txBody>
      </p:sp>
      <p:sp>
        <p:nvSpPr>
          <p:cNvPr id="123" name="Text 121"/>
          <p:cNvSpPr/>
          <p:nvPr/>
        </p:nvSpPr>
        <p:spPr>
          <a:xfrm>
            <a:off x="2794000" y="2895600"/>
            <a:ext cx="609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</a:t>
            </a:r>
            <a:endParaRPr lang="en-US" sz="800" dirty="0"/>
          </a:p>
        </p:txBody>
      </p:sp>
      <p:sp>
        <p:nvSpPr>
          <p:cNvPr id="124" name="Text 122"/>
          <p:cNvSpPr/>
          <p:nvPr/>
        </p:nvSpPr>
        <p:spPr>
          <a:xfrm>
            <a:off x="3378200" y="28956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800" dirty="0"/>
          </a:p>
        </p:txBody>
      </p:sp>
      <p:sp>
        <p:nvSpPr>
          <p:cNvPr id="125" name="Text 123"/>
          <p:cNvSpPr/>
          <p:nvPr/>
        </p:nvSpPr>
        <p:spPr>
          <a:xfrm>
            <a:off x="3860800" y="28956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800" dirty="0"/>
          </a:p>
        </p:txBody>
      </p:sp>
      <p:sp>
        <p:nvSpPr>
          <p:cNvPr id="126" name="Text 124"/>
          <p:cNvSpPr/>
          <p:nvPr/>
        </p:nvSpPr>
        <p:spPr>
          <a:xfrm>
            <a:off x="4343400" y="28956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800" dirty="0"/>
          </a:p>
        </p:txBody>
      </p:sp>
      <p:sp>
        <p:nvSpPr>
          <p:cNvPr id="127" name="Text 125"/>
          <p:cNvSpPr/>
          <p:nvPr/>
        </p:nvSpPr>
        <p:spPr>
          <a:xfrm>
            <a:off x="2794000" y="3175000"/>
            <a:ext cx="609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x₂</a:t>
            </a:r>
            <a:endParaRPr lang="en-US" sz="800" dirty="0"/>
          </a:p>
        </p:txBody>
      </p:sp>
      <p:sp>
        <p:nvSpPr>
          <p:cNvPr id="128" name="Text 126"/>
          <p:cNvSpPr/>
          <p:nvPr/>
        </p:nvSpPr>
        <p:spPr>
          <a:xfrm>
            <a:off x="3378200" y="31750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129" name="Text 127"/>
          <p:cNvSpPr/>
          <p:nvPr/>
        </p:nvSpPr>
        <p:spPr>
          <a:xfrm>
            <a:off x="3860800" y="31750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  <p:sp>
        <p:nvSpPr>
          <p:cNvPr id="130" name="Text 128"/>
          <p:cNvSpPr/>
          <p:nvPr/>
        </p:nvSpPr>
        <p:spPr>
          <a:xfrm>
            <a:off x="4343400" y="31750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800" dirty="0"/>
          </a:p>
        </p:txBody>
      </p:sp>
      <p:sp>
        <p:nvSpPr>
          <p:cNvPr id="131" name="Text 129"/>
          <p:cNvSpPr/>
          <p:nvPr/>
        </p:nvSpPr>
        <p:spPr>
          <a:xfrm>
            <a:off x="2794000" y="34798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3378200" y="3479800"/>
            <a:ext cx="48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800" dirty="0"/>
          </a:p>
        </p:txBody>
      </p:sp>
      <p:sp>
        <p:nvSpPr>
          <p:cNvPr id="133" name="Text 131"/>
          <p:cNvSpPr/>
          <p:nvPr/>
        </p:nvSpPr>
        <p:spPr>
          <a:xfrm>
            <a:off x="3860800" y="3479800"/>
            <a:ext cx="48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800" dirty="0"/>
          </a:p>
        </p:txBody>
      </p:sp>
      <p:sp>
        <p:nvSpPr>
          <p:cNvPr id="134" name="Text 132"/>
          <p:cNvSpPr/>
          <p:nvPr/>
        </p:nvSpPr>
        <p:spPr>
          <a:xfrm>
            <a:off x="4343400" y="3479800"/>
            <a:ext cx="48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800" dirty="0"/>
          </a:p>
        </p:txBody>
      </p:sp>
      <p:sp>
        <p:nvSpPr>
          <p:cNvPr id="135" name="Shape 133"/>
          <p:cNvSpPr/>
          <p:nvPr/>
        </p:nvSpPr>
        <p:spPr>
          <a:xfrm>
            <a:off x="1638300" y="3873500"/>
            <a:ext cx="977900" cy="1231900"/>
          </a:xfrm>
          <a:prstGeom prst="rect">
            <a:avLst/>
          </a:prstGeom>
          <a:ln w="9525">
            <a:solidFill>
              <a:srgbClr val="8B3A3A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1778000" y="421640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u="sng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</a:t>
            </a:r>
            <a:endParaRPr lang="en-US" sz="900" dirty="0"/>
          </a:p>
        </p:txBody>
      </p:sp>
      <p:sp>
        <p:nvSpPr>
          <p:cNvPr id="137" name="Text 135"/>
          <p:cNvSpPr/>
          <p:nvPr/>
        </p:nvSpPr>
        <p:spPr>
          <a:xfrm>
            <a:off x="2044700" y="3962400"/>
            <a:ext cx="101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endParaRPr lang="en-US" sz="4600" dirty="0"/>
          </a:p>
        </p:txBody>
      </p:sp>
      <p:sp>
        <p:nvSpPr>
          <p:cNvPr id="138" name="Text 136"/>
          <p:cNvSpPr/>
          <p:nvPr/>
        </p:nvSpPr>
        <p:spPr>
          <a:xfrm>
            <a:off x="2197100" y="3962400"/>
            <a:ext cx="203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</a:t>
            </a:r>
            <a:endParaRPr lang="en-US" sz="7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0.67</a:t>
            </a:r>
            <a:endParaRPr lang="en-US" sz="7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0.64</a:t>
            </a:r>
            <a:endParaRPr lang="en-US" sz="700" dirty="0"/>
          </a:p>
        </p:txBody>
      </p:sp>
      <p:sp>
        <p:nvSpPr>
          <p:cNvPr id="139" name="Text 137"/>
          <p:cNvSpPr/>
          <p:nvPr/>
        </p:nvSpPr>
        <p:spPr>
          <a:xfrm>
            <a:off x="2425700" y="3962400"/>
            <a:ext cx="101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4600" dirty="0"/>
          </a:p>
        </p:txBody>
      </p:sp>
      <p:sp>
        <p:nvSpPr>
          <p:cNvPr id="140" name="Text 138"/>
          <p:cNvSpPr/>
          <p:nvPr/>
        </p:nvSpPr>
        <p:spPr>
          <a:xfrm>
            <a:off x="1651000" y="4800600"/>
            <a:ext cx="965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</a:t>
            </a:r>
            <a:pPr algn="l" indent="0" marL="0">
              <a:lnSpc>
                <a:spcPts val="960"/>
              </a:lnSpc>
              <a:buNone/>
            </a:pPr>
            <a:r>
              <a:rPr lang="en-US" sz="800" u="sng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||²=8.11</a:t>
            </a:r>
            <a:endParaRPr lang="en-US" sz="800" dirty="0"/>
          </a:p>
        </p:txBody>
      </p:sp>
      <p:sp>
        <p:nvSpPr>
          <p:cNvPr id="141" name="Shape 139"/>
          <p:cNvSpPr/>
          <p:nvPr/>
        </p:nvSpPr>
        <p:spPr>
          <a:xfrm>
            <a:off x="2654300" y="4445000"/>
            <a:ext cx="317500" cy="241300"/>
          </a:xfrm>
          <a:prstGeom prst="rightArrow">
            <a:avLst/>
          </a:prstGeom>
          <a:ln w="12700">
            <a:solidFill>
              <a:srgbClr val="0000FF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616200" y="3962400"/>
            <a:ext cx="2209800" cy="1168400"/>
          </a:xfrm>
          <a:prstGeom prst="rect">
            <a:avLst/>
          </a:prstGeom>
          <a:ln w="9525">
            <a:solidFill>
              <a:srgbClr val="8B3A3A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616200" y="4203700"/>
            <a:ext cx="2209800" cy="0"/>
          </a:xfrm>
          <a:prstGeom prst="line">
            <a:avLst/>
          </a:prstGeom>
          <a:noFill/>
          <a:ln w="9525">
            <a:solidFill>
              <a:srgbClr val="8B3A3A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2616200" y="4483100"/>
            <a:ext cx="2209800" cy="0"/>
          </a:xfrm>
          <a:prstGeom prst="line">
            <a:avLst/>
          </a:prstGeom>
          <a:noFill/>
          <a:ln w="9525">
            <a:solidFill>
              <a:srgbClr val="8B3A3A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3860800" y="3962400"/>
            <a:ext cx="0" cy="1168400"/>
          </a:xfrm>
          <a:prstGeom prst="line">
            <a:avLst/>
          </a:prstGeom>
          <a:noFill/>
          <a:ln w="9525">
            <a:solidFill>
              <a:srgbClr val="8B3A3A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4343400" y="3962400"/>
            <a:ext cx="0" cy="1168400"/>
          </a:xfrm>
          <a:prstGeom prst="line">
            <a:avLst/>
          </a:prstGeom>
          <a:noFill/>
          <a:ln w="9525">
            <a:solidFill>
              <a:srgbClr val="8B3A3A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3378200" y="40005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Test₁</a:t>
            </a:r>
            <a:endParaRPr lang="en-US" sz="800" dirty="0"/>
          </a:p>
        </p:txBody>
      </p:sp>
      <p:sp>
        <p:nvSpPr>
          <p:cNvPr id="148" name="Text 146"/>
          <p:cNvSpPr/>
          <p:nvPr/>
        </p:nvSpPr>
        <p:spPr>
          <a:xfrm>
            <a:off x="3860800" y="40005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Test₂</a:t>
            </a:r>
            <a:endParaRPr lang="en-US" sz="800" dirty="0"/>
          </a:p>
        </p:txBody>
      </p:sp>
      <p:sp>
        <p:nvSpPr>
          <p:cNvPr id="149" name="Text 147"/>
          <p:cNvSpPr/>
          <p:nvPr/>
        </p:nvSpPr>
        <p:spPr>
          <a:xfrm>
            <a:off x="4343400" y="40005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Test₃</a:t>
            </a:r>
            <a:endParaRPr lang="en-US" sz="800" dirty="0"/>
          </a:p>
        </p:txBody>
      </p:sp>
      <p:sp>
        <p:nvSpPr>
          <p:cNvPr id="150" name="Text 148"/>
          <p:cNvSpPr/>
          <p:nvPr/>
        </p:nvSpPr>
        <p:spPr>
          <a:xfrm>
            <a:off x="2794000" y="4229100"/>
            <a:ext cx="609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</a:t>
            </a:r>
            <a:endParaRPr lang="en-US" sz="800" dirty="0"/>
          </a:p>
        </p:txBody>
      </p:sp>
      <p:sp>
        <p:nvSpPr>
          <p:cNvPr id="151" name="Text 149"/>
          <p:cNvSpPr/>
          <p:nvPr/>
        </p:nvSpPr>
        <p:spPr>
          <a:xfrm>
            <a:off x="3378200" y="42291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800" dirty="0"/>
          </a:p>
        </p:txBody>
      </p:sp>
      <p:sp>
        <p:nvSpPr>
          <p:cNvPr id="152" name="Text 150"/>
          <p:cNvSpPr/>
          <p:nvPr/>
        </p:nvSpPr>
        <p:spPr>
          <a:xfrm>
            <a:off x="3860800" y="42291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800" dirty="0"/>
          </a:p>
        </p:txBody>
      </p:sp>
      <p:sp>
        <p:nvSpPr>
          <p:cNvPr id="153" name="Text 151"/>
          <p:cNvSpPr/>
          <p:nvPr/>
        </p:nvSpPr>
        <p:spPr>
          <a:xfrm>
            <a:off x="4343400" y="42291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800" dirty="0"/>
          </a:p>
        </p:txBody>
      </p:sp>
      <p:sp>
        <p:nvSpPr>
          <p:cNvPr id="154" name="Text 152"/>
          <p:cNvSpPr/>
          <p:nvPr/>
        </p:nvSpPr>
        <p:spPr>
          <a:xfrm>
            <a:off x="2794000" y="4508500"/>
            <a:ext cx="609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x₂</a:t>
            </a:r>
            <a:endParaRPr lang="en-US" sz="800" dirty="0"/>
          </a:p>
        </p:txBody>
      </p:sp>
      <p:sp>
        <p:nvSpPr>
          <p:cNvPr id="155" name="Text 153"/>
          <p:cNvSpPr/>
          <p:nvPr/>
        </p:nvSpPr>
        <p:spPr>
          <a:xfrm>
            <a:off x="3378200" y="45085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156" name="Text 154"/>
          <p:cNvSpPr/>
          <p:nvPr/>
        </p:nvSpPr>
        <p:spPr>
          <a:xfrm>
            <a:off x="3860800" y="45085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  <p:sp>
        <p:nvSpPr>
          <p:cNvPr id="157" name="Text 155"/>
          <p:cNvSpPr/>
          <p:nvPr/>
        </p:nvSpPr>
        <p:spPr>
          <a:xfrm>
            <a:off x="4343400" y="45085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800" dirty="0"/>
          </a:p>
        </p:txBody>
      </p:sp>
      <p:sp>
        <p:nvSpPr>
          <p:cNvPr id="158" name="Text 156"/>
          <p:cNvSpPr/>
          <p:nvPr/>
        </p:nvSpPr>
        <p:spPr>
          <a:xfrm>
            <a:off x="2794000" y="48133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00" dirty="0"/>
          </a:p>
        </p:txBody>
      </p:sp>
      <p:sp>
        <p:nvSpPr>
          <p:cNvPr id="159" name="Text 157"/>
          <p:cNvSpPr/>
          <p:nvPr/>
        </p:nvSpPr>
        <p:spPr>
          <a:xfrm>
            <a:off x="3378200" y="4813300"/>
            <a:ext cx="48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32.4</a:t>
            </a:r>
            <a:endParaRPr lang="en-US" sz="800" dirty="0"/>
          </a:p>
        </p:txBody>
      </p:sp>
      <p:sp>
        <p:nvSpPr>
          <p:cNvPr id="160" name="Text 158"/>
          <p:cNvSpPr/>
          <p:nvPr/>
        </p:nvSpPr>
        <p:spPr>
          <a:xfrm>
            <a:off x="3860800" y="4813300"/>
            <a:ext cx="48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42.3</a:t>
            </a:r>
            <a:endParaRPr lang="en-US" sz="800" dirty="0"/>
          </a:p>
        </p:txBody>
      </p:sp>
      <p:sp>
        <p:nvSpPr>
          <p:cNvPr id="161" name="Text 159"/>
          <p:cNvSpPr/>
          <p:nvPr/>
        </p:nvSpPr>
        <p:spPr>
          <a:xfrm>
            <a:off x="4343400" y="4813300"/>
            <a:ext cx="48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52.3</a:t>
            </a:r>
            <a:endParaRPr lang="en-US" sz="800" dirty="0"/>
          </a:p>
        </p:txBody>
      </p:sp>
      <p:sp>
        <p:nvSpPr>
          <p:cNvPr id="162" name="Shape 160"/>
          <p:cNvSpPr/>
          <p:nvPr/>
        </p:nvSpPr>
        <p:spPr>
          <a:xfrm>
            <a:off x="1638300" y="5270500"/>
            <a:ext cx="977900" cy="1231900"/>
          </a:xfrm>
          <a:prstGeom prst="rect">
            <a:avLst/>
          </a:prstGeom>
          <a:ln w="9525">
            <a:solidFill>
              <a:srgbClr val="8B3A3A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1778000" y="561340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u="sng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</a:t>
            </a:r>
            <a:endParaRPr lang="en-US" sz="900" dirty="0"/>
          </a:p>
        </p:txBody>
      </p:sp>
      <p:sp>
        <p:nvSpPr>
          <p:cNvPr id="164" name="Text 162"/>
          <p:cNvSpPr/>
          <p:nvPr/>
        </p:nvSpPr>
        <p:spPr>
          <a:xfrm>
            <a:off x="2044700" y="5359400"/>
            <a:ext cx="101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endParaRPr lang="en-US" sz="4600" dirty="0"/>
          </a:p>
        </p:txBody>
      </p:sp>
      <p:sp>
        <p:nvSpPr>
          <p:cNvPr id="165" name="Text 163"/>
          <p:cNvSpPr/>
          <p:nvPr/>
        </p:nvSpPr>
        <p:spPr>
          <a:xfrm>
            <a:off x="2197100" y="5359400"/>
            <a:ext cx="203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0.29</a:t>
            </a:r>
            <a:endParaRPr lang="en-US" sz="7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0.78</a:t>
            </a:r>
            <a:endParaRPr lang="en-US" sz="700" dirty="0"/>
          </a:p>
        </p:txBody>
      </p:sp>
      <p:sp>
        <p:nvSpPr>
          <p:cNvPr id="166" name="Text 164"/>
          <p:cNvSpPr/>
          <p:nvPr/>
        </p:nvSpPr>
        <p:spPr>
          <a:xfrm>
            <a:off x="2425700" y="5359400"/>
            <a:ext cx="101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4600" dirty="0"/>
          </a:p>
        </p:txBody>
      </p:sp>
      <p:sp>
        <p:nvSpPr>
          <p:cNvPr id="167" name="Text 165"/>
          <p:cNvSpPr/>
          <p:nvPr/>
        </p:nvSpPr>
        <p:spPr>
          <a:xfrm>
            <a:off x="1651000" y="6197600"/>
            <a:ext cx="965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</a:t>
            </a:r>
            <a:pPr algn="l" indent="0" marL="0">
              <a:lnSpc>
                <a:spcPts val="960"/>
              </a:lnSpc>
              <a:buNone/>
            </a:pPr>
            <a:r>
              <a:rPr lang="en-US" sz="800" u="sng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||²=16.7</a:t>
            </a:r>
            <a:endParaRPr lang="en-US" sz="800" dirty="0"/>
          </a:p>
        </p:txBody>
      </p:sp>
      <p:sp>
        <p:nvSpPr>
          <p:cNvPr id="168" name="Shape 166"/>
          <p:cNvSpPr/>
          <p:nvPr/>
        </p:nvSpPr>
        <p:spPr>
          <a:xfrm>
            <a:off x="2654300" y="5842000"/>
            <a:ext cx="317500" cy="241300"/>
          </a:xfrm>
          <a:prstGeom prst="rightArrow">
            <a:avLst/>
          </a:prstGeom>
          <a:ln w="12700">
            <a:solidFill>
              <a:srgbClr val="0000FF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2616200" y="5359400"/>
            <a:ext cx="2209800" cy="1168400"/>
          </a:xfrm>
          <a:prstGeom prst="rect">
            <a:avLst/>
          </a:prstGeom>
          <a:ln w="9525">
            <a:solidFill>
              <a:srgbClr val="8B3A3A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2616200" y="5600700"/>
            <a:ext cx="2209800" cy="0"/>
          </a:xfrm>
          <a:prstGeom prst="line">
            <a:avLst/>
          </a:prstGeom>
          <a:noFill/>
          <a:ln w="9525">
            <a:solidFill>
              <a:srgbClr val="8B3A3A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2616200" y="5880100"/>
            <a:ext cx="2209800" cy="0"/>
          </a:xfrm>
          <a:prstGeom prst="line">
            <a:avLst/>
          </a:prstGeom>
          <a:noFill/>
          <a:ln w="9525">
            <a:solidFill>
              <a:srgbClr val="8B3A3A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3860800" y="5359400"/>
            <a:ext cx="0" cy="1168400"/>
          </a:xfrm>
          <a:prstGeom prst="line">
            <a:avLst/>
          </a:prstGeom>
          <a:noFill/>
          <a:ln w="9525">
            <a:solidFill>
              <a:srgbClr val="8B3A3A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4343400" y="5359400"/>
            <a:ext cx="0" cy="1168400"/>
          </a:xfrm>
          <a:prstGeom prst="line">
            <a:avLst/>
          </a:prstGeom>
          <a:noFill/>
          <a:ln w="9525">
            <a:solidFill>
              <a:srgbClr val="8B3A3A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3378200" y="53975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Test₁</a:t>
            </a:r>
            <a:endParaRPr lang="en-US" sz="800" dirty="0"/>
          </a:p>
        </p:txBody>
      </p:sp>
      <p:sp>
        <p:nvSpPr>
          <p:cNvPr id="175" name="Text 173"/>
          <p:cNvSpPr/>
          <p:nvPr/>
        </p:nvSpPr>
        <p:spPr>
          <a:xfrm>
            <a:off x="3860800" y="53975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Test₂</a:t>
            </a:r>
            <a:endParaRPr lang="en-US" sz="800" dirty="0"/>
          </a:p>
        </p:txBody>
      </p:sp>
      <p:sp>
        <p:nvSpPr>
          <p:cNvPr id="176" name="Text 174"/>
          <p:cNvSpPr/>
          <p:nvPr/>
        </p:nvSpPr>
        <p:spPr>
          <a:xfrm>
            <a:off x="4343400" y="53975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Test₃</a:t>
            </a:r>
            <a:endParaRPr lang="en-US" sz="800" dirty="0"/>
          </a:p>
        </p:txBody>
      </p:sp>
      <p:sp>
        <p:nvSpPr>
          <p:cNvPr id="177" name="Text 175"/>
          <p:cNvSpPr/>
          <p:nvPr/>
        </p:nvSpPr>
        <p:spPr>
          <a:xfrm>
            <a:off x="2794000" y="5626100"/>
            <a:ext cx="609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</a:t>
            </a:r>
            <a:endParaRPr lang="en-US" sz="800" dirty="0"/>
          </a:p>
        </p:txBody>
      </p:sp>
      <p:sp>
        <p:nvSpPr>
          <p:cNvPr id="178" name="Text 176"/>
          <p:cNvSpPr/>
          <p:nvPr/>
        </p:nvSpPr>
        <p:spPr>
          <a:xfrm>
            <a:off x="3378200" y="56261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800" dirty="0"/>
          </a:p>
        </p:txBody>
      </p:sp>
      <p:sp>
        <p:nvSpPr>
          <p:cNvPr id="179" name="Text 177"/>
          <p:cNvSpPr/>
          <p:nvPr/>
        </p:nvSpPr>
        <p:spPr>
          <a:xfrm>
            <a:off x="3860800" y="56261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800" dirty="0"/>
          </a:p>
        </p:txBody>
      </p:sp>
      <p:sp>
        <p:nvSpPr>
          <p:cNvPr id="180" name="Text 178"/>
          <p:cNvSpPr/>
          <p:nvPr/>
        </p:nvSpPr>
        <p:spPr>
          <a:xfrm>
            <a:off x="4343400" y="56261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800" dirty="0"/>
          </a:p>
        </p:txBody>
      </p:sp>
      <p:sp>
        <p:nvSpPr>
          <p:cNvPr id="181" name="Text 179"/>
          <p:cNvSpPr/>
          <p:nvPr/>
        </p:nvSpPr>
        <p:spPr>
          <a:xfrm>
            <a:off x="2794000" y="5905500"/>
            <a:ext cx="609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x₂</a:t>
            </a:r>
            <a:endParaRPr lang="en-US" sz="800" dirty="0"/>
          </a:p>
        </p:txBody>
      </p:sp>
      <p:sp>
        <p:nvSpPr>
          <p:cNvPr id="182" name="Text 180"/>
          <p:cNvSpPr/>
          <p:nvPr/>
        </p:nvSpPr>
        <p:spPr>
          <a:xfrm>
            <a:off x="3378200" y="59055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183" name="Text 181"/>
          <p:cNvSpPr/>
          <p:nvPr/>
        </p:nvSpPr>
        <p:spPr>
          <a:xfrm>
            <a:off x="3860800" y="59055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  <p:sp>
        <p:nvSpPr>
          <p:cNvPr id="184" name="Text 182"/>
          <p:cNvSpPr/>
          <p:nvPr/>
        </p:nvSpPr>
        <p:spPr>
          <a:xfrm>
            <a:off x="4343400" y="59055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800" dirty="0"/>
          </a:p>
        </p:txBody>
      </p:sp>
      <p:sp>
        <p:nvSpPr>
          <p:cNvPr id="185" name="Text 183"/>
          <p:cNvSpPr/>
          <p:nvPr/>
        </p:nvSpPr>
        <p:spPr>
          <a:xfrm>
            <a:off x="2794000" y="62103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00" dirty="0"/>
          </a:p>
        </p:txBody>
      </p:sp>
      <p:sp>
        <p:nvSpPr>
          <p:cNvPr id="186" name="Text 184"/>
          <p:cNvSpPr/>
          <p:nvPr/>
        </p:nvSpPr>
        <p:spPr>
          <a:xfrm>
            <a:off x="3378200" y="6210300"/>
            <a:ext cx="48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24.4</a:t>
            </a:r>
            <a:endParaRPr lang="en-US" sz="800" dirty="0"/>
          </a:p>
        </p:txBody>
      </p:sp>
      <p:sp>
        <p:nvSpPr>
          <p:cNvPr id="187" name="Text 185"/>
          <p:cNvSpPr/>
          <p:nvPr/>
        </p:nvSpPr>
        <p:spPr>
          <a:xfrm>
            <a:off x="3860800" y="6210300"/>
            <a:ext cx="48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31.2</a:t>
            </a:r>
            <a:endParaRPr lang="en-US" sz="800" dirty="0"/>
          </a:p>
        </p:txBody>
      </p:sp>
      <p:sp>
        <p:nvSpPr>
          <p:cNvPr id="188" name="Text 186"/>
          <p:cNvSpPr/>
          <p:nvPr/>
        </p:nvSpPr>
        <p:spPr>
          <a:xfrm>
            <a:off x="4343400" y="6210300"/>
            <a:ext cx="48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800" dirty="0"/>
          </a:p>
        </p:txBody>
      </p:sp>
      <p:sp>
        <p:nvSpPr>
          <p:cNvPr id="189" name="Shape 187"/>
          <p:cNvSpPr/>
          <p:nvPr/>
        </p:nvSpPr>
        <p:spPr>
          <a:xfrm>
            <a:off x="4876800" y="2184400"/>
            <a:ext cx="3251200" cy="393700"/>
          </a:xfrm>
          <a:prstGeom prst="rect">
            <a:avLst/>
          </a:prstGeom>
          <a:solidFill>
            <a:srgbClr val="FAE0C8"/>
          </a:solidFill>
          <a:ln/>
        </p:spPr>
      </p:sp>
      <p:sp>
        <p:nvSpPr>
          <p:cNvPr id="190" name="Text 188"/>
          <p:cNvSpPr/>
          <p:nvPr/>
        </p:nvSpPr>
        <p:spPr>
          <a:xfrm>
            <a:off x="4876800" y="2298700"/>
            <a:ext cx="3251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Regularizer with </a:t>
            </a:r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λ=3</a:t>
            </a:r>
            <a:endParaRPr lang="en-US" sz="1200" dirty="0"/>
          </a:p>
        </p:txBody>
      </p:sp>
      <p:sp>
        <p:nvSpPr>
          <p:cNvPr id="191" name="Shape 189"/>
          <p:cNvSpPr/>
          <p:nvPr/>
        </p:nvSpPr>
        <p:spPr>
          <a:xfrm>
            <a:off x="4940300" y="2540000"/>
            <a:ext cx="977900" cy="1231900"/>
          </a:xfrm>
          <a:prstGeom prst="rect">
            <a:avLst/>
          </a:prstGeom>
          <a:ln w="9525">
            <a:solidFill>
              <a:srgbClr val="8B3A3A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5080000" y="288290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u="sng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</a:t>
            </a:r>
            <a:endParaRPr lang="en-US" sz="900" dirty="0"/>
          </a:p>
        </p:txBody>
      </p:sp>
      <p:sp>
        <p:nvSpPr>
          <p:cNvPr id="193" name="Text 191"/>
          <p:cNvSpPr/>
          <p:nvPr/>
        </p:nvSpPr>
        <p:spPr>
          <a:xfrm>
            <a:off x="5346700" y="2628900"/>
            <a:ext cx="101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endParaRPr lang="en-US" sz="4600" dirty="0"/>
          </a:p>
        </p:txBody>
      </p:sp>
      <p:sp>
        <p:nvSpPr>
          <p:cNvPr id="194" name="Text 192"/>
          <p:cNvSpPr/>
          <p:nvPr/>
        </p:nvSpPr>
        <p:spPr>
          <a:xfrm>
            <a:off x="5499100" y="2628900"/>
            <a:ext cx="203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</a:t>
            </a:r>
            <a:endParaRPr lang="en-US" sz="7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1.95</a:t>
            </a:r>
            <a:endParaRPr lang="en-US" sz="7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0.03</a:t>
            </a:r>
            <a:endParaRPr lang="en-US" sz="700" dirty="0"/>
          </a:p>
        </p:txBody>
      </p:sp>
      <p:sp>
        <p:nvSpPr>
          <p:cNvPr id="195" name="Text 193"/>
          <p:cNvSpPr/>
          <p:nvPr/>
        </p:nvSpPr>
        <p:spPr>
          <a:xfrm>
            <a:off x="5727700" y="2628900"/>
            <a:ext cx="101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4600" dirty="0"/>
          </a:p>
        </p:txBody>
      </p:sp>
      <p:sp>
        <p:nvSpPr>
          <p:cNvPr id="196" name="Text 194"/>
          <p:cNvSpPr/>
          <p:nvPr/>
        </p:nvSpPr>
        <p:spPr>
          <a:xfrm>
            <a:off x="4953000" y="3467100"/>
            <a:ext cx="965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</a:t>
            </a:r>
            <a:pPr algn="l" indent="0" marL="0">
              <a:lnSpc>
                <a:spcPts val="960"/>
              </a:lnSpc>
              <a:buNone/>
            </a:pPr>
            <a:r>
              <a:rPr lang="en-US" sz="800" u="sng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||²=3.8</a:t>
            </a:r>
            <a:endParaRPr lang="en-US" sz="800" dirty="0"/>
          </a:p>
        </p:txBody>
      </p:sp>
      <p:sp>
        <p:nvSpPr>
          <p:cNvPr id="197" name="Shape 195"/>
          <p:cNvSpPr/>
          <p:nvPr/>
        </p:nvSpPr>
        <p:spPr>
          <a:xfrm>
            <a:off x="5956300" y="3111500"/>
            <a:ext cx="317500" cy="241300"/>
          </a:xfrm>
          <a:prstGeom prst="rightArrow">
            <a:avLst/>
          </a:prstGeom>
          <a:ln w="12700">
            <a:solidFill>
              <a:srgbClr val="0000FF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5918200" y="2628900"/>
            <a:ext cx="2209800" cy="1168400"/>
          </a:xfrm>
          <a:prstGeom prst="rect">
            <a:avLst/>
          </a:prstGeom>
          <a:ln w="9525">
            <a:solidFill>
              <a:srgbClr val="8B3A3A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5918200" y="2870200"/>
            <a:ext cx="2209800" cy="0"/>
          </a:xfrm>
          <a:prstGeom prst="line">
            <a:avLst/>
          </a:prstGeom>
          <a:noFill/>
          <a:ln w="9525">
            <a:solidFill>
              <a:srgbClr val="8B3A3A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5918200" y="3149600"/>
            <a:ext cx="2209800" cy="0"/>
          </a:xfrm>
          <a:prstGeom prst="line">
            <a:avLst/>
          </a:prstGeom>
          <a:noFill/>
          <a:ln w="9525">
            <a:solidFill>
              <a:srgbClr val="8B3A3A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162800" y="2628900"/>
            <a:ext cx="0" cy="1168400"/>
          </a:xfrm>
          <a:prstGeom prst="line">
            <a:avLst/>
          </a:prstGeom>
          <a:noFill/>
          <a:ln w="9525">
            <a:solidFill>
              <a:srgbClr val="8B3A3A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645400" y="2628900"/>
            <a:ext cx="0" cy="1168400"/>
          </a:xfrm>
          <a:prstGeom prst="line">
            <a:avLst/>
          </a:prstGeom>
          <a:noFill/>
          <a:ln w="9525">
            <a:solidFill>
              <a:srgbClr val="8B3A3A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6680200" y="26670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Test₁</a:t>
            </a:r>
            <a:endParaRPr lang="en-US" sz="800" dirty="0"/>
          </a:p>
        </p:txBody>
      </p:sp>
      <p:sp>
        <p:nvSpPr>
          <p:cNvPr id="204" name="Text 202"/>
          <p:cNvSpPr/>
          <p:nvPr/>
        </p:nvSpPr>
        <p:spPr>
          <a:xfrm>
            <a:off x="7162800" y="26670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Test₂</a:t>
            </a:r>
            <a:endParaRPr lang="en-US" sz="800" dirty="0"/>
          </a:p>
        </p:txBody>
      </p:sp>
      <p:sp>
        <p:nvSpPr>
          <p:cNvPr id="205" name="Text 203"/>
          <p:cNvSpPr/>
          <p:nvPr/>
        </p:nvSpPr>
        <p:spPr>
          <a:xfrm>
            <a:off x="7645400" y="26670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Test₃</a:t>
            </a:r>
            <a:endParaRPr lang="en-US" sz="800" dirty="0"/>
          </a:p>
        </p:txBody>
      </p:sp>
      <p:sp>
        <p:nvSpPr>
          <p:cNvPr id="206" name="Text 204"/>
          <p:cNvSpPr/>
          <p:nvPr/>
        </p:nvSpPr>
        <p:spPr>
          <a:xfrm>
            <a:off x="6096000" y="2895600"/>
            <a:ext cx="609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</a:t>
            </a:r>
            <a:endParaRPr lang="en-US" sz="800" dirty="0"/>
          </a:p>
        </p:txBody>
      </p:sp>
      <p:sp>
        <p:nvSpPr>
          <p:cNvPr id="207" name="Text 205"/>
          <p:cNvSpPr/>
          <p:nvPr/>
        </p:nvSpPr>
        <p:spPr>
          <a:xfrm>
            <a:off x="6680200" y="28956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800" dirty="0"/>
          </a:p>
        </p:txBody>
      </p:sp>
      <p:sp>
        <p:nvSpPr>
          <p:cNvPr id="208" name="Text 206"/>
          <p:cNvSpPr/>
          <p:nvPr/>
        </p:nvSpPr>
        <p:spPr>
          <a:xfrm>
            <a:off x="7162800" y="28956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800" dirty="0"/>
          </a:p>
        </p:txBody>
      </p:sp>
      <p:sp>
        <p:nvSpPr>
          <p:cNvPr id="209" name="Text 207"/>
          <p:cNvSpPr/>
          <p:nvPr/>
        </p:nvSpPr>
        <p:spPr>
          <a:xfrm>
            <a:off x="7645400" y="28956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800" dirty="0"/>
          </a:p>
        </p:txBody>
      </p:sp>
      <p:sp>
        <p:nvSpPr>
          <p:cNvPr id="210" name="Text 208"/>
          <p:cNvSpPr/>
          <p:nvPr/>
        </p:nvSpPr>
        <p:spPr>
          <a:xfrm>
            <a:off x="6096000" y="3175000"/>
            <a:ext cx="609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x₂</a:t>
            </a:r>
            <a:endParaRPr lang="en-US" sz="800" dirty="0"/>
          </a:p>
        </p:txBody>
      </p:sp>
      <p:sp>
        <p:nvSpPr>
          <p:cNvPr id="211" name="Text 209"/>
          <p:cNvSpPr/>
          <p:nvPr/>
        </p:nvSpPr>
        <p:spPr>
          <a:xfrm>
            <a:off x="6680200" y="31750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212" name="Text 210"/>
          <p:cNvSpPr/>
          <p:nvPr/>
        </p:nvSpPr>
        <p:spPr>
          <a:xfrm>
            <a:off x="7162800" y="31750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  <p:sp>
        <p:nvSpPr>
          <p:cNvPr id="213" name="Text 211"/>
          <p:cNvSpPr/>
          <p:nvPr/>
        </p:nvSpPr>
        <p:spPr>
          <a:xfrm>
            <a:off x="7645400" y="31750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800" dirty="0"/>
          </a:p>
        </p:txBody>
      </p:sp>
      <p:sp>
        <p:nvSpPr>
          <p:cNvPr id="214" name="Text 212"/>
          <p:cNvSpPr/>
          <p:nvPr/>
        </p:nvSpPr>
        <p:spPr>
          <a:xfrm>
            <a:off x="6096000" y="34798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00" dirty="0"/>
          </a:p>
        </p:txBody>
      </p:sp>
      <p:sp>
        <p:nvSpPr>
          <p:cNvPr id="215" name="Text 213"/>
          <p:cNvSpPr/>
          <p:nvPr/>
        </p:nvSpPr>
        <p:spPr>
          <a:xfrm>
            <a:off x="6680200" y="3479800"/>
            <a:ext cx="48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800" dirty="0"/>
          </a:p>
        </p:txBody>
      </p:sp>
      <p:sp>
        <p:nvSpPr>
          <p:cNvPr id="216" name="Text 214"/>
          <p:cNvSpPr/>
          <p:nvPr/>
        </p:nvSpPr>
        <p:spPr>
          <a:xfrm>
            <a:off x="7162800" y="3479800"/>
            <a:ext cx="48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78.7</a:t>
            </a:r>
            <a:endParaRPr lang="en-US" sz="800" dirty="0"/>
          </a:p>
        </p:txBody>
      </p:sp>
      <p:sp>
        <p:nvSpPr>
          <p:cNvPr id="217" name="Text 215"/>
          <p:cNvSpPr/>
          <p:nvPr/>
        </p:nvSpPr>
        <p:spPr>
          <a:xfrm>
            <a:off x="7645400" y="3479800"/>
            <a:ext cx="48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98.4</a:t>
            </a:r>
            <a:endParaRPr lang="en-US" sz="800" dirty="0"/>
          </a:p>
        </p:txBody>
      </p:sp>
      <p:sp>
        <p:nvSpPr>
          <p:cNvPr id="218" name="Shape 216"/>
          <p:cNvSpPr/>
          <p:nvPr/>
        </p:nvSpPr>
        <p:spPr>
          <a:xfrm>
            <a:off x="4940300" y="3873500"/>
            <a:ext cx="977900" cy="1231900"/>
          </a:xfrm>
          <a:prstGeom prst="rect">
            <a:avLst/>
          </a:prstGeom>
          <a:ln w="9525">
            <a:solidFill>
              <a:srgbClr val="8B3A3A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5080000" y="421640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u="sng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</a:t>
            </a:r>
            <a:endParaRPr lang="en-US" sz="900" dirty="0"/>
          </a:p>
        </p:txBody>
      </p:sp>
      <p:sp>
        <p:nvSpPr>
          <p:cNvPr id="220" name="Text 218"/>
          <p:cNvSpPr/>
          <p:nvPr/>
        </p:nvSpPr>
        <p:spPr>
          <a:xfrm>
            <a:off x="5346700" y="3962400"/>
            <a:ext cx="101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endParaRPr lang="en-US" sz="4600" dirty="0"/>
          </a:p>
        </p:txBody>
      </p:sp>
      <p:sp>
        <p:nvSpPr>
          <p:cNvPr id="221" name="Text 219"/>
          <p:cNvSpPr/>
          <p:nvPr/>
        </p:nvSpPr>
        <p:spPr>
          <a:xfrm>
            <a:off x="5499100" y="3962400"/>
            <a:ext cx="203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7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0.72</a:t>
            </a:r>
            <a:endParaRPr lang="en-US" sz="7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0.77</a:t>
            </a:r>
            <a:endParaRPr lang="en-US" sz="700" dirty="0"/>
          </a:p>
        </p:txBody>
      </p:sp>
      <p:sp>
        <p:nvSpPr>
          <p:cNvPr id="222" name="Text 220"/>
          <p:cNvSpPr/>
          <p:nvPr/>
        </p:nvSpPr>
        <p:spPr>
          <a:xfrm>
            <a:off x="5727700" y="3962400"/>
            <a:ext cx="101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4600" dirty="0"/>
          </a:p>
        </p:txBody>
      </p:sp>
      <p:sp>
        <p:nvSpPr>
          <p:cNvPr id="223" name="Text 221"/>
          <p:cNvSpPr/>
          <p:nvPr/>
        </p:nvSpPr>
        <p:spPr>
          <a:xfrm>
            <a:off x="4953000" y="4800600"/>
            <a:ext cx="965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</a:t>
            </a:r>
            <a:pPr algn="l" indent="0" marL="0">
              <a:lnSpc>
                <a:spcPts val="960"/>
              </a:lnSpc>
              <a:buNone/>
            </a:pPr>
            <a:r>
              <a:rPr lang="en-US" sz="800" u="sng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||²=2.45</a:t>
            </a:r>
            <a:endParaRPr lang="en-US" sz="800" dirty="0"/>
          </a:p>
        </p:txBody>
      </p:sp>
      <p:sp>
        <p:nvSpPr>
          <p:cNvPr id="224" name="Shape 222"/>
          <p:cNvSpPr/>
          <p:nvPr/>
        </p:nvSpPr>
        <p:spPr>
          <a:xfrm>
            <a:off x="5956300" y="4445000"/>
            <a:ext cx="317500" cy="241300"/>
          </a:xfrm>
          <a:prstGeom prst="rightArrow">
            <a:avLst/>
          </a:prstGeom>
          <a:ln w="12700">
            <a:solidFill>
              <a:srgbClr val="0000FF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5918200" y="3962400"/>
            <a:ext cx="2209800" cy="1168400"/>
          </a:xfrm>
          <a:prstGeom prst="rect">
            <a:avLst/>
          </a:prstGeom>
          <a:ln w="9525">
            <a:solidFill>
              <a:srgbClr val="8B3A3A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5918200" y="4203700"/>
            <a:ext cx="2209800" cy="0"/>
          </a:xfrm>
          <a:prstGeom prst="line">
            <a:avLst/>
          </a:prstGeom>
          <a:noFill/>
          <a:ln w="9525">
            <a:solidFill>
              <a:srgbClr val="8B3A3A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5918200" y="4483100"/>
            <a:ext cx="2209800" cy="0"/>
          </a:xfrm>
          <a:prstGeom prst="line">
            <a:avLst/>
          </a:prstGeom>
          <a:noFill/>
          <a:ln w="9525">
            <a:solidFill>
              <a:srgbClr val="8B3A3A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7162800" y="3962400"/>
            <a:ext cx="0" cy="1168400"/>
          </a:xfrm>
          <a:prstGeom prst="line">
            <a:avLst/>
          </a:prstGeom>
          <a:noFill/>
          <a:ln w="9525">
            <a:solidFill>
              <a:srgbClr val="8B3A3A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7645400" y="3962400"/>
            <a:ext cx="0" cy="1168400"/>
          </a:xfrm>
          <a:prstGeom prst="line">
            <a:avLst/>
          </a:prstGeom>
          <a:noFill/>
          <a:ln w="9525">
            <a:solidFill>
              <a:srgbClr val="8B3A3A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6680200" y="40005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Test₁</a:t>
            </a:r>
            <a:endParaRPr lang="en-US" sz="800" dirty="0"/>
          </a:p>
        </p:txBody>
      </p:sp>
      <p:sp>
        <p:nvSpPr>
          <p:cNvPr id="231" name="Text 229"/>
          <p:cNvSpPr/>
          <p:nvPr/>
        </p:nvSpPr>
        <p:spPr>
          <a:xfrm>
            <a:off x="7162800" y="40005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Test₂</a:t>
            </a:r>
            <a:endParaRPr lang="en-US" sz="800" dirty="0"/>
          </a:p>
        </p:txBody>
      </p:sp>
      <p:sp>
        <p:nvSpPr>
          <p:cNvPr id="232" name="Text 230"/>
          <p:cNvSpPr/>
          <p:nvPr/>
        </p:nvSpPr>
        <p:spPr>
          <a:xfrm>
            <a:off x="7645400" y="40005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Test₃</a:t>
            </a:r>
            <a:endParaRPr lang="en-US" sz="800" dirty="0"/>
          </a:p>
        </p:txBody>
      </p:sp>
      <p:sp>
        <p:nvSpPr>
          <p:cNvPr id="233" name="Text 231"/>
          <p:cNvSpPr/>
          <p:nvPr/>
        </p:nvSpPr>
        <p:spPr>
          <a:xfrm>
            <a:off x="6096000" y="4229100"/>
            <a:ext cx="609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</a:t>
            </a:r>
            <a:endParaRPr lang="en-US" sz="800" dirty="0"/>
          </a:p>
        </p:txBody>
      </p:sp>
      <p:sp>
        <p:nvSpPr>
          <p:cNvPr id="234" name="Text 232"/>
          <p:cNvSpPr/>
          <p:nvPr/>
        </p:nvSpPr>
        <p:spPr>
          <a:xfrm>
            <a:off x="6680200" y="42291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800" dirty="0"/>
          </a:p>
        </p:txBody>
      </p:sp>
      <p:sp>
        <p:nvSpPr>
          <p:cNvPr id="235" name="Text 233"/>
          <p:cNvSpPr/>
          <p:nvPr/>
        </p:nvSpPr>
        <p:spPr>
          <a:xfrm>
            <a:off x="7162800" y="42291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800" dirty="0"/>
          </a:p>
        </p:txBody>
      </p:sp>
      <p:sp>
        <p:nvSpPr>
          <p:cNvPr id="236" name="Text 234"/>
          <p:cNvSpPr/>
          <p:nvPr/>
        </p:nvSpPr>
        <p:spPr>
          <a:xfrm>
            <a:off x="7645400" y="42291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800" dirty="0"/>
          </a:p>
        </p:txBody>
      </p:sp>
      <p:sp>
        <p:nvSpPr>
          <p:cNvPr id="237" name="Text 235"/>
          <p:cNvSpPr/>
          <p:nvPr/>
        </p:nvSpPr>
        <p:spPr>
          <a:xfrm>
            <a:off x="6096000" y="4508500"/>
            <a:ext cx="609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x₂</a:t>
            </a:r>
            <a:endParaRPr lang="en-US" sz="800" dirty="0"/>
          </a:p>
        </p:txBody>
      </p:sp>
      <p:sp>
        <p:nvSpPr>
          <p:cNvPr id="238" name="Text 236"/>
          <p:cNvSpPr/>
          <p:nvPr/>
        </p:nvSpPr>
        <p:spPr>
          <a:xfrm>
            <a:off x="6680200" y="45085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239" name="Text 237"/>
          <p:cNvSpPr/>
          <p:nvPr/>
        </p:nvSpPr>
        <p:spPr>
          <a:xfrm>
            <a:off x="7162800" y="45085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  <p:sp>
        <p:nvSpPr>
          <p:cNvPr id="240" name="Text 238"/>
          <p:cNvSpPr/>
          <p:nvPr/>
        </p:nvSpPr>
        <p:spPr>
          <a:xfrm>
            <a:off x="7645400" y="45085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800" dirty="0"/>
          </a:p>
        </p:txBody>
      </p:sp>
      <p:sp>
        <p:nvSpPr>
          <p:cNvPr id="241" name="Text 239"/>
          <p:cNvSpPr/>
          <p:nvPr/>
        </p:nvSpPr>
        <p:spPr>
          <a:xfrm>
            <a:off x="6096000" y="48133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00" dirty="0"/>
          </a:p>
        </p:txBody>
      </p:sp>
      <p:sp>
        <p:nvSpPr>
          <p:cNvPr id="242" name="Text 240"/>
          <p:cNvSpPr/>
          <p:nvPr/>
        </p:nvSpPr>
        <p:spPr>
          <a:xfrm>
            <a:off x="6680200" y="4813300"/>
            <a:ext cx="48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34.1</a:t>
            </a:r>
            <a:endParaRPr lang="en-US" sz="800" dirty="0"/>
          </a:p>
        </p:txBody>
      </p:sp>
      <p:sp>
        <p:nvSpPr>
          <p:cNvPr id="243" name="Text 241"/>
          <p:cNvSpPr/>
          <p:nvPr/>
        </p:nvSpPr>
        <p:spPr>
          <a:xfrm>
            <a:off x="7162800" y="4813300"/>
            <a:ext cx="48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45.1</a:t>
            </a:r>
            <a:endParaRPr lang="en-US" sz="800" dirty="0"/>
          </a:p>
        </p:txBody>
      </p:sp>
      <p:sp>
        <p:nvSpPr>
          <p:cNvPr id="244" name="Text 242"/>
          <p:cNvSpPr/>
          <p:nvPr/>
        </p:nvSpPr>
        <p:spPr>
          <a:xfrm>
            <a:off x="7645400" y="4813300"/>
            <a:ext cx="48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56.1</a:t>
            </a:r>
            <a:endParaRPr lang="en-US" sz="800" dirty="0"/>
          </a:p>
        </p:txBody>
      </p:sp>
      <p:sp>
        <p:nvSpPr>
          <p:cNvPr id="245" name="Shape 243"/>
          <p:cNvSpPr/>
          <p:nvPr/>
        </p:nvSpPr>
        <p:spPr>
          <a:xfrm>
            <a:off x="4940300" y="5270500"/>
            <a:ext cx="977900" cy="1231900"/>
          </a:xfrm>
          <a:prstGeom prst="rect">
            <a:avLst/>
          </a:prstGeom>
          <a:ln w="9525">
            <a:solidFill>
              <a:srgbClr val="8B3A3A"/>
            </a:solidFill>
            <a:prstDash val="solid"/>
          </a:ln>
        </p:spPr>
      </p:sp>
      <p:sp>
        <p:nvSpPr>
          <p:cNvPr id="246" name="Text 244"/>
          <p:cNvSpPr/>
          <p:nvPr/>
        </p:nvSpPr>
        <p:spPr>
          <a:xfrm>
            <a:off x="5080000" y="561340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u="sng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</a:t>
            </a:r>
            <a:endParaRPr lang="en-US" sz="900" dirty="0"/>
          </a:p>
        </p:txBody>
      </p:sp>
      <p:sp>
        <p:nvSpPr>
          <p:cNvPr id="247" name="Text 245"/>
          <p:cNvSpPr/>
          <p:nvPr/>
        </p:nvSpPr>
        <p:spPr>
          <a:xfrm>
            <a:off x="5346700" y="5359400"/>
            <a:ext cx="101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endParaRPr lang="en-US" sz="4600" dirty="0"/>
          </a:p>
        </p:txBody>
      </p:sp>
      <p:sp>
        <p:nvSpPr>
          <p:cNvPr id="248" name="Text 246"/>
          <p:cNvSpPr/>
          <p:nvPr/>
        </p:nvSpPr>
        <p:spPr>
          <a:xfrm>
            <a:off x="5499100" y="5359400"/>
            <a:ext cx="203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1.77</a:t>
            </a:r>
            <a:endParaRPr lang="en-US" sz="7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0.32</a:t>
            </a:r>
            <a:endParaRPr lang="en-US" sz="7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0.98</a:t>
            </a:r>
            <a:endParaRPr lang="en-US" sz="700" dirty="0"/>
          </a:p>
        </p:txBody>
      </p:sp>
      <p:sp>
        <p:nvSpPr>
          <p:cNvPr id="249" name="Text 247"/>
          <p:cNvSpPr/>
          <p:nvPr/>
        </p:nvSpPr>
        <p:spPr>
          <a:xfrm>
            <a:off x="5727700" y="5359400"/>
            <a:ext cx="101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4600" dirty="0"/>
          </a:p>
        </p:txBody>
      </p:sp>
      <p:sp>
        <p:nvSpPr>
          <p:cNvPr id="250" name="Text 248"/>
          <p:cNvSpPr/>
          <p:nvPr/>
        </p:nvSpPr>
        <p:spPr>
          <a:xfrm>
            <a:off x="4953000" y="6197600"/>
            <a:ext cx="965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</a:t>
            </a:r>
            <a:pPr algn="l" indent="0" marL="0">
              <a:lnSpc>
                <a:spcPts val="960"/>
              </a:lnSpc>
              <a:buNone/>
            </a:pPr>
            <a:r>
              <a:rPr lang="en-US" sz="800" u="sng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||²=4.2</a:t>
            </a:r>
            <a:endParaRPr lang="en-US" sz="800" dirty="0"/>
          </a:p>
        </p:txBody>
      </p:sp>
      <p:sp>
        <p:nvSpPr>
          <p:cNvPr id="251" name="Shape 249"/>
          <p:cNvSpPr/>
          <p:nvPr/>
        </p:nvSpPr>
        <p:spPr>
          <a:xfrm>
            <a:off x="5956300" y="5842000"/>
            <a:ext cx="317500" cy="241300"/>
          </a:xfrm>
          <a:prstGeom prst="rightArrow">
            <a:avLst/>
          </a:prstGeom>
          <a:ln w="12700">
            <a:solidFill>
              <a:srgbClr val="0000FF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5918200" y="5359400"/>
            <a:ext cx="2209800" cy="1168400"/>
          </a:xfrm>
          <a:prstGeom prst="rect">
            <a:avLst/>
          </a:prstGeom>
          <a:ln w="9525">
            <a:solidFill>
              <a:srgbClr val="8B3A3A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5918200" y="5600700"/>
            <a:ext cx="2209800" cy="0"/>
          </a:xfrm>
          <a:prstGeom prst="line">
            <a:avLst/>
          </a:prstGeom>
          <a:noFill/>
          <a:ln w="9525">
            <a:solidFill>
              <a:srgbClr val="8B3A3A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5918200" y="5880100"/>
            <a:ext cx="2209800" cy="0"/>
          </a:xfrm>
          <a:prstGeom prst="line">
            <a:avLst/>
          </a:prstGeom>
          <a:noFill/>
          <a:ln w="9525">
            <a:solidFill>
              <a:srgbClr val="8B3A3A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7162800" y="5359400"/>
            <a:ext cx="0" cy="1168400"/>
          </a:xfrm>
          <a:prstGeom prst="line">
            <a:avLst/>
          </a:prstGeom>
          <a:noFill/>
          <a:ln w="9525">
            <a:solidFill>
              <a:srgbClr val="8B3A3A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7645400" y="5359400"/>
            <a:ext cx="0" cy="1168400"/>
          </a:xfrm>
          <a:prstGeom prst="line">
            <a:avLst/>
          </a:prstGeom>
          <a:noFill/>
          <a:ln w="9525">
            <a:solidFill>
              <a:srgbClr val="8B3A3A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6680200" y="53975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Test₁</a:t>
            </a:r>
            <a:endParaRPr lang="en-US" sz="800" dirty="0"/>
          </a:p>
        </p:txBody>
      </p:sp>
      <p:sp>
        <p:nvSpPr>
          <p:cNvPr id="258" name="Text 256"/>
          <p:cNvSpPr/>
          <p:nvPr/>
        </p:nvSpPr>
        <p:spPr>
          <a:xfrm>
            <a:off x="7162800" y="53975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Test₂</a:t>
            </a:r>
            <a:endParaRPr lang="en-US" sz="800" dirty="0"/>
          </a:p>
        </p:txBody>
      </p:sp>
      <p:sp>
        <p:nvSpPr>
          <p:cNvPr id="259" name="Text 257"/>
          <p:cNvSpPr/>
          <p:nvPr/>
        </p:nvSpPr>
        <p:spPr>
          <a:xfrm>
            <a:off x="7645400" y="53975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Test₃</a:t>
            </a:r>
            <a:endParaRPr lang="en-US" sz="800" dirty="0"/>
          </a:p>
        </p:txBody>
      </p:sp>
      <p:sp>
        <p:nvSpPr>
          <p:cNvPr id="260" name="Text 258"/>
          <p:cNvSpPr/>
          <p:nvPr/>
        </p:nvSpPr>
        <p:spPr>
          <a:xfrm>
            <a:off x="6096000" y="5626100"/>
            <a:ext cx="609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</a:t>
            </a:r>
            <a:endParaRPr lang="en-US" sz="800" dirty="0"/>
          </a:p>
        </p:txBody>
      </p:sp>
      <p:sp>
        <p:nvSpPr>
          <p:cNvPr id="261" name="Text 259"/>
          <p:cNvSpPr/>
          <p:nvPr/>
        </p:nvSpPr>
        <p:spPr>
          <a:xfrm>
            <a:off x="6680200" y="56261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800" dirty="0"/>
          </a:p>
        </p:txBody>
      </p:sp>
      <p:sp>
        <p:nvSpPr>
          <p:cNvPr id="262" name="Text 260"/>
          <p:cNvSpPr/>
          <p:nvPr/>
        </p:nvSpPr>
        <p:spPr>
          <a:xfrm>
            <a:off x="7162800" y="56261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800" dirty="0"/>
          </a:p>
        </p:txBody>
      </p:sp>
      <p:sp>
        <p:nvSpPr>
          <p:cNvPr id="263" name="Text 261"/>
          <p:cNvSpPr/>
          <p:nvPr/>
        </p:nvSpPr>
        <p:spPr>
          <a:xfrm>
            <a:off x="7645400" y="56261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800" dirty="0"/>
          </a:p>
        </p:txBody>
      </p:sp>
      <p:sp>
        <p:nvSpPr>
          <p:cNvPr id="264" name="Text 262"/>
          <p:cNvSpPr/>
          <p:nvPr/>
        </p:nvSpPr>
        <p:spPr>
          <a:xfrm>
            <a:off x="6096000" y="5905500"/>
            <a:ext cx="609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x₂</a:t>
            </a:r>
            <a:endParaRPr lang="en-US" sz="800" dirty="0"/>
          </a:p>
        </p:txBody>
      </p:sp>
      <p:sp>
        <p:nvSpPr>
          <p:cNvPr id="265" name="Text 263"/>
          <p:cNvSpPr/>
          <p:nvPr/>
        </p:nvSpPr>
        <p:spPr>
          <a:xfrm>
            <a:off x="6680200" y="59055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266" name="Text 264"/>
          <p:cNvSpPr/>
          <p:nvPr/>
        </p:nvSpPr>
        <p:spPr>
          <a:xfrm>
            <a:off x="7162800" y="59055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  <p:sp>
        <p:nvSpPr>
          <p:cNvPr id="267" name="Text 265"/>
          <p:cNvSpPr/>
          <p:nvPr/>
        </p:nvSpPr>
        <p:spPr>
          <a:xfrm>
            <a:off x="7645400" y="5905500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800" dirty="0"/>
          </a:p>
        </p:txBody>
      </p:sp>
      <p:sp>
        <p:nvSpPr>
          <p:cNvPr id="268" name="Text 266"/>
          <p:cNvSpPr/>
          <p:nvPr/>
        </p:nvSpPr>
        <p:spPr>
          <a:xfrm>
            <a:off x="6096000" y="62103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00" dirty="0"/>
          </a:p>
        </p:txBody>
      </p:sp>
      <p:sp>
        <p:nvSpPr>
          <p:cNvPr id="269" name="Text 267"/>
          <p:cNvSpPr/>
          <p:nvPr/>
        </p:nvSpPr>
        <p:spPr>
          <a:xfrm>
            <a:off x="6680200" y="6210300"/>
            <a:ext cx="48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26.2</a:t>
            </a:r>
            <a:endParaRPr lang="en-US" sz="800" dirty="0"/>
          </a:p>
        </p:txBody>
      </p:sp>
      <p:sp>
        <p:nvSpPr>
          <p:cNvPr id="270" name="Text 268"/>
          <p:cNvSpPr/>
          <p:nvPr/>
        </p:nvSpPr>
        <p:spPr>
          <a:xfrm>
            <a:off x="7162800" y="6210300"/>
            <a:ext cx="48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34.4</a:t>
            </a:r>
            <a:endParaRPr lang="en-US" sz="800" dirty="0"/>
          </a:p>
        </p:txBody>
      </p:sp>
      <p:sp>
        <p:nvSpPr>
          <p:cNvPr id="271" name="Text 269"/>
          <p:cNvSpPr/>
          <p:nvPr/>
        </p:nvSpPr>
        <p:spPr>
          <a:xfrm>
            <a:off x="7645400" y="6210300"/>
            <a:ext cx="48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42.5</a:t>
            </a:r>
            <a:endParaRPr lang="en-US" sz="800" dirty="0"/>
          </a:p>
        </p:txBody>
      </p:sp>
      <p:sp>
        <p:nvSpPr>
          <p:cNvPr id="272" name="Shape 270"/>
          <p:cNvSpPr/>
          <p:nvPr/>
        </p:nvSpPr>
        <p:spPr>
          <a:xfrm>
            <a:off x="8178800" y="2184400"/>
            <a:ext cx="3251200" cy="393700"/>
          </a:xfrm>
          <a:prstGeom prst="rect">
            <a:avLst/>
          </a:prstGeom>
          <a:solidFill>
            <a:srgbClr val="E8FFE8"/>
          </a:solidFill>
          <a:ln/>
        </p:spPr>
      </p:sp>
      <p:sp>
        <p:nvSpPr>
          <p:cNvPr id="273" name="Text 271"/>
          <p:cNvSpPr/>
          <p:nvPr/>
        </p:nvSpPr>
        <p:spPr>
          <a:xfrm>
            <a:off x="8178800" y="2298700"/>
            <a:ext cx="3251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Regularizer with </a:t>
            </a:r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λ=10</a:t>
            </a:r>
            <a:endParaRPr lang="en-US" sz="1200" dirty="0"/>
          </a:p>
        </p:txBody>
      </p:sp>
      <p:sp>
        <p:nvSpPr>
          <p:cNvPr id="274" name="Shape 272"/>
          <p:cNvSpPr/>
          <p:nvPr/>
        </p:nvSpPr>
        <p:spPr>
          <a:xfrm>
            <a:off x="8242300" y="2540000"/>
            <a:ext cx="977900" cy="1231900"/>
          </a:xfrm>
          <a:prstGeom prst="rect">
            <a:avLst/>
          </a:prstGeom>
          <a:ln w="9525">
            <a:solidFill>
              <a:srgbClr val="8B3A3A"/>
            </a:solidFill>
            <a:prstDash val="solid"/>
          </a:ln>
        </p:spPr>
      </p:sp>
      <p:sp>
        <p:nvSpPr>
          <p:cNvPr id="275" name="Text 273"/>
          <p:cNvSpPr/>
          <p:nvPr/>
        </p:nvSpPr>
        <p:spPr>
          <a:xfrm>
            <a:off x="8382000" y="288290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u="sng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</a:t>
            </a:r>
            <a:endParaRPr lang="en-US" sz="900" dirty="0"/>
          </a:p>
        </p:txBody>
      </p:sp>
      <p:sp>
        <p:nvSpPr>
          <p:cNvPr id="276" name="Text 274"/>
          <p:cNvSpPr/>
          <p:nvPr/>
        </p:nvSpPr>
        <p:spPr>
          <a:xfrm>
            <a:off x="8648700" y="2628900"/>
            <a:ext cx="101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endParaRPr lang="en-US" sz="4600" dirty="0"/>
          </a:p>
        </p:txBody>
      </p:sp>
      <p:sp>
        <p:nvSpPr>
          <p:cNvPr id="277" name="Text 275"/>
          <p:cNvSpPr/>
          <p:nvPr/>
        </p:nvSpPr>
        <p:spPr>
          <a:xfrm>
            <a:off x="8801100" y="2628900"/>
            <a:ext cx="203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0.13</a:t>
            </a:r>
            <a:endParaRPr lang="en-US" sz="7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1.87</a:t>
            </a:r>
            <a:endParaRPr lang="en-US" sz="7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0.09</a:t>
            </a:r>
            <a:endParaRPr lang="en-US" sz="700" dirty="0"/>
          </a:p>
        </p:txBody>
      </p:sp>
      <p:sp>
        <p:nvSpPr>
          <p:cNvPr id="278" name="Text 276"/>
          <p:cNvSpPr/>
          <p:nvPr/>
        </p:nvSpPr>
        <p:spPr>
          <a:xfrm>
            <a:off x="9029700" y="2628900"/>
            <a:ext cx="101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4600" dirty="0"/>
          </a:p>
        </p:txBody>
      </p:sp>
      <p:sp>
        <p:nvSpPr>
          <p:cNvPr id="279" name="Text 277"/>
          <p:cNvSpPr/>
          <p:nvPr/>
        </p:nvSpPr>
        <p:spPr>
          <a:xfrm>
            <a:off x="8255000" y="3467100"/>
            <a:ext cx="965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</a:t>
            </a:r>
            <a:pPr algn="l" indent="0" marL="0">
              <a:lnSpc>
                <a:spcPts val="960"/>
              </a:lnSpc>
              <a:buNone/>
            </a:pPr>
            <a:r>
              <a:rPr lang="en-US" sz="800" u="sng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||²=3.5</a:t>
            </a:r>
            <a:endParaRPr lang="en-US" sz="800" dirty="0"/>
          </a:p>
        </p:txBody>
      </p:sp>
      <p:sp>
        <p:nvSpPr>
          <p:cNvPr id="280" name="Shape 278"/>
          <p:cNvSpPr/>
          <p:nvPr/>
        </p:nvSpPr>
        <p:spPr>
          <a:xfrm>
            <a:off x="9258300" y="3111500"/>
            <a:ext cx="317500" cy="241300"/>
          </a:xfrm>
          <a:prstGeom prst="rightArrow">
            <a:avLst/>
          </a:prstGeom>
          <a:ln w="12700">
            <a:solidFill>
              <a:srgbClr val="0000FF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9220200" y="2628900"/>
            <a:ext cx="2057400" cy="1168400"/>
          </a:xfrm>
          <a:prstGeom prst="rect">
            <a:avLst/>
          </a:prstGeom>
          <a:ln w="9525">
            <a:solidFill>
              <a:srgbClr val="8B3A3A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9220200" y="2870200"/>
            <a:ext cx="2057400" cy="0"/>
          </a:xfrm>
          <a:prstGeom prst="line">
            <a:avLst/>
          </a:prstGeom>
          <a:noFill/>
          <a:ln w="9525">
            <a:solidFill>
              <a:srgbClr val="8B3A3A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9220200" y="3149600"/>
            <a:ext cx="2057400" cy="0"/>
          </a:xfrm>
          <a:prstGeom prst="line">
            <a:avLst/>
          </a:prstGeom>
          <a:noFill/>
          <a:ln w="9525">
            <a:solidFill>
              <a:srgbClr val="8B3A3A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10414000" y="2628900"/>
            <a:ext cx="0" cy="1168400"/>
          </a:xfrm>
          <a:prstGeom prst="line">
            <a:avLst/>
          </a:prstGeom>
          <a:noFill/>
          <a:ln w="9525">
            <a:solidFill>
              <a:srgbClr val="8B3A3A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10845800" y="2628900"/>
            <a:ext cx="0" cy="1168400"/>
          </a:xfrm>
          <a:prstGeom prst="line">
            <a:avLst/>
          </a:prstGeom>
          <a:noFill/>
          <a:ln w="9525">
            <a:solidFill>
              <a:srgbClr val="8B3A3A"/>
            </a:solidFill>
            <a:prstDash val="solid"/>
          </a:ln>
        </p:spPr>
      </p:sp>
      <p:sp>
        <p:nvSpPr>
          <p:cNvPr id="286" name="Text 284"/>
          <p:cNvSpPr/>
          <p:nvPr/>
        </p:nvSpPr>
        <p:spPr>
          <a:xfrm>
            <a:off x="9982200" y="2667000"/>
            <a:ext cx="43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Test₁</a:t>
            </a:r>
            <a:endParaRPr lang="en-US" sz="800" dirty="0"/>
          </a:p>
        </p:txBody>
      </p:sp>
      <p:sp>
        <p:nvSpPr>
          <p:cNvPr id="287" name="Text 285"/>
          <p:cNvSpPr/>
          <p:nvPr/>
        </p:nvSpPr>
        <p:spPr>
          <a:xfrm>
            <a:off x="10414000" y="2667000"/>
            <a:ext cx="43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Test₂</a:t>
            </a:r>
            <a:endParaRPr lang="en-US" sz="800" dirty="0"/>
          </a:p>
        </p:txBody>
      </p:sp>
      <p:sp>
        <p:nvSpPr>
          <p:cNvPr id="288" name="Text 286"/>
          <p:cNvSpPr/>
          <p:nvPr/>
        </p:nvSpPr>
        <p:spPr>
          <a:xfrm>
            <a:off x="10845800" y="2667000"/>
            <a:ext cx="43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Test₃</a:t>
            </a:r>
            <a:endParaRPr lang="en-US" sz="800" dirty="0"/>
          </a:p>
        </p:txBody>
      </p:sp>
      <p:sp>
        <p:nvSpPr>
          <p:cNvPr id="289" name="Text 287"/>
          <p:cNvSpPr/>
          <p:nvPr/>
        </p:nvSpPr>
        <p:spPr>
          <a:xfrm>
            <a:off x="9398000" y="2895600"/>
            <a:ext cx="609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</a:t>
            </a:r>
            <a:endParaRPr lang="en-US" sz="800" dirty="0"/>
          </a:p>
        </p:txBody>
      </p:sp>
      <p:sp>
        <p:nvSpPr>
          <p:cNvPr id="290" name="Text 288"/>
          <p:cNvSpPr/>
          <p:nvPr/>
        </p:nvSpPr>
        <p:spPr>
          <a:xfrm>
            <a:off x="9982200" y="2895600"/>
            <a:ext cx="43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800" dirty="0"/>
          </a:p>
        </p:txBody>
      </p:sp>
      <p:sp>
        <p:nvSpPr>
          <p:cNvPr id="291" name="Text 289"/>
          <p:cNvSpPr/>
          <p:nvPr/>
        </p:nvSpPr>
        <p:spPr>
          <a:xfrm>
            <a:off x="10414000" y="2895600"/>
            <a:ext cx="43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800" dirty="0"/>
          </a:p>
        </p:txBody>
      </p:sp>
      <p:sp>
        <p:nvSpPr>
          <p:cNvPr id="292" name="Text 290"/>
          <p:cNvSpPr/>
          <p:nvPr/>
        </p:nvSpPr>
        <p:spPr>
          <a:xfrm>
            <a:off x="10845800" y="2895600"/>
            <a:ext cx="43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800" dirty="0"/>
          </a:p>
        </p:txBody>
      </p:sp>
      <p:sp>
        <p:nvSpPr>
          <p:cNvPr id="293" name="Text 291"/>
          <p:cNvSpPr/>
          <p:nvPr/>
        </p:nvSpPr>
        <p:spPr>
          <a:xfrm>
            <a:off x="9398000" y="3175000"/>
            <a:ext cx="609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x₂</a:t>
            </a:r>
            <a:endParaRPr lang="en-US" sz="800" dirty="0"/>
          </a:p>
        </p:txBody>
      </p:sp>
      <p:sp>
        <p:nvSpPr>
          <p:cNvPr id="294" name="Text 292"/>
          <p:cNvSpPr/>
          <p:nvPr/>
        </p:nvSpPr>
        <p:spPr>
          <a:xfrm>
            <a:off x="9982200" y="3175000"/>
            <a:ext cx="43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295" name="Text 293"/>
          <p:cNvSpPr/>
          <p:nvPr/>
        </p:nvSpPr>
        <p:spPr>
          <a:xfrm>
            <a:off x="10414000" y="3175000"/>
            <a:ext cx="43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  <p:sp>
        <p:nvSpPr>
          <p:cNvPr id="296" name="Text 294"/>
          <p:cNvSpPr/>
          <p:nvPr/>
        </p:nvSpPr>
        <p:spPr>
          <a:xfrm>
            <a:off x="10845800" y="3175000"/>
            <a:ext cx="43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800" dirty="0"/>
          </a:p>
        </p:txBody>
      </p:sp>
      <p:sp>
        <p:nvSpPr>
          <p:cNvPr id="297" name="Text 295"/>
          <p:cNvSpPr/>
          <p:nvPr/>
        </p:nvSpPr>
        <p:spPr>
          <a:xfrm>
            <a:off x="9398000" y="34798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00" dirty="0"/>
          </a:p>
        </p:txBody>
      </p:sp>
      <p:sp>
        <p:nvSpPr>
          <p:cNvPr id="298" name="Text 296"/>
          <p:cNvSpPr/>
          <p:nvPr/>
        </p:nvSpPr>
        <p:spPr>
          <a:xfrm>
            <a:off x="9982200" y="3479800"/>
            <a:ext cx="43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57.4</a:t>
            </a:r>
            <a:endParaRPr lang="en-US" sz="800" dirty="0"/>
          </a:p>
        </p:txBody>
      </p:sp>
      <p:sp>
        <p:nvSpPr>
          <p:cNvPr id="299" name="Text 297"/>
          <p:cNvSpPr/>
          <p:nvPr/>
        </p:nvSpPr>
        <p:spPr>
          <a:xfrm>
            <a:off x="10414000" y="3479800"/>
            <a:ext cx="43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76.5</a:t>
            </a:r>
            <a:endParaRPr lang="en-US" sz="800" dirty="0"/>
          </a:p>
        </p:txBody>
      </p:sp>
      <p:sp>
        <p:nvSpPr>
          <p:cNvPr id="300" name="Text 298"/>
          <p:cNvSpPr/>
          <p:nvPr/>
        </p:nvSpPr>
        <p:spPr>
          <a:xfrm>
            <a:off x="10845800" y="3479800"/>
            <a:ext cx="43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95.6</a:t>
            </a:r>
            <a:endParaRPr lang="en-US" sz="800" dirty="0"/>
          </a:p>
        </p:txBody>
      </p:sp>
      <p:sp>
        <p:nvSpPr>
          <p:cNvPr id="301" name="Shape 299"/>
          <p:cNvSpPr/>
          <p:nvPr/>
        </p:nvSpPr>
        <p:spPr>
          <a:xfrm>
            <a:off x="8242300" y="3873500"/>
            <a:ext cx="977900" cy="1231900"/>
          </a:xfrm>
          <a:prstGeom prst="rect">
            <a:avLst/>
          </a:prstGeom>
          <a:ln w="9525">
            <a:solidFill>
              <a:srgbClr val="8B3A3A"/>
            </a:solidFill>
            <a:prstDash val="solid"/>
          </a:ln>
        </p:spPr>
      </p:sp>
      <p:sp>
        <p:nvSpPr>
          <p:cNvPr id="302" name="Text 300"/>
          <p:cNvSpPr/>
          <p:nvPr/>
        </p:nvSpPr>
        <p:spPr>
          <a:xfrm>
            <a:off x="8382000" y="421640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u="sng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</a:t>
            </a:r>
            <a:endParaRPr lang="en-US" sz="900" dirty="0"/>
          </a:p>
        </p:txBody>
      </p:sp>
      <p:sp>
        <p:nvSpPr>
          <p:cNvPr id="303" name="Text 301"/>
          <p:cNvSpPr/>
          <p:nvPr/>
        </p:nvSpPr>
        <p:spPr>
          <a:xfrm>
            <a:off x="8648700" y="3962400"/>
            <a:ext cx="101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endParaRPr lang="en-US" sz="4600" dirty="0"/>
          </a:p>
        </p:txBody>
      </p:sp>
      <p:sp>
        <p:nvSpPr>
          <p:cNvPr id="304" name="Text 302"/>
          <p:cNvSpPr/>
          <p:nvPr/>
        </p:nvSpPr>
        <p:spPr>
          <a:xfrm>
            <a:off x="8801100" y="3962400"/>
            <a:ext cx="203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0.54</a:t>
            </a:r>
            <a:endParaRPr lang="en-US" sz="7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0.73</a:t>
            </a:r>
            <a:endParaRPr lang="en-US" sz="7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0.81</a:t>
            </a:r>
            <a:endParaRPr lang="en-US" sz="700" dirty="0"/>
          </a:p>
        </p:txBody>
      </p:sp>
      <p:sp>
        <p:nvSpPr>
          <p:cNvPr id="305" name="Text 303"/>
          <p:cNvSpPr/>
          <p:nvPr/>
        </p:nvSpPr>
        <p:spPr>
          <a:xfrm>
            <a:off x="9029700" y="3962400"/>
            <a:ext cx="101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4600" dirty="0"/>
          </a:p>
        </p:txBody>
      </p:sp>
      <p:sp>
        <p:nvSpPr>
          <p:cNvPr id="306" name="Text 304"/>
          <p:cNvSpPr/>
          <p:nvPr/>
        </p:nvSpPr>
        <p:spPr>
          <a:xfrm>
            <a:off x="8255000" y="4800600"/>
            <a:ext cx="965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</a:t>
            </a:r>
            <a:pPr algn="l" indent="0" marL="0">
              <a:lnSpc>
                <a:spcPts val="960"/>
              </a:lnSpc>
              <a:buNone/>
            </a:pPr>
            <a:r>
              <a:rPr lang="en-US" sz="800" u="sng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||²=1.48</a:t>
            </a:r>
            <a:endParaRPr lang="en-US" sz="800" dirty="0"/>
          </a:p>
        </p:txBody>
      </p:sp>
      <p:sp>
        <p:nvSpPr>
          <p:cNvPr id="307" name="Shape 305"/>
          <p:cNvSpPr/>
          <p:nvPr/>
        </p:nvSpPr>
        <p:spPr>
          <a:xfrm>
            <a:off x="9258300" y="4445000"/>
            <a:ext cx="317500" cy="241300"/>
          </a:xfrm>
          <a:prstGeom prst="rightArrow">
            <a:avLst/>
          </a:prstGeom>
          <a:ln w="12700">
            <a:solidFill>
              <a:srgbClr val="0000FF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9220200" y="3962400"/>
            <a:ext cx="2057400" cy="1168400"/>
          </a:xfrm>
          <a:prstGeom prst="rect">
            <a:avLst/>
          </a:prstGeom>
          <a:ln w="9525">
            <a:solidFill>
              <a:srgbClr val="8B3A3A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9220200" y="4203700"/>
            <a:ext cx="2057400" cy="0"/>
          </a:xfrm>
          <a:prstGeom prst="line">
            <a:avLst/>
          </a:prstGeom>
          <a:noFill/>
          <a:ln w="9525">
            <a:solidFill>
              <a:srgbClr val="8B3A3A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9220200" y="4483100"/>
            <a:ext cx="2057400" cy="0"/>
          </a:xfrm>
          <a:prstGeom prst="line">
            <a:avLst/>
          </a:prstGeom>
          <a:noFill/>
          <a:ln w="9525">
            <a:solidFill>
              <a:srgbClr val="8B3A3A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10414000" y="3962400"/>
            <a:ext cx="0" cy="1168400"/>
          </a:xfrm>
          <a:prstGeom prst="line">
            <a:avLst/>
          </a:prstGeom>
          <a:noFill/>
          <a:ln w="9525">
            <a:solidFill>
              <a:srgbClr val="8B3A3A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10845800" y="3962400"/>
            <a:ext cx="0" cy="1168400"/>
          </a:xfrm>
          <a:prstGeom prst="line">
            <a:avLst/>
          </a:prstGeom>
          <a:noFill/>
          <a:ln w="9525">
            <a:solidFill>
              <a:srgbClr val="8B3A3A"/>
            </a:solidFill>
            <a:prstDash val="solid"/>
          </a:ln>
        </p:spPr>
      </p:sp>
      <p:sp>
        <p:nvSpPr>
          <p:cNvPr id="313" name="Text 311"/>
          <p:cNvSpPr/>
          <p:nvPr/>
        </p:nvSpPr>
        <p:spPr>
          <a:xfrm>
            <a:off x="9982200" y="4000500"/>
            <a:ext cx="43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Test₁</a:t>
            </a:r>
            <a:endParaRPr lang="en-US" sz="800" dirty="0"/>
          </a:p>
        </p:txBody>
      </p:sp>
      <p:sp>
        <p:nvSpPr>
          <p:cNvPr id="314" name="Text 312"/>
          <p:cNvSpPr/>
          <p:nvPr/>
        </p:nvSpPr>
        <p:spPr>
          <a:xfrm>
            <a:off x="10414000" y="4000500"/>
            <a:ext cx="43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Test₂</a:t>
            </a:r>
            <a:endParaRPr lang="en-US" sz="800" dirty="0"/>
          </a:p>
        </p:txBody>
      </p:sp>
      <p:sp>
        <p:nvSpPr>
          <p:cNvPr id="315" name="Text 313"/>
          <p:cNvSpPr/>
          <p:nvPr/>
        </p:nvSpPr>
        <p:spPr>
          <a:xfrm>
            <a:off x="10845800" y="4000500"/>
            <a:ext cx="43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Test₃</a:t>
            </a:r>
            <a:endParaRPr lang="en-US" sz="800" dirty="0"/>
          </a:p>
        </p:txBody>
      </p:sp>
      <p:sp>
        <p:nvSpPr>
          <p:cNvPr id="316" name="Text 314"/>
          <p:cNvSpPr/>
          <p:nvPr/>
        </p:nvSpPr>
        <p:spPr>
          <a:xfrm>
            <a:off x="9398000" y="4229100"/>
            <a:ext cx="609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</a:t>
            </a:r>
            <a:endParaRPr lang="en-US" sz="800" dirty="0"/>
          </a:p>
        </p:txBody>
      </p:sp>
      <p:sp>
        <p:nvSpPr>
          <p:cNvPr id="317" name="Text 315"/>
          <p:cNvSpPr/>
          <p:nvPr/>
        </p:nvSpPr>
        <p:spPr>
          <a:xfrm>
            <a:off x="9982200" y="4229100"/>
            <a:ext cx="43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800" dirty="0"/>
          </a:p>
        </p:txBody>
      </p:sp>
      <p:sp>
        <p:nvSpPr>
          <p:cNvPr id="318" name="Text 316"/>
          <p:cNvSpPr/>
          <p:nvPr/>
        </p:nvSpPr>
        <p:spPr>
          <a:xfrm>
            <a:off x="10414000" y="4229100"/>
            <a:ext cx="43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800" dirty="0"/>
          </a:p>
        </p:txBody>
      </p:sp>
      <p:sp>
        <p:nvSpPr>
          <p:cNvPr id="319" name="Text 317"/>
          <p:cNvSpPr/>
          <p:nvPr/>
        </p:nvSpPr>
        <p:spPr>
          <a:xfrm>
            <a:off x="10845800" y="4229100"/>
            <a:ext cx="43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800" dirty="0"/>
          </a:p>
        </p:txBody>
      </p:sp>
      <p:sp>
        <p:nvSpPr>
          <p:cNvPr id="320" name="Text 318"/>
          <p:cNvSpPr/>
          <p:nvPr/>
        </p:nvSpPr>
        <p:spPr>
          <a:xfrm>
            <a:off x="9398000" y="4508500"/>
            <a:ext cx="609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x₂</a:t>
            </a:r>
            <a:endParaRPr lang="en-US" sz="800" dirty="0"/>
          </a:p>
        </p:txBody>
      </p:sp>
      <p:sp>
        <p:nvSpPr>
          <p:cNvPr id="321" name="Text 319"/>
          <p:cNvSpPr/>
          <p:nvPr/>
        </p:nvSpPr>
        <p:spPr>
          <a:xfrm>
            <a:off x="9982200" y="4508500"/>
            <a:ext cx="43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322" name="Text 320"/>
          <p:cNvSpPr/>
          <p:nvPr/>
        </p:nvSpPr>
        <p:spPr>
          <a:xfrm>
            <a:off x="10414000" y="4508500"/>
            <a:ext cx="43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  <p:sp>
        <p:nvSpPr>
          <p:cNvPr id="323" name="Text 321"/>
          <p:cNvSpPr/>
          <p:nvPr/>
        </p:nvSpPr>
        <p:spPr>
          <a:xfrm>
            <a:off x="10845800" y="4508500"/>
            <a:ext cx="43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800" dirty="0"/>
          </a:p>
        </p:txBody>
      </p:sp>
      <p:sp>
        <p:nvSpPr>
          <p:cNvPr id="324" name="Text 322"/>
          <p:cNvSpPr/>
          <p:nvPr/>
        </p:nvSpPr>
        <p:spPr>
          <a:xfrm>
            <a:off x="9398000" y="48133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00" dirty="0"/>
          </a:p>
        </p:txBody>
      </p:sp>
      <p:sp>
        <p:nvSpPr>
          <p:cNvPr id="325" name="Text 323"/>
          <p:cNvSpPr/>
          <p:nvPr/>
        </p:nvSpPr>
        <p:spPr>
          <a:xfrm>
            <a:off x="9982200" y="4813300"/>
            <a:ext cx="43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34.6</a:t>
            </a:r>
            <a:endParaRPr lang="en-US" sz="800" dirty="0"/>
          </a:p>
        </p:txBody>
      </p:sp>
      <p:sp>
        <p:nvSpPr>
          <p:cNvPr id="326" name="Text 324"/>
          <p:cNvSpPr/>
          <p:nvPr/>
        </p:nvSpPr>
        <p:spPr>
          <a:xfrm>
            <a:off x="10414000" y="4813300"/>
            <a:ext cx="43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800" dirty="0"/>
          </a:p>
        </p:txBody>
      </p:sp>
      <p:sp>
        <p:nvSpPr>
          <p:cNvPr id="327" name="Text 325"/>
          <p:cNvSpPr/>
          <p:nvPr/>
        </p:nvSpPr>
        <p:spPr>
          <a:xfrm>
            <a:off x="10845800" y="4813300"/>
            <a:ext cx="43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57.4</a:t>
            </a:r>
            <a:endParaRPr lang="en-US" sz="800" dirty="0"/>
          </a:p>
        </p:txBody>
      </p:sp>
      <p:sp>
        <p:nvSpPr>
          <p:cNvPr id="328" name="Shape 326"/>
          <p:cNvSpPr/>
          <p:nvPr/>
        </p:nvSpPr>
        <p:spPr>
          <a:xfrm>
            <a:off x="8242300" y="5270500"/>
            <a:ext cx="977900" cy="1231900"/>
          </a:xfrm>
          <a:prstGeom prst="rect">
            <a:avLst/>
          </a:prstGeom>
          <a:ln w="9525">
            <a:solidFill>
              <a:srgbClr val="8B3A3A"/>
            </a:solidFill>
            <a:prstDash val="solid"/>
          </a:ln>
        </p:spPr>
      </p:sp>
      <p:sp>
        <p:nvSpPr>
          <p:cNvPr id="329" name="Text 327"/>
          <p:cNvSpPr/>
          <p:nvPr/>
        </p:nvSpPr>
        <p:spPr>
          <a:xfrm>
            <a:off x="8382000" y="561340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u="sng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</a:t>
            </a:r>
            <a:endParaRPr lang="en-US" sz="900" dirty="0"/>
          </a:p>
        </p:txBody>
      </p:sp>
      <p:sp>
        <p:nvSpPr>
          <p:cNvPr id="330" name="Text 328"/>
          <p:cNvSpPr/>
          <p:nvPr/>
        </p:nvSpPr>
        <p:spPr>
          <a:xfrm>
            <a:off x="8648700" y="5359400"/>
            <a:ext cx="101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endParaRPr lang="en-US" sz="4600" dirty="0"/>
          </a:p>
        </p:txBody>
      </p:sp>
      <p:sp>
        <p:nvSpPr>
          <p:cNvPr id="331" name="Text 329"/>
          <p:cNvSpPr/>
          <p:nvPr/>
        </p:nvSpPr>
        <p:spPr>
          <a:xfrm>
            <a:off x="8801100" y="5359400"/>
            <a:ext cx="203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0.82</a:t>
            </a:r>
            <a:endParaRPr lang="en-US" sz="7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0.33</a:t>
            </a:r>
            <a:endParaRPr lang="en-US" sz="7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700" dirty="0"/>
          </a:p>
        </p:txBody>
      </p:sp>
      <p:sp>
        <p:nvSpPr>
          <p:cNvPr id="332" name="Text 330"/>
          <p:cNvSpPr/>
          <p:nvPr/>
        </p:nvSpPr>
        <p:spPr>
          <a:xfrm>
            <a:off x="9029700" y="5359400"/>
            <a:ext cx="101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4600" dirty="0"/>
          </a:p>
        </p:txBody>
      </p:sp>
      <p:sp>
        <p:nvSpPr>
          <p:cNvPr id="333" name="Text 331"/>
          <p:cNvSpPr/>
          <p:nvPr/>
        </p:nvSpPr>
        <p:spPr>
          <a:xfrm>
            <a:off x="8255000" y="6197600"/>
            <a:ext cx="965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</a:t>
            </a:r>
            <a:pPr algn="l" indent="0" marL="0">
              <a:lnSpc>
                <a:spcPts val="960"/>
              </a:lnSpc>
              <a:buNone/>
            </a:pPr>
            <a:r>
              <a:rPr lang="en-US" sz="800" u="sng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||²=1.92</a:t>
            </a:r>
            <a:endParaRPr lang="en-US" sz="800" dirty="0"/>
          </a:p>
        </p:txBody>
      </p:sp>
      <p:sp>
        <p:nvSpPr>
          <p:cNvPr id="334" name="Shape 332"/>
          <p:cNvSpPr/>
          <p:nvPr/>
        </p:nvSpPr>
        <p:spPr>
          <a:xfrm>
            <a:off x="9258300" y="5842000"/>
            <a:ext cx="317500" cy="241300"/>
          </a:xfrm>
          <a:prstGeom prst="rightArrow">
            <a:avLst/>
          </a:prstGeom>
          <a:ln w="12700">
            <a:solidFill>
              <a:srgbClr val="0000FF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9220200" y="5359400"/>
            <a:ext cx="2057400" cy="1168400"/>
          </a:xfrm>
          <a:prstGeom prst="rect">
            <a:avLst/>
          </a:prstGeom>
          <a:ln w="9525">
            <a:solidFill>
              <a:srgbClr val="8B3A3A"/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9220200" y="5600700"/>
            <a:ext cx="2057400" cy="0"/>
          </a:xfrm>
          <a:prstGeom prst="line">
            <a:avLst/>
          </a:prstGeom>
          <a:noFill/>
          <a:ln w="9525">
            <a:solidFill>
              <a:srgbClr val="8B3A3A"/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9220200" y="5880100"/>
            <a:ext cx="2057400" cy="0"/>
          </a:xfrm>
          <a:prstGeom prst="line">
            <a:avLst/>
          </a:prstGeom>
          <a:noFill/>
          <a:ln w="9525">
            <a:solidFill>
              <a:srgbClr val="8B3A3A"/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10414000" y="5359400"/>
            <a:ext cx="0" cy="1168400"/>
          </a:xfrm>
          <a:prstGeom prst="line">
            <a:avLst/>
          </a:prstGeom>
          <a:noFill/>
          <a:ln w="9525">
            <a:solidFill>
              <a:srgbClr val="8B3A3A"/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10845800" y="5359400"/>
            <a:ext cx="0" cy="1168400"/>
          </a:xfrm>
          <a:prstGeom prst="line">
            <a:avLst/>
          </a:prstGeom>
          <a:noFill/>
          <a:ln w="9525">
            <a:solidFill>
              <a:srgbClr val="8B3A3A"/>
            </a:solidFill>
            <a:prstDash val="solid"/>
          </a:ln>
        </p:spPr>
      </p:sp>
      <p:sp>
        <p:nvSpPr>
          <p:cNvPr id="340" name="Text 338"/>
          <p:cNvSpPr/>
          <p:nvPr/>
        </p:nvSpPr>
        <p:spPr>
          <a:xfrm>
            <a:off x="9982200" y="5397500"/>
            <a:ext cx="43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Test₁</a:t>
            </a:r>
            <a:endParaRPr lang="en-US" sz="800" dirty="0"/>
          </a:p>
        </p:txBody>
      </p:sp>
      <p:sp>
        <p:nvSpPr>
          <p:cNvPr id="341" name="Text 339"/>
          <p:cNvSpPr/>
          <p:nvPr/>
        </p:nvSpPr>
        <p:spPr>
          <a:xfrm>
            <a:off x="10414000" y="5397500"/>
            <a:ext cx="43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Test₂</a:t>
            </a:r>
            <a:endParaRPr lang="en-US" sz="800" dirty="0"/>
          </a:p>
        </p:txBody>
      </p:sp>
      <p:sp>
        <p:nvSpPr>
          <p:cNvPr id="342" name="Text 340"/>
          <p:cNvSpPr/>
          <p:nvPr/>
        </p:nvSpPr>
        <p:spPr>
          <a:xfrm>
            <a:off x="10845800" y="5397500"/>
            <a:ext cx="43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Test₃</a:t>
            </a:r>
            <a:endParaRPr lang="en-US" sz="800" dirty="0"/>
          </a:p>
        </p:txBody>
      </p:sp>
      <p:sp>
        <p:nvSpPr>
          <p:cNvPr id="343" name="Text 341"/>
          <p:cNvSpPr/>
          <p:nvPr/>
        </p:nvSpPr>
        <p:spPr>
          <a:xfrm>
            <a:off x="9398000" y="5626100"/>
            <a:ext cx="609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</a:t>
            </a:r>
            <a:endParaRPr lang="en-US" sz="800" dirty="0"/>
          </a:p>
        </p:txBody>
      </p:sp>
      <p:sp>
        <p:nvSpPr>
          <p:cNvPr id="344" name="Text 342"/>
          <p:cNvSpPr/>
          <p:nvPr/>
        </p:nvSpPr>
        <p:spPr>
          <a:xfrm>
            <a:off x="9982200" y="5626100"/>
            <a:ext cx="43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800" dirty="0"/>
          </a:p>
        </p:txBody>
      </p:sp>
      <p:sp>
        <p:nvSpPr>
          <p:cNvPr id="345" name="Text 343"/>
          <p:cNvSpPr/>
          <p:nvPr/>
        </p:nvSpPr>
        <p:spPr>
          <a:xfrm>
            <a:off x="10414000" y="5626100"/>
            <a:ext cx="43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800" dirty="0"/>
          </a:p>
        </p:txBody>
      </p:sp>
      <p:sp>
        <p:nvSpPr>
          <p:cNvPr id="346" name="Text 344"/>
          <p:cNvSpPr/>
          <p:nvPr/>
        </p:nvSpPr>
        <p:spPr>
          <a:xfrm>
            <a:off x="10845800" y="5626100"/>
            <a:ext cx="43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800" dirty="0"/>
          </a:p>
        </p:txBody>
      </p:sp>
      <p:sp>
        <p:nvSpPr>
          <p:cNvPr id="347" name="Text 345"/>
          <p:cNvSpPr/>
          <p:nvPr/>
        </p:nvSpPr>
        <p:spPr>
          <a:xfrm>
            <a:off x="9398000" y="5905500"/>
            <a:ext cx="609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x₂</a:t>
            </a:r>
            <a:endParaRPr lang="en-US" sz="800" dirty="0"/>
          </a:p>
        </p:txBody>
      </p:sp>
      <p:sp>
        <p:nvSpPr>
          <p:cNvPr id="348" name="Text 346"/>
          <p:cNvSpPr/>
          <p:nvPr/>
        </p:nvSpPr>
        <p:spPr>
          <a:xfrm>
            <a:off x="9982200" y="5905500"/>
            <a:ext cx="43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349" name="Text 347"/>
          <p:cNvSpPr/>
          <p:nvPr/>
        </p:nvSpPr>
        <p:spPr>
          <a:xfrm>
            <a:off x="10414000" y="5905500"/>
            <a:ext cx="43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  <p:sp>
        <p:nvSpPr>
          <p:cNvPr id="350" name="Text 348"/>
          <p:cNvSpPr/>
          <p:nvPr/>
        </p:nvSpPr>
        <p:spPr>
          <a:xfrm>
            <a:off x="10845800" y="5905500"/>
            <a:ext cx="43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800" dirty="0"/>
          </a:p>
        </p:txBody>
      </p:sp>
      <p:sp>
        <p:nvSpPr>
          <p:cNvPr id="351" name="Text 349"/>
          <p:cNvSpPr/>
          <p:nvPr/>
        </p:nvSpPr>
        <p:spPr>
          <a:xfrm>
            <a:off x="9398000" y="62103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00" dirty="0"/>
          </a:p>
        </p:txBody>
      </p:sp>
      <p:sp>
        <p:nvSpPr>
          <p:cNvPr id="352" name="Text 350"/>
          <p:cNvSpPr/>
          <p:nvPr/>
        </p:nvSpPr>
        <p:spPr>
          <a:xfrm>
            <a:off x="9982200" y="6210300"/>
            <a:ext cx="43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26.8</a:t>
            </a:r>
            <a:endParaRPr lang="en-US" sz="800" dirty="0"/>
          </a:p>
        </p:txBody>
      </p:sp>
      <p:sp>
        <p:nvSpPr>
          <p:cNvPr id="353" name="Text 351"/>
          <p:cNvSpPr/>
          <p:nvPr/>
        </p:nvSpPr>
        <p:spPr>
          <a:xfrm>
            <a:off x="10414000" y="6210300"/>
            <a:ext cx="43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35.4</a:t>
            </a:r>
            <a:endParaRPr lang="en-US" sz="800" dirty="0"/>
          </a:p>
        </p:txBody>
      </p:sp>
      <p:sp>
        <p:nvSpPr>
          <p:cNvPr id="354" name="Text 352"/>
          <p:cNvSpPr/>
          <p:nvPr/>
        </p:nvSpPr>
        <p:spPr>
          <a:xfrm>
            <a:off x="10845800" y="6210300"/>
            <a:ext cx="43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2026-10-26T02:06:16Z</dcterms:created>
  <dcterms:modified xsi:type="dcterms:W3CDTF">2026-10-26T02:06:16Z</dcterms:modified>
</cp:coreProperties>
</file>