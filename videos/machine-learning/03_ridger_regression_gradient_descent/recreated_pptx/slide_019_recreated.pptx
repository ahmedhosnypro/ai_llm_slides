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838200"/>
            <a:ext cx="4648200" cy="11811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5200" y="914400"/>
            <a:ext cx="444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80"/>
              </a:lnSpc>
              <a:buNone/>
            </a:pPr>
            <a:r>
              <a:rPr lang="en-US" sz="24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Data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5499100" y="1016000"/>
            <a:ext cx="5867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z₁=(30, 15), y=60;  z₂=(40, 20), y=80;  z₃=(50, 25), y=100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616200" y="3454400"/>
            <a:ext cx="8559800" cy="3937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12" name="Shape 10"/>
          <p:cNvSpPr/>
          <p:nvPr/>
        </p:nvSpPr>
        <p:spPr>
          <a:xfrm>
            <a:off x="2616200" y="4813300"/>
            <a:ext cx="8559800" cy="3937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13" name="Shape 11"/>
          <p:cNvSpPr/>
          <p:nvPr/>
        </p:nvSpPr>
        <p:spPr>
          <a:xfrm>
            <a:off x="2616200" y="6184900"/>
            <a:ext cx="8559800" cy="3556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14" name="Shape 12"/>
          <p:cNvSpPr/>
          <p:nvPr/>
        </p:nvSpPr>
        <p:spPr>
          <a:xfrm>
            <a:off x="990600" y="3454400"/>
            <a:ext cx="508000" cy="2159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15" name="Shape 13"/>
          <p:cNvSpPr/>
          <p:nvPr/>
        </p:nvSpPr>
        <p:spPr>
          <a:xfrm>
            <a:off x="990600" y="4813300"/>
            <a:ext cx="508000" cy="2159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16" name="Shape 14"/>
          <p:cNvSpPr/>
          <p:nvPr/>
        </p:nvSpPr>
        <p:spPr>
          <a:xfrm>
            <a:off x="990600" y="6184900"/>
            <a:ext cx="508000" cy="1778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17" name="Shape 15"/>
          <p:cNvSpPr/>
          <p:nvPr/>
        </p:nvSpPr>
        <p:spPr>
          <a:xfrm>
            <a:off x="825500" y="2133600"/>
            <a:ext cx="0" cy="454660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353800" y="2133600"/>
            <a:ext cx="0" cy="4546600"/>
          </a:xfrm>
          <a:prstGeom prst="line">
            <a:avLst/>
          </a:prstGeom>
          <a:noFill/>
          <a:ln w="12700">
            <a:solidFill>
              <a:srgbClr val="008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2800" y="2159000"/>
            <a:ext cx="10541000" cy="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2800" y="6654800"/>
            <a:ext cx="7327900" cy="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40700" y="6654800"/>
            <a:ext cx="3213100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92250" y="2133600"/>
            <a:ext cx="0" cy="454660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74800" y="2133600"/>
            <a:ext cx="0" cy="454660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51000" y="2133600"/>
            <a:ext cx="0" cy="454660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0600" y="2133600"/>
            <a:ext cx="0" cy="454660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09850" y="2578100"/>
            <a:ext cx="0" cy="11176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18200" y="2578100"/>
            <a:ext cx="0" cy="11176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194800" y="2578100"/>
            <a:ext cx="0" cy="11176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09850" y="3937000"/>
            <a:ext cx="0" cy="8763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18200" y="3937000"/>
            <a:ext cx="0" cy="8763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194800" y="3937000"/>
            <a:ext cx="0" cy="8763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09850" y="5283200"/>
            <a:ext cx="0" cy="12319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18200" y="5283200"/>
            <a:ext cx="0" cy="12319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194800" y="5283200"/>
            <a:ext cx="0" cy="12319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70450" y="2133600"/>
            <a:ext cx="0" cy="13081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53000" y="2133600"/>
            <a:ext cx="0" cy="13081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72450" y="2133600"/>
            <a:ext cx="0" cy="1308100"/>
          </a:xfrm>
          <a:prstGeom prst="line">
            <a:avLst/>
          </a:prstGeom>
          <a:noFill/>
          <a:ln w="12700">
            <a:solidFill>
              <a:srgbClr val="0080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70450" y="3848100"/>
            <a:ext cx="0" cy="9525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953000" y="3848100"/>
            <a:ext cx="0" cy="9525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72450" y="3848100"/>
            <a:ext cx="0" cy="952500"/>
          </a:xfrm>
          <a:prstGeom prst="line">
            <a:avLst/>
          </a:prstGeom>
          <a:noFill/>
          <a:ln w="12700">
            <a:solidFill>
              <a:srgbClr val="0080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70450" y="5207000"/>
            <a:ext cx="0" cy="9652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53000" y="5207000"/>
            <a:ext cx="0" cy="9652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172450" y="5207000"/>
            <a:ext cx="0" cy="965200"/>
          </a:xfrm>
          <a:prstGeom prst="line">
            <a:avLst/>
          </a:prstGeom>
          <a:noFill/>
          <a:ln w="12700">
            <a:solidFill>
              <a:srgbClr val="008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63600" y="2298700"/>
            <a:ext cx="711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Outlier Xₛ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863600" y="2578100"/>
            <a:ext cx="711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11, 3, 22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63600" y="4127500"/>
            <a:ext cx="711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30, 3, 22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3600" y="5435600"/>
            <a:ext cx="711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60, 3, 22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1574800" y="2298700"/>
            <a:ext cx="3251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Regularizer with </a:t>
            </a:r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(as if λ=0)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1574800" y="2603500"/>
            <a:ext cx="104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W=(2, 0)</a:t>
            </a:r>
            <a:endParaRPr lang="en-US" sz="900" dirty="0"/>
          </a:p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||W||²=4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2616200" y="29210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Test1: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x₁=30,x₂=15,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y=60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3352800" y="29210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Test2: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x₁=40,x₂=20,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y=80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089400" y="29210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Test3: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x₁=50,x₂=25,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y=100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574800" y="3937000"/>
            <a:ext cx="104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W=(2.7, 0.67)</a:t>
            </a:r>
            <a:endParaRPr lang="en-US" sz="900" dirty="0"/>
          </a:p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||W||²=8.11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2616200" y="4254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Test1: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x₁=30,x₂=15,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y=32.4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3352800" y="4254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Test2: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x₁=40,x₂=20,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y=42.3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4089400" y="4254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Test3: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x₁=50,x₂=25,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y=52.3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1574800" y="5334000"/>
            <a:ext cx="104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W=(4, 0.29)</a:t>
            </a:r>
            <a:endParaRPr lang="en-US" sz="900" dirty="0"/>
          </a:p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||W||²=16.7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2616200" y="5651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Test1: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x₁=30,x₂=15,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y=24.4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3352800" y="5651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Test2: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x₁=40,x₂=20,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y=31.2</a:t>
            </a:r>
            <a:endParaRPr lang="en-US" sz="800" dirty="0"/>
          </a:p>
        </p:txBody>
      </p:sp>
      <p:sp>
        <p:nvSpPr>
          <p:cNvPr id="60" name="Text 58"/>
          <p:cNvSpPr/>
          <p:nvPr/>
        </p:nvSpPr>
        <p:spPr>
          <a:xfrm>
            <a:off x="4089400" y="5651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Test3: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x₁=50,x₂=25,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y=38</a:t>
            </a:r>
            <a:endParaRPr lang="en-US" sz="800" dirty="0"/>
          </a:p>
        </p:txBody>
      </p:sp>
      <p:sp>
        <p:nvSpPr>
          <p:cNvPr id="61" name="Text 59"/>
          <p:cNvSpPr/>
          <p:nvPr/>
        </p:nvSpPr>
        <p:spPr>
          <a:xfrm>
            <a:off x="4876800" y="2298700"/>
            <a:ext cx="3251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Regularizer with </a:t>
            </a:r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λ=3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4876800" y="2603500"/>
            <a:ext cx="104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W=(0.1, 1.95)</a:t>
            </a:r>
            <a:endParaRPr lang="en-US" sz="900" dirty="0"/>
          </a:p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||W||²=3.8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5918200" y="29210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Test1: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x₁=30,x₂=15,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y=59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6654800" y="29210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Test2: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x₁=40,x₂=20,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y=78.7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7391400" y="29210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Test3: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x₁=50,x₂=25,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y=98.4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876800" y="3937000"/>
            <a:ext cx="104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W=(1.2, 0.72)</a:t>
            </a:r>
            <a:endParaRPr lang="en-US" sz="900" dirty="0"/>
          </a:p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||W||²=2.45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5918200" y="4254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Test1: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x₁=30,x₂=15,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y=34.1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6654800" y="4254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Test2: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x₁=40,x₂=20,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y=45.1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7391400" y="4254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Test3: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x₁=50,x₂=25,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y=56.1</a:t>
            </a:r>
            <a:endParaRPr lang="en-US" sz="800" dirty="0"/>
          </a:p>
        </p:txBody>
      </p:sp>
      <p:sp>
        <p:nvSpPr>
          <p:cNvPr id="70" name="Text 68"/>
          <p:cNvSpPr/>
          <p:nvPr/>
        </p:nvSpPr>
        <p:spPr>
          <a:xfrm>
            <a:off x="4876800" y="5334000"/>
            <a:ext cx="104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W=(1.77, 0.32)</a:t>
            </a:r>
            <a:endParaRPr lang="en-US" sz="900" dirty="0"/>
          </a:p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||W||²=4.2</a:t>
            </a:r>
            <a:endParaRPr lang="en-US" sz="900" dirty="0"/>
          </a:p>
        </p:txBody>
      </p:sp>
      <p:sp>
        <p:nvSpPr>
          <p:cNvPr id="71" name="Text 69"/>
          <p:cNvSpPr/>
          <p:nvPr/>
        </p:nvSpPr>
        <p:spPr>
          <a:xfrm>
            <a:off x="5918200" y="5651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Test1: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x₁=30,x₂=15,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y=26.2</a:t>
            </a:r>
            <a:endParaRPr lang="en-US" sz="800" dirty="0"/>
          </a:p>
        </p:txBody>
      </p:sp>
      <p:sp>
        <p:nvSpPr>
          <p:cNvPr id="72" name="Text 70"/>
          <p:cNvSpPr/>
          <p:nvPr/>
        </p:nvSpPr>
        <p:spPr>
          <a:xfrm>
            <a:off x="6654800" y="5651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Test2: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x₁=40,x₂=20,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y=34.4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7391400" y="5651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Test3: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x₁=50,x₂=25,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y=42.5</a:t>
            </a:r>
            <a:endParaRPr lang="en-US" sz="800" dirty="0"/>
          </a:p>
        </p:txBody>
      </p:sp>
      <p:sp>
        <p:nvSpPr>
          <p:cNvPr id="74" name="Text 72"/>
          <p:cNvSpPr/>
          <p:nvPr/>
        </p:nvSpPr>
        <p:spPr>
          <a:xfrm>
            <a:off x="8178800" y="2298700"/>
            <a:ext cx="3251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Regularizer with </a:t>
            </a:r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λ=10</a:t>
            </a:r>
            <a:endParaRPr lang="en-US" sz="1200" dirty="0"/>
          </a:p>
        </p:txBody>
      </p:sp>
      <p:sp>
        <p:nvSpPr>
          <p:cNvPr id="75" name="Text 73"/>
          <p:cNvSpPr/>
          <p:nvPr/>
        </p:nvSpPr>
        <p:spPr>
          <a:xfrm>
            <a:off x="8178800" y="2603500"/>
            <a:ext cx="104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W=(0.13, 1.87)</a:t>
            </a:r>
            <a:endParaRPr lang="en-US" sz="900" dirty="0"/>
          </a:p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||W||²=3.5</a:t>
            </a:r>
            <a:endParaRPr lang="en-US" sz="900" dirty="0"/>
          </a:p>
        </p:txBody>
      </p:sp>
      <p:sp>
        <p:nvSpPr>
          <p:cNvPr id="76" name="Text 74"/>
          <p:cNvSpPr/>
          <p:nvPr/>
        </p:nvSpPr>
        <p:spPr>
          <a:xfrm>
            <a:off x="9220200" y="29210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Test1: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x₁=30,x₂=15,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y=57.4</a:t>
            </a:r>
            <a:endParaRPr lang="en-US" sz="800" dirty="0"/>
          </a:p>
        </p:txBody>
      </p:sp>
      <p:sp>
        <p:nvSpPr>
          <p:cNvPr id="77" name="Text 75"/>
          <p:cNvSpPr/>
          <p:nvPr/>
        </p:nvSpPr>
        <p:spPr>
          <a:xfrm>
            <a:off x="9956800" y="29210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Test2: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x₁=40,x₂=20,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y=76.5</a:t>
            </a:r>
            <a:endParaRPr lang="en-US" sz="800" dirty="0"/>
          </a:p>
        </p:txBody>
      </p:sp>
      <p:sp>
        <p:nvSpPr>
          <p:cNvPr id="78" name="Text 76"/>
          <p:cNvSpPr/>
          <p:nvPr/>
        </p:nvSpPr>
        <p:spPr>
          <a:xfrm>
            <a:off x="10693400" y="29210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Test3: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x₁=50,x₂=25,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y=95.6</a:t>
            </a:r>
            <a:endParaRPr lang="en-US" sz="800" dirty="0"/>
          </a:p>
        </p:txBody>
      </p:sp>
      <p:sp>
        <p:nvSpPr>
          <p:cNvPr id="79" name="Text 77"/>
          <p:cNvSpPr/>
          <p:nvPr/>
        </p:nvSpPr>
        <p:spPr>
          <a:xfrm>
            <a:off x="8178800" y="3937000"/>
            <a:ext cx="104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W=(0.54, 0.73)</a:t>
            </a:r>
            <a:endParaRPr lang="en-US" sz="900" dirty="0"/>
          </a:p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||W||²=1.48</a:t>
            </a:r>
            <a:endParaRPr lang="en-US" sz="900" dirty="0"/>
          </a:p>
        </p:txBody>
      </p:sp>
      <p:sp>
        <p:nvSpPr>
          <p:cNvPr id="80" name="Text 78"/>
          <p:cNvSpPr/>
          <p:nvPr/>
        </p:nvSpPr>
        <p:spPr>
          <a:xfrm>
            <a:off x="9220200" y="4254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Test1: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x₁=30,x₂=15,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y=34.6</a:t>
            </a:r>
            <a:endParaRPr lang="en-US" sz="800" dirty="0"/>
          </a:p>
        </p:txBody>
      </p:sp>
      <p:sp>
        <p:nvSpPr>
          <p:cNvPr id="81" name="Text 79"/>
          <p:cNvSpPr/>
          <p:nvPr/>
        </p:nvSpPr>
        <p:spPr>
          <a:xfrm>
            <a:off x="9956800" y="4254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Test2: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x₁=40,x₂=20,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y=46</a:t>
            </a:r>
            <a:endParaRPr lang="en-US" sz="800" dirty="0"/>
          </a:p>
        </p:txBody>
      </p:sp>
      <p:sp>
        <p:nvSpPr>
          <p:cNvPr id="82" name="Text 80"/>
          <p:cNvSpPr/>
          <p:nvPr/>
        </p:nvSpPr>
        <p:spPr>
          <a:xfrm>
            <a:off x="10693400" y="4254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Test3: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x₁=50,x₂=25,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y=57.4</a:t>
            </a:r>
            <a:endParaRPr lang="en-US" sz="800" dirty="0"/>
          </a:p>
        </p:txBody>
      </p:sp>
      <p:sp>
        <p:nvSpPr>
          <p:cNvPr id="83" name="Text 81"/>
          <p:cNvSpPr/>
          <p:nvPr/>
        </p:nvSpPr>
        <p:spPr>
          <a:xfrm>
            <a:off x="8178800" y="5334000"/>
            <a:ext cx="1041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W=(0.82, 0.33)</a:t>
            </a:r>
            <a:endParaRPr lang="en-US" sz="900" dirty="0"/>
          </a:p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||W||²=1.92</a:t>
            </a:r>
            <a:endParaRPr lang="en-US" sz="900" dirty="0"/>
          </a:p>
        </p:txBody>
      </p:sp>
      <p:sp>
        <p:nvSpPr>
          <p:cNvPr id="84" name="Text 82"/>
          <p:cNvSpPr/>
          <p:nvPr/>
        </p:nvSpPr>
        <p:spPr>
          <a:xfrm>
            <a:off x="9220200" y="5651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Test1: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x₁=30,x₂=15,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y=26.8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9956800" y="5651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Test2: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x₁=40,x₂=20,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y=35.4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10693400" y="5651500"/>
            <a:ext cx="736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Test3: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x₁=50,x₂=25,</a:t>
            </a:r>
            <a:endParaRPr lang="en-US" sz="800" dirty="0"/>
          </a:p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y=44.1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26000" y="4064000"/>
            <a:ext cx="2540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8128000" y="4064000"/>
            <a:ext cx="25400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2026-10-24T07:01:49Z</dcterms:created>
  <dcterms:modified xsi:type="dcterms:W3CDTF">2026-10-24T07:01:49Z</dcterms:modified>
</cp:coreProperties>
</file>