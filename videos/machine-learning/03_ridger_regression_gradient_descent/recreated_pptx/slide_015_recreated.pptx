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38300" y="825500"/>
            <a:ext cx="889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Minimization of </a:t>
            </a:r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000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Objective </a:t>
            </a:r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function to obtain </a:t>
            </a:r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000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BEST </a:t>
            </a:r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model parameters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1320800"/>
            <a:ext cx="10426700" cy="2070100"/>
          </a:xfrm>
          <a:prstGeom prst="rect">
            <a:avLst/>
          </a:prstGeom>
          <a:solidFill>
            <a:srgbClr val="FBFDE5"/>
          </a:solidFill>
          <a:ln w="12700">
            <a:solidFill>
              <a:srgbClr val="C6CBC7"/>
            </a:solidFill>
            <a:prstDash val="solid"/>
          </a:ln>
        </p:spPr>
      </p:sp>
      <p:pic>
        <p:nvPicPr>
          <p:cNvPr id="10" name="Image 0" descr="/workspaces/codespaces-blank/ai_llm_slides/videos/machine-learning/03_ridger_regression_gradient_descent/recreated_pptx/build/assets/eq_015_eq1_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900" y="1320800"/>
            <a:ext cx="7778499" cy="638553"/>
          </a:xfrm>
          <a:prstGeom prst="rect">
            <a:avLst/>
          </a:prstGeom>
        </p:spPr>
      </p:pic>
      <p:pic>
        <p:nvPicPr>
          <p:cNvPr id="11" name="Image 1" descr="/workspaces/codespaces-blank/ai_llm_slides/videos/machine-learning/03_ridger_regression_gradient_descent/recreated_pptx/build/assets/eq_015_eq1_l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2070100"/>
            <a:ext cx="7342632" cy="646179"/>
          </a:xfrm>
          <a:prstGeom prst="rect">
            <a:avLst/>
          </a:prstGeom>
        </p:spPr>
      </p:pic>
      <p:pic>
        <p:nvPicPr>
          <p:cNvPr id="12" name="Image 2" descr="/workspaces/codespaces-blank/ai_llm_slides/videos/machine-learning/03_ridger_regression_gradient_descent/recreated_pptx/build/assets/eq_015_eq1_l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00" y="2743200"/>
            <a:ext cx="6385557" cy="646179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27100" y="3492500"/>
            <a:ext cx="8089900" cy="762000"/>
          </a:xfrm>
          <a:prstGeom prst="rect">
            <a:avLst/>
          </a:prstGeom>
          <a:solidFill>
            <a:srgbClr val="F7D0D3"/>
          </a:solidFill>
          <a:ln w="19050">
            <a:solidFill>
              <a:srgbClr val="C00000"/>
            </a:solidFill>
            <a:prstDash val="solid"/>
          </a:ln>
        </p:spPr>
      </p:sp>
      <p:pic>
        <p:nvPicPr>
          <p:cNvPr id="14" name="Image 3" descr="/workspaces/codespaces-blank/ai_llm_slides/videos/machine-learning/03_ridger_regression_gradient_descent/recreated_pptx/build/assets/eq_015_redbox_eq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3581400"/>
            <a:ext cx="1234440" cy="55931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641600" y="3708400"/>
            <a:ext cx="1016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Get Best W that minimizes the Objective Function </a:t>
            </a:r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0000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J(</a:t>
            </a:r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0000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</a:t>
            </a:r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0000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)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9982200" y="3492500"/>
            <a:ext cx="1397000" cy="736600"/>
          </a:xfrm>
          <a:prstGeom prst="rect">
            <a:avLst/>
          </a:prstGeom>
          <a:solidFill>
            <a:srgbClr val="F7DCBE"/>
          </a:solidFill>
          <a:ln/>
        </p:spPr>
      </p:sp>
      <p:sp>
        <p:nvSpPr>
          <p:cNvPr id="17" name="Text 11"/>
          <p:cNvSpPr/>
          <p:nvPr/>
        </p:nvSpPr>
        <p:spPr>
          <a:xfrm>
            <a:off x="10033000" y="34798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Remember</a:t>
            </a:r>
            <a:endParaRPr lang="en-US" sz="1100" dirty="0"/>
          </a:p>
        </p:txBody>
      </p:sp>
      <p:pic>
        <p:nvPicPr>
          <p:cNvPr id="18" name="Image 4" descr="/workspaces/codespaces-blank/ai_llm_slides/videos/machine-learning/03_ridger_regression_gradient_descent/recreated_pptx/build/assets/eq_015_peach_eq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5700" y="3784600"/>
            <a:ext cx="1245111" cy="352044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914400" y="4368800"/>
            <a:ext cx="10426700" cy="2260600"/>
          </a:xfrm>
          <a:prstGeom prst="rect">
            <a:avLst/>
          </a:prstGeom>
          <a:solidFill>
            <a:srgbClr val="FBFDE5"/>
          </a:solidFill>
          <a:ln w="12700">
            <a:solidFill>
              <a:srgbClr val="C6CBC7"/>
            </a:solidFill>
            <a:prstDash val="solid"/>
          </a:ln>
        </p:spPr>
      </p:sp>
      <p:pic>
        <p:nvPicPr>
          <p:cNvPr id="20" name="Image 5" descr="/workspaces/codespaces-blank/ai_llm_slides/videos/machine-learning/03_ridger_regression_gradient_descent/recreated_pptx/build/assets/eq_015_deriv_l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300" y="4445000"/>
            <a:ext cx="7269480" cy="690372"/>
          </a:xfrm>
          <a:prstGeom prst="rect">
            <a:avLst/>
          </a:prstGeom>
        </p:spPr>
      </p:pic>
      <p:pic>
        <p:nvPicPr>
          <p:cNvPr id="21" name="Image 6" descr="/workspaces/codespaces-blank/ai_llm_slides/videos/machine-learning/03_ridger_regression_gradient_descent/recreated_pptx/build/assets/eq_015_deriv_l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300" y="5270500"/>
            <a:ext cx="5178549" cy="662940"/>
          </a:xfrm>
          <a:prstGeom prst="rect">
            <a:avLst/>
          </a:prstGeom>
        </p:spPr>
      </p:pic>
      <p:pic>
        <p:nvPicPr>
          <p:cNvPr id="22" name="Image 7" descr="/workspaces/codespaces-blank/ai_llm_slides/videos/machine-learning/03_ridger_regression_gradient_descent/recreated_pptx/build/assets/eq_015_norm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8300" y="5930900"/>
            <a:ext cx="3378708" cy="676656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6946900" y="5994400"/>
            <a:ext cx="4305300" cy="571500"/>
          </a:xfrm>
          <a:prstGeom prst="rect">
            <a:avLst/>
          </a:prstGeom>
          <a:solidFill>
            <a:srgbClr val="CFFFE3"/>
          </a:solidFill>
          <a:ln w="12700">
            <a:solidFill>
              <a:srgbClr val="499243"/>
            </a:solidFill>
            <a:prstDash val="solid"/>
          </a:ln>
        </p:spPr>
      </p:sp>
      <p:pic>
        <p:nvPicPr>
          <p:cNvPr id="24" name="Image 8" descr="/workspaces/codespaces-blank/ai_llm_slides/videos/machine-learning/03_ridger_regression_gradient_descent/recreated_pptx/build/assets/eq_015_solutio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3100" y="5994400"/>
            <a:ext cx="3185157" cy="5699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2026-10-24T09:55:24Z</dcterms:created>
  <dcterms:modified xsi:type="dcterms:W3CDTF">2026-10-24T09:55:24Z</dcterms:modified>
</cp:coreProperties>
</file>