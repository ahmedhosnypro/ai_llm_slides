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78000" y="800100"/>
            <a:ext cx="762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0001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Effect of small and large Learning Rate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143000" y="1612900"/>
            <a:ext cx="9753600" cy="4838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" y="1612900"/>
            <a:ext cx="9753600" cy="4838700"/>
          </a:xfrm>
          <a:prstGeom prst="rect">
            <a:avLst/>
          </a:prstGeom>
          <a:ln w="1270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23241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Learning Rate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75500" y="23241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Learning Rate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000250" y="2806700"/>
            <a:ext cx="0" cy="28321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43100" y="2641600"/>
            <a:ext cx="127000" cy="1651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1993900" y="5607050"/>
            <a:ext cx="32639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57800" y="5556250"/>
            <a:ext cx="177800" cy="1143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6470650" y="2806700"/>
            <a:ext cx="0" cy="278130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13500" y="2603500"/>
            <a:ext cx="127000" cy="2032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6477000" y="5556250"/>
            <a:ext cx="332740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04400" y="5505450"/>
            <a:ext cx="101600" cy="1143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1498600" y="276860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69000" y="273050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54500" y="5651500"/>
            <a:ext cx="152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of weight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23300" y="5676900"/>
            <a:ext cx="152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of weight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017000" y="3606800"/>
            <a:ext cx="-1879600" cy="393700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7400" y="4000500"/>
            <a:ext cx="1536700" cy="457200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74100" y="4457700"/>
            <a:ext cx="-1143000" cy="558800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44700" y="3002858"/>
            <a:ext cx="19050" cy="-108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63750" y="3001779"/>
            <a:ext cx="19050" cy="252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82800" y="3004302"/>
            <a:ext cx="19050" cy="598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01850" y="3010284"/>
            <a:ext cx="19050" cy="929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20900" y="3019583"/>
            <a:ext cx="19050" cy="1247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39950" y="3032058"/>
            <a:ext cx="19050" cy="15515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159000" y="3047573"/>
            <a:ext cx="19050" cy="1841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178050" y="3065991"/>
            <a:ext cx="19050" cy="2118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97100" y="3087178"/>
            <a:ext cx="19050" cy="2382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16150" y="3111002"/>
            <a:ext cx="19050" cy="2633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35200" y="3137332"/>
            <a:ext cx="19050" cy="2870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54250" y="3166041"/>
            <a:ext cx="19050" cy="30961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73300" y="3197002"/>
            <a:ext cx="19050" cy="3308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92350" y="3230090"/>
            <a:ext cx="19050" cy="3509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311400" y="3265184"/>
            <a:ext cx="19050" cy="3697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330450" y="3302163"/>
            <a:ext cx="19050" cy="38745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49500" y="3340907"/>
            <a:ext cx="19050" cy="4039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368550" y="3381302"/>
            <a:ext cx="19050" cy="4192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387600" y="3423231"/>
            <a:ext cx="19050" cy="4335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406650" y="3466583"/>
            <a:ext cx="19050" cy="4466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425700" y="3511246"/>
            <a:ext cx="19050" cy="4586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444750" y="3557112"/>
            <a:ext cx="19050" cy="46961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463800" y="3604073"/>
            <a:ext cx="19050" cy="4795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482850" y="3652025"/>
            <a:ext cx="19050" cy="4884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501900" y="3700865"/>
            <a:ext cx="19050" cy="4962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520950" y="3750492"/>
            <a:ext cx="19050" cy="5031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540000" y="3800806"/>
            <a:ext cx="19050" cy="5090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559050" y="3851710"/>
            <a:ext cx="19050" cy="5139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578100" y="3903110"/>
            <a:ext cx="19050" cy="51801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597150" y="3954911"/>
            <a:ext cx="19050" cy="52111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616200" y="4007022"/>
            <a:ext cx="19050" cy="5233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635250" y="4059354"/>
            <a:ext cx="19050" cy="5246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654300" y="4111820"/>
            <a:ext cx="19050" cy="5251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673350" y="4164334"/>
            <a:ext cx="19050" cy="5247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692400" y="4216812"/>
            <a:ext cx="19050" cy="5236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11450" y="4269172"/>
            <a:ext cx="19050" cy="5216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730500" y="4321335"/>
            <a:ext cx="19050" cy="5188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749550" y="4373224"/>
            <a:ext cx="19050" cy="5153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768600" y="4424761"/>
            <a:ext cx="19050" cy="5111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87650" y="4475874"/>
            <a:ext cx="19050" cy="5061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806700" y="4526490"/>
            <a:ext cx="19050" cy="5004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825750" y="4576539"/>
            <a:ext cx="19050" cy="49415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844800" y="4625954"/>
            <a:ext cx="19050" cy="4871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863850" y="4674668"/>
            <a:ext cx="19050" cy="4794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882900" y="4722616"/>
            <a:ext cx="19050" cy="47121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901950" y="4769737"/>
            <a:ext cx="19050" cy="4623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921000" y="4815971"/>
            <a:ext cx="19050" cy="4528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940050" y="4861258"/>
            <a:ext cx="19050" cy="44285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959100" y="4905543"/>
            <a:ext cx="19050" cy="4322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978150" y="4948771"/>
            <a:ext cx="19050" cy="4211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997200" y="4990889"/>
            <a:ext cx="19050" cy="4095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016250" y="5031846"/>
            <a:ext cx="19050" cy="3974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035300" y="5071595"/>
            <a:ext cx="19050" cy="3849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054350" y="5110089"/>
            <a:ext cx="19050" cy="3719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073400" y="5147282"/>
            <a:ext cx="19050" cy="3585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092450" y="5183131"/>
            <a:ext cx="19050" cy="34465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111500" y="5217596"/>
            <a:ext cx="19050" cy="3304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130550" y="5250639"/>
            <a:ext cx="19050" cy="3158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149600" y="5282220"/>
            <a:ext cx="19050" cy="3008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168650" y="5312307"/>
            <a:ext cx="19050" cy="2855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187700" y="5340865"/>
            <a:ext cx="19050" cy="2699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206750" y="5367864"/>
            <a:ext cx="19050" cy="2541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225800" y="5393273"/>
            <a:ext cx="19050" cy="2379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244850" y="5417067"/>
            <a:ext cx="19050" cy="2215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263900" y="5439218"/>
            <a:ext cx="19050" cy="2048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282950" y="5459705"/>
            <a:ext cx="19050" cy="1880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302000" y="5478505"/>
            <a:ext cx="19050" cy="1709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321050" y="5495598"/>
            <a:ext cx="19050" cy="1537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340100" y="5510968"/>
            <a:ext cx="19050" cy="1363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359150" y="5524599"/>
            <a:ext cx="19050" cy="1187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378200" y="5536476"/>
            <a:ext cx="19050" cy="1011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397250" y="5546588"/>
            <a:ext cx="19050" cy="833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416300" y="5554926"/>
            <a:ext cx="19050" cy="6555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435350" y="5561480"/>
            <a:ext cx="19050" cy="476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454400" y="5566246"/>
            <a:ext cx="19050" cy="297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473450" y="5569219"/>
            <a:ext cx="19050" cy="117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492500" y="5570397"/>
            <a:ext cx="19050" cy="-61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511550" y="5569780"/>
            <a:ext cx="19050" cy="-241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530600" y="5567370"/>
            <a:ext cx="19050" cy="-420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549650" y="5563170"/>
            <a:ext cx="19050" cy="-598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568700" y="5557186"/>
            <a:ext cx="19050" cy="-776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587750" y="5549426"/>
            <a:ext cx="19050" cy="-952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606800" y="5539899"/>
            <a:ext cx="19050" cy="-1128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625850" y="5528617"/>
            <a:ext cx="19050" cy="-1302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644900" y="5515593"/>
            <a:ext cx="19050" cy="-1475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663950" y="5500843"/>
            <a:ext cx="19050" cy="-1645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683000" y="5484383"/>
            <a:ext cx="19050" cy="-1814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702050" y="5466234"/>
            <a:ext cx="19050" cy="-1981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721100" y="5446416"/>
            <a:ext cx="19050" cy="-2146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740150" y="5424952"/>
            <a:ext cx="19050" cy="-2308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759200" y="5401868"/>
            <a:ext cx="19050" cy="-2467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778250" y="5377191"/>
            <a:ext cx="19050" cy="-2624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797300" y="5350949"/>
            <a:ext cx="19050" cy="-2777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816350" y="5323173"/>
            <a:ext cx="19050" cy="-2927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3835400" y="5293897"/>
            <a:ext cx="19050" cy="-3074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3854450" y="5263154"/>
            <a:ext cx="19050" cy="-3217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3873500" y="5230983"/>
            <a:ext cx="19050" cy="-3356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3892550" y="5197420"/>
            <a:ext cx="19050" cy="-3491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3911600" y="5162508"/>
            <a:ext cx="19050" cy="-3622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3930650" y="5126288"/>
            <a:ext cx="19050" cy="-3748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3949700" y="5088805"/>
            <a:ext cx="19050" cy="-3869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3968750" y="5050106"/>
            <a:ext cx="19050" cy="-3986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3987800" y="5010239"/>
            <a:ext cx="19050" cy="-40985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006850" y="4969253"/>
            <a:ext cx="19050" cy="-42051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025900" y="4927202"/>
            <a:ext cx="19050" cy="-4306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044950" y="4884140"/>
            <a:ext cx="19050" cy="-4401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064000" y="4840122"/>
            <a:ext cx="19050" cy="-44915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083050" y="4795207"/>
            <a:ext cx="19050" cy="-4575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102100" y="4749455"/>
            <a:ext cx="19050" cy="-4652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121150" y="4702927"/>
            <a:ext cx="19050" cy="-4723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140200" y="4655688"/>
            <a:ext cx="19050" cy="-47885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159250" y="4607804"/>
            <a:ext cx="19050" cy="-4846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178300" y="4559341"/>
            <a:ext cx="19050" cy="-4897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197350" y="4510371"/>
            <a:ext cx="19050" cy="-4940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4216400" y="4460964"/>
            <a:ext cx="19050" cy="-4977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4235450" y="4411195"/>
            <a:ext cx="19050" cy="-5005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4254500" y="4361138"/>
            <a:ext cx="19050" cy="-5026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273550" y="4310871"/>
            <a:ext cx="19050" cy="-5039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4292600" y="4260474"/>
            <a:ext cx="19050" cy="-5044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4311650" y="4210028"/>
            <a:ext cx="19050" cy="-5041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4330700" y="4159616"/>
            <a:ext cx="19050" cy="-5029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4349750" y="4109324"/>
            <a:ext cx="19050" cy="-5008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4368800" y="4059238"/>
            <a:ext cx="19050" cy="-4979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4387850" y="4009448"/>
            <a:ext cx="19050" cy="-4940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4406900" y="3960046"/>
            <a:ext cx="19050" cy="-4892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4425950" y="3911123"/>
            <a:ext cx="19050" cy="-4834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4445000" y="3862775"/>
            <a:ext cx="19050" cy="-4767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4464050" y="3815098"/>
            <a:ext cx="19050" cy="-4690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4483100" y="3768192"/>
            <a:ext cx="19050" cy="-4603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4502150" y="3722158"/>
            <a:ext cx="19050" cy="-4506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4521200" y="3677098"/>
            <a:ext cx="19050" cy="-4398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4540250" y="3633116"/>
            <a:ext cx="19050" cy="-4279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4559300" y="3590319"/>
            <a:ext cx="19050" cy="-4150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4578350" y="3548817"/>
            <a:ext cx="19050" cy="-4009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4597400" y="3508718"/>
            <a:ext cx="19050" cy="-3858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4616450" y="3470137"/>
            <a:ext cx="19050" cy="-36951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4635500" y="3433186"/>
            <a:ext cx="19050" cy="-3520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4654550" y="3397983"/>
            <a:ext cx="19050" cy="-3333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4673600" y="3364645"/>
            <a:ext cx="19050" cy="-3135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4692650" y="3333294"/>
            <a:ext cx="19050" cy="-2924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4711700" y="3304050"/>
            <a:ext cx="19050" cy="-2701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4730750" y="3277038"/>
            <a:ext cx="19050" cy="-2465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4749800" y="3252384"/>
            <a:ext cx="19050" cy="-2216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4768850" y="3230215"/>
            <a:ext cx="19050" cy="-1955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4787900" y="3210663"/>
            <a:ext cx="19050" cy="-16805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4806950" y="3193858"/>
            <a:ext cx="19050" cy="-1392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4826000" y="3179935"/>
            <a:ext cx="19050" cy="-1090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4845050" y="3169028"/>
            <a:ext cx="19050" cy="-775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527800" y="2972371"/>
            <a:ext cx="19050" cy="-228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546850" y="2970081"/>
            <a:ext cx="19050" cy="139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565900" y="2971471"/>
            <a:ext cx="19050" cy="492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584950" y="2976394"/>
            <a:ext cx="19050" cy="8311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604000" y="2984705"/>
            <a:ext cx="19050" cy="1155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623050" y="2996262"/>
            <a:ext cx="19050" cy="1466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642100" y="3010924"/>
            <a:ext cx="19050" cy="1763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661150" y="3028554"/>
            <a:ext cx="19050" cy="20461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680200" y="3049015"/>
            <a:ext cx="19050" cy="2315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699250" y="3072172"/>
            <a:ext cx="19050" cy="25721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718300" y="3097893"/>
            <a:ext cx="19050" cy="28155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737350" y="3126048"/>
            <a:ext cx="19050" cy="3046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756400" y="3156508"/>
            <a:ext cx="19050" cy="3263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775450" y="3189147"/>
            <a:ext cx="19050" cy="3469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794500" y="3223839"/>
            <a:ext cx="19050" cy="3662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813550" y="3260463"/>
            <a:ext cx="19050" cy="38435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832600" y="3298897"/>
            <a:ext cx="19050" cy="4012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851650" y="3339024"/>
            <a:ext cx="19050" cy="4170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6870700" y="3380726"/>
            <a:ext cx="19050" cy="4316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889750" y="3423889"/>
            <a:ext cx="19050" cy="44511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6908800" y="3468401"/>
            <a:ext cx="19050" cy="4574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927850" y="3514149"/>
            <a:ext cx="19050" cy="4687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6946900" y="3561027"/>
            <a:ext cx="19050" cy="4789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6965950" y="3608926"/>
            <a:ext cx="19050" cy="4881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6985000" y="3657742"/>
            <a:ext cx="19050" cy="49631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004050" y="3707373"/>
            <a:ext cx="19050" cy="5034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023100" y="3757717"/>
            <a:ext cx="19050" cy="5095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042150" y="3808675"/>
            <a:ext cx="19050" cy="5147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061200" y="3860152"/>
            <a:ext cx="19050" cy="5189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080250" y="3912051"/>
            <a:ext cx="19050" cy="5222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099300" y="3964280"/>
            <a:ext cx="19050" cy="5246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118350" y="4016747"/>
            <a:ext cx="19050" cy="5261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137400" y="4069365"/>
            <a:ext cx="19050" cy="5268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156450" y="4122045"/>
            <a:ext cx="19050" cy="5265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175500" y="4174704"/>
            <a:ext cx="19050" cy="5255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194550" y="4227256"/>
            <a:ext cx="19050" cy="5236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213600" y="4279623"/>
            <a:ext cx="19050" cy="52101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232650" y="4331724"/>
            <a:ext cx="19050" cy="5175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251700" y="4383483"/>
            <a:ext cx="19050" cy="51341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270750" y="4434823"/>
            <a:ext cx="19050" cy="5085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289800" y="4485673"/>
            <a:ext cx="19050" cy="5028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308850" y="4535961"/>
            <a:ext cx="19050" cy="4965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7327900" y="4585617"/>
            <a:ext cx="19050" cy="4895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7346950" y="4634574"/>
            <a:ext cx="19050" cy="4819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7366000" y="4682768"/>
            <a:ext cx="19050" cy="4736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7385050" y="4730134"/>
            <a:ext cx="19050" cy="4647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7404100" y="4776612"/>
            <a:ext cx="19050" cy="4553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7423150" y="4822141"/>
            <a:ext cx="19050" cy="4452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7442200" y="4866666"/>
            <a:ext cx="19050" cy="4346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7461250" y="4910129"/>
            <a:ext cx="19050" cy="4234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7480300" y="4952478"/>
            <a:ext cx="19050" cy="4118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7499350" y="4993662"/>
            <a:ext cx="19050" cy="3996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7518400" y="5033631"/>
            <a:ext cx="19050" cy="3870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7537450" y="5072337"/>
            <a:ext cx="19050" cy="3739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7556500" y="5109734"/>
            <a:ext cx="19050" cy="3604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7575550" y="5145780"/>
            <a:ext cx="19050" cy="3465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7594600" y="5180433"/>
            <a:ext cx="19050" cy="3322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7613650" y="5213653"/>
            <a:ext cx="19050" cy="3174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7632700" y="5245402"/>
            <a:ext cx="19050" cy="3024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7651750" y="5275645"/>
            <a:ext cx="19050" cy="2870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7670800" y="5304348"/>
            <a:ext cx="19050" cy="2713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7689850" y="5331479"/>
            <a:ext cx="19050" cy="2553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7708900" y="5357009"/>
            <a:ext cx="19050" cy="23901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7727950" y="5380911"/>
            <a:ext cx="19050" cy="2224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7747000" y="5403157"/>
            <a:ext cx="19050" cy="2056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7766050" y="5423725"/>
            <a:ext cx="19050" cy="1886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7785100" y="5442592"/>
            <a:ext cx="19050" cy="1714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7804150" y="5459739"/>
            <a:ext cx="19050" cy="1540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7823200" y="5475147"/>
            <a:ext cx="19050" cy="13655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7842250" y="5488802"/>
            <a:ext cx="19050" cy="1188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7861300" y="5500688"/>
            <a:ext cx="19050" cy="1010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7880350" y="5510795"/>
            <a:ext cx="19050" cy="831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7899400" y="5519111"/>
            <a:ext cx="19050" cy="651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7918450" y="5525630"/>
            <a:ext cx="19050" cy="4715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7937500" y="5530345"/>
            <a:ext cx="19050" cy="290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7956550" y="5533252"/>
            <a:ext cx="19050" cy="109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7975600" y="5534348"/>
            <a:ext cx="19050" cy="-71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7994650" y="5533635"/>
            <a:ext cx="19050" cy="-252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8013700" y="5531113"/>
            <a:ext cx="19050" cy="-432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8032750" y="5526787"/>
            <a:ext cx="19050" cy="-6125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8051800" y="5520662"/>
            <a:ext cx="19050" cy="-791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8070850" y="5512746"/>
            <a:ext cx="19050" cy="-969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8089900" y="5503050"/>
            <a:ext cx="19050" cy="-1146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8108950" y="5491584"/>
            <a:ext cx="19050" cy="-13221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8128000" y="5478362"/>
            <a:ext cx="19050" cy="-14961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8147050" y="5463401"/>
            <a:ext cx="19050" cy="-1668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8166100" y="5446717"/>
            <a:ext cx="19050" cy="-1838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8185150" y="5428332"/>
            <a:ext cx="19050" cy="-2006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8204200" y="5408265"/>
            <a:ext cx="19050" cy="-2172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8223250" y="5386541"/>
            <a:ext cx="19050" cy="-2335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8242300" y="5363185"/>
            <a:ext cx="19050" cy="-2496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8261350" y="5338226"/>
            <a:ext cx="19050" cy="-2653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8280400" y="5311691"/>
            <a:ext cx="19050" cy="-2807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8299450" y="5283614"/>
            <a:ext cx="19050" cy="-2958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8318500" y="5254027"/>
            <a:ext cx="19050" cy="-31061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8337550" y="5222967"/>
            <a:ext cx="19050" cy="-3249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8356600" y="5190469"/>
            <a:ext cx="19050" cy="-33895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8375650" y="5156574"/>
            <a:ext cx="19050" cy="-35251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8394700" y="5121324"/>
            <a:ext cx="19050" cy="-3656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8413750" y="5084761"/>
            <a:ext cx="19050" cy="-3783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8432800" y="5046930"/>
            <a:ext cx="19050" cy="-3905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8451850" y="5007880"/>
            <a:ext cx="19050" cy="-40221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8470900" y="4967660"/>
            <a:ext cx="19050" cy="-4134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8489950" y="4926320"/>
            <a:ext cx="19050" cy="-4240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8509000" y="4883914"/>
            <a:ext cx="19050" cy="-4341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8528050" y="4840498"/>
            <a:ext cx="19050" cy="-4437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8547100" y="4796128"/>
            <a:ext cx="19050" cy="-45265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8566150" y="4750863"/>
            <a:ext cx="19050" cy="-4609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8585200" y="4704765"/>
            <a:ext cx="19050" cy="-4686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8604250" y="4657897"/>
            <a:ext cx="19050" cy="-4757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8623300" y="4610324"/>
            <a:ext cx="19050" cy="-48211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8642350" y="4562113"/>
            <a:ext cx="19050" cy="-4878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8661400" y="4513333"/>
            <a:ext cx="19050" cy="-4927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8680450" y="4464054"/>
            <a:ext cx="19050" cy="-4970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8699500" y="4414352"/>
            <a:ext cx="19050" cy="-5005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8718550" y="4364299"/>
            <a:ext cx="19050" cy="-5032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8737600" y="4313973"/>
            <a:ext cx="19050" cy="-5052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8756650" y="4263453"/>
            <a:ext cx="19050" cy="-5063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8775700" y="4212819"/>
            <a:ext cx="19050" cy="-5066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8794750" y="4162156"/>
            <a:ext cx="19050" cy="-5060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8813800" y="4111547"/>
            <a:ext cx="19050" cy="-50468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8832850" y="4061079"/>
            <a:ext cx="19050" cy="-5023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8851900" y="4010842"/>
            <a:ext cx="19050" cy="-4991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8870950" y="3960925"/>
            <a:ext cx="19050" cy="-49503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8890000" y="3911422"/>
            <a:ext cx="19050" cy="-4899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8909050" y="3862428"/>
            <a:ext cx="19050" cy="-4838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8928100" y="3814038"/>
            <a:ext cx="19050" cy="-4768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8947150" y="3766353"/>
            <a:ext cx="19050" cy="-46881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8966200" y="3719472"/>
            <a:ext cx="19050" cy="-4597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8985250" y="3673498"/>
            <a:ext cx="19050" cy="-4496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9004300" y="3628536"/>
            <a:ext cx="19050" cy="-4384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9023350" y="3584692"/>
            <a:ext cx="19050" cy="-4261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9042400" y="3542075"/>
            <a:ext cx="19050" cy="-4128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9061450" y="3500795"/>
            <a:ext cx="19050" cy="-39830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9080500" y="3460965"/>
            <a:ext cx="19050" cy="-3826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9099550" y="3422699"/>
            <a:ext cx="19050" cy="-36585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9118600" y="3386114"/>
            <a:ext cx="19050" cy="-3478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9137650" y="3351329"/>
            <a:ext cx="19050" cy="-32866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9156700" y="3318463"/>
            <a:ext cx="19050" cy="-3082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9175750" y="3287639"/>
            <a:ext cx="19050" cy="-2865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9194800" y="3258982"/>
            <a:ext cx="19050" cy="-26365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9213850" y="3232617"/>
            <a:ext cx="19050" cy="-23944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9232900" y="3208673"/>
            <a:ext cx="19050" cy="-2139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9251950" y="3187281"/>
            <a:ext cx="19050" cy="-18709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9271000" y="3168572"/>
            <a:ext cx="19050" cy="-15891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9290050" y="3152681"/>
            <a:ext cx="19050" cy="-12937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9309100" y="3139745"/>
            <a:ext cx="19050" cy="-9845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9328150" y="3129900"/>
            <a:ext cx="19050" cy="-6612"/>
          </a:xfrm>
          <a:prstGeom prst="line">
            <a:avLst/>
          </a:prstGeom>
          <a:noFill/>
          <a:ln w="31750">
            <a:solidFill>
              <a:srgbClr val="8FC3D1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2273300" y="3187700"/>
            <a:ext cx="51578" cy="8294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2324878" y="3195994"/>
            <a:ext cx="45876" cy="12182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2370753" y="3208176"/>
            <a:ext cx="40173" cy="16069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2410927" y="3224245"/>
            <a:ext cx="34471" cy="19957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2445398" y="3244202"/>
            <a:ext cx="28769" cy="23845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2474167" y="3268047"/>
            <a:ext cx="23067" cy="27733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2497235" y="3295780"/>
            <a:ext cx="17365" cy="31620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2514600" y="3327400"/>
            <a:ext cx="11663" cy="35508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2526263" y="3362908"/>
            <a:ext cx="5961" cy="39396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2532224" y="3402304"/>
            <a:ext cx="259" cy="43284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2532484" y="3445588"/>
            <a:ext cx="-5443" cy="47171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2527041" y="3492759"/>
            <a:ext cx="-11145" cy="51059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2515896" y="3543818"/>
            <a:ext cx="-16847" cy="54947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2499049" y="3598765"/>
            <a:ext cx="-22549" cy="58835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2476500" y="3657600"/>
            <a:ext cx="54688" cy="33435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2531188" y="3691035"/>
            <a:ext cx="49763" cy="36804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2580951" y="3727839"/>
            <a:ext cx="44839" cy="40173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2625790" y="3768012"/>
            <a:ext cx="39914" cy="43543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2665704" y="3811555"/>
            <a:ext cx="34990" cy="46912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2700694" y="3858467"/>
            <a:ext cx="30065" cy="50282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2730759" y="3908749"/>
            <a:ext cx="25141" cy="53651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2755900" y="3962400"/>
            <a:ext cx="20216" cy="57020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2776116" y="4019420"/>
            <a:ext cx="15292" cy="60390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2791408" y="4079810"/>
            <a:ext cx="10367" cy="63759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2801776" y="4143569"/>
            <a:ext cx="5443" cy="67129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2807218" y="4210698"/>
            <a:ext cx="518" cy="70498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2807737" y="4281196"/>
            <a:ext cx="-4406" cy="73867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2803331" y="4355063"/>
            <a:ext cx="-9331" cy="77237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2794000" y="4432300"/>
            <a:ext cx="45876" cy="29029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2839876" y="4461329"/>
            <a:ext cx="41469" cy="30843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2881345" y="4492171"/>
            <a:ext cx="37063" cy="32657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2918408" y="4524829"/>
            <a:ext cx="32657" cy="34471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2951065" y="4559300"/>
            <a:ext cx="28251" cy="36286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2979316" y="4595586"/>
            <a:ext cx="23845" cy="38100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3003161" y="4633686"/>
            <a:ext cx="19439" cy="39914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3022600" y="4673600"/>
            <a:ext cx="15033" cy="41729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3037633" y="4715329"/>
            <a:ext cx="10627" cy="43543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3048259" y="4758871"/>
            <a:ext cx="6220" cy="45357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3054480" y="4804229"/>
            <a:ext cx="1814" cy="47171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3056294" y="4851400"/>
            <a:ext cx="-2592" cy="48986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3053702" y="4900386"/>
            <a:ext cx="-6998" cy="50800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3046704" y="4951186"/>
            <a:ext cx="-11404" cy="52614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3035300" y="5003800"/>
            <a:ext cx="27473" cy="8812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3062773" y="5012612"/>
            <a:ext cx="24363" cy="10108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3087137" y="5022720"/>
            <a:ext cx="21253" cy="11404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3108390" y="5034124"/>
            <a:ext cx="18143" cy="12700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>
            <a:off x="3126533" y="5046824"/>
            <a:ext cx="15033" cy="13996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>
            <a:off x="3141565" y="5060820"/>
            <a:ext cx="11922" cy="15292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72" name="Shape 370"/>
          <p:cNvSpPr/>
          <p:nvPr/>
        </p:nvSpPr>
        <p:spPr>
          <a:xfrm>
            <a:off x="3153488" y="5076112"/>
            <a:ext cx="8812" cy="16588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>
            <a:off x="3162300" y="5092700"/>
            <a:ext cx="5702" cy="17884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>
            <a:off x="3168002" y="5110584"/>
            <a:ext cx="2592" cy="19180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>
            <a:off x="3170594" y="5129763"/>
            <a:ext cx="-518" cy="20476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>
            <a:off x="3170076" y="5150239"/>
            <a:ext cx="-3629" cy="21771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>
            <a:off x="3166447" y="5172010"/>
            <a:ext cx="-6739" cy="23067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>
            <a:off x="3159708" y="5195078"/>
            <a:ext cx="-9849" cy="24363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>
            <a:off x="3149859" y="5219441"/>
            <a:ext cx="-12959" cy="25659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3136900" y="5245100"/>
            <a:ext cx="42247" cy="2333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3179147" y="5247433"/>
            <a:ext cx="37841" cy="5184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>
            <a:off x="3216988" y="5252616"/>
            <a:ext cx="33435" cy="8035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83" name="Shape 381"/>
          <p:cNvSpPr/>
          <p:nvPr/>
        </p:nvSpPr>
        <p:spPr>
          <a:xfrm>
            <a:off x="3250422" y="5260651"/>
            <a:ext cx="29029" cy="10886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>
            <a:off x="3279451" y="5271537"/>
            <a:ext cx="24622" cy="13737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3304073" y="5285273"/>
            <a:ext cx="20216" cy="16588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3324290" y="5301861"/>
            <a:ext cx="15810" cy="19439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3340100" y="5321300"/>
            <a:ext cx="11404" cy="22290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>
            <a:off x="3351504" y="5343590"/>
            <a:ext cx="6998" cy="25141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3358502" y="5368731"/>
            <a:ext cx="2592" cy="27992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3361094" y="5396722"/>
            <a:ext cx="-1814" cy="30843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3359280" y="5427565"/>
            <a:ext cx="-6220" cy="33694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3353059" y="5461259"/>
            <a:ext cx="-10627" cy="36545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>
            <a:off x="3342433" y="5497804"/>
            <a:ext cx="-15033" cy="39396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>
            <a:off x="3327400" y="5537200"/>
            <a:ext cx="20735" cy="-26696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>
            <a:off x="3348135" y="5510504"/>
            <a:ext cx="20476" cy="-22031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>
            <a:off x="3368610" y="5488473"/>
            <a:ext cx="20216" cy="-17365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3388827" y="5471108"/>
            <a:ext cx="19957" cy="-12700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>
            <a:off x="3408784" y="5458408"/>
            <a:ext cx="19698" cy="-8035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3428482" y="5450373"/>
            <a:ext cx="19439" cy="-3369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>
            <a:off x="3447920" y="5447004"/>
            <a:ext cx="19180" cy="1296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>
            <a:off x="3467100" y="5448300"/>
            <a:ext cx="18920" cy="5961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>
            <a:off x="3486020" y="5454261"/>
            <a:ext cx="18661" cy="10627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>
            <a:off x="3504682" y="5464888"/>
            <a:ext cx="18402" cy="15292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404" name="Shape 402"/>
          <p:cNvSpPr/>
          <p:nvPr/>
        </p:nvSpPr>
        <p:spPr>
          <a:xfrm>
            <a:off x="3523084" y="5480180"/>
            <a:ext cx="18143" cy="19957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>
            <a:off x="3541227" y="5500137"/>
            <a:ext cx="17884" cy="24622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406" name="Shape 404"/>
          <p:cNvSpPr/>
          <p:nvPr/>
        </p:nvSpPr>
        <p:spPr>
          <a:xfrm>
            <a:off x="3559110" y="5524759"/>
            <a:ext cx="17624" cy="29288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>
            <a:off x="3576735" y="5554047"/>
            <a:ext cx="17365" cy="33953"/>
          </a:xfrm>
          <a:prstGeom prst="line">
            <a:avLst/>
          </a:prstGeom>
          <a:noFill/>
          <a:ln w="12700">
            <a:solidFill>
              <a:srgbClr val="A6BCBE"/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>
            <a:off x="2225675" y="3140075"/>
            <a:ext cx="95250" cy="952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FC3D1"/>
            </a:solidFill>
            <a:prstDash val="solid"/>
          </a:ln>
        </p:spPr>
      </p:sp>
      <p:sp>
        <p:nvSpPr>
          <p:cNvPr id="409" name="Shape 407"/>
          <p:cNvSpPr/>
          <p:nvPr/>
        </p:nvSpPr>
        <p:spPr>
          <a:xfrm>
            <a:off x="2428875" y="3609975"/>
            <a:ext cx="95250" cy="952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FC3D1"/>
            </a:solidFill>
            <a:prstDash val="solid"/>
          </a:ln>
        </p:spPr>
      </p:sp>
      <p:sp>
        <p:nvSpPr>
          <p:cNvPr id="410" name="Shape 408"/>
          <p:cNvSpPr/>
          <p:nvPr/>
        </p:nvSpPr>
        <p:spPr>
          <a:xfrm>
            <a:off x="2746375" y="4384675"/>
            <a:ext cx="95250" cy="952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FC3D1"/>
            </a:solidFill>
            <a:prstDash val="solid"/>
          </a:ln>
        </p:spPr>
      </p:sp>
      <p:sp>
        <p:nvSpPr>
          <p:cNvPr id="411" name="Shape 409"/>
          <p:cNvSpPr/>
          <p:nvPr/>
        </p:nvSpPr>
        <p:spPr>
          <a:xfrm>
            <a:off x="2987675" y="4956175"/>
            <a:ext cx="95250" cy="952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FC3D1"/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>
            <a:off x="3089275" y="5197475"/>
            <a:ext cx="95250" cy="952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FC3D1"/>
            </a:solidFill>
            <a:prstDash val="solid"/>
          </a:ln>
        </p:spPr>
      </p:sp>
      <p:sp>
        <p:nvSpPr>
          <p:cNvPr id="413" name="Shape 411"/>
          <p:cNvSpPr/>
          <p:nvPr/>
        </p:nvSpPr>
        <p:spPr>
          <a:xfrm>
            <a:off x="3279775" y="5489575"/>
            <a:ext cx="95250" cy="952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FC3D1"/>
            </a:solidFill>
            <a:prstDash val="solid"/>
          </a:ln>
        </p:spPr>
      </p:sp>
      <p:sp>
        <p:nvSpPr>
          <p:cNvPr id="414" name="Shape 412"/>
          <p:cNvSpPr/>
          <p:nvPr/>
        </p:nvSpPr>
        <p:spPr>
          <a:xfrm>
            <a:off x="3546475" y="5540375"/>
            <a:ext cx="95250" cy="952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FC3D1"/>
            </a:solidFill>
            <a:prstDash val="solid"/>
          </a:ln>
        </p:spPr>
      </p:sp>
      <p:sp>
        <p:nvSpPr>
          <p:cNvPr id="415" name="Shape 413"/>
          <p:cNvSpPr/>
          <p:nvPr/>
        </p:nvSpPr>
        <p:spPr>
          <a:xfrm>
            <a:off x="7073900" y="3937000"/>
            <a:ext cx="127000" cy="127000"/>
          </a:xfrm>
          <a:prstGeom prst="ellipse">
            <a:avLst/>
          </a:prstGeom>
          <a:solidFill>
            <a:srgbClr val="32B6DD"/>
          </a:solidFill>
          <a:ln/>
        </p:spPr>
      </p:sp>
      <p:sp>
        <p:nvSpPr>
          <p:cNvPr id="416" name="Shape 414"/>
          <p:cNvSpPr/>
          <p:nvPr/>
        </p:nvSpPr>
        <p:spPr>
          <a:xfrm>
            <a:off x="7467600" y="4953000"/>
            <a:ext cx="127000" cy="127000"/>
          </a:xfrm>
          <a:prstGeom prst="ellipse">
            <a:avLst/>
          </a:prstGeom>
          <a:solidFill>
            <a:srgbClr val="32B6DD"/>
          </a:solidFill>
          <a:ln/>
        </p:spPr>
      </p:sp>
      <p:sp>
        <p:nvSpPr>
          <p:cNvPr id="417" name="Shape 415"/>
          <p:cNvSpPr/>
          <p:nvPr/>
        </p:nvSpPr>
        <p:spPr>
          <a:xfrm>
            <a:off x="8610600" y="4394200"/>
            <a:ext cx="127000" cy="127000"/>
          </a:xfrm>
          <a:prstGeom prst="ellipse">
            <a:avLst/>
          </a:prstGeom>
          <a:solidFill>
            <a:srgbClr val="32B6DD"/>
          </a:solidFill>
          <a:ln/>
        </p:spPr>
      </p:sp>
      <p:sp>
        <p:nvSpPr>
          <p:cNvPr id="418" name="Shape 416"/>
          <p:cNvSpPr/>
          <p:nvPr/>
        </p:nvSpPr>
        <p:spPr>
          <a:xfrm>
            <a:off x="8953500" y="3543300"/>
            <a:ext cx="127000" cy="127000"/>
          </a:xfrm>
          <a:prstGeom prst="ellipse">
            <a:avLst/>
          </a:prstGeom>
          <a:solidFill>
            <a:srgbClr val="32B6DD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2026-10-24T07:02:01Z</dcterms:created>
  <dcterms:modified xsi:type="dcterms:W3CDTF">2026-10-24T07:02:01Z</dcterms:modified>
</cp:coreProperties>
</file>