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27200" y="3041650"/>
            <a:ext cx="889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of Linear Regression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727200" y="3627120"/>
            <a:ext cx="889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Linearly Separable Data)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2026-10-23T19:48:30Z</dcterms:created>
  <dcterms:modified xsi:type="dcterms:W3CDTF">2026-10-23T19:48:30Z</dcterms:modified>
</cp:coreProperties>
</file>