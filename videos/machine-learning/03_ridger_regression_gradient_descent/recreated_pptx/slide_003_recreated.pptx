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9000" y="787400"/>
            <a:ext cx="1016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pPr algn="ctr"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Notation for Linear Regression and Classification (N- Samples)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016000" y="2197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Training Samples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41700" y="1358900"/>
            <a:ext cx="41275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27450" y="1790700"/>
            <a:ext cx="546100" cy="1968500"/>
          </a:xfrm>
          <a:prstGeom prst="rect">
            <a:avLst/>
          </a:prstGeom>
          <a:solidFill>
            <a:srgbClr val="FFFF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692650" y="1790700"/>
            <a:ext cx="609600" cy="1968500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508750" y="1790700"/>
            <a:ext cx="571500" cy="1968500"/>
          </a:xfrm>
          <a:prstGeom prst="rect">
            <a:avLst/>
          </a:prstGeom>
          <a:solidFill>
            <a:srgbClr val="FFC0CB"/>
          </a:solidFill>
          <a:ln/>
        </p:spPr>
      </p:sp>
      <p:sp>
        <p:nvSpPr>
          <p:cNvPr id="14" name="Text 12"/>
          <p:cNvSpPr/>
          <p:nvPr/>
        </p:nvSpPr>
        <p:spPr>
          <a:xfrm>
            <a:off x="369570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9265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8970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727450" y="19812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27450" y="23495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27450" y="28448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27450" y="30480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92650" y="19812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92650" y="23495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92650" y="28448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92650" y="30480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08750" y="19812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08750" y="23495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08750" y="28448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08750" y="30480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10050" y="1968500"/>
            <a:ext cx="0" cy="13208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64150" y="1968500"/>
            <a:ext cx="0" cy="13208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67550" y="1968500"/>
            <a:ext cx="0" cy="13208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54400" y="3778250"/>
            <a:ext cx="41021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4650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74345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4050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34000" y="14605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334000" y="1790700"/>
            <a:ext cx="2540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5867400" y="1790700"/>
            <a:ext cx="2540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3000" dirty="0"/>
          </a:p>
        </p:txBody>
      </p:sp>
      <p:sp>
        <p:nvSpPr>
          <p:cNvPr id="39" name="Shape 37"/>
          <p:cNvSpPr/>
          <p:nvPr/>
        </p:nvSpPr>
        <p:spPr>
          <a:xfrm>
            <a:off x="5657850" y="1930400"/>
            <a:ext cx="38100" cy="38100"/>
          </a:xfrm>
          <a:prstGeom prst="ellipse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57850" y="2171700"/>
            <a:ext cx="38100" cy="38100"/>
          </a:xfrm>
          <a:prstGeom prst="ellipse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57850" y="2413000"/>
            <a:ext cx="38100" cy="38100"/>
          </a:xfrm>
          <a:prstGeom prst="ellipse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57850" y="2654300"/>
            <a:ext cx="38100" cy="38100"/>
          </a:xfrm>
          <a:prstGeom prst="ellipse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57850" y="2895600"/>
            <a:ext cx="38100" cy="38100"/>
          </a:xfrm>
          <a:prstGeom prst="ellipse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57850" y="3136900"/>
            <a:ext cx="38100" cy="38100"/>
          </a:xfrm>
          <a:prstGeom prst="ellipse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657850" y="3378200"/>
            <a:ext cx="38100" cy="38100"/>
          </a:xfrm>
          <a:prstGeom prst="ellipse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42300" y="1943100"/>
            <a:ext cx="2857500" cy="863600"/>
          </a:xfrm>
          <a:prstGeom prst="rect">
            <a:avLst/>
          </a:prstGeom>
          <a:solidFill>
            <a:srgbClr val="CCFFFF">
              <a:alpha val="60000"/>
            </a:srgbClr>
          </a:solidFill>
          <a:ln w="19050">
            <a:solidFill>
              <a:srgbClr val="0000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31200" y="19939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851900" y="23368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8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800" i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buNone/>
            </a:pPr>
            <a:r>
              <a:rPr lang="en-US" sz="18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8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00" i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buNone/>
            </a:pPr>
            <a:r>
              <a:rPr lang="en-US" sz="18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8369300" y="3403600"/>
            <a:ext cx="24257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5B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5500" y="3429000"/>
            <a:ext cx="22733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General: 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&gt;&gt;&gt; 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1003300" y="4102100"/>
            <a:ext cx="57658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41400" y="4241800"/>
            <a:ext cx="114300" cy="1778000"/>
          </a:xfrm>
          <a:prstGeom prst="leftBracket">
            <a:avLst/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397000" y="4241800"/>
            <a:ext cx="114300" cy="1778000"/>
          </a:xfrm>
          <a:prstGeom prst="rightBracket">
            <a:avLst/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6800" y="4292600"/>
            <a:ext cx="431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066800" y="4749800"/>
            <a:ext cx="431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066800" y="5207000"/>
            <a:ext cx="431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1066800" y="5664200"/>
            <a:ext cx="431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1092200" y="6019800"/>
            <a:ext cx="101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1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1600200" y="4876800"/>
            <a:ext cx="30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400" dirty="0"/>
          </a:p>
        </p:txBody>
      </p:sp>
      <p:sp>
        <p:nvSpPr>
          <p:cNvPr id="60" name="Shape 58"/>
          <p:cNvSpPr/>
          <p:nvPr/>
        </p:nvSpPr>
        <p:spPr>
          <a:xfrm>
            <a:off x="1905000" y="4673600"/>
            <a:ext cx="3581400" cy="279400"/>
          </a:xfrm>
          <a:prstGeom prst="rect">
            <a:avLst/>
          </a:prstGeom>
          <a:solidFill>
            <a:srgbClr val="FFFF99"/>
          </a:solidFill>
          <a:ln/>
        </p:spPr>
      </p:sp>
      <p:sp>
        <p:nvSpPr>
          <p:cNvPr id="61" name="Text 59"/>
          <p:cNvSpPr/>
          <p:nvPr/>
        </p:nvSpPr>
        <p:spPr>
          <a:xfrm>
            <a:off x="19558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23114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28702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4290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9878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1905000" y="5041900"/>
            <a:ext cx="3581400" cy="330200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19558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23114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28702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4290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9878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19558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23114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28702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34290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39878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1905000" y="5791200"/>
            <a:ext cx="3581400" cy="279400"/>
          </a:xfrm>
          <a:prstGeom prst="rect">
            <a:avLst/>
          </a:prstGeom>
          <a:solidFill>
            <a:srgbClr val="FFC0CB"/>
          </a:solidFill>
          <a:ln/>
        </p:spPr>
      </p:sp>
      <p:sp>
        <p:nvSpPr>
          <p:cNvPr id="78" name="Text 76"/>
          <p:cNvSpPr/>
          <p:nvPr/>
        </p:nvSpPr>
        <p:spPr>
          <a:xfrm>
            <a:off x="19558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23114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8702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34290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9878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511800" y="4597400"/>
            <a:ext cx="114300" cy="1549400"/>
          </a:xfrm>
          <a:prstGeom prst="rightBracket">
            <a:avLst/>
          </a:prstGeom>
          <a:ln w="12700">
            <a:solidFill>
              <a:srgbClr val="80808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413000" y="6019800"/>
            <a:ext cx="139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d+1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816600" y="4191000"/>
            <a:ext cx="114300" cy="1879600"/>
          </a:xfrm>
          <a:prstGeom prst="leftBracket">
            <a:avLst/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527800" y="4191000"/>
            <a:ext cx="114300" cy="1879600"/>
          </a:xfrm>
          <a:prstGeom prst="rightBracket">
            <a:avLst/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867400" y="44450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5867400" y="49276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9" name="Text 87"/>
          <p:cNvSpPr/>
          <p:nvPr/>
        </p:nvSpPr>
        <p:spPr>
          <a:xfrm>
            <a:off x="5867400" y="52832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0" name="Text 88"/>
          <p:cNvSpPr/>
          <p:nvPr/>
        </p:nvSpPr>
        <p:spPr>
          <a:xfrm>
            <a:off x="5867400" y="57531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5867400" y="59690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92" name="Text 90"/>
          <p:cNvSpPr/>
          <p:nvPr/>
        </p:nvSpPr>
        <p:spPr>
          <a:xfrm>
            <a:off x="5740400" y="6172200"/>
            <a:ext cx="96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 × 1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6756400" y="4978400"/>
            <a:ext cx="508000" cy="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7264400" y="4102100"/>
            <a:ext cx="22860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289800" y="46355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600" dirty="0"/>
          </a:p>
        </p:txBody>
      </p:sp>
      <p:sp>
        <p:nvSpPr>
          <p:cNvPr id="96" name="Text 94"/>
          <p:cNvSpPr/>
          <p:nvPr/>
        </p:nvSpPr>
        <p:spPr>
          <a:xfrm>
            <a:off x="7416800" y="5041900"/>
            <a:ext cx="1981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Where: </a:t>
            </a:r>
            <a:pPr algn="l" indent="0" marL="0">
              <a:buNone/>
            </a:pPr>
            <a:r>
              <a:rPr lang="en-US" sz="13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N×d+1</a:t>
            </a:r>
            <a:pPr algn="l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matrix</a:t>
            </a:r>
            <a:endParaRPr lang="en-US" sz="1300" dirty="0"/>
          </a:p>
        </p:txBody>
      </p:sp>
      <p:sp>
        <p:nvSpPr>
          <p:cNvPr id="97" name="Text 95"/>
          <p:cNvSpPr/>
          <p:nvPr/>
        </p:nvSpPr>
        <p:spPr>
          <a:xfrm>
            <a:off x="7416800" y="5626100"/>
            <a:ext cx="1981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N×1</a:t>
            </a:r>
            <a:pPr algn="l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labels vector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2026-10-24T10:59:33Z</dcterms:created>
  <dcterms:modified xsi:type="dcterms:W3CDTF">2026-10-24T10:59:33Z</dcterms:modified>
</cp:coreProperties>
</file>