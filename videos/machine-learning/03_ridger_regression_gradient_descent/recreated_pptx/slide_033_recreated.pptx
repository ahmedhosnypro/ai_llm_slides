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" y="762000"/>
            <a:ext cx="546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Non-Convex Function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270000" y="1155700"/>
            <a:ext cx="558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180" kern="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 reach different minimum value based on: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22500" y="1447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point</a:t>
            </a:r>
            <a:pPr algn="ctr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algn="ctr"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3124200"/>
            <a:ext cx="1257300" cy="78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18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" y="3238500"/>
            <a:ext cx="596900" cy="190500"/>
          </a:xfrm>
          <a:prstGeom prst="rect">
            <a:avLst/>
          </a:prstGeom>
          <a:solidFill>
            <a:srgbClr val="E9FFD4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2900" y="3238500"/>
            <a:ext cx="546100" cy="190500"/>
          </a:xfrm>
          <a:prstGeom prst="rect">
            <a:avLst/>
          </a:prstGeom>
          <a:solidFill>
            <a:srgbClr val="E9FFD4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" y="32385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25600" y="3238500"/>
            <a:ext cx="52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16000" y="3429000"/>
            <a:ext cx="596900" cy="190500"/>
          </a:xfrm>
          <a:prstGeom prst="rect">
            <a:avLst/>
          </a:prstGeom>
          <a:solidFill>
            <a:srgbClr val="F9BBC1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12900" y="3429000"/>
            <a:ext cx="546100" cy="190500"/>
          </a:xfrm>
          <a:prstGeom prst="rect">
            <a:avLst/>
          </a:prstGeom>
          <a:solidFill>
            <a:srgbClr val="F9BBC1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" y="34290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25600" y="3429000"/>
            <a:ext cx="52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6000" y="3619500"/>
            <a:ext cx="596900" cy="190500"/>
          </a:xfrm>
          <a:prstGeom prst="rect">
            <a:avLst/>
          </a:prstGeom>
          <a:solidFill>
            <a:srgbClr val="FDFD00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12900" y="3619500"/>
            <a:ext cx="546100" cy="190500"/>
          </a:xfrm>
          <a:prstGeom prst="rect">
            <a:avLst/>
          </a:prstGeom>
          <a:solidFill>
            <a:srgbClr val="FDFD00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" y="36195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25600" y="3619500"/>
            <a:ext cx="52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 rot="2700000">
            <a:off x="1981200" y="3771900"/>
            <a:ext cx="736600" cy="3302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02300" y="2311400"/>
            <a:ext cx="17272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pic>
        <p:nvPicPr>
          <p:cNvPr id="26" name="Image 0" descr="/workspaces/codespaces-blank/ai_llm_slides/videos/machine-learning/03_ridger_regression_gradient_descent/recreated_pptx/build/assets/eq_033_main_v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170" y="2458085"/>
            <a:ext cx="1521460" cy="32893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124200" y="3225800"/>
            <a:ext cx="4457700" cy="571500"/>
          </a:xfrm>
          <a:prstGeom prst="rect">
            <a:avLst/>
          </a:prstGeom>
          <a:solidFill>
            <a:srgbClr val="EFFFE2"/>
          </a:solidFill>
          <a:ln w="15875">
            <a:solidFill>
              <a:srgbClr val="008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49600" y="3263900"/>
            <a:ext cx="533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3721100" y="3263900"/>
            <a:ext cx="3822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in between 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-9.7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color red bold 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-9.6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3149600" y="3505200"/>
            <a:ext cx="55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3721100" y="3505200"/>
            <a:ext cx="382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in between </a:t>
            </a:r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-8.08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-8.011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7708900" y="762000"/>
            <a:ext cx="3022600" cy="32131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pic>
        <p:nvPicPr>
          <p:cNvPr id="33" name="Image 1" descr="/workspaces/codespaces-blank/ai_llm_slides/videos/machine-learning/03_ridger_regression_gradient_descent/recreated_pptx/build/assets/slide_033_plot_v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0" y="787400"/>
            <a:ext cx="2996184" cy="317449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756900" y="2082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7835900" y="1905000"/>
            <a:ext cx="0" cy="266700"/>
          </a:xfrm>
          <a:prstGeom prst="line">
            <a:avLst/>
          </a:prstGeom>
          <a:noFill/>
          <a:ln w="12700">
            <a:solidFill>
              <a:srgbClr val="8B0000"/>
            </a:solidFill>
            <a:prstDash val="dash"/>
          </a:ln>
        </p:spPr>
      </p:sp>
      <p:sp>
        <p:nvSpPr>
          <p:cNvPr id="36" name="Shape 32"/>
          <p:cNvSpPr/>
          <p:nvPr/>
        </p:nvSpPr>
        <p:spPr>
          <a:xfrm>
            <a:off x="7874000" y="1816100"/>
            <a:ext cx="88900" cy="88900"/>
          </a:xfrm>
          <a:prstGeom prst="ellipse">
            <a:avLst/>
          </a:prstGeom>
          <a:solidFill>
            <a:srgbClr val="D0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 flipH="1">
            <a:off x="8039100" y="1485900"/>
            <a:ext cx="165100" cy="241300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7988300" y="2997200"/>
            <a:ext cx="190500" cy="139700"/>
          </a:xfrm>
          <a:prstGeom prst="ellipse">
            <a:avLst/>
          </a:prstGeom>
          <a:solidFill>
            <a:srgbClr val="7CFC00"/>
          </a:solidFill>
          <a:ln w="12700">
            <a:solidFill>
              <a:srgbClr val="7CFC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166100" y="3276600"/>
            <a:ext cx="-76200" cy="-1397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7785100" y="3263900"/>
            <a:ext cx="1104900" cy="482600"/>
          </a:xfrm>
          <a:prstGeom prst="rect">
            <a:avLst/>
          </a:prstGeom>
          <a:solidFill>
            <a:srgbClr val="F7C9FA"/>
          </a:solidFill>
          <a:ln w="9525">
            <a:solidFill>
              <a:srgbClr val="8E2A9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785100" y="3263900"/>
            <a:ext cx="1104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8E2A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Reach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8E2A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Minima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1092200" y="4064000"/>
            <a:ext cx="9944100" cy="25273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185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04900" y="4203700"/>
            <a:ext cx="9918700" cy="482600"/>
          </a:xfrm>
          <a:prstGeom prst="rect">
            <a:avLst/>
          </a:prstGeom>
          <a:solidFill>
            <a:srgbClr val="D9E275"/>
          </a:solidFill>
          <a:ln w="15875">
            <a:solidFill>
              <a:srgbClr val="1E185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104900" y="4749800"/>
            <a:ext cx="9918700" cy="469900"/>
          </a:xfrm>
          <a:prstGeom prst="rect">
            <a:avLst/>
          </a:prstGeom>
          <a:solidFill>
            <a:srgbClr val="D6B2F5"/>
          </a:solidFill>
          <a:ln w="15875">
            <a:solidFill>
              <a:srgbClr val="5B2C6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104900" y="5295900"/>
            <a:ext cx="9918700" cy="482600"/>
          </a:xfrm>
          <a:prstGeom prst="rect">
            <a:avLst/>
          </a:prstGeom>
          <a:solidFill>
            <a:srgbClr val="F7DDC2"/>
          </a:solidFill>
          <a:ln w="15875">
            <a:solidFill>
              <a:srgbClr val="6B4226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104900" y="5829300"/>
            <a:ext cx="711200" cy="254000"/>
          </a:xfrm>
          <a:prstGeom prst="rect">
            <a:avLst/>
          </a:prstGeom>
          <a:solidFill>
            <a:srgbClr val="E9FFD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816100" y="5829300"/>
            <a:ext cx="9194800" cy="254000"/>
          </a:xfrm>
          <a:prstGeom prst="rect">
            <a:avLst/>
          </a:prstGeom>
          <a:solidFill>
            <a:srgbClr val="DEAC95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978900" y="5842000"/>
            <a:ext cx="508000" cy="228600"/>
          </a:xfrm>
          <a:prstGeom prst="rect">
            <a:avLst/>
          </a:prstGeom>
          <a:solidFill>
            <a:srgbClr val="F5FB9C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994900" y="5842000"/>
            <a:ext cx="508000" cy="228600"/>
          </a:xfrm>
          <a:prstGeom prst="rect">
            <a:avLst/>
          </a:prstGeom>
          <a:solidFill>
            <a:srgbClr val="F5FB9C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104900" y="6134100"/>
            <a:ext cx="9918700" cy="254000"/>
          </a:xfrm>
          <a:prstGeom prst="rect">
            <a:avLst/>
          </a:prstGeom>
          <a:solidFill>
            <a:srgbClr val="F7BEC4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458200" y="4216400"/>
            <a:ext cx="1536700" cy="457200"/>
          </a:xfrm>
          <a:prstGeom prst="rect">
            <a:avLst/>
          </a:prstGeom>
          <a:solidFill>
            <a:srgbClr val="8BF8AB"/>
          </a:solidFill>
          <a:ln w="15875">
            <a:solidFill>
              <a:srgbClr val="8B0000"/>
            </a:solidFill>
            <a:prstDash val="dash"/>
          </a:ln>
        </p:spPr>
      </p:sp>
      <p:sp>
        <p:nvSpPr>
          <p:cNvPr id="52" name="Shape 48"/>
          <p:cNvSpPr/>
          <p:nvPr/>
        </p:nvSpPr>
        <p:spPr>
          <a:xfrm>
            <a:off x="18161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336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844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3352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860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368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876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53975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59055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64135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69342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4422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79502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4582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8978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9486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9994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0502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1010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8161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2336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2844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3352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3860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4368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4876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53975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9055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64135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9342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4422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79502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4582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8978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9486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9994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0502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1010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8161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2336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2844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3352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3860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4368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4876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53975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59055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64135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69342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74422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9502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84582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8978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9486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9994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10502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11010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18161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336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2844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3352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3860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368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4876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53975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59055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4135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69342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74422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79502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84582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8978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9486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9994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10502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1010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8161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336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844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352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3860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4368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4876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53975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59055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64135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69342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74422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79502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84582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8978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9486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9994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10502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11010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1117600" y="4445000"/>
            <a:ext cx="990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1117600" y="4984750"/>
            <a:ext cx="990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1117600" y="5537200"/>
            <a:ext cx="990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1117600" y="42418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800" dirty="0"/>
          </a:p>
        </p:txBody>
      </p:sp>
      <p:sp>
        <p:nvSpPr>
          <p:cNvPr id="151" name="Text 147"/>
          <p:cNvSpPr/>
          <p:nvPr/>
        </p:nvSpPr>
        <p:spPr>
          <a:xfrm>
            <a:off x="1816100" y="4241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</a:t>
            </a:r>
            <a:endParaRPr lang="en-US" sz="800" dirty="0"/>
          </a:p>
        </p:txBody>
      </p:sp>
      <p:sp>
        <p:nvSpPr>
          <p:cNvPr id="152" name="Text 148"/>
          <p:cNvSpPr/>
          <p:nvPr/>
        </p:nvSpPr>
        <p:spPr>
          <a:xfrm>
            <a:off x="2336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-10.9</a:t>
            </a:r>
            <a:endParaRPr lang="en-US" sz="800" dirty="0"/>
          </a:p>
        </p:txBody>
      </p:sp>
      <p:sp>
        <p:nvSpPr>
          <p:cNvPr id="153" name="Text 149"/>
          <p:cNvSpPr/>
          <p:nvPr/>
        </p:nvSpPr>
        <p:spPr>
          <a:xfrm>
            <a:off x="2844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-10.8</a:t>
            </a:r>
            <a:endParaRPr lang="en-US" sz="800" dirty="0"/>
          </a:p>
        </p:txBody>
      </p:sp>
      <p:sp>
        <p:nvSpPr>
          <p:cNvPr id="154" name="Text 150"/>
          <p:cNvSpPr/>
          <p:nvPr/>
        </p:nvSpPr>
        <p:spPr>
          <a:xfrm>
            <a:off x="3352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-10.7</a:t>
            </a:r>
            <a:endParaRPr lang="en-US" sz="800" dirty="0"/>
          </a:p>
        </p:txBody>
      </p:sp>
      <p:sp>
        <p:nvSpPr>
          <p:cNvPr id="155" name="Text 151"/>
          <p:cNvSpPr/>
          <p:nvPr/>
        </p:nvSpPr>
        <p:spPr>
          <a:xfrm>
            <a:off x="3860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-10.6</a:t>
            </a:r>
            <a:endParaRPr lang="en-US" sz="800" dirty="0"/>
          </a:p>
        </p:txBody>
      </p:sp>
      <p:sp>
        <p:nvSpPr>
          <p:cNvPr id="156" name="Text 152"/>
          <p:cNvSpPr/>
          <p:nvPr/>
        </p:nvSpPr>
        <p:spPr>
          <a:xfrm>
            <a:off x="4368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</a:t>
            </a:r>
            <a:endParaRPr lang="en-US" sz="800" dirty="0"/>
          </a:p>
        </p:txBody>
      </p:sp>
      <p:sp>
        <p:nvSpPr>
          <p:cNvPr id="157" name="Text 153"/>
          <p:cNvSpPr/>
          <p:nvPr/>
        </p:nvSpPr>
        <p:spPr>
          <a:xfrm>
            <a:off x="4876800" y="4241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800" dirty="0"/>
          </a:p>
        </p:txBody>
      </p:sp>
      <p:sp>
        <p:nvSpPr>
          <p:cNvPr id="158" name="Text 154"/>
          <p:cNvSpPr/>
          <p:nvPr/>
        </p:nvSpPr>
        <p:spPr>
          <a:xfrm>
            <a:off x="53975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</a:t>
            </a:r>
            <a:endParaRPr lang="en-US" sz="800" dirty="0"/>
          </a:p>
        </p:txBody>
      </p:sp>
      <p:sp>
        <p:nvSpPr>
          <p:cNvPr id="159" name="Text 155"/>
          <p:cNvSpPr/>
          <p:nvPr/>
        </p:nvSpPr>
        <p:spPr>
          <a:xfrm>
            <a:off x="59055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-10.2</a:t>
            </a:r>
            <a:endParaRPr lang="en-US" sz="800" dirty="0"/>
          </a:p>
        </p:txBody>
      </p:sp>
      <p:sp>
        <p:nvSpPr>
          <p:cNvPr id="160" name="Text 156"/>
          <p:cNvSpPr/>
          <p:nvPr/>
        </p:nvSpPr>
        <p:spPr>
          <a:xfrm>
            <a:off x="6413500" y="4241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-10.1</a:t>
            </a:r>
            <a:endParaRPr lang="en-US" sz="800" dirty="0"/>
          </a:p>
        </p:txBody>
      </p:sp>
      <p:sp>
        <p:nvSpPr>
          <p:cNvPr id="161" name="Text 157"/>
          <p:cNvSpPr/>
          <p:nvPr/>
        </p:nvSpPr>
        <p:spPr>
          <a:xfrm>
            <a:off x="69342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800" dirty="0"/>
          </a:p>
        </p:txBody>
      </p:sp>
      <p:sp>
        <p:nvSpPr>
          <p:cNvPr id="162" name="Text 158"/>
          <p:cNvSpPr/>
          <p:nvPr/>
        </p:nvSpPr>
        <p:spPr>
          <a:xfrm>
            <a:off x="74422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-9.9</a:t>
            </a:r>
            <a:endParaRPr lang="en-US" sz="800" dirty="0"/>
          </a:p>
        </p:txBody>
      </p:sp>
      <p:sp>
        <p:nvSpPr>
          <p:cNvPr id="163" name="Text 159"/>
          <p:cNvSpPr/>
          <p:nvPr/>
        </p:nvSpPr>
        <p:spPr>
          <a:xfrm>
            <a:off x="79502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164" name="Text 160"/>
          <p:cNvSpPr/>
          <p:nvPr/>
        </p:nvSpPr>
        <p:spPr>
          <a:xfrm>
            <a:off x="8458200" y="4241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165" name="Text 161"/>
          <p:cNvSpPr/>
          <p:nvPr/>
        </p:nvSpPr>
        <p:spPr>
          <a:xfrm>
            <a:off x="89789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166" name="Text 162"/>
          <p:cNvSpPr/>
          <p:nvPr/>
        </p:nvSpPr>
        <p:spPr>
          <a:xfrm>
            <a:off x="94869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167" name="Text 163"/>
          <p:cNvSpPr/>
          <p:nvPr/>
        </p:nvSpPr>
        <p:spPr>
          <a:xfrm>
            <a:off x="99949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168" name="Text 164"/>
          <p:cNvSpPr/>
          <p:nvPr/>
        </p:nvSpPr>
        <p:spPr>
          <a:xfrm>
            <a:off x="105029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169" name="Text 165"/>
          <p:cNvSpPr/>
          <p:nvPr/>
        </p:nvSpPr>
        <p:spPr>
          <a:xfrm>
            <a:off x="1117600" y="44704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</a:t>
            </a:r>
            <a:endParaRPr lang="en-US" sz="800" dirty="0"/>
          </a:p>
        </p:txBody>
      </p:sp>
      <p:sp>
        <p:nvSpPr>
          <p:cNvPr id="170" name="Text 166"/>
          <p:cNvSpPr/>
          <p:nvPr/>
        </p:nvSpPr>
        <p:spPr>
          <a:xfrm>
            <a:off x="1816100" y="4470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</a:t>
            </a:r>
            <a:endParaRPr lang="en-US" sz="800" dirty="0"/>
          </a:p>
        </p:txBody>
      </p:sp>
      <p:sp>
        <p:nvSpPr>
          <p:cNvPr id="171" name="Text 167"/>
          <p:cNvSpPr/>
          <p:nvPr/>
        </p:nvSpPr>
        <p:spPr>
          <a:xfrm>
            <a:off x="2336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-0.04</a:t>
            </a:r>
            <a:endParaRPr lang="en-US" sz="800" dirty="0"/>
          </a:p>
        </p:txBody>
      </p:sp>
      <p:sp>
        <p:nvSpPr>
          <p:cNvPr id="172" name="Text 168"/>
          <p:cNvSpPr/>
          <p:nvPr/>
        </p:nvSpPr>
        <p:spPr>
          <a:xfrm>
            <a:off x="2844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-1.19</a:t>
            </a:r>
            <a:endParaRPr lang="en-US" sz="800" dirty="0"/>
          </a:p>
        </p:txBody>
      </p:sp>
      <p:sp>
        <p:nvSpPr>
          <p:cNvPr id="173" name="Text 169"/>
          <p:cNvSpPr/>
          <p:nvPr/>
        </p:nvSpPr>
        <p:spPr>
          <a:xfrm>
            <a:off x="3352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-2.26</a:t>
            </a:r>
            <a:endParaRPr lang="en-US" sz="800" dirty="0"/>
          </a:p>
        </p:txBody>
      </p:sp>
      <p:sp>
        <p:nvSpPr>
          <p:cNvPr id="174" name="Text 170"/>
          <p:cNvSpPr/>
          <p:nvPr/>
        </p:nvSpPr>
        <p:spPr>
          <a:xfrm>
            <a:off x="3860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-3.27</a:t>
            </a:r>
            <a:endParaRPr lang="en-US" sz="800" dirty="0"/>
          </a:p>
        </p:txBody>
      </p:sp>
      <p:sp>
        <p:nvSpPr>
          <p:cNvPr id="175" name="Text 171"/>
          <p:cNvSpPr/>
          <p:nvPr/>
        </p:nvSpPr>
        <p:spPr>
          <a:xfrm>
            <a:off x="4368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-4.19</a:t>
            </a:r>
            <a:endParaRPr lang="en-US" sz="800" dirty="0"/>
          </a:p>
        </p:txBody>
      </p:sp>
      <p:sp>
        <p:nvSpPr>
          <p:cNvPr id="176" name="Text 172"/>
          <p:cNvSpPr/>
          <p:nvPr/>
        </p:nvSpPr>
        <p:spPr>
          <a:xfrm>
            <a:off x="4876800" y="4470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-5.03</a:t>
            </a:r>
            <a:endParaRPr lang="en-US" sz="800" dirty="0"/>
          </a:p>
        </p:txBody>
      </p:sp>
      <p:sp>
        <p:nvSpPr>
          <p:cNvPr id="177" name="Text 173"/>
          <p:cNvSpPr/>
          <p:nvPr/>
        </p:nvSpPr>
        <p:spPr>
          <a:xfrm>
            <a:off x="53975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-5.77</a:t>
            </a:r>
            <a:endParaRPr lang="en-US" sz="800" dirty="0"/>
          </a:p>
        </p:txBody>
      </p:sp>
      <p:sp>
        <p:nvSpPr>
          <p:cNvPr id="178" name="Text 174"/>
          <p:cNvSpPr/>
          <p:nvPr/>
        </p:nvSpPr>
        <p:spPr>
          <a:xfrm>
            <a:off x="59055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-6.41</a:t>
            </a:r>
            <a:endParaRPr lang="en-US" sz="800" dirty="0"/>
          </a:p>
        </p:txBody>
      </p:sp>
      <p:sp>
        <p:nvSpPr>
          <p:cNvPr id="179" name="Text 175"/>
          <p:cNvSpPr/>
          <p:nvPr/>
        </p:nvSpPr>
        <p:spPr>
          <a:xfrm>
            <a:off x="6413500" y="4470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-6.95</a:t>
            </a:r>
            <a:endParaRPr lang="en-US" sz="800" dirty="0"/>
          </a:p>
        </p:txBody>
      </p:sp>
      <p:sp>
        <p:nvSpPr>
          <p:cNvPr id="180" name="Text 176"/>
          <p:cNvSpPr/>
          <p:nvPr/>
        </p:nvSpPr>
        <p:spPr>
          <a:xfrm>
            <a:off x="69342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-7.39</a:t>
            </a:r>
            <a:endParaRPr lang="en-US" sz="800" dirty="0"/>
          </a:p>
        </p:txBody>
      </p:sp>
      <p:sp>
        <p:nvSpPr>
          <p:cNvPr id="181" name="Text 177"/>
          <p:cNvSpPr/>
          <p:nvPr/>
        </p:nvSpPr>
        <p:spPr>
          <a:xfrm>
            <a:off x="74422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-7.72</a:t>
            </a:r>
            <a:endParaRPr lang="en-US" sz="800" dirty="0"/>
          </a:p>
        </p:txBody>
      </p:sp>
      <p:sp>
        <p:nvSpPr>
          <p:cNvPr id="182" name="Text 178"/>
          <p:cNvSpPr/>
          <p:nvPr/>
        </p:nvSpPr>
        <p:spPr>
          <a:xfrm>
            <a:off x="79502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183" name="Text 179"/>
          <p:cNvSpPr/>
          <p:nvPr/>
        </p:nvSpPr>
        <p:spPr>
          <a:xfrm>
            <a:off x="8458200" y="4470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184" name="Text 180"/>
          <p:cNvSpPr/>
          <p:nvPr/>
        </p:nvSpPr>
        <p:spPr>
          <a:xfrm>
            <a:off x="89789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185" name="Text 181"/>
          <p:cNvSpPr/>
          <p:nvPr/>
        </p:nvSpPr>
        <p:spPr>
          <a:xfrm>
            <a:off x="94869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186" name="Text 182"/>
          <p:cNvSpPr/>
          <p:nvPr/>
        </p:nvSpPr>
        <p:spPr>
          <a:xfrm>
            <a:off x="99949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187" name="Text 183"/>
          <p:cNvSpPr/>
          <p:nvPr/>
        </p:nvSpPr>
        <p:spPr>
          <a:xfrm>
            <a:off x="105029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188" name="Text 184"/>
          <p:cNvSpPr/>
          <p:nvPr/>
        </p:nvSpPr>
        <p:spPr>
          <a:xfrm>
            <a:off x="1117600" y="47752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x-delta</a:t>
            </a:r>
            <a:endParaRPr lang="en-US" sz="800" dirty="0"/>
          </a:p>
        </p:txBody>
      </p:sp>
      <p:sp>
        <p:nvSpPr>
          <p:cNvPr id="189" name="Text 185"/>
          <p:cNvSpPr/>
          <p:nvPr/>
        </p:nvSpPr>
        <p:spPr>
          <a:xfrm>
            <a:off x="1816100" y="4775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-11.1</a:t>
            </a:r>
            <a:endParaRPr lang="en-US" sz="800" dirty="0"/>
          </a:p>
        </p:txBody>
      </p:sp>
      <p:sp>
        <p:nvSpPr>
          <p:cNvPr id="190" name="Text 186"/>
          <p:cNvSpPr/>
          <p:nvPr/>
        </p:nvSpPr>
        <p:spPr>
          <a:xfrm>
            <a:off x="2336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</a:t>
            </a:r>
            <a:endParaRPr lang="en-US" sz="800" dirty="0"/>
          </a:p>
        </p:txBody>
      </p:sp>
      <p:sp>
        <p:nvSpPr>
          <p:cNvPr id="191" name="Text 187"/>
          <p:cNvSpPr/>
          <p:nvPr/>
        </p:nvSpPr>
        <p:spPr>
          <a:xfrm>
            <a:off x="2844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-10.9</a:t>
            </a:r>
            <a:endParaRPr lang="en-US" sz="800" dirty="0"/>
          </a:p>
        </p:txBody>
      </p:sp>
      <p:sp>
        <p:nvSpPr>
          <p:cNvPr id="192" name="Text 188"/>
          <p:cNvSpPr/>
          <p:nvPr/>
        </p:nvSpPr>
        <p:spPr>
          <a:xfrm>
            <a:off x="3352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-10.8</a:t>
            </a:r>
            <a:endParaRPr lang="en-US" sz="800" dirty="0"/>
          </a:p>
        </p:txBody>
      </p:sp>
      <p:sp>
        <p:nvSpPr>
          <p:cNvPr id="193" name="Text 189"/>
          <p:cNvSpPr/>
          <p:nvPr/>
        </p:nvSpPr>
        <p:spPr>
          <a:xfrm>
            <a:off x="3860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-10.7</a:t>
            </a:r>
            <a:endParaRPr lang="en-US" sz="800" dirty="0"/>
          </a:p>
        </p:txBody>
      </p:sp>
      <p:sp>
        <p:nvSpPr>
          <p:cNvPr id="194" name="Text 190"/>
          <p:cNvSpPr/>
          <p:nvPr/>
        </p:nvSpPr>
        <p:spPr>
          <a:xfrm>
            <a:off x="4368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-10.6</a:t>
            </a:r>
            <a:endParaRPr lang="en-US" sz="800" dirty="0"/>
          </a:p>
        </p:txBody>
      </p:sp>
      <p:sp>
        <p:nvSpPr>
          <p:cNvPr id="195" name="Text 191"/>
          <p:cNvSpPr/>
          <p:nvPr/>
        </p:nvSpPr>
        <p:spPr>
          <a:xfrm>
            <a:off x="4876800" y="4775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</a:t>
            </a:r>
            <a:endParaRPr lang="en-US" sz="800" dirty="0"/>
          </a:p>
        </p:txBody>
      </p:sp>
      <p:sp>
        <p:nvSpPr>
          <p:cNvPr id="196" name="Text 192"/>
          <p:cNvSpPr/>
          <p:nvPr/>
        </p:nvSpPr>
        <p:spPr>
          <a:xfrm>
            <a:off x="53975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800" dirty="0"/>
          </a:p>
        </p:txBody>
      </p:sp>
      <p:sp>
        <p:nvSpPr>
          <p:cNvPr id="197" name="Text 193"/>
          <p:cNvSpPr/>
          <p:nvPr/>
        </p:nvSpPr>
        <p:spPr>
          <a:xfrm>
            <a:off x="59055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</a:t>
            </a:r>
            <a:endParaRPr lang="en-US" sz="800" dirty="0"/>
          </a:p>
        </p:txBody>
      </p:sp>
      <p:sp>
        <p:nvSpPr>
          <p:cNvPr id="198" name="Text 194"/>
          <p:cNvSpPr/>
          <p:nvPr/>
        </p:nvSpPr>
        <p:spPr>
          <a:xfrm>
            <a:off x="6413500" y="4775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-10.2</a:t>
            </a:r>
            <a:endParaRPr lang="en-US" sz="800" dirty="0"/>
          </a:p>
        </p:txBody>
      </p:sp>
      <p:sp>
        <p:nvSpPr>
          <p:cNvPr id="199" name="Text 195"/>
          <p:cNvSpPr/>
          <p:nvPr/>
        </p:nvSpPr>
        <p:spPr>
          <a:xfrm>
            <a:off x="69342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-10.1</a:t>
            </a:r>
            <a:endParaRPr lang="en-US" sz="800" dirty="0"/>
          </a:p>
        </p:txBody>
      </p:sp>
      <p:sp>
        <p:nvSpPr>
          <p:cNvPr id="200" name="Text 196"/>
          <p:cNvSpPr/>
          <p:nvPr/>
        </p:nvSpPr>
        <p:spPr>
          <a:xfrm>
            <a:off x="74422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800" dirty="0"/>
          </a:p>
        </p:txBody>
      </p:sp>
      <p:sp>
        <p:nvSpPr>
          <p:cNvPr id="201" name="Text 197"/>
          <p:cNvSpPr/>
          <p:nvPr/>
        </p:nvSpPr>
        <p:spPr>
          <a:xfrm>
            <a:off x="79502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-9.9</a:t>
            </a:r>
            <a:endParaRPr lang="en-US" sz="800" dirty="0"/>
          </a:p>
        </p:txBody>
      </p:sp>
      <p:sp>
        <p:nvSpPr>
          <p:cNvPr id="202" name="Text 198"/>
          <p:cNvSpPr/>
          <p:nvPr/>
        </p:nvSpPr>
        <p:spPr>
          <a:xfrm>
            <a:off x="8458200" y="4775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03" name="Text 199"/>
          <p:cNvSpPr/>
          <p:nvPr/>
        </p:nvSpPr>
        <p:spPr>
          <a:xfrm>
            <a:off x="89789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04" name="Text 200"/>
          <p:cNvSpPr/>
          <p:nvPr/>
        </p:nvSpPr>
        <p:spPr>
          <a:xfrm>
            <a:off x="94869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05" name="Text 201"/>
          <p:cNvSpPr/>
          <p:nvPr/>
        </p:nvSpPr>
        <p:spPr>
          <a:xfrm>
            <a:off x="99949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06" name="Text 202"/>
          <p:cNvSpPr/>
          <p:nvPr/>
        </p:nvSpPr>
        <p:spPr>
          <a:xfrm>
            <a:off x="105029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07" name="Text 203"/>
          <p:cNvSpPr/>
          <p:nvPr/>
        </p:nvSpPr>
        <p:spPr>
          <a:xfrm>
            <a:off x="1117600" y="50038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f(x-delta)</a:t>
            </a:r>
            <a:endParaRPr lang="en-US" sz="800" dirty="0"/>
          </a:p>
        </p:txBody>
      </p:sp>
      <p:sp>
        <p:nvSpPr>
          <p:cNvPr id="208" name="Text 204"/>
          <p:cNvSpPr/>
          <p:nvPr/>
        </p:nvSpPr>
        <p:spPr>
          <a:xfrm>
            <a:off x="1816100" y="5003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</a:t>
            </a:r>
            <a:endParaRPr lang="en-US" sz="800" dirty="0"/>
          </a:p>
        </p:txBody>
      </p:sp>
      <p:sp>
        <p:nvSpPr>
          <p:cNvPr id="209" name="Text 205"/>
          <p:cNvSpPr/>
          <p:nvPr/>
        </p:nvSpPr>
        <p:spPr>
          <a:xfrm>
            <a:off x="2336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</a:t>
            </a:r>
            <a:endParaRPr lang="en-US" sz="800" dirty="0"/>
          </a:p>
        </p:txBody>
      </p:sp>
      <p:sp>
        <p:nvSpPr>
          <p:cNvPr id="210" name="Text 206"/>
          <p:cNvSpPr/>
          <p:nvPr/>
        </p:nvSpPr>
        <p:spPr>
          <a:xfrm>
            <a:off x="2844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-0.04</a:t>
            </a:r>
            <a:endParaRPr lang="en-US" sz="800" dirty="0"/>
          </a:p>
        </p:txBody>
      </p:sp>
      <p:sp>
        <p:nvSpPr>
          <p:cNvPr id="211" name="Text 207"/>
          <p:cNvSpPr/>
          <p:nvPr/>
        </p:nvSpPr>
        <p:spPr>
          <a:xfrm>
            <a:off x="3352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-1.19</a:t>
            </a:r>
            <a:endParaRPr lang="en-US" sz="800" dirty="0"/>
          </a:p>
        </p:txBody>
      </p:sp>
      <p:sp>
        <p:nvSpPr>
          <p:cNvPr id="212" name="Text 208"/>
          <p:cNvSpPr/>
          <p:nvPr/>
        </p:nvSpPr>
        <p:spPr>
          <a:xfrm>
            <a:off x="3860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-2.26</a:t>
            </a:r>
            <a:endParaRPr lang="en-US" sz="800" dirty="0"/>
          </a:p>
        </p:txBody>
      </p:sp>
      <p:sp>
        <p:nvSpPr>
          <p:cNvPr id="213" name="Text 209"/>
          <p:cNvSpPr/>
          <p:nvPr/>
        </p:nvSpPr>
        <p:spPr>
          <a:xfrm>
            <a:off x="4368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-3.27</a:t>
            </a:r>
            <a:endParaRPr lang="en-US" sz="800" dirty="0"/>
          </a:p>
        </p:txBody>
      </p:sp>
      <p:sp>
        <p:nvSpPr>
          <p:cNvPr id="214" name="Text 210"/>
          <p:cNvSpPr/>
          <p:nvPr/>
        </p:nvSpPr>
        <p:spPr>
          <a:xfrm>
            <a:off x="4876800" y="5003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-4.19</a:t>
            </a:r>
            <a:endParaRPr lang="en-US" sz="800" dirty="0"/>
          </a:p>
        </p:txBody>
      </p:sp>
      <p:sp>
        <p:nvSpPr>
          <p:cNvPr id="215" name="Text 211"/>
          <p:cNvSpPr/>
          <p:nvPr/>
        </p:nvSpPr>
        <p:spPr>
          <a:xfrm>
            <a:off x="53975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-5.03</a:t>
            </a:r>
            <a:endParaRPr lang="en-US" sz="800" dirty="0"/>
          </a:p>
        </p:txBody>
      </p:sp>
      <p:sp>
        <p:nvSpPr>
          <p:cNvPr id="216" name="Text 212"/>
          <p:cNvSpPr/>
          <p:nvPr/>
        </p:nvSpPr>
        <p:spPr>
          <a:xfrm>
            <a:off x="59055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-5.77</a:t>
            </a:r>
            <a:endParaRPr lang="en-US" sz="800" dirty="0"/>
          </a:p>
        </p:txBody>
      </p:sp>
      <p:sp>
        <p:nvSpPr>
          <p:cNvPr id="217" name="Text 213"/>
          <p:cNvSpPr/>
          <p:nvPr/>
        </p:nvSpPr>
        <p:spPr>
          <a:xfrm>
            <a:off x="6413500" y="5003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-6.41</a:t>
            </a:r>
            <a:endParaRPr lang="en-US" sz="800" dirty="0"/>
          </a:p>
        </p:txBody>
      </p:sp>
      <p:sp>
        <p:nvSpPr>
          <p:cNvPr id="218" name="Text 214"/>
          <p:cNvSpPr/>
          <p:nvPr/>
        </p:nvSpPr>
        <p:spPr>
          <a:xfrm>
            <a:off x="69342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-6.95</a:t>
            </a:r>
            <a:endParaRPr lang="en-US" sz="800" dirty="0"/>
          </a:p>
        </p:txBody>
      </p:sp>
      <p:sp>
        <p:nvSpPr>
          <p:cNvPr id="219" name="Text 215"/>
          <p:cNvSpPr/>
          <p:nvPr/>
        </p:nvSpPr>
        <p:spPr>
          <a:xfrm>
            <a:off x="74422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-7.39</a:t>
            </a:r>
            <a:endParaRPr lang="en-US" sz="800" dirty="0"/>
          </a:p>
        </p:txBody>
      </p:sp>
      <p:sp>
        <p:nvSpPr>
          <p:cNvPr id="220" name="Text 216"/>
          <p:cNvSpPr/>
          <p:nvPr/>
        </p:nvSpPr>
        <p:spPr>
          <a:xfrm>
            <a:off x="79502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-7.72</a:t>
            </a:r>
            <a:endParaRPr lang="en-US" sz="800" dirty="0"/>
          </a:p>
        </p:txBody>
      </p:sp>
      <p:sp>
        <p:nvSpPr>
          <p:cNvPr id="221" name="Text 217"/>
          <p:cNvSpPr/>
          <p:nvPr/>
        </p:nvSpPr>
        <p:spPr>
          <a:xfrm>
            <a:off x="8458200" y="5003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222" name="Text 218"/>
          <p:cNvSpPr/>
          <p:nvPr/>
        </p:nvSpPr>
        <p:spPr>
          <a:xfrm>
            <a:off x="89789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223" name="Text 219"/>
          <p:cNvSpPr/>
          <p:nvPr/>
        </p:nvSpPr>
        <p:spPr>
          <a:xfrm>
            <a:off x="94869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224" name="Text 220"/>
          <p:cNvSpPr/>
          <p:nvPr/>
        </p:nvSpPr>
        <p:spPr>
          <a:xfrm>
            <a:off x="99949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225" name="Text 221"/>
          <p:cNvSpPr/>
          <p:nvPr/>
        </p:nvSpPr>
        <p:spPr>
          <a:xfrm>
            <a:off x="105029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226" name="Text 222"/>
          <p:cNvSpPr/>
          <p:nvPr/>
        </p:nvSpPr>
        <p:spPr>
          <a:xfrm>
            <a:off x="1117600" y="53340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x+delta</a:t>
            </a:r>
            <a:endParaRPr lang="en-US" sz="800" dirty="0"/>
          </a:p>
        </p:txBody>
      </p:sp>
      <p:sp>
        <p:nvSpPr>
          <p:cNvPr id="227" name="Text 223"/>
          <p:cNvSpPr/>
          <p:nvPr/>
        </p:nvSpPr>
        <p:spPr>
          <a:xfrm>
            <a:off x="1816100" y="53340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-10.9</a:t>
            </a:r>
            <a:endParaRPr lang="en-US" sz="800" dirty="0"/>
          </a:p>
        </p:txBody>
      </p:sp>
      <p:sp>
        <p:nvSpPr>
          <p:cNvPr id="228" name="Text 224"/>
          <p:cNvSpPr/>
          <p:nvPr/>
        </p:nvSpPr>
        <p:spPr>
          <a:xfrm>
            <a:off x="2336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-10.8</a:t>
            </a:r>
            <a:endParaRPr lang="en-US" sz="800" dirty="0"/>
          </a:p>
        </p:txBody>
      </p:sp>
      <p:sp>
        <p:nvSpPr>
          <p:cNvPr id="229" name="Text 225"/>
          <p:cNvSpPr/>
          <p:nvPr/>
        </p:nvSpPr>
        <p:spPr>
          <a:xfrm>
            <a:off x="2844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-10.7</a:t>
            </a:r>
            <a:endParaRPr lang="en-US" sz="800" dirty="0"/>
          </a:p>
        </p:txBody>
      </p:sp>
      <p:sp>
        <p:nvSpPr>
          <p:cNvPr id="230" name="Text 226"/>
          <p:cNvSpPr/>
          <p:nvPr/>
        </p:nvSpPr>
        <p:spPr>
          <a:xfrm>
            <a:off x="3352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-10.6</a:t>
            </a:r>
            <a:endParaRPr lang="en-US" sz="800" dirty="0"/>
          </a:p>
        </p:txBody>
      </p:sp>
      <p:sp>
        <p:nvSpPr>
          <p:cNvPr id="231" name="Text 227"/>
          <p:cNvSpPr/>
          <p:nvPr/>
        </p:nvSpPr>
        <p:spPr>
          <a:xfrm>
            <a:off x="3860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</a:t>
            </a:r>
            <a:endParaRPr lang="en-US" sz="800" dirty="0"/>
          </a:p>
        </p:txBody>
      </p:sp>
      <p:sp>
        <p:nvSpPr>
          <p:cNvPr id="232" name="Text 228"/>
          <p:cNvSpPr/>
          <p:nvPr/>
        </p:nvSpPr>
        <p:spPr>
          <a:xfrm>
            <a:off x="4368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800" dirty="0"/>
          </a:p>
        </p:txBody>
      </p:sp>
      <p:sp>
        <p:nvSpPr>
          <p:cNvPr id="233" name="Text 229"/>
          <p:cNvSpPr/>
          <p:nvPr/>
        </p:nvSpPr>
        <p:spPr>
          <a:xfrm>
            <a:off x="4876800" y="53340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</a:t>
            </a:r>
            <a:endParaRPr lang="en-US" sz="800" dirty="0"/>
          </a:p>
        </p:txBody>
      </p:sp>
      <p:sp>
        <p:nvSpPr>
          <p:cNvPr id="234" name="Text 230"/>
          <p:cNvSpPr/>
          <p:nvPr/>
        </p:nvSpPr>
        <p:spPr>
          <a:xfrm>
            <a:off x="53975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-10.2</a:t>
            </a:r>
            <a:endParaRPr lang="en-US" sz="800" dirty="0"/>
          </a:p>
        </p:txBody>
      </p:sp>
      <p:sp>
        <p:nvSpPr>
          <p:cNvPr id="235" name="Text 231"/>
          <p:cNvSpPr/>
          <p:nvPr/>
        </p:nvSpPr>
        <p:spPr>
          <a:xfrm>
            <a:off x="59055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-10.1</a:t>
            </a:r>
            <a:endParaRPr lang="en-US" sz="800" dirty="0"/>
          </a:p>
        </p:txBody>
      </p:sp>
      <p:sp>
        <p:nvSpPr>
          <p:cNvPr id="236" name="Text 232"/>
          <p:cNvSpPr/>
          <p:nvPr/>
        </p:nvSpPr>
        <p:spPr>
          <a:xfrm>
            <a:off x="6413500" y="53340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800" dirty="0"/>
          </a:p>
        </p:txBody>
      </p:sp>
      <p:sp>
        <p:nvSpPr>
          <p:cNvPr id="237" name="Text 233"/>
          <p:cNvSpPr/>
          <p:nvPr/>
        </p:nvSpPr>
        <p:spPr>
          <a:xfrm>
            <a:off x="69342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-9.9</a:t>
            </a:r>
            <a:endParaRPr lang="en-US" sz="800" dirty="0"/>
          </a:p>
        </p:txBody>
      </p:sp>
      <p:sp>
        <p:nvSpPr>
          <p:cNvPr id="238" name="Text 234"/>
          <p:cNvSpPr/>
          <p:nvPr/>
        </p:nvSpPr>
        <p:spPr>
          <a:xfrm>
            <a:off x="74422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39" name="Text 235"/>
          <p:cNvSpPr/>
          <p:nvPr/>
        </p:nvSpPr>
        <p:spPr>
          <a:xfrm>
            <a:off x="79502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40" name="Text 236"/>
          <p:cNvSpPr/>
          <p:nvPr/>
        </p:nvSpPr>
        <p:spPr>
          <a:xfrm>
            <a:off x="8458200" y="53340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241" name="Text 237"/>
          <p:cNvSpPr/>
          <p:nvPr/>
        </p:nvSpPr>
        <p:spPr>
          <a:xfrm>
            <a:off x="89789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-9.5</a:t>
            </a:r>
            <a:endParaRPr lang="en-US" sz="800" dirty="0"/>
          </a:p>
        </p:txBody>
      </p:sp>
      <p:sp>
        <p:nvSpPr>
          <p:cNvPr id="242" name="Text 238"/>
          <p:cNvSpPr/>
          <p:nvPr/>
        </p:nvSpPr>
        <p:spPr>
          <a:xfrm>
            <a:off x="94869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243" name="Text 239"/>
          <p:cNvSpPr/>
          <p:nvPr/>
        </p:nvSpPr>
        <p:spPr>
          <a:xfrm>
            <a:off x="99949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-9.5</a:t>
            </a:r>
            <a:endParaRPr lang="en-US" sz="800" dirty="0"/>
          </a:p>
        </p:txBody>
      </p:sp>
      <p:sp>
        <p:nvSpPr>
          <p:cNvPr id="244" name="Text 240"/>
          <p:cNvSpPr/>
          <p:nvPr/>
        </p:nvSpPr>
        <p:spPr>
          <a:xfrm>
            <a:off x="105029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245" name="Text 241"/>
          <p:cNvSpPr/>
          <p:nvPr/>
        </p:nvSpPr>
        <p:spPr>
          <a:xfrm>
            <a:off x="1117600" y="55626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f(x+delta)</a:t>
            </a:r>
            <a:endParaRPr lang="en-US" sz="800" dirty="0"/>
          </a:p>
        </p:txBody>
      </p:sp>
      <p:sp>
        <p:nvSpPr>
          <p:cNvPr id="246" name="Text 242"/>
          <p:cNvSpPr/>
          <p:nvPr/>
        </p:nvSpPr>
        <p:spPr>
          <a:xfrm>
            <a:off x="1816100" y="5562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-0.04</a:t>
            </a:r>
            <a:endParaRPr lang="en-US" sz="800" dirty="0"/>
          </a:p>
        </p:txBody>
      </p:sp>
      <p:sp>
        <p:nvSpPr>
          <p:cNvPr id="247" name="Text 243"/>
          <p:cNvSpPr/>
          <p:nvPr/>
        </p:nvSpPr>
        <p:spPr>
          <a:xfrm>
            <a:off x="2336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-1.19</a:t>
            </a:r>
            <a:endParaRPr lang="en-US" sz="800" dirty="0"/>
          </a:p>
        </p:txBody>
      </p:sp>
      <p:sp>
        <p:nvSpPr>
          <p:cNvPr id="248" name="Text 244"/>
          <p:cNvSpPr/>
          <p:nvPr/>
        </p:nvSpPr>
        <p:spPr>
          <a:xfrm>
            <a:off x="2844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-2.26</a:t>
            </a:r>
            <a:endParaRPr lang="en-US" sz="800" dirty="0"/>
          </a:p>
        </p:txBody>
      </p:sp>
      <p:sp>
        <p:nvSpPr>
          <p:cNvPr id="249" name="Text 245"/>
          <p:cNvSpPr/>
          <p:nvPr/>
        </p:nvSpPr>
        <p:spPr>
          <a:xfrm>
            <a:off x="3352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-3.27</a:t>
            </a:r>
            <a:endParaRPr lang="en-US" sz="800" dirty="0"/>
          </a:p>
        </p:txBody>
      </p:sp>
      <p:sp>
        <p:nvSpPr>
          <p:cNvPr id="250" name="Text 246"/>
          <p:cNvSpPr/>
          <p:nvPr/>
        </p:nvSpPr>
        <p:spPr>
          <a:xfrm>
            <a:off x="3860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-4.19</a:t>
            </a:r>
            <a:endParaRPr lang="en-US" sz="800" dirty="0"/>
          </a:p>
        </p:txBody>
      </p:sp>
      <p:sp>
        <p:nvSpPr>
          <p:cNvPr id="251" name="Text 247"/>
          <p:cNvSpPr/>
          <p:nvPr/>
        </p:nvSpPr>
        <p:spPr>
          <a:xfrm>
            <a:off x="4368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-5.03</a:t>
            </a:r>
            <a:endParaRPr lang="en-US" sz="800" dirty="0"/>
          </a:p>
        </p:txBody>
      </p:sp>
      <p:sp>
        <p:nvSpPr>
          <p:cNvPr id="252" name="Text 248"/>
          <p:cNvSpPr/>
          <p:nvPr/>
        </p:nvSpPr>
        <p:spPr>
          <a:xfrm>
            <a:off x="4876800" y="5562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-5.77</a:t>
            </a:r>
            <a:endParaRPr lang="en-US" sz="800" dirty="0"/>
          </a:p>
        </p:txBody>
      </p:sp>
      <p:sp>
        <p:nvSpPr>
          <p:cNvPr id="253" name="Text 249"/>
          <p:cNvSpPr/>
          <p:nvPr/>
        </p:nvSpPr>
        <p:spPr>
          <a:xfrm>
            <a:off x="53975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-6.41</a:t>
            </a:r>
            <a:endParaRPr lang="en-US" sz="800" dirty="0"/>
          </a:p>
        </p:txBody>
      </p:sp>
      <p:sp>
        <p:nvSpPr>
          <p:cNvPr id="254" name="Text 250"/>
          <p:cNvSpPr/>
          <p:nvPr/>
        </p:nvSpPr>
        <p:spPr>
          <a:xfrm>
            <a:off x="59055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-6.95</a:t>
            </a:r>
            <a:endParaRPr lang="en-US" sz="800" dirty="0"/>
          </a:p>
        </p:txBody>
      </p:sp>
      <p:sp>
        <p:nvSpPr>
          <p:cNvPr id="255" name="Text 251"/>
          <p:cNvSpPr/>
          <p:nvPr/>
        </p:nvSpPr>
        <p:spPr>
          <a:xfrm>
            <a:off x="6413500" y="5562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-7.39</a:t>
            </a:r>
            <a:endParaRPr lang="en-US" sz="800" dirty="0"/>
          </a:p>
        </p:txBody>
      </p:sp>
      <p:sp>
        <p:nvSpPr>
          <p:cNvPr id="256" name="Text 252"/>
          <p:cNvSpPr/>
          <p:nvPr/>
        </p:nvSpPr>
        <p:spPr>
          <a:xfrm>
            <a:off x="69342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-7.72</a:t>
            </a:r>
            <a:endParaRPr lang="en-US" sz="800" dirty="0"/>
          </a:p>
        </p:txBody>
      </p:sp>
      <p:sp>
        <p:nvSpPr>
          <p:cNvPr id="257" name="Text 253"/>
          <p:cNvSpPr/>
          <p:nvPr/>
        </p:nvSpPr>
        <p:spPr>
          <a:xfrm>
            <a:off x="74422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258" name="Text 254"/>
          <p:cNvSpPr/>
          <p:nvPr/>
        </p:nvSpPr>
        <p:spPr>
          <a:xfrm>
            <a:off x="79502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259" name="Text 255"/>
          <p:cNvSpPr/>
          <p:nvPr/>
        </p:nvSpPr>
        <p:spPr>
          <a:xfrm>
            <a:off x="8458200" y="5562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260" name="Text 256"/>
          <p:cNvSpPr/>
          <p:nvPr/>
        </p:nvSpPr>
        <p:spPr>
          <a:xfrm>
            <a:off x="89789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-8.05</a:t>
            </a:r>
            <a:endParaRPr lang="en-US" sz="800" dirty="0"/>
          </a:p>
        </p:txBody>
      </p:sp>
      <p:sp>
        <p:nvSpPr>
          <p:cNvPr id="261" name="Text 257"/>
          <p:cNvSpPr/>
          <p:nvPr/>
        </p:nvSpPr>
        <p:spPr>
          <a:xfrm>
            <a:off x="94869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262" name="Text 258"/>
          <p:cNvSpPr/>
          <p:nvPr/>
        </p:nvSpPr>
        <p:spPr>
          <a:xfrm>
            <a:off x="99949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-8.05</a:t>
            </a:r>
            <a:endParaRPr lang="en-US" sz="800" dirty="0"/>
          </a:p>
        </p:txBody>
      </p:sp>
      <p:sp>
        <p:nvSpPr>
          <p:cNvPr id="263" name="Text 259"/>
          <p:cNvSpPr/>
          <p:nvPr/>
        </p:nvSpPr>
        <p:spPr>
          <a:xfrm>
            <a:off x="105029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264" name="Text 260"/>
          <p:cNvSpPr/>
          <p:nvPr/>
        </p:nvSpPr>
        <p:spPr>
          <a:xfrm>
            <a:off x="1117600" y="58674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endParaRPr lang="en-US" sz="800" dirty="0"/>
          </a:p>
        </p:txBody>
      </p:sp>
      <p:sp>
        <p:nvSpPr>
          <p:cNvPr id="265" name="Text 261"/>
          <p:cNvSpPr/>
          <p:nvPr/>
        </p:nvSpPr>
        <p:spPr>
          <a:xfrm>
            <a:off x="1816100" y="5867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-24.3</a:t>
            </a:r>
            <a:endParaRPr lang="en-US" sz="800" dirty="0"/>
          </a:p>
        </p:txBody>
      </p:sp>
      <p:sp>
        <p:nvSpPr>
          <p:cNvPr id="266" name="Text 262"/>
          <p:cNvSpPr/>
          <p:nvPr/>
        </p:nvSpPr>
        <p:spPr>
          <a:xfrm>
            <a:off x="2336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-23.4</a:t>
            </a:r>
            <a:endParaRPr lang="en-US" sz="800" dirty="0"/>
          </a:p>
        </p:txBody>
      </p:sp>
      <p:sp>
        <p:nvSpPr>
          <p:cNvPr id="267" name="Text 263"/>
          <p:cNvSpPr/>
          <p:nvPr/>
        </p:nvSpPr>
        <p:spPr>
          <a:xfrm>
            <a:off x="2844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-22.2</a:t>
            </a:r>
            <a:endParaRPr lang="en-US" sz="800" dirty="0"/>
          </a:p>
        </p:txBody>
      </p:sp>
      <p:sp>
        <p:nvSpPr>
          <p:cNvPr id="268" name="Text 264"/>
          <p:cNvSpPr/>
          <p:nvPr/>
        </p:nvSpPr>
        <p:spPr>
          <a:xfrm>
            <a:off x="3352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-20.8</a:t>
            </a:r>
            <a:endParaRPr lang="en-US" sz="800" dirty="0"/>
          </a:p>
        </p:txBody>
      </p:sp>
      <p:sp>
        <p:nvSpPr>
          <p:cNvPr id="269" name="Text 265"/>
          <p:cNvSpPr/>
          <p:nvPr/>
        </p:nvSpPr>
        <p:spPr>
          <a:xfrm>
            <a:off x="3860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-19.3</a:t>
            </a:r>
            <a:endParaRPr lang="en-US" sz="800" dirty="0"/>
          </a:p>
        </p:txBody>
      </p:sp>
      <p:sp>
        <p:nvSpPr>
          <p:cNvPr id="270" name="Text 266"/>
          <p:cNvSpPr/>
          <p:nvPr/>
        </p:nvSpPr>
        <p:spPr>
          <a:xfrm>
            <a:off x="4368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-17.6</a:t>
            </a:r>
            <a:endParaRPr lang="en-US" sz="800" dirty="0"/>
          </a:p>
        </p:txBody>
      </p:sp>
      <p:sp>
        <p:nvSpPr>
          <p:cNvPr id="271" name="Text 267"/>
          <p:cNvSpPr/>
          <p:nvPr/>
        </p:nvSpPr>
        <p:spPr>
          <a:xfrm>
            <a:off x="4876800" y="5867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-15.8</a:t>
            </a:r>
            <a:endParaRPr lang="en-US" sz="800" dirty="0"/>
          </a:p>
        </p:txBody>
      </p:sp>
      <p:sp>
        <p:nvSpPr>
          <p:cNvPr id="272" name="Text 268"/>
          <p:cNvSpPr/>
          <p:nvPr/>
        </p:nvSpPr>
        <p:spPr>
          <a:xfrm>
            <a:off x="53975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-13.8</a:t>
            </a:r>
            <a:endParaRPr lang="en-US" sz="800" dirty="0"/>
          </a:p>
        </p:txBody>
      </p:sp>
      <p:sp>
        <p:nvSpPr>
          <p:cNvPr id="273" name="Text 269"/>
          <p:cNvSpPr/>
          <p:nvPr/>
        </p:nvSpPr>
        <p:spPr>
          <a:xfrm>
            <a:off x="59055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-11.8</a:t>
            </a:r>
            <a:endParaRPr lang="en-US" sz="800" dirty="0"/>
          </a:p>
        </p:txBody>
      </p:sp>
      <p:sp>
        <p:nvSpPr>
          <p:cNvPr id="274" name="Text 270"/>
          <p:cNvSpPr/>
          <p:nvPr/>
        </p:nvSpPr>
        <p:spPr>
          <a:xfrm>
            <a:off x="6413500" y="5867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75" name="Text 271"/>
          <p:cNvSpPr/>
          <p:nvPr/>
        </p:nvSpPr>
        <p:spPr>
          <a:xfrm>
            <a:off x="69342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-7.7</a:t>
            </a:r>
            <a:endParaRPr lang="en-US" sz="800" dirty="0"/>
          </a:p>
        </p:txBody>
      </p:sp>
      <p:sp>
        <p:nvSpPr>
          <p:cNvPr id="276" name="Text 272"/>
          <p:cNvSpPr/>
          <p:nvPr/>
        </p:nvSpPr>
        <p:spPr>
          <a:xfrm>
            <a:off x="74422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</a:t>
            </a:r>
            <a:endParaRPr lang="en-US" sz="800" dirty="0"/>
          </a:p>
        </p:txBody>
      </p:sp>
      <p:sp>
        <p:nvSpPr>
          <p:cNvPr id="277" name="Text 273"/>
          <p:cNvSpPr/>
          <p:nvPr/>
        </p:nvSpPr>
        <p:spPr>
          <a:xfrm>
            <a:off x="79502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-3.6</a:t>
            </a:r>
            <a:endParaRPr lang="en-US" sz="800" dirty="0"/>
          </a:p>
        </p:txBody>
      </p:sp>
      <p:sp>
        <p:nvSpPr>
          <p:cNvPr id="278" name="Text 274"/>
          <p:cNvSpPr/>
          <p:nvPr/>
        </p:nvSpPr>
        <p:spPr>
          <a:xfrm>
            <a:off x="8458200" y="5867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</a:t>
            </a:r>
            <a:endParaRPr lang="en-US" sz="800" dirty="0"/>
          </a:p>
        </p:txBody>
      </p:sp>
      <p:sp>
        <p:nvSpPr>
          <p:cNvPr id="279" name="Text 275"/>
          <p:cNvSpPr/>
          <p:nvPr/>
        </p:nvSpPr>
        <p:spPr>
          <a:xfrm>
            <a:off x="89789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280" name="Text 276"/>
          <p:cNvSpPr/>
          <p:nvPr/>
        </p:nvSpPr>
        <p:spPr>
          <a:xfrm>
            <a:off x="94869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</a:t>
            </a:r>
            <a:endParaRPr lang="en-US" sz="800" dirty="0"/>
          </a:p>
        </p:txBody>
      </p:sp>
      <p:sp>
        <p:nvSpPr>
          <p:cNvPr id="281" name="Text 277"/>
          <p:cNvSpPr/>
          <p:nvPr/>
        </p:nvSpPr>
        <p:spPr>
          <a:xfrm>
            <a:off x="99949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282" name="Text 278"/>
          <p:cNvSpPr/>
          <p:nvPr/>
        </p:nvSpPr>
        <p:spPr>
          <a:xfrm>
            <a:off x="105029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</a:t>
            </a:r>
            <a:endParaRPr lang="en-US" sz="800" dirty="0"/>
          </a:p>
        </p:txBody>
      </p:sp>
      <p:sp>
        <p:nvSpPr>
          <p:cNvPr id="283" name="Text 279"/>
          <p:cNvSpPr/>
          <p:nvPr/>
        </p:nvSpPr>
        <p:spPr>
          <a:xfrm>
            <a:off x="1117600" y="61722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x</a:t>
            </a:r>
            <a:endParaRPr lang="en-US" sz="800" dirty="0"/>
          </a:p>
        </p:txBody>
      </p:sp>
      <p:sp>
        <p:nvSpPr>
          <p:cNvPr id="284" name="Text 280"/>
          <p:cNvSpPr/>
          <p:nvPr/>
        </p:nvSpPr>
        <p:spPr>
          <a:xfrm>
            <a:off x="1816100" y="6172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-10.9</a:t>
            </a:r>
            <a:endParaRPr lang="en-US" sz="800" dirty="0"/>
          </a:p>
        </p:txBody>
      </p:sp>
      <p:sp>
        <p:nvSpPr>
          <p:cNvPr id="285" name="Text 281"/>
          <p:cNvSpPr/>
          <p:nvPr/>
        </p:nvSpPr>
        <p:spPr>
          <a:xfrm>
            <a:off x="2336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-10.8</a:t>
            </a:r>
            <a:endParaRPr lang="en-US" sz="800" dirty="0"/>
          </a:p>
        </p:txBody>
      </p:sp>
      <p:sp>
        <p:nvSpPr>
          <p:cNvPr id="286" name="Text 282"/>
          <p:cNvSpPr/>
          <p:nvPr/>
        </p:nvSpPr>
        <p:spPr>
          <a:xfrm>
            <a:off x="2844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-10.7</a:t>
            </a:r>
            <a:endParaRPr lang="en-US" sz="800" dirty="0"/>
          </a:p>
        </p:txBody>
      </p:sp>
      <p:sp>
        <p:nvSpPr>
          <p:cNvPr id="287" name="Text 283"/>
          <p:cNvSpPr/>
          <p:nvPr/>
        </p:nvSpPr>
        <p:spPr>
          <a:xfrm>
            <a:off x="3352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-10.6</a:t>
            </a:r>
            <a:endParaRPr lang="en-US" sz="800" dirty="0"/>
          </a:p>
        </p:txBody>
      </p:sp>
      <p:sp>
        <p:nvSpPr>
          <p:cNvPr id="288" name="Text 284"/>
          <p:cNvSpPr/>
          <p:nvPr/>
        </p:nvSpPr>
        <p:spPr>
          <a:xfrm>
            <a:off x="3860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</a:t>
            </a:r>
            <a:endParaRPr lang="en-US" sz="800" dirty="0"/>
          </a:p>
        </p:txBody>
      </p:sp>
      <p:sp>
        <p:nvSpPr>
          <p:cNvPr id="289" name="Text 285"/>
          <p:cNvSpPr/>
          <p:nvPr/>
        </p:nvSpPr>
        <p:spPr>
          <a:xfrm>
            <a:off x="4368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800" dirty="0"/>
          </a:p>
        </p:txBody>
      </p:sp>
      <p:sp>
        <p:nvSpPr>
          <p:cNvPr id="290" name="Text 286"/>
          <p:cNvSpPr/>
          <p:nvPr/>
        </p:nvSpPr>
        <p:spPr>
          <a:xfrm>
            <a:off x="4876800" y="6172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</a:t>
            </a:r>
            <a:endParaRPr lang="en-US" sz="800" dirty="0"/>
          </a:p>
        </p:txBody>
      </p:sp>
      <p:sp>
        <p:nvSpPr>
          <p:cNvPr id="291" name="Text 287"/>
          <p:cNvSpPr/>
          <p:nvPr/>
        </p:nvSpPr>
        <p:spPr>
          <a:xfrm>
            <a:off x="53975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-10.2</a:t>
            </a:r>
            <a:endParaRPr lang="en-US" sz="800" dirty="0"/>
          </a:p>
        </p:txBody>
      </p:sp>
      <p:sp>
        <p:nvSpPr>
          <p:cNvPr id="292" name="Text 288"/>
          <p:cNvSpPr/>
          <p:nvPr/>
        </p:nvSpPr>
        <p:spPr>
          <a:xfrm>
            <a:off x="59055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-10.1</a:t>
            </a:r>
            <a:endParaRPr lang="en-US" sz="800" dirty="0"/>
          </a:p>
        </p:txBody>
      </p:sp>
      <p:sp>
        <p:nvSpPr>
          <p:cNvPr id="293" name="Text 289"/>
          <p:cNvSpPr/>
          <p:nvPr/>
        </p:nvSpPr>
        <p:spPr>
          <a:xfrm>
            <a:off x="6413500" y="6172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800" dirty="0"/>
          </a:p>
        </p:txBody>
      </p:sp>
      <p:sp>
        <p:nvSpPr>
          <p:cNvPr id="294" name="Text 290"/>
          <p:cNvSpPr/>
          <p:nvPr/>
        </p:nvSpPr>
        <p:spPr>
          <a:xfrm>
            <a:off x="69342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-9.9</a:t>
            </a:r>
            <a:endParaRPr lang="en-US" sz="800" dirty="0"/>
          </a:p>
        </p:txBody>
      </p:sp>
      <p:sp>
        <p:nvSpPr>
          <p:cNvPr id="295" name="Text 291"/>
          <p:cNvSpPr/>
          <p:nvPr/>
        </p:nvSpPr>
        <p:spPr>
          <a:xfrm>
            <a:off x="74422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96" name="Text 292"/>
          <p:cNvSpPr/>
          <p:nvPr/>
        </p:nvSpPr>
        <p:spPr>
          <a:xfrm>
            <a:off x="79502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97" name="Text 293"/>
          <p:cNvSpPr/>
          <p:nvPr/>
        </p:nvSpPr>
        <p:spPr>
          <a:xfrm>
            <a:off x="8458200" y="6172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298" name="Text 294"/>
          <p:cNvSpPr/>
          <p:nvPr/>
        </p:nvSpPr>
        <p:spPr>
          <a:xfrm>
            <a:off x="89789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99" name="Text 295"/>
          <p:cNvSpPr/>
          <p:nvPr/>
        </p:nvSpPr>
        <p:spPr>
          <a:xfrm>
            <a:off x="94869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300" name="Text 296"/>
          <p:cNvSpPr/>
          <p:nvPr/>
        </p:nvSpPr>
        <p:spPr>
          <a:xfrm>
            <a:off x="99949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301" name="Text 297"/>
          <p:cNvSpPr/>
          <p:nvPr/>
        </p:nvSpPr>
        <p:spPr>
          <a:xfrm>
            <a:off x="105029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2026-10-24T20:07:10Z</dcterms:created>
  <dcterms:modified xsi:type="dcterms:W3CDTF">2026-10-24T20:07:10Z</dcterms:modified>
</cp:coreProperties>
</file>