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1400" y="1143000"/>
            <a:ext cx="9944100" cy="52197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3800" y="69215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50" b="1" spc="11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 Solution</a:t>
            </a:r>
            <a:endParaRPr lang="en-US" sz="2750" dirty="0"/>
          </a:p>
        </p:txBody>
      </p:sp>
      <p:sp>
        <p:nvSpPr>
          <p:cNvPr id="10" name="Text 8"/>
          <p:cNvSpPr/>
          <p:nvPr/>
        </p:nvSpPr>
        <p:spPr>
          <a:xfrm>
            <a:off x="1384300" y="13398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spc="15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 (GD) Algorithm: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854200" y="1758950"/>
            <a:ext cx="444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Start with initial </a:t>
            </a:r>
            <a:pPr algn="l" indent="0" marL="0">
              <a:buNone/>
            </a:pPr>
            <a:r>
              <a:rPr lang="en-US" sz="175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Weights (W)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854200" y="2190750"/>
            <a:ext cx="927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spc="-3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Update the weights by </a:t>
            </a:r>
            <a:pPr algn="l" indent="0" marL="0">
              <a:buNone/>
            </a:pPr>
            <a:r>
              <a:rPr lang="en-US" sz="1750" u="sng" spc="-3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along the direction of </a:t>
            </a:r>
            <a:pPr algn="l" indent="0" marL="0">
              <a:buNone/>
            </a:pPr>
            <a:r>
              <a:rPr lang="en-US" sz="1750" b="1" u="sng" spc="-3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gradient</a:t>
            </a:r>
            <a:pPr algn="l" indent="0" marL="0">
              <a:buNone/>
            </a:pPr>
            <a:r>
              <a:rPr lang="en-US" sz="1750" spc="-3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Loss function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854200" y="2609850"/>
            <a:ext cx="711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spc="11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(w.r.t. W) (</a:t>
            </a:r>
            <a:pPr algn="l" indent="0" marL="0">
              <a:buNone/>
            </a:pPr>
            <a:r>
              <a:rPr lang="en-US" sz="1750" b="1" spc="11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step is a hyper parameter,</a:t>
            </a:r>
            <a:pPr algn="l" indent="0" marL="0">
              <a:buNone/>
            </a:pPr>
            <a:r>
              <a:rPr lang="en-US" sz="1750" spc="11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750" b="1" spc="32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 Learning Rate</a:t>
            </a:r>
            <a:pPr algn="l" indent="0" marL="0">
              <a:buNone/>
            </a:pPr>
            <a:r>
              <a:rPr lang="en-US" sz="1750" spc="32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854200" y="302895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Stop when the </a:t>
            </a:r>
            <a:pPr algn="l" indent="0" marL="0">
              <a:buNone/>
            </a:pPr>
            <a:r>
              <a:rPr lang="en-US" sz="175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is </a:t>
            </a:r>
            <a:pPr algn="l" indent="0" marL="0">
              <a:buNone/>
            </a:pPr>
            <a:r>
              <a:rPr lang="en-US" sz="175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zero</a:t>
            </a:r>
            <a:pPr algn="l" indent="0" marL="0">
              <a:buNone/>
            </a:pPr>
            <a:r>
              <a:rPr lang="en-US" sz="1750" spc="27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(this is at the minimum value of the function)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384300" y="387985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spc="-15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1155700" y="4394200"/>
            <a:ext cx="88900" cy="889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5700" y="5664200"/>
            <a:ext cx="88900" cy="889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1384300" y="4286250"/>
            <a:ext cx="863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spc="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Squares </a:t>
            </a:r>
            <a:pPr algn="l" indent="0" marL="0">
              <a:buNone/>
            </a:pPr>
            <a:r>
              <a:rPr lang="en-US" sz="1750" spc="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objective function </a:t>
            </a:r>
            <a:pPr algn="l" indent="0" marL="0">
              <a:buNone/>
            </a:pPr>
            <a:r>
              <a:rPr lang="en-US" sz="1750" b="1" spc="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convex function</a:t>
            </a:r>
            <a:pPr algn="l" indent="0" marL="0">
              <a:buNone/>
            </a:pPr>
            <a:r>
              <a:rPr lang="en-US" sz="1750" spc="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(even with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384300" y="473075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spc="-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regularizer). This means it has </a:t>
            </a:r>
            <a:pPr algn="l" indent="0" marL="0">
              <a:buNone/>
            </a:pPr>
            <a:r>
              <a:rPr lang="en-US" sz="1750" b="1" spc="-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Minimum</a:t>
            </a:r>
            <a:pPr algn="l" indent="0" marL="0">
              <a:buNone/>
            </a:pPr>
            <a:r>
              <a:rPr lang="en-US" sz="1750" spc="-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(good news ).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384300" y="5543550"/>
            <a:ext cx="971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spc="1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will </a:t>
            </a:r>
            <a:pPr algn="l" indent="0" marL="0">
              <a:buNone/>
            </a:pPr>
            <a:r>
              <a:rPr lang="en-US" sz="1750" u="sng" spc="3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approximatly</a:t>
            </a:r>
            <a:pPr algn="l" indent="0" marL="0">
              <a:buNone/>
            </a:pPr>
            <a:r>
              <a:rPr lang="en-US" sz="1750" spc="1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this minimum value but at a </a:t>
            </a:r>
            <a:pPr algn="l" indent="0" marL="0">
              <a:buNone/>
            </a:pPr>
            <a:r>
              <a:rPr lang="en-US" sz="1750" u="sng" spc="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number of steps</a:t>
            </a:r>
            <a:pPr algn="l" indent="0" marL="0">
              <a:buNone/>
            </a:pPr>
            <a:r>
              <a:rPr lang="en-US" sz="1750" spc="1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depending on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384300" y="597535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used </a:t>
            </a:r>
            <a:pPr algn="l" indent="0" marL="0">
              <a:buNone/>
            </a:pPr>
            <a:r>
              <a:rPr lang="en-US" sz="1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2026-10-23T13:08:39Z</dcterms:created>
  <dcterms:modified xsi:type="dcterms:W3CDTF">2026-10-23T13:08:39Z</dcterms:modified>
</cp:coreProperties>
</file>