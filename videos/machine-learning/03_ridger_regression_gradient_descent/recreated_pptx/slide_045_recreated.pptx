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685800"/>
            <a:ext cx="8267700" cy="9525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049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843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7005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9558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2479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400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410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3350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1925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0500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19710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48920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5410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3350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61925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90500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19710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48920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5410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33350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61925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90500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19710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248920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10490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38430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67005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95580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224790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54000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378200" y="939800"/>
            <a:ext cx="101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</a:t>
            </a:r>
            <a:pPr algn="l" indent="0" marL="0">
              <a:lnSpc>
                <a:spcPts val="16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4197350" y="749300"/>
            <a:ext cx="12700" cy="5969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1" name="Shape 39"/>
          <p:cNvSpPr/>
          <p:nvPr/>
        </p:nvSpPr>
        <p:spPr>
          <a:xfrm>
            <a:off x="4464050" y="749300"/>
            <a:ext cx="12700" cy="5969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2" name="Text 40"/>
          <p:cNvSpPr/>
          <p:nvPr/>
        </p:nvSpPr>
        <p:spPr>
          <a:xfrm>
            <a:off x="4229100" y="74295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229100" y="95250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229100" y="113665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635500" y="825500"/>
            <a:ext cx="1066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400" b="1" i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</a:t>
            </a:r>
            <a:pPr algn="l" indent="0" marL="0">
              <a:lnSpc>
                <a:spcPts val="1600"/>
              </a:lnSpc>
              <a:buNone/>
            </a:pPr>
            <a:r>
              <a:rPr lang="en-US" sz="1400" b="1" i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η</a:t>
            </a:r>
            <a:pPr algn="l" indent="0" marL="0">
              <a:lnSpc>
                <a:spcPts val="1600"/>
              </a:lnSpc>
              <a:buNone/>
            </a:pPr>
            <a:r>
              <a:rPr lang="en-US" sz="1400" b="1" i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2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337300" y="990600"/>
            <a:ext cx="1371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200" spc="-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7569200" y="8001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854950" y="8001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8140700" y="8001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7518400" y="100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7804150" y="100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(7)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8089900" y="100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7518400" y="12001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7804150" y="12001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8089900" y="12001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8128000" y="1473200"/>
            <a:ext cx="177800" cy="127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7" name="Shape 55"/>
          <p:cNvSpPr/>
          <p:nvPr/>
        </p:nvSpPr>
        <p:spPr>
          <a:xfrm>
            <a:off x="8280400" y="1511300"/>
            <a:ext cx="12700" cy="889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8" name="Text 56"/>
          <p:cNvSpPr/>
          <p:nvPr/>
        </p:nvSpPr>
        <p:spPr>
          <a:xfrm>
            <a:off x="3048000" y="13843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positive, </a:t>
            </a:r>
            <a:pPr algn="l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negative, </a:t>
            </a:r>
            <a:pPr algn="l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458A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unaccepted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889000" y="1778000"/>
            <a:ext cx="2235200" cy="146050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28700" y="1866900"/>
            <a:ext cx="2006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i="1" dirty="0">
                <a:solidFill>
                  <a:srgbClr val="0000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Ugmented Vectors ( from Top )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109855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138430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167005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195580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224155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253365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09855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138430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167005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70" name="Text 68"/>
          <p:cNvSpPr/>
          <p:nvPr/>
        </p:nvSpPr>
        <p:spPr>
          <a:xfrm>
            <a:off x="195580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224155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253365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109855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74" name="Text 72"/>
          <p:cNvSpPr/>
          <p:nvPr/>
        </p:nvSpPr>
        <p:spPr>
          <a:xfrm>
            <a:off x="138430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167005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200" dirty="0"/>
          </a:p>
        </p:txBody>
      </p:sp>
      <p:sp>
        <p:nvSpPr>
          <p:cNvPr id="76" name="Text 74"/>
          <p:cNvSpPr/>
          <p:nvPr/>
        </p:nvSpPr>
        <p:spPr>
          <a:xfrm>
            <a:off x="195580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224155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253365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109855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80" name="Text 78"/>
          <p:cNvSpPr/>
          <p:nvPr/>
        </p:nvSpPr>
        <p:spPr>
          <a:xfrm>
            <a:off x="138430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167005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195580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1200" dirty="0"/>
          </a:p>
        </p:txBody>
      </p:sp>
      <p:sp>
        <p:nvSpPr>
          <p:cNvPr id="83" name="Text 81"/>
          <p:cNvSpPr/>
          <p:nvPr/>
        </p:nvSpPr>
        <p:spPr>
          <a:xfrm>
            <a:off x="224155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200" dirty="0"/>
          </a:p>
        </p:txBody>
      </p:sp>
      <p:sp>
        <p:nvSpPr>
          <p:cNvPr id="84" name="Text 82"/>
          <p:cNvSpPr/>
          <p:nvPr/>
        </p:nvSpPr>
        <p:spPr>
          <a:xfrm>
            <a:off x="253365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200" dirty="0"/>
          </a:p>
        </p:txBody>
      </p:sp>
      <p:sp>
        <p:nvSpPr>
          <p:cNvPr id="85" name="Text 83"/>
          <p:cNvSpPr/>
          <p:nvPr/>
        </p:nvSpPr>
        <p:spPr>
          <a:xfrm>
            <a:off x="114935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143510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7" name="Text 85"/>
          <p:cNvSpPr/>
          <p:nvPr/>
        </p:nvSpPr>
        <p:spPr>
          <a:xfrm>
            <a:off x="172085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8" name="Text 86"/>
          <p:cNvSpPr/>
          <p:nvPr/>
        </p:nvSpPr>
        <p:spPr>
          <a:xfrm>
            <a:off x="200660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89" name="Text 87"/>
          <p:cNvSpPr/>
          <p:nvPr/>
        </p:nvSpPr>
        <p:spPr>
          <a:xfrm>
            <a:off x="229235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90" name="Text 88"/>
          <p:cNvSpPr/>
          <p:nvPr/>
        </p:nvSpPr>
        <p:spPr>
          <a:xfrm>
            <a:off x="258445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1066800" y="3517900"/>
            <a:ext cx="1651000" cy="355600"/>
          </a:xfrm>
          <a:prstGeom prst="rect">
            <a:avLst/>
          </a:prstGeom>
          <a:solidFill>
            <a:srgbClr val="D8262C"/>
          </a:solidFill>
          <a:ln/>
        </p:spPr>
      </p:sp>
      <p:sp>
        <p:nvSpPr>
          <p:cNvPr id="92" name="Text 90"/>
          <p:cNvSpPr/>
          <p:nvPr/>
        </p:nvSpPr>
        <p:spPr>
          <a:xfrm>
            <a:off x="1066800" y="3517900"/>
            <a:ext cx="165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4</a:t>
            </a:r>
            <a:endParaRPr lang="en-US" sz="1700" dirty="0"/>
          </a:p>
        </p:txBody>
      </p:sp>
      <p:sp>
        <p:nvSpPr>
          <p:cNvPr id="93" name="Shape 91"/>
          <p:cNvSpPr/>
          <p:nvPr/>
        </p:nvSpPr>
        <p:spPr>
          <a:xfrm>
            <a:off x="812800" y="4191000"/>
            <a:ext cx="2311400" cy="1079500"/>
          </a:xfrm>
          <a:prstGeom prst="rect">
            <a:avLst/>
          </a:prstGeom>
          <a:solidFill>
            <a:srgbClr val="F8D7DA"/>
          </a:solidFill>
          <a:ln w="12700">
            <a:solidFill>
              <a:srgbClr val="D8262C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9800" y="4368800"/>
            <a:ext cx="2032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change in </a:t>
            </a:r>
            <a:pPr algn="l" indent="0" marL="0">
              <a:lnSpc>
                <a:spcPts val="2100"/>
              </a:lnSpc>
              <a:buNone/>
            </a:pPr>
            <a:r>
              <a:rPr lang="en-US" sz="19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900" dirty="0"/>
          </a:p>
        </p:txBody>
      </p:sp>
      <p:sp>
        <p:nvSpPr>
          <p:cNvPr id="95" name="Text 93"/>
          <p:cNvSpPr/>
          <p:nvPr/>
        </p:nvSpPr>
        <p:spPr>
          <a:xfrm>
            <a:off x="1079500" y="4724400"/>
            <a:ext cx="177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9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Iterations</a:t>
            </a:r>
            <a:endParaRPr lang="en-US" sz="1900" dirty="0"/>
          </a:p>
        </p:txBody>
      </p:sp>
      <p:sp>
        <p:nvSpPr>
          <p:cNvPr id="96" name="Shape 94"/>
          <p:cNvSpPr/>
          <p:nvPr/>
        </p:nvSpPr>
        <p:spPr>
          <a:xfrm>
            <a:off x="3479800" y="1765300"/>
            <a:ext cx="7353300" cy="49403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517900" y="17780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517900" y="25019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3517900" y="26289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3517900" y="33401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3517900" y="34544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3517900" y="41783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3517900" y="42926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3517900" y="50165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3517900" y="51308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3517900" y="58547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3517900" y="59690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517900" y="67056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3594100" y="2006600"/>
            <a:ext cx="6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10" name="Text 108"/>
          <p:cNvSpPr/>
          <p:nvPr/>
        </p:nvSpPr>
        <p:spPr>
          <a:xfrm>
            <a:off x="4241800" y="2006600"/>
            <a:ext cx="55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spc="300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1 1 1</a:t>
            </a:r>
            <a:endParaRPr lang="en-US" sz="1300" dirty="0"/>
          </a:p>
        </p:txBody>
      </p:sp>
      <p:sp>
        <p:nvSpPr>
          <p:cNvPr id="111" name="Shape 109"/>
          <p:cNvSpPr/>
          <p:nvPr/>
        </p:nvSpPr>
        <p:spPr>
          <a:xfrm>
            <a:off x="4819650" y="1854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4450" y="1854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13" name="Text 111"/>
          <p:cNvSpPr/>
          <p:nvPr/>
        </p:nvSpPr>
        <p:spPr>
          <a:xfrm>
            <a:off x="4832350" y="18478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14" name="Text 112"/>
          <p:cNvSpPr/>
          <p:nvPr/>
        </p:nvSpPr>
        <p:spPr>
          <a:xfrm>
            <a:off x="4832350" y="20447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15" name="Text 113"/>
          <p:cNvSpPr/>
          <p:nvPr/>
        </p:nvSpPr>
        <p:spPr>
          <a:xfrm>
            <a:off x="4832350" y="22415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16" name="Text 114"/>
          <p:cNvSpPr/>
          <p:nvPr/>
        </p:nvSpPr>
        <p:spPr>
          <a:xfrm>
            <a:off x="5219700" y="200660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10</a:t>
            </a:r>
            <a:endParaRPr lang="en-US" sz="1300" dirty="0"/>
          </a:p>
        </p:txBody>
      </p:sp>
      <p:sp>
        <p:nvSpPr>
          <p:cNvPr id="117" name="Text 115"/>
          <p:cNvSpPr/>
          <p:nvPr/>
        </p:nvSpPr>
        <p:spPr>
          <a:xfrm>
            <a:off x="6413500" y="200660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118" name="Text 116"/>
          <p:cNvSpPr/>
          <p:nvPr/>
        </p:nvSpPr>
        <p:spPr>
          <a:xfrm>
            <a:off x="6667500" y="2006600"/>
            <a:ext cx="2197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119" name="Text 117"/>
          <p:cNvSpPr/>
          <p:nvPr/>
        </p:nvSpPr>
        <p:spPr>
          <a:xfrm>
            <a:off x="8940800" y="200660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20" name="Shape 118"/>
          <p:cNvSpPr/>
          <p:nvPr/>
        </p:nvSpPr>
        <p:spPr>
          <a:xfrm>
            <a:off x="9264650" y="1854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9569450" y="1854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22" name="Text 120"/>
          <p:cNvSpPr/>
          <p:nvPr/>
        </p:nvSpPr>
        <p:spPr>
          <a:xfrm>
            <a:off x="9277350" y="18478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23" name="Text 121"/>
          <p:cNvSpPr/>
          <p:nvPr/>
        </p:nvSpPr>
        <p:spPr>
          <a:xfrm>
            <a:off x="9277350" y="20447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24" name="Text 122"/>
          <p:cNvSpPr/>
          <p:nvPr/>
        </p:nvSpPr>
        <p:spPr>
          <a:xfrm>
            <a:off x="9277350" y="22415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25" name="Text 123"/>
          <p:cNvSpPr/>
          <p:nvPr/>
        </p:nvSpPr>
        <p:spPr>
          <a:xfrm>
            <a:off x="3594100" y="2851150"/>
            <a:ext cx="6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26" name="Text 124"/>
          <p:cNvSpPr/>
          <p:nvPr/>
        </p:nvSpPr>
        <p:spPr>
          <a:xfrm>
            <a:off x="4241800" y="2851150"/>
            <a:ext cx="55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spc="300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1 2 1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4819650" y="27051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124450" y="27051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29" name="Text 127"/>
          <p:cNvSpPr/>
          <p:nvPr/>
        </p:nvSpPr>
        <p:spPr>
          <a:xfrm>
            <a:off x="4832350" y="26987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30" name="Text 128"/>
          <p:cNvSpPr/>
          <p:nvPr/>
        </p:nvSpPr>
        <p:spPr>
          <a:xfrm>
            <a:off x="4832350" y="28956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4832350" y="30924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32" name="Text 130"/>
          <p:cNvSpPr/>
          <p:nvPr/>
        </p:nvSpPr>
        <p:spPr>
          <a:xfrm>
            <a:off x="5219700" y="285115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6</a:t>
            </a:r>
            <a:endParaRPr lang="en-US" sz="1300" dirty="0"/>
          </a:p>
        </p:txBody>
      </p:sp>
      <p:sp>
        <p:nvSpPr>
          <p:cNvPr id="133" name="Text 131"/>
          <p:cNvSpPr/>
          <p:nvPr/>
        </p:nvSpPr>
        <p:spPr>
          <a:xfrm>
            <a:off x="6350000" y="285115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134" name="Text 132"/>
          <p:cNvSpPr/>
          <p:nvPr/>
        </p:nvSpPr>
        <p:spPr>
          <a:xfrm>
            <a:off x="6591300" y="2851150"/>
            <a:ext cx="2197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135" name="Text 133"/>
          <p:cNvSpPr/>
          <p:nvPr/>
        </p:nvSpPr>
        <p:spPr>
          <a:xfrm>
            <a:off x="8864600" y="285115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36" name="Shape 134"/>
          <p:cNvSpPr/>
          <p:nvPr/>
        </p:nvSpPr>
        <p:spPr>
          <a:xfrm>
            <a:off x="9201150" y="27051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9505950" y="27051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8" name="Text 136"/>
          <p:cNvSpPr/>
          <p:nvPr/>
        </p:nvSpPr>
        <p:spPr>
          <a:xfrm>
            <a:off x="9213850" y="26987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39" name="Text 137"/>
          <p:cNvSpPr/>
          <p:nvPr/>
        </p:nvSpPr>
        <p:spPr>
          <a:xfrm>
            <a:off x="9213850" y="28956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40" name="Text 138"/>
          <p:cNvSpPr/>
          <p:nvPr/>
        </p:nvSpPr>
        <p:spPr>
          <a:xfrm>
            <a:off x="9213850" y="30924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41" name="Text 139"/>
          <p:cNvSpPr/>
          <p:nvPr/>
        </p:nvSpPr>
        <p:spPr>
          <a:xfrm>
            <a:off x="3594100" y="3689350"/>
            <a:ext cx="6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42" name="Text 140"/>
          <p:cNvSpPr/>
          <p:nvPr/>
        </p:nvSpPr>
        <p:spPr>
          <a:xfrm>
            <a:off x="4241800" y="3689350"/>
            <a:ext cx="55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spc="300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1 1 2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4819650" y="35306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124450" y="35306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45" name="Text 143"/>
          <p:cNvSpPr/>
          <p:nvPr/>
        </p:nvSpPr>
        <p:spPr>
          <a:xfrm>
            <a:off x="4832350" y="35242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46" name="Text 144"/>
          <p:cNvSpPr/>
          <p:nvPr/>
        </p:nvSpPr>
        <p:spPr>
          <a:xfrm>
            <a:off x="4832350" y="37211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47" name="Text 145"/>
          <p:cNvSpPr/>
          <p:nvPr/>
        </p:nvSpPr>
        <p:spPr>
          <a:xfrm>
            <a:off x="4832350" y="391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48" name="Text 146"/>
          <p:cNvSpPr/>
          <p:nvPr/>
        </p:nvSpPr>
        <p:spPr>
          <a:xfrm>
            <a:off x="5219700" y="368935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10</a:t>
            </a:r>
            <a:endParaRPr lang="en-US" sz="1300" dirty="0"/>
          </a:p>
        </p:txBody>
      </p:sp>
      <p:sp>
        <p:nvSpPr>
          <p:cNvPr id="149" name="Text 147"/>
          <p:cNvSpPr/>
          <p:nvPr/>
        </p:nvSpPr>
        <p:spPr>
          <a:xfrm>
            <a:off x="6413500" y="368935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150" name="Text 148"/>
          <p:cNvSpPr/>
          <p:nvPr/>
        </p:nvSpPr>
        <p:spPr>
          <a:xfrm>
            <a:off x="6667500" y="3689350"/>
            <a:ext cx="2197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151" name="Text 149"/>
          <p:cNvSpPr/>
          <p:nvPr/>
        </p:nvSpPr>
        <p:spPr>
          <a:xfrm>
            <a:off x="8940800" y="368935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9271000" y="35306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53" name="Shape 151"/>
          <p:cNvSpPr/>
          <p:nvPr/>
        </p:nvSpPr>
        <p:spPr>
          <a:xfrm>
            <a:off x="9575800" y="35306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54" name="Text 152"/>
          <p:cNvSpPr/>
          <p:nvPr/>
        </p:nvSpPr>
        <p:spPr>
          <a:xfrm>
            <a:off x="9283700" y="35242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55" name="Text 153"/>
          <p:cNvSpPr/>
          <p:nvPr/>
        </p:nvSpPr>
        <p:spPr>
          <a:xfrm>
            <a:off x="9283700" y="37211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56" name="Text 154"/>
          <p:cNvSpPr/>
          <p:nvPr/>
        </p:nvSpPr>
        <p:spPr>
          <a:xfrm>
            <a:off x="9283700" y="391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57" name="Text 155"/>
          <p:cNvSpPr/>
          <p:nvPr/>
        </p:nvSpPr>
        <p:spPr>
          <a:xfrm>
            <a:off x="3594100" y="4565650"/>
            <a:ext cx="6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58" name="Text 156"/>
          <p:cNvSpPr/>
          <p:nvPr/>
        </p:nvSpPr>
        <p:spPr>
          <a:xfrm>
            <a:off x="4241800" y="4565650"/>
            <a:ext cx="55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spc="300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1 5 4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4819650" y="43688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60" name="Shape 158"/>
          <p:cNvSpPr/>
          <p:nvPr/>
        </p:nvSpPr>
        <p:spPr>
          <a:xfrm>
            <a:off x="5124450" y="43688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61" name="Text 159"/>
          <p:cNvSpPr/>
          <p:nvPr/>
        </p:nvSpPr>
        <p:spPr>
          <a:xfrm>
            <a:off x="4832350" y="43624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62" name="Text 160"/>
          <p:cNvSpPr/>
          <p:nvPr/>
        </p:nvSpPr>
        <p:spPr>
          <a:xfrm>
            <a:off x="4832350" y="45593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63" name="Text 161"/>
          <p:cNvSpPr/>
          <p:nvPr/>
        </p:nvSpPr>
        <p:spPr>
          <a:xfrm>
            <a:off x="4832350" y="47561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64" name="Text 162"/>
          <p:cNvSpPr/>
          <p:nvPr/>
        </p:nvSpPr>
        <p:spPr>
          <a:xfrm>
            <a:off x="5232400" y="456565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−6</a:t>
            </a:r>
            <a:endParaRPr lang="en-US" sz="1300" dirty="0"/>
          </a:p>
        </p:txBody>
      </p:sp>
      <p:sp>
        <p:nvSpPr>
          <p:cNvPr id="165" name="Text 163"/>
          <p:cNvSpPr/>
          <p:nvPr/>
        </p:nvSpPr>
        <p:spPr>
          <a:xfrm>
            <a:off x="6477000" y="456565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166" name="Text 164"/>
          <p:cNvSpPr/>
          <p:nvPr/>
        </p:nvSpPr>
        <p:spPr>
          <a:xfrm>
            <a:off x="6731000" y="4565650"/>
            <a:ext cx="2209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167" name="Text 165"/>
          <p:cNvSpPr/>
          <p:nvPr/>
        </p:nvSpPr>
        <p:spPr>
          <a:xfrm>
            <a:off x="9017000" y="456565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9340850" y="43688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69" name="Shape 167"/>
          <p:cNvSpPr/>
          <p:nvPr/>
        </p:nvSpPr>
        <p:spPr>
          <a:xfrm>
            <a:off x="9645650" y="43688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70" name="Text 168"/>
          <p:cNvSpPr/>
          <p:nvPr/>
        </p:nvSpPr>
        <p:spPr>
          <a:xfrm>
            <a:off x="9353550" y="43624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71" name="Text 169"/>
          <p:cNvSpPr/>
          <p:nvPr/>
        </p:nvSpPr>
        <p:spPr>
          <a:xfrm>
            <a:off x="9353550" y="45593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72" name="Text 170"/>
          <p:cNvSpPr/>
          <p:nvPr/>
        </p:nvSpPr>
        <p:spPr>
          <a:xfrm>
            <a:off x="9353550" y="47561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73" name="Text 171"/>
          <p:cNvSpPr/>
          <p:nvPr/>
        </p:nvSpPr>
        <p:spPr>
          <a:xfrm>
            <a:off x="3594100" y="5365750"/>
            <a:ext cx="6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74" name="Text 172"/>
          <p:cNvSpPr/>
          <p:nvPr/>
        </p:nvSpPr>
        <p:spPr>
          <a:xfrm>
            <a:off x="4241800" y="5365750"/>
            <a:ext cx="55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spc="300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1 6 5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4819650" y="52070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124450" y="52070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77" name="Text 175"/>
          <p:cNvSpPr/>
          <p:nvPr/>
        </p:nvSpPr>
        <p:spPr>
          <a:xfrm>
            <a:off x="4832350" y="52006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78" name="Text 176"/>
          <p:cNvSpPr/>
          <p:nvPr/>
        </p:nvSpPr>
        <p:spPr>
          <a:xfrm>
            <a:off x="4832350" y="53975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79" name="Text 177"/>
          <p:cNvSpPr/>
          <p:nvPr/>
        </p:nvSpPr>
        <p:spPr>
          <a:xfrm>
            <a:off x="4832350" y="55943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80" name="Text 178"/>
          <p:cNvSpPr/>
          <p:nvPr/>
        </p:nvSpPr>
        <p:spPr>
          <a:xfrm>
            <a:off x="5232400" y="536575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−10</a:t>
            </a:r>
            <a:endParaRPr lang="en-US" sz="1300" dirty="0"/>
          </a:p>
        </p:txBody>
      </p:sp>
      <p:sp>
        <p:nvSpPr>
          <p:cNvPr id="181" name="Text 179"/>
          <p:cNvSpPr/>
          <p:nvPr/>
        </p:nvSpPr>
        <p:spPr>
          <a:xfrm>
            <a:off x="6553200" y="536575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182" name="Text 180"/>
          <p:cNvSpPr/>
          <p:nvPr/>
        </p:nvSpPr>
        <p:spPr>
          <a:xfrm>
            <a:off x="6794500" y="5365750"/>
            <a:ext cx="2209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183" name="Text 181"/>
          <p:cNvSpPr/>
          <p:nvPr/>
        </p:nvSpPr>
        <p:spPr>
          <a:xfrm>
            <a:off x="9080500" y="536575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84" name="Shape 182"/>
          <p:cNvSpPr/>
          <p:nvPr/>
        </p:nvSpPr>
        <p:spPr>
          <a:xfrm>
            <a:off x="9404350" y="52070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85" name="Shape 183"/>
          <p:cNvSpPr/>
          <p:nvPr/>
        </p:nvSpPr>
        <p:spPr>
          <a:xfrm>
            <a:off x="9709150" y="52070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86" name="Text 184"/>
          <p:cNvSpPr/>
          <p:nvPr/>
        </p:nvSpPr>
        <p:spPr>
          <a:xfrm>
            <a:off x="9417050" y="52006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87" name="Text 185"/>
          <p:cNvSpPr/>
          <p:nvPr/>
        </p:nvSpPr>
        <p:spPr>
          <a:xfrm>
            <a:off x="9417050" y="53975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88" name="Text 186"/>
          <p:cNvSpPr/>
          <p:nvPr/>
        </p:nvSpPr>
        <p:spPr>
          <a:xfrm>
            <a:off x="9417050" y="55943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89" name="Text 187"/>
          <p:cNvSpPr/>
          <p:nvPr/>
        </p:nvSpPr>
        <p:spPr>
          <a:xfrm>
            <a:off x="3594100" y="6203950"/>
            <a:ext cx="6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90" name="Text 188"/>
          <p:cNvSpPr/>
          <p:nvPr/>
        </p:nvSpPr>
        <p:spPr>
          <a:xfrm>
            <a:off x="4241800" y="6203950"/>
            <a:ext cx="55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spc="300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1 6 6</a:t>
            </a:r>
            <a:endParaRPr lang="en-US" sz="1300" dirty="0"/>
          </a:p>
        </p:txBody>
      </p:sp>
      <p:sp>
        <p:nvSpPr>
          <p:cNvPr id="191" name="Shape 189"/>
          <p:cNvSpPr/>
          <p:nvPr/>
        </p:nvSpPr>
        <p:spPr>
          <a:xfrm>
            <a:off x="4819650" y="6045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124450" y="6045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93" name="Text 191"/>
          <p:cNvSpPr/>
          <p:nvPr/>
        </p:nvSpPr>
        <p:spPr>
          <a:xfrm>
            <a:off x="4832350" y="60388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94" name="Text 192"/>
          <p:cNvSpPr/>
          <p:nvPr/>
        </p:nvSpPr>
        <p:spPr>
          <a:xfrm>
            <a:off x="4832350" y="62357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95" name="Text 193"/>
          <p:cNvSpPr/>
          <p:nvPr/>
        </p:nvSpPr>
        <p:spPr>
          <a:xfrm>
            <a:off x="4832350" y="64325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96" name="Text 194"/>
          <p:cNvSpPr/>
          <p:nvPr/>
        </p:nvSpPr>
        <p:spPr>
          <a:xfrm>
            <a:off x="5219700" y="620395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−112</a:t>
            </a:r>
            <a:endParaRPr lang="en-US" sz="1300" dirty="0"/>
          </a:p>
        </p:txBody>
      </p:sp>
      <p:sp>
        <p:nvSpPr>
          <p:cNvPr id="197" name="Text 195"/>
          <p:cNvSpPr/>
          <p:nvPr/>
        </p:nvSpPr>
        <p:spPr>
          <a:xfrm>
            <a:off x="6629400" y="620395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198" name="Text 196"/>
          <p:cNvSpPr/>
          <p:nvPr/>
        </p:nvSpPr>
        <p:spPr>
          <a:xfrm>
            <a:off x="6870700" y="6203950"/>
            <a:ext cx="2209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199" name="Text 197"/>
          <p:cNvSpPr/>
          <p:nvPr/>
        </p:nvSpPr>
        <p:spPr>
          <a:xfrm>
            <a:off x="9156700" y="620395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200" name="Shape 198"/>
          <p:cNvSpPr/>
          <p:nvPr/>
        </p:nvSpPr>
        <p:spPr>
          <a:xfrm>
            <a:off x="9474200" y="6045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01" name="Shape 199"/>
          <p:cNvSpPr/>
          <p:nvPr/>
        </p:nvSpPr>
        <p:spPr>
          <a:xfrm>
            <a:off x="9779000" y="6045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02" name="Text 200"/>
          <p:cNvSpPr/>
          <p:nvPr/>
        </p:nvSpPr>
        <p:spPr>
          <a:xfrm>
            <a:off x="9486900" y="60388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203" name="Text 201"/>
          <p:cNvSpPr/>
          <p:nvPr/>
        </p:nvSpPr>
        <p:spPr>
          <a:xfrm>
            <a:off x="9486900" y="62357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204" name="Text 202"/>
          <p:cNvSpPr/>
          <p:nvPr/>
        </p:nvSpPr>
        <p:spPr>
          <a:xfrm>
            <a:off x="9486900" y="64325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2026-10-25T00:55:01Z</dcterms:created>
  <dcterms:modified xsi:type="dcterms:W3CDTF">2026-10-25T00:55:01Z</dcterms:modified>
</cp:coreProperties>
</file>