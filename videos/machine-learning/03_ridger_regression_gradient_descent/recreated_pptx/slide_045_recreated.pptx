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3600" y="685800"/>
            <a:ext cx="826770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490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8430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7005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5580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4790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4000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4100" y="9652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33500" y="9652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19250" y="9652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05000" y="9652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7100" y="9652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89200" y="9652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4100" y="109855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33500" y="109855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19250" y="109855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05000" y="109855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97100" y="109855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89200" y="109855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4100" y="12319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33500" y="12319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619250" y="12319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905000" y="12319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97100" y="12319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489200" y="12319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04900" y="14224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500"/>
              </a:lnSpc>
              <a:buNone/>
            </a:pPr>
            <a:r>
              <a:rPr lang="en-US" sz="950" b="1" baseline="-40000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84300" y="14224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500"/>
              </a:lnSpc>
              <a:buNone/>
            </a:pPr>
            <a:r>
              <a:rPr lang="en-US" sz="950" b="1" baseline="-40000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670050" y="14224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500"/>
              </a:lnSpc>
              <a:buNone/>
            </a:pPr>
            <a:r>
              <a:rPr lang="en-US" sz="950" b="1" baseline="-40000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955800" y="14224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500"/>
              </a:lnSpc>
              <a:buNone/>
            </a:pPr>
            <a:r>
              <a:rPr lang="en-US" sz="95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247900" y="14224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500"/>
              </a:lnSpc>
              <a:buNone/>
            </a:pPr>
            <a:r>
              <a:rPr lang="en-US" sz="95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540000" y="14224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500"/>
              </a:lnSpc>
              <a:buNone/>
            </a:pPr>
            <a:r>
              <a:rPr lang="en-US" sz="95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378200" y="939800"/>
            <a:ext cx="101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</a:t>
            </a:r>
            <a:pPr algn="l" indent="0" marL="0">
              <a:lnSpc>
                <a:spcPts val="16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197350" y="749300"/>
            <a:ext cx="12700" cy="5969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4464050" y="749300"/>
            <a:ext cx="12700" cy="5969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4229100" y="74295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229100" y="9525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229100" y="113665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635500" y="825500"/>
            <a:ext cx="106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400" b="1" i="1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</a:t>
            </a:r>
            <a:pPr algn="l" indent="0" marL="0">
              <a:lnSpc>
                <a:spcPts val="1600"/>
              </a:lnSpc>
              <a:buNone/>
            </a:pPr>
            <a:r>
              <a:rPr lang="en-US" sz="1400" b="1" i="1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</a:t>
            </a:r>
            <a:pPr algn="l" indent="0" marL="0">
              <a:lnSpc>
                <a:spcPts val="1600"/>
              </a:lnSpc>
              <a:buNone/>
            </a:pPr>
            <a:r>
              <a:rPr lang="en-US" sz="1400" b="1" i="1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337300" y="990600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spc="-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classes of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569200" y="8001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854950" y="8001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140700" y="8001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518400" y="10096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804150" y="10096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(7)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089900" y="10096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518400" y="12001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804150" y="12001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089900" y="12001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8128000" y="1473200"/>
            <a:ext cx="177800" cy="127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7" name="Shape 55"/>
          <p:cNvSpPr/>
          <p:nvPr/>
        </p:nvSpPr>
        <p:spPr>
          <a:xfrm>
            <a:off x="8280400" y="1511300"/>
            <a:ext cx="12700" cy="889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8" name="Text 56"/>
          <p:cNvSpPr/>
          <p:nvPr/>
        </p:nvSpPr>
        <p:spPr>
          <a:xfrm>
            <a:off x="3048000" y="1384300"/>
            <a:ext cx="3454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ts val="1500"/>
              </a:lnSpc>
              <a:buNone/>
            </a:pPr>
            <a:r>
              <a:rPr lang="en-US" sz="950" b="1" baseline="-40000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positive, </a:t>
            </a:r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ts val="1500"/>
              </a:lnSpc>
              <a:buNone/>
            </a:pPr>
            <a:r>
              <a:rPr lang="en-US" sz="95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negative, </a:t>
            </a:r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458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unaccepted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889000" y="1778000"/>
            <a:ext cx="223520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28700" y="1866900"/>
            <a:ext cx="200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i="1" dirty="0">
                <a:solidFill>
                  <a:srgbClr val="0000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Ugmented Vectors ( from Top )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098550" y="20828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384300" y="20828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670050" y="20828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955800" y="20828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2241550" y="20828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2533650" y="20828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098550" y="22796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384300" y="22796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1670050" y="22796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1955800" y="22796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2241550" y="22796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2533650" y="22796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1098550" y="24765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1384300" y="24765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1670050" y="24765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955800" y="24765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2241550" y="24765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2533650" y="24765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1098550" y="26670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1384300" y="26670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1670050" y="26670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1955800" y="26670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2241550" y="26670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2533650" y="26670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1149350" y="292100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400"/>
              </a:lnSpc>
              <a:buNone/>
            </a:pPr>
            <a:r>
              <a:rPr lang="en-US" sz="900" b="1" baseline="-40000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1435100" y="292100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400"/>
              </a:lnSpc>
              <a:buNone/>
            </a:pPr>
            <a:r>
              <a:rPr lang="en-US" sz="900" b="1" baseline="-40000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1720850" y="292100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400"/>
              </a:lnSpc>
              <a:buNone/>
            </a:pPr>
            <a:r>
              <a:rPr lang="en-US" sz="900" b="1" baseline="-40000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2006600" y="292100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400"/>
              </a:lnSpc>
              <a:buNone/>
            </a:pPr>
            <a:r>
              <a:rPr lang="en-US" sz="9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2292350" y="292100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400"/>
              </a:lnSpc>
              <a:buNone/>
            </a:pPr>
            <a:r>
              <a:rPr lang="en-US" sz="9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2584450" y="292100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400"/>
              </a:lnSpc>
              <a:buNone/>
            </a:pPr>
            <a:r>
              <a:rPr lang="en-US" sz="9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1066800" y="3517900"/>
            <a:ext cx="1651000" cy="355600"/>
          </a:xfrm>
          <a:prstGeom prst="rect">
            <a:avLst/>
          </a:prstGeom>
          <a:solidFill>
            <a:srgbClr val="D8262C"/>
          </a:solidFill>
          <a:ln/>
        </p:spPr>
      </p:sp>
      <p:sp>
        <p:nvSpPr>
          <p:cNvPr id="92" name="Text 90"/>
          <p:cNvSpPr/>
          <p:nvPr/>
        </p:nvSpPr>
        <p:spPr>
          <a:xfrm>
            <a:off x="1066800" y="35179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4</a:t>
            </a:r>
            <a:endParaRPr lang="en-US" sz="1700" dirty="0"/>
          </a:p>
        </p:txBody>
      </p:sp>
      <p:sp>
        <p:nvSpPr>
          <p:cNvPr id="93" name="Shape 91"/>
          <p:cNvSpPr/>
          <p:nvPr/>
        </p:nvSpPr>
        <p:spPr>
          <a:xfrm>
            <a:off x="812800" y="4191000"/>
            <a:ext cx="2311400" cy="1079500"/>
          </a:xfrm>
          <a:prstGeom prst="rect">
            <a:avLst/>
          </a:prstGeom>
          <a:solidFill>
            <a:srgbClr val="F8D7DA"/>
          </a:solidFill>
          <a:ln w="12700">
            <a:solidFill>
              <a:srgbClr val="D8262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39800" y="4368800"/>
            <a:ext cx="203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 in </a:t>
            </a:r>
            <a:pPr algn="l" indent="0" marL="0">
              <a:lnSpc>
                <a:spcPts val="2100"/>
              </a:lnSpc>
              <a:buNone/>
            </a:pPr>
            <a:r>
              <a:rPr lang="en-US" sz="19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900" dirty="0"/>
          </a:p>
        </p:txBody>
      </p:sp>
      <p:sp>
        <p:nvSpPr>
          <p:cNvPr id="95" name="Text 93"/>
          <p:cNvSpPr/>
          <p:nvPr/>
        </p:nvSpPr>
        <p:spPr>
          <a:xfrm>
            <a:off x="1079500" y="4724400"/>
            <a:ext cx="177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Iterations</a:t>
            </a:r>
            <a:endParaRPr lang="en-US" sz="1900" dirty="0"/>
          </a:p>
        </p:txBody>
      </p:sp>
      <p:sp>
        <p:nvSpPr>
          <p:cNvPr id="96" name="Shape 94"/>
          <p:cNvSpPr/>
          <p:nvPr/>
        </p:nvSpPr>
        <p:spPr>
          <a:xfrm>
            <a:off x="3479800" y="1765300"/>
            <a:ext cx="7353300" cy="4940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517900" y="17780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517900" y="25019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517900" y="26289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517900" y="33401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517900" y="34544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517900" y="41783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17900" y="42926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17900" y="50165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17900" y="51308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17900" y="58547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517900" y="59690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17900" y="67056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594100" y="2006600"/>
            <a:ext cx="6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110" name="Text 108"/>
          <p:cNvSpPr/>
          <p:nvPr/>
        </p:nvSpPr>
        <p:spPr>
          <a:xfrm>
            <a:off x="4187190" y="1850390"/>
            <a:ext cx="12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1" name="Text 109"/>
          <p:cNvSpPr/>
          <p:nvPr/>
        </p:nvSpPr>
        <p:spPr>
          <a:xfrm>
            <a:off x="4414520" y="1850390"/>
            <a:ext cx="12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2" name="Text 110"/>
          <p:cNvSpPr/>
          <p:nvPr/>
        </p:nvSpPr>
        <p:spPr>
          <a:xfrm>
            <a:off x="4644390" y="1850390"/>
            <a:ext cx="12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4178300" y="1866900"/>
            <a:ext cx="12700" cy="1651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762500" y="1879600"/>
            <a:ext cx="12700" cy="1524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15" name="Shape 113"/>
          <p:cNvSpPr/>
          <p:nvPr/>
        </p:nvSpPr>
        <p:spPr>
          <a:xfrm>
            <a:off x="4819650" y="18542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124450" y="18542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17" name="Text 115"/>
          <p:cNvSpPr/>
          <p:nvPr/>
        </p:nvSpPr>
        <p:spPr>
          <a:xfrm>
            <a:off x="4832350" y="18478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18" name="Text 116"/>
          <p:cNvSpPr/>
          <p:nvPr/>
        </p:nvSpPr>
        <p:spPr>
          <a:xfrm>
            <a:off x="4832350" y="20447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119" name="Text 117"/>
          <p:cNvSpPr/>
          <p:nvPr/>
        </p:nvSpPr>
        <p:spPr>
          <a:xfrm>
            <a:off x="4832350" y="22415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20" name="Text 118"/>
          <p:cNvSpPr/>
          <p:nvPr/>
        </p:nvSpPr>
        <p:spPr>
          <a:xfrm>
            <a:off x="5219700" y="2006600"/>
            <a:ext cx="73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10</a:t>
            </a:r>
            <a:endParaRPr lang="en-US" sz="1300" dirty="0"/>
          </a:p>
        </p:txBody>
      </p:sp>
      <p:sp>
        <p:nvSpPr>
          <p:cNvPr id="121" name="Text 119"/>
          <p:cNvSpPr/>
          <p:nvPr/>
        </p:nvSpPr>
        <p:spPr>
          <a:xfrm>
            <a:off x="6413500" y="2006600"/>
            <a:ext cx="20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300" dirty="0"/>
          </a:p>
        </p:txBody>
      </p:sp>
      <p:sp>
        <p:nvSpPr>
          <p:cNvPr id="122" name="Text 120"/>
          <p:cNvSpPr/>
          <p:nvPr/>
        </p:nvSpPr>
        <p:spPr>
          <a:xfrm>
            <a:off x="6667500" y="2006600"/>
            <a:ext cx="219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</a:t>
            </a:r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</a:t>
            </a:r>
            <a:endParaRPr lang="en-US" sz="1300" dirty="0"/>
          </a:p>
        </p:txBody>
      </p:sp>
      <p:sp>
        <p:nvSpPr>
          <p:cNvPr id="123" name="Text 121"/>
          <p:cNvSpPr/>
          <p:nvPr/>
        </p:nvSpPr>
        <p:spPr>
          <a:xfrm>
            <a:off x="8940800" y="20066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124" name="Shape 122"/>
          <p:cNvSpPr/>
          <p:nvPr/>
        </p:nvSpPr>
        <p:spPr>
          <a:xfrm>
            <a:off x="9264650" y="18542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25" name="Shape 123"/>
          <p:cNvSpPr/>
          <p:nvPr/>
        </p:nvSpPr>
        <p:spPr>
          <a:xfrm>
            <a:off x="9569450" y="18542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26" name="Text 124"/>
          <p:cNvSpPr/>
          <p:nvPr/>
        </p:nvSpPr>
        <p:spPr>
          <a:xfrm>
            <a:off x="9277350" y="18478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27" name="Text 125"/>
          <p:cNvSpPr/>
          <p:nvPr/>
        </p:nvSpPr>
        <p:spPr>
          <a:xfrm>
            <a:off x="9277350" y="20447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128" name="Text 126"/>
          <p:cNvSpPr/>
          <p:nvPr/>
        </p:nvSpPr>
        <p:spPr>
          <a:xfrm>
            <a:off x="9277350" y="22415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29" name="Text 127"/>
          <p:cNvSpPr/>
          <p:nvPr/>
        </p:nvSpPr>
        <p:spPr>
          <a:xfrm>
            <a:off x="3594100" y="2851150"/>
            <a:ext cx="6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130" name="Text 128"/>
          <p:cNvSpPr/>
          <p:nvPr/>
        </p:nvSpPr>
        <p:spPr>
          <a:xfrm>
            <a:off x="4187190" y="2701290"/>
            <a:ext cx="12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1" name="Text 129"/>
          <p:cNvSpPr/>
          <p:nvPr/>
        </p:nvSpPr>
        <p:spPr>
          <a:xfrm>
            <a:off x="4414520" y="2701290"/>
            <a:ext cx="12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2" name="Text 130"/>
          <p:cNvSpPr/>
          <p:nvPr/>
        </p:nvSpPr>
        <p:spPr>
          <a:xfrm>
            <a:off x="4644390" y="2701290"/>
            <a:ext cx="12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3" name="Shape 131"/>
          <p:cNvSpPr/>
          <p:nvPr/>
        </p:nvSpPr>
        <p:spPr>
          <a:xfrm>
            <a:off x="4178300" y="2717800"/>
            <a:ext cx="12700" cy="1651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34" name="Shape 132"/>
          <p:cNvSpPr/>
          <p:nvPr/>
        </p:nvSpPr>
        <p:spPr>
          <a:xfrm>
            <a:off x="4762500" y="2730500"/>
            <a:ext cx="12700" cy="1524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35" name="Shape 133"/>
          <p:cNvSpPr/>
          <p:nvPr/>
        </p:nvSpPr>
        <p:spPr>
          <a:xfrm>
            <a:off x="4819650" y="27051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36" name="Shape 134"/>
          <p:cNvSpPr/>
          <p:nvPr/>
        </p:nvSpPr>
        <p:spPr>
          <a:xfrm>
            <a:off x="5124450" y="27051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37" name="Text 135"/>
          <p:cNvSpPr/>
          <p:nvPr/>
        </p:nvSpPr>
        <p:spPr>
          <a:xfrm>
            <a:off x="4832350" y="26987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38" name="Text 136"/>
          <p:cNvSpPr/>
          <p:nvPr/>
        </p:nvSpPr>
        <p:spPr>
          <a:xfrm>
            <a:off x="4832350" y="28956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139" name="Text 137"/>
          <p:cNvSpPr/>
          <p:nvPr/>
        </p:nvSpPr>
        <p:spPr>
          <a:xfrm>
            <a:off x="4832350" y="30924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40" name="Text 138"/>
          <p:cNvSpPr/>
          <p:nvPr/>
        </p:nvSpPr>
        <p:spPr>
          <a:xfrm>
            <a:off x="5219700" y="2851150"/>
            <a:ext cx="73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6</a:t>
            </a:r>
            <a:endParaRPr lang="en-US" sz="1300" dirty="0"/>
          </a:p>
        </p:txBody>
      </p:sp>
      <p:sp>
        <p:nvSpPr>
          <p:cNvPr id="141" name="Text 139"/>
          <p:cNvSpPr/>
          <p:nvPr/>
        </p:nvSpPr>
        <p:spPr>
          <a:xfrm>
            <a:off x="6350000" y="2851150"/>
            <a:ext cx="20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300" dirty="0"/>
          </a:p>
        </p:txBody>
      </p:sp>
      <p:sp>
        <p:nvSpPr>
          <p:cNvPr id="142" name="Text 140"/>
          <p:cNvSpPr/>
          <p:nvPr/>
        </p:nvSpPr>
        <p:spPr>
          <a:xfrm>
            <a:off x="6591300" y="2851150"/>
            <a:ext cx="219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</a:t>
            </a:r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</a:t>
            </a:r>
            <a:endParaRPr lang="en-US" sz="1300" dirty="0"/>
          </a:p>
        </p:txBody>
      </p:sp>
      <p:sp>
        <p:nvSpPr>
          <p:cNvPr id="143" name="Text 141"/>
          <p:cNvSpPr/>
          <p:nvPr/>
        </p:nvSpPr>
        <p:spPr>
          <a:xfrm>
            <a:off x="8864600" y="28511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144" name="Shape 142"/>
          <p:cNvSpPr/>
          <p:nvPr/>
        </p:nvSpPr>
        <p:spPr>
          <a:xfrm>
            <a:off x="9201150" y="27051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45" name="Shape 143"/>
          <p:cNvSpPr/>
          <p:nvPr/>
        </p:nvSpPr>
        <p:spPr>
          <a:xfrm>
            <a:off x="9505950" y="27051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46" name="Text 144"/>
          <p:cNvSpPr/>
          <p:nvPr/>
        </p:nvSpPr>
        <p:spPr>
          <a:xfrm>
            <a:off x="9213850" y="26987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47" name="Text 145"/>
          <p:cNvSpPr/>
          <p:nvPr/>
        </p:nvSpPr>
        <p:spPr>
          <a:xfrm>
            <a:off x="9213850" y="28956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148" name="Text 146"/>
          <p:cNvSpPr/>
          <p:nvPr/>
        </p:nvSpPr>
        <p:spPr>
          <a:xfrm>
            <a:off x="9213850" y="30924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49" name="Text 147"/>
          <p:cNvSpPr/>
          <p:nvPr/>
        </p:nvSpPr>
        <p:spPr>
          <a:xfrm>
            <a:off x="3594100" y="3689350"/>
            <a:ext cx="6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150" name="Text 148"/>
          <p:cNvSpPr/>
          <p:nvPr/>
        </p:nvSpPr>
        <p:spPr>
          <a:xfrm>
            <a:off x="4187190" y="3526790"/>
            <a:ext cx="12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51" name="Text 149"/>
          <p:cNvSpPr/>
          <p:nvPr/>
        </p:nvSpPr>
        <p:spPr>
          <a:xfrm>
            <a:off x="4414520" y="3526790"/>
            <a:ext cx="12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52" name="Text 150"/>
          <p:cNvSpPr/>
          <p:nvPr/>
        </p:nvSpPr>
        <p:spPr>
          <a:xfrm>
            <a:off x="4644390" y="3526790"/>
            <a:ext cx="12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3" name="Shape 151"/>
          <p:cNvSpPr/>
          <p:nvPr/>
        </p:nvSpPr>
        <p:spPr>
          <a:xfrm>
            <a:off x="4178300" y="3543300"/>
            <a:ext cx="12700" cy="1651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54" name="Shape 152"/>
          <p:cNvSpPr/>
          <p:nvPr/>
        </p:nvSpPr>
        <p:spPr>
          <a:xfrm>
            <a:off x="4762500" y="3556000"/>
            <a:ext cx="12700" cy="1524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55" name="Shape 153"/>
          <p:cNvSpPr/>
          <p:nvPr/>
        </p:nvSpPr>
        <p:spPr>
          <a:xfrm>
            <a:off x="4819650" y="3530600"/>
            <a:ext cx="12700" cy="5969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56" name="Shape 154"/>
          <p:cNvSpPr/>
          <p:nvPr/>
        </p:nvSpPr>
        <p:spPr>
          <a:xfrm>
            <a:off x="5124450" y="3530600"/>
            <a:ext cx="12700" cy="5969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57" name="Text 155"/>
          <p:cNvSpPr/>
          <p:nvPr/>
        </p:nvSpPr>
        <p:spPr>
          <a:xfrm>
            <a:off x="4832350" y="35242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58" name="Text 156"/>
          <p:cNvSpPr/>
          <p:nvPr/>
        </p:nvSpPr>
        <p:spPr>
          <a:xfrm>
            <a:off x="4832350" y="37211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159" name="Text 157"/>
          <p:cNvSpPr/>
          <p:nvPr/>
        </p:nvSpPr>
        <p:spPr>
          <a:xfrm>
            <a:off x="4832350" y="39179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60" name="Text 158"/>
          <p:cNvSpPr/>
          <p:nvPr/>
        </p:nvSpPr>
        <p:spPr>
          <a:xfrm>
            <a:off x="5219700" y="3689350"/>
            <a:ext cx="73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10</a:t>
            </a:r>
            <a:endParaRPr lang="en-US" sz="1300" dirty="0"/>
          </a:p>
        </p:txBody>
      </p:sp>
      <p:sp>
        <p:nvSpPr>
          <p:cNvPr id="161" name="Text 159"/>
          <p:cNvSpPr/>
          <p:nvPr/>
        </p:nvSpPr>
        <p:spPr>
          <a:xfrm>
            <a:off x="6413500" y="3689350"/>
            <a:ext cx="20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300" dirty="0"/>
          </a:p>
        </p:txBody>
      </p:sp>
      <p:sp>
        <p:nvSpPr>
          <p:cNvPr id="162" name="Text 160"/>
          <p:cNvSpPr/>
          <p:nvPr/>
        </p:nvSpPr>
        <p:spPr>
          <a:xfrm>
            <a:off x="6667500" y="3689350"/>
            <a:ext cx="219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</a:t>
            </a:r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</a:t>
            </a:r>
            <a:endParaRPr lang="en-US" sz="1300" dirty="0"/>
          </a:p>
        </p:txBody>
      </p:sp>
      <p:sp>
        <p:nvSpPr>
          <p:cNvPr id="163" name="Text 161"/>
          <p:cNvSpPr/>
          <p:nvPr/>
        </p:nvSpPr>
        <p:spPr>
          <a:xfrm>
            <a:off x="8940800" y="36893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164" name="Shape 162"/>
          <p:cNvSpPr/>
          <p:nvPr/>
        </p:nvSpPr>
        <p:spPr>
          <a:xfrm>
            <a:off x="9271000" y="3530600"/>
            <a:ext cx="12700" cy="5969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65" name="Shape 163"/>
          <p:cNvSpPr/>
          <p:nvPr/>
        </p:nvSpPr>
        <p:spPr>
          <a:xfrm>
            <a:off x="9575800" y="3530600"/>
            <a:ext cx="12700" cy="5969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66" name="Text 164"/>
          <p:cNvSpPr/>
          <p:nvPr/>
        </p:nvSpPr>
        <p:spPr>
          <a:xfrm>
            <a:off x="9283700" y="35242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67" name="Text 165"/>
          <p:cNvSpPr/>
          <p:nvPr/>
        </p:nvSpPr>
        <p:spPr>
          <a:xfrm>
            <a:off x="9283700" y="37211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168" name="Text 166"/>
          <p:cNvSpPr/>
          <p:nvPr/>
        </p:nvSpPr>
        <p:spPr>
          <a:xfrm>
            <a:off x="9283700" y="39179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69" name="Text 167"/>
          <p:cNvSpPr/>
          <p:nvPr/>
        </p:nvSpPr>
        <p:spPr>
          <a:xfrm>
            <a:off x="3594100" y="4565650"/>
            <a:ext cx="6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170" name="Text 168"/>
          <p:cNvSpPr/>
          <p:nvPr/>
        </p:nvSpPr>
        <p:spPr>
          <a:xfrm>
            <a:off x="4187190" y="4364990"/>
            <a:ext cx="12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71" name="Text 169"/>
          <p:cNvSpPr/>
          <p:nvPr/>
        </p:nvSpPr>
        <p:spPr>
          <a:xfrm>
            <a:off x="4414520" y="4364990"/>
            <a:ext cx="12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72" name="Text 170"/>
          <p:cNvSpPr/>
          <p:nvPr/>
        </p:nvSpPr>
        <p:spPr>
          <a:xfrm>
            <a:off x="4644390" y="4364990"/>
            <a:ext cx="12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73" name="Shape 171"/>
          <p:cNvSpPr/>
          <p:nvPr/>
        </p:nvSpPr>
        <p:spPr>
          <a:xfrm>
            <a:off x="4178300" y="4381500"/>
            <a:ext cx="12700" cy="1651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74" name="Shape 172"/>
          <p:cNvSpPr/>
          <p:nvPr/>
        </p:nvSpPr>
        <p:spPr>
          <a:xfrm>
            <a:off x="4762500" y="4394200"/>
            <a:ext cx="12700" cy="1524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75" name="Shape 173"/>
          <p:cNvSpPr/>
          <p:nvPr/>
        </p:nvSpPr>
        <p:spPr>
          <a:xfrm>
            <a:off x="4819650" y="43688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76" name="Shape 174"/>
          <p:cNvSpPr/>
          <p:nvPr/>
        </p:nvSpPr>
        <p:spPr>
          <a:xfrm>
            <a:off x="5124450" y="43688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77" name="Text 175"/>
          <p:cNvSpPr/>
          <p:nvPr/>
        </p:nvSpPr>
        <p:spPr>
          <a:xfrm>
            <a:off x="4832350" y="43624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78" name="Text 176"/>
          <p:cNvSpPr/>
          <p:nvPr/>
        </p:nvSpPr>
        <p:spPr>
          <a:xfrm>
            <a:off x="4832350" y="45593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179" name="Text 177"/>
          <p:cNvSpPr/>
          <p:nvPr/>
        </p:nvSpPr>
        <p:spPr>
          <a:xfrm>
            <a:off x="4832350" y="47561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80" name="Text 178"/>
          <p:cNvSpPr/>
          <p:nvPr/>
        </p:nvSpPr>
        <p:spPr>
          <a:xfrm>
            <a:off x="5232400" y="4565650"/>
            <a:ext cx="73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−6</a:t>
            </a:r>
            <a:endParaRPr lang="en-US" sz="1300" dirty="0"/>
          </a:p>
        </p:txBody>
      </p:sp>
      <p:sp>
        <p:nvSpPr>
          <p:cNvPr id="181" name="Text 179"/>
          <p:cNvSpPr/>
          <p:nvPr/>
        </p:nvSpPr>
        <p:spPr>
          <a:xfrm>
            <a:off x="6477000" y="4565650"/>
            <a:ext cx="20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300" dirty="0"/>
          </a:p>
        </p:txBody>
      </p:sp>
      <p:sp>
        <p:nvSpPr>
          <p:cNvPr id="182" name="Text 180"/>
          <p:cNvSpPr/>
          <p:nvPr/>
        </p:nvSpPr>
        <p:spPr>
          <a:xfrm>
            <a:off x="6731000" y="456565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</a:t>
            </a:r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</a:t>
            </a:r>
            <a:endParaRPr lang="en-US" sz="1300" dirty="0"/>
          </a:p>
        </p:txBody>
      </p:sp>
      <p:sp>
        <p:nvSpPr>
          <p:cNvPr id="183" name="Text 181"/>
          <p:cNvSpPr/>
          <p:nvPr/>
        </p:nvSpPr>
        <p:spPr>
          <a:xfrm>
            <a:off x="9017000" y="45656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184" name="Shape 182"/>
          <p:cNvSpPr/>
          <p:nvPr/>
        </p:nvSpPr>
        <p:spPr>
          <a:xfrm>
            <a:off x="9340850" y="43688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85" name="Shape 183"/>
          <p:cNvSpPr/>
          <p:nvPr/>
        </p:nvSpPr>
        <p:spPr>
          <a:xfrm>
            <a:off x="9645650" y="43688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86" name="Text 184"/>
          <p:cNvSpPr/>
          <p:nvPr/>
        </p:nvSpPr>
        <p:spPr>
          <a:xfrm>
            <a:off x="9353550" y="43624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87" name="Text 185"/>
          <p:cNvSpPr/>
          <p:nvPr/>
        </p:nvSpPr>
        <p:spPr>
          <a:xfrm>
            <a:off x="9353550" y="45593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188" name="Text 186"/>
          <p:cNvSpPr/>
          <p:nvPr/>
        </p:nvSpPr>
        <p:spPr>
          <a:xfrm>
            <a:off x="9353550" y="47561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89" name="Text 187"/>
          <p:cNvSpPr/>
          <p:nvPr/>
        </p:nvSpPr>
        <p:spPr>
          <a:xfrm>
            <a:off x="3594100" y="5365750"/>
            <a:ext cx="6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190" name="Text 188"/>
          <p:cNvSpPr/>
          <p:nvPr/>
        </p:nvSpPr>
        <p:spPr>
          <a:xfrm>
            <a:off x="4187190" y="5203190"/>
            <a:ext cx="12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91" name="Text 189"/>
          <p:cNvSpPr/>
          <p:nvPr/>
        </p:nvSpPr>
        <p:spPr>
          <a:xfrm>
            <a:off x="4414520" y="5203190"/>
            <a:ext cx="12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92" name="Text 190"/>
          <p:cNvSpPr/>
          <p:nvPr/>
        </p:nvSpPr>
        <p:spPr>
          <a:xfrm>
            <a:off x="4644390" y="5203190"/>
            <a:ext cx="12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3" name="Shape 191"/>
          <p:cNvSpPr/>
          <p:nvPr/>
        </p:nvSpPr>
        <p:spPr>
          <a:xfrm>
            <a:off x="4178300" y="5219700"/>
            <a:ext cx="12700" cy="1651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94" name="Shape 192"/>
          <p:cNvSpPr/>
          <p:nvPr/>
        </p:nvSpPr>
        <p:spPr>
          <a:xfrm>
            <a:off x="4762500" y="5232400"/>
            <a:ext cx="12700" cy="1524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95" name="Shape 193"/>
          <p:cNvSpPr/>
          <p:nvPr/>
        </p:nvSpPr>
        <p:spPr>
          <a:xfrm>
            <a:off x="4819650" y="52070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96" name="Shape 194"/>
          <p:cNvSpPr/>
          <p:nvPr/>
        </p:nvSpPr>
        <p:spPr>
          <a:xfrm>
            <a:off x="5124450" y="52070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97" name="Text 195"/>
          <p:cNvSpPr/>
          <p:nvPr/>
        </p:nvSpPr>
        <p:spPr>
          <a:xfrm>
            <a:off x="4832350" y="52006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98" name="Text 196"/>
          <p:cNvSpPr/>
          <p:nvPr/>
        </p:nvSpPr>
        <p:spPr>
          <a:xfrm>
            <a:off x="4832350" y="53975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199" name="Text 197"/>
          <p:cNvSpPr/>
          <p:nvPr/>
        </p:nvSpPr>
        <p:spPr>
          <a:xfrm>
            <a:off x="4832350" y="55943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00" name="Text 198"/>
          <p:cNvSpPr/>
          <p:nvPr/>
        </p:nvSpPr>
        <p:spPr>
          <a:xfrm>
            <a:off x="5232400" y="5365750"/>
            <a:ext cx="73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−10</a:t>
            </a:r>
            <a:endParaRPr lang="en-US" sz="1300" dirty="0"/>
          </a:p>
        </p:txBody>
      </p:sp>
      <p:sp>
        <p:nvSpPr>
          <p:cNvPr id="201" name="Text 199"/>
          <p:cNvSpPr/>
          <p:nvPr/>
        </p:nvSpPr>
        <p:spPr>
          <a:xfrm>
            <a:off x="6553200" y="5365750"/>
            <a:ext cx="20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300" dirty="0"/>
          </a:p>
        </p:txBody>
      </p:sp>
      <p:sp>
        <p:nvSpPr>
          <p:cNvPr id="202" name="Text 200"/>
          <p:cNvSpPr/>
          <p:nvPr/>
        </p:nvSpPr>
        <p:spPr>
          <a:xfrm>
            <a:off x="6794500" y="536575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</a:t>
            </a:r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</a:t>
            </a:r>
            <a:endParaRPr lang="en-US" sz="1300" dirty="0"/>
          </a:p>
        </p:txBody>
      </p:sp>
      <p:sp>
        <p:nvSpPr>
          <p:cNvPr id="203" name="Text 201"/>
          <p:cNvSpPr/>
          <p:nvPr/>
        </p:nvSpPr>
        <p:spPr>
          <a:xfrm>
            <a:off x="9080500" y="5365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204" name="Shape 202"/>
          <p:cNvSpPr/>
          <p:nvPr/>
        </p:nvSpPr>
        <p:spPr>
          <a:xfrm>
            <a:off x="9404350" y="52070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205" name="Shape 203"/>
          <p:cNvSpPr/>
          <p:nvPr/>
        </p:nvSpPr>
        <p:spPr>
          <a:xfrm>
            <a:off x="9709150" y="52070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206" name="Text 204"/>
          <p:cNvSpPr/>
          <p:nvPr/>
        </p:nvSpPr>
        <p:spPr>
          <a:xfrm>
            <a:off x="9417050" y="52006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207" name="Text 205"/>
          <p:cNvSpPr/>
          <p:nvPr/>
        </p:nvSpPr>
        <p:spPr>
          <a:xfrm>
            <a:off x="9417050" y="53975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208" name="Text 206"/>
          <p:cNvSpPr/>
          <p:nvPr/>
        </p:nvSpPr>
        <p:spPr>
          <a:xfrm>
            <a:off x="9417050" y="55943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09" name="Text 207"/>
          <p:cNvSpPr/>
          <p:nvPr/>
        </p:nvSpPr>
        <p:spPr>
          <a:xfrm>
            <a:off x="3594100" y="6203950"/>
            <a:ext cx="6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210" name="Text 208"/>
          <p:cNvSpPr/>
          <p:nvPr/>
        </p:nvSpPr>
        <p:spPr>
          <a:xfrm>
            <a:off x="4187190" y="6041390"/>
            <a:ext cx="12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11" name="Text 209"/>
          <p:cNvSpPr/>
          <p:nvPr/>
        </p:nvSpPr>
        <p:spPr>
          <a:xfrm>
            <a:off x="4414520" y="6041390"/>
            <a:ext cx="12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12" name="Text 210"/>
          <p:cNvSpPr/>
          <p:nvPr/>
        </p:nvSpPr>
        <p:spPr>
          <a:xfrm>
            <a:off x="4644390" y="6041390"/>
            <a:ext cx="12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13" name="Shape 211"/>
          <p:cNvSpPr/>
          <p:nvPr/>
        </p:nvSpPr>
        <p:spPr>
          <a:xfrm>
            <a:off x="4178300" y="6057900"/>
            <a:ext cx="12700" cy="1651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214" name="Shape 212"/>
          <p:cNvSpPr/>
          <p:nvPr/>
        </p:nvSpPr>
        <p:spPr>
          <a:xfrm>
            <a:off x="4762500" y="6070600"/>
            <a:ext cx="12700" cy="1524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215" name="Shape 213"/>
          <p:cNvSpPr/>
          <p:nvPr/>
        </p:nvSpPr>
        <p:spPr>
          <a:xfrm>
            <a:off x="4819650" y="60452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216" name="Shape 214"/>
          <p:cNvSpPr/>
          <p:nvPr/>
        </p:nvSpPr>
        <p:spPr>
          <a:xfrm>
            <a:off x="5124450" y="60452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217" name="Text 215"/>
          <p:cNvSpPr/>
          <p:nvPr/>
        </p:nvSpPr>
        <p:spPr>
          <a:xfrm>
            <a:off x="4832350" y="60388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218" name="Text 216"/>
          <p:cNvSpPr/>
          <p:nvPr/>
        </p:nvSpPr>
        <p:spPr>
          <a:xfrm>
            <a:off x="4832350" y="62357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219" name="Text 217"/>
          <p:cNvSpPr/>
          <p:nvPr/>
        </p:nvSpPr>
        <p:spPr>
          <a:xfrm>
            <a:off x="4832350" y="64325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20" name="Text 218"/>
          <p:cNvSpPr/>
          <p:nvPr/>
        </p:nvSpPr>
        <p:spPr>
          <a:xfrm>
            <a:off x="5219700" y="6203950"/>
            <a:ext cx="73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−112</a:t>
            </a:r>
            <a:endParaRPr lang="en-US" sz="1300" dirty="0"/>
          </a:p>
        </p:txBody>
      </p:sp>
      <p:sp>
        <p:nvSpPr>
          <p:cNvPr id="221" name="Text 219"/>
          <p:cNvSpPr/>
          <p:nvPr/>
        </p:nvSpPr>
        <p:spPr>
          <a:xfrm>
            <a:off x="6629400" y="6203950"/>
            <a:ext cx="20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300" dirty="0"/>
          </a:p>
        </p:txBody>
      </p:sp>
      <p:sp>
        <p:nvSpPr>
          <p:cNvPr id="222" name="Text 220"/>
          <p:cNvSpPr/>
          <p:nvPr/>
        </p:nvSpPr>
        <p:spPr>
          <a:xfrm>
            <a:off x="6870700" y="620395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</a:t>
            </a:r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</a:t>
            </a:r>
            <a:endParaRPr lang="en-US" sz="1300" dirty="0"/>
          </a:p>
        </p:txBody>
      </p:sp>
      <p:sp>
        <p:nvSpPr>
          <p:cNvPr id="223" name="Text 221"/>
          <p:cNvSpPr/>
          <p:nvPr/>
        </p:nvSpPr>
        <p:spPr>
          <a:xfrm>
            <a:off x="9156700" y="62039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224" name="Shape 222"/>
          <p:cNvSpPr/>
          <p:nvPr/>
        </p:nvSpPr>
        <p:spPr>
          <a:xfrm>
            <a:off x="9474200" y="60452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225" name="Shape 223"/>
          <p:cNvSpPr/>
          <p:nvPr/>
        </p:nvSpPr>
        <p:spPr>
          <a:xfrm>
            <a:off x="9779000" y="60452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226" name="Text 224"/>
          <p:cNvSpPr/>
          <p:nvPr/>
        </p:nvSpPr>
        <p:spPr>
          <a:xfrm>
            <a:off x="9486900" y="60388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227" name="Text 225"/>
          <p:cNvSpPr/>
          <p:nvPr/>
        </p:nvSpPr>
        <p:spPr>
          <a:xfrm>
            <a:off x="9486900" y="62357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228" name="Text 226"/>
          <p:cNvSpPr/>
          <p:nvPr/>
        </p:nvSpPr>
        <p:spPr>
          <a:xfrm>
            <a:off x="9486900" y="64325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2026-10-26T12:03:31Z</dcterms:created>
  <dcterms:modified xsi:type="dcterms:W3CDTF">2026-10-26T12:03:31Z</dcterms:modified>
</cp:coreProperties>
</file>