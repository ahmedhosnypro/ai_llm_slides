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67700" cy="9525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049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843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7005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558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479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400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41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335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1925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050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971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892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541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335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1925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9050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1971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4892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541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3335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61925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9050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1971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4892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049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3843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67005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9558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2479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5400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378200" y="939800"/>
            <a:ext cx="101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</a:t>
            </a:r>
            <a:pPr algn="l" indent="0" marL="0">
              <a:lnSpc>
                <a:spcPts val="16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4197350" y="749300"/>
            <a:ext cx="12700" cy="5969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4464050" y="749300"/>
            <a:ext cx="12700" cy="5969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2" name="Text 40"/>
          <p:cNvSpPr/>
          <p:nvPr/>
        </p:nvSpPr>
        <p:spPr>
          <a:xfrm>
            <a:off x="4229100" y="74295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229100" y="9525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229100" y="113665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635500" y="825500"/>
            <a:ext cx="1066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</a:t>
            </a:r>
            <a:pPr algn="l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η</a:t>
            </a:r>
            <a:pPr algn="l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337300" y="990600"/>
            <a:ext cx="120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756920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85495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14070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7518400" y="100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804150" y="100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8089900" y="100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518400" y="12001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7804150" y="12001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8089900" y="12001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8128000" y="1473200"/>
            <a:ext cx="177800" cy="127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7" name="Shape 55"/>
          <p:cNvSpPr/>
          <p:nvPr/>
        </p:nvSpPr>
        <p:spPr>
          <a:xfrm>
            <a:off x="8280400" y="1511300"/>
            <a:ext cx="12700" cy="889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8" name="Text 56"/>
          <p:cNvSpPr/>
          <p:nvPr/>
        </p:nvSpPr>
        <p:spPr>
          <a:xfrm>
            <a:off x="3048000" y="13843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positive, </a:t>
            </a:r>
            <a:pPr algn="l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negative, 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is unaccepted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889000" y="1778000"/>
            <a:ext cx="2235200" cy="14605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28700" y="1866900"/>
            <a:ext cx="2006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Ugmented Vectors (from Top)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10985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138430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16700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95580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22415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25336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0985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138430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16700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195580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22415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25336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10985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4" name="Text 72"/>
          <p:cNvSpPr/>
          <p:nvPr/>
        </p:nvSpPr>
        <p:spPr>
          <a:xfrm>
            <a:off x="138430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16700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195580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22415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25336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10985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138430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16700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195580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200" dirty="0"/>
          </a:p>
        </p:txBody>
      </p:sp>
      <p:sp>
        <p:nvSpPr>
          <p:cNvPr id="83" name="Text 81"/>
          <p:cNvSpPr/>
          <p:nvPr/>
        </p:nvSpPr>
        <p:spPr>
          <a:xfrm>
            <a:off x="22415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84" name="Text 82"/>
          <p:cNvSpPr/>
          <p:nvPr/>
        </p:nvSpPr>
        <p:spPr>
          <a:xfrm>
            <a:off x="25336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11493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143510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87" name="Text 85"/>
          <p:cNvSpPr/>
          <p:nvPr/>
        </p:nvSpPr>
        <p:spPr>
          <a:xfrm>
            <a:off x="17208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8" name="Text 86"/>
          <p:cNvSpPr/>
          <p:nvPr/>
        </p:nvSpPr>
        <p:spPr>
          <a:xfrm>
            <a:off x="200660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89" name="Text 87"/>
          <p:cNvSpPr/>
          <p:nvPr/>
        </p:nvSpPr>
        <p:spPr>
          <a:xfrm>
            <a:off x="22923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90" name="Text 88"/>
          <p:cNvSpPr/>
          <p:nvPr/>
        </p:nvSpPr>
        <p:spPr>
          <a:xfrm>
            <a:off x="25844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066800" y="3517900"/>
            <a:ext cx="1651000" cy="355600"/>
          </a:xfrm>
          <a:prstGeom prst="rect">
            <a:avLst/>
          </a:prstGeom>
          <a:solidFill>
            <a:srgbClr val="D8262C"/>
          </a:solidFill>
          <a:ln/>
        </p:spPr>
      </p:sp>
      <p:sp>
        <p:nvSpPr>
          <p:cNvPr id="92" name="Text 90"/>
          <p:cNvSpPr/>
          <p:nvPr/>
        </p:nvSpPr>
        <p:spPr>
          <a:xfrm>
            <a:off x="1066800" y="3517900"/>
            <a:ext cx="165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4</a:t>
            </a:r>
            <a:endParaRPr lang="en-US" sz="1700" dirty="0"/>
          </a:p>
        </p:txBody>
      </p:sp>
      <p:sp>
        <p:nvSpPr>
          <p:cNvPr id="93" name="Shape 91"/>
          <p:cNvSpPr/>
          <p:nvPr/>
        </p:nvSpPr>
        <p:spPr>
          <a:xfrm>
            <a:off x="812800" y="4191000"/>
            <a:ext cx="2311400" cy="1079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262C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7900" y="44323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in </a:t>
            </a:r>
            <a:endParaRPr lang="en-US" sz="1300" dirty="0"/>
          </a:p>
        </p:txBody>
      </p:sp>
      <p:sp>
        <p:nvSpPr>
          <p:cNvPr id="95" name="Text 93"/>
          <p:cNvSpPr/>
          <p:nvPr/>
        </p:nvSpPr>
        <p:spPr>
          <a:xfrm>
            <a:off x="1689100" y="4432300"/>
            <a:ext cx="17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300" dirty="0"/>
          </a:p>
        </p:txBody>
      </p:sp>
      <p:sp>
        <p:nvSpPr>
          <p:cNvPr id="96" name="Text 94"/>
          <p:cNvSpPr/>
          <p:nvPr/>
        </p:nvSpPr>
        <p:spPr>
          <a:xfrm>
            <a:off x="1079500" y="4749800"/>
            <a:ext cx="15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4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Iterations</a:t>
            </a:r>
            <a:endParaRPr lang="en-US" sz="1400" dirty="0"/>
          </a:p>
        </p:txBody>
      </p:sp>
      <p:sp>
        <p:nvSpPr>
          <p:cNvPr id="97" name="Shape 95"/>
          <p:cNvSpPr/>
          <p:nvPr/>
        </p:nvSpPr>
        <p:spPr>
          <a:xfrm>
            <a:off x="3479800" y="1765300"/>
            <a:ext cx="7353300" cy="49403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517900" y="17780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3517900" y="25019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517900" y="26289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517900" y="33401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517900" y="34544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517900" y="41783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3517900" y="42926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517900" y="50165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3517900" y="51308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3517900" y="58547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517900" y="59690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517900" y="67056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3594100" y="2006600"/>
            <a:ext cx="116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11" name="Shape 109"/>
          <p:cNvSpPr/>
          <p:nvPr/>
        </p:nvSpPr>
        <p:spPr>
          <a:xfrm>
            <a:off x="4819650" y="18542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4450" y="18542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13" name="Text 111"/>
          <p:cNvSpPr/>
          <p:nvPr/>
        </p:nvSpPr>
        <p:spPr>
          <a:xfrm>
            <a:off x="4832350" y="1847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1 1 1</a:t>
            </a:r>
            <a:endParaRPr lang="en-US" sz="1300" dirty="0"/>
          </a:p>
        </p:txBody>
      </p:sp>
      <p:sp>
        <p:nvSpPr>
          <p:cNvPr id="114" name="Text 112"/>
          <p:cNvSpPr/>
          <p:nvPr/>
        </p:nvSpPr>
        <p:spPr>
          <a:xfrm>
            <a:off x="4832350" y="2044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</a:t>
            </a:r>
            <a:endParaRPr lang="en-US" sz="1300" dirty="0"/>
          </a:p>
        </p:txBody>
      </p:sp>
      <p:sp>
        <p:nvSpPr>
          <p:cNvPr id="115" name="Text 113"/>
          <p:cNvSpPr/>
          <p:nvPr/>
        </p:nvSpPr>
        <p:spPr>
          <a:xfrm>
            <a:off x="4832350" y="2241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16" name="Text 114"/>
          <p:cNvSpPr/>
          <p:nvPr/>
        </p:nvSpPr>
        <p:spPr>
          <a:xfrm>
            <a:off x="5219700" y="20066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10</a:t>
            </a:r>
            <a:endParaRPr lang="en-US" sz="1300" dirty="0"/>
          </a:p>
        </p:txBody>
      </p:sp>
      <p:sp>
        <p:nvSpPr>
          <p:cNvPr id="117" name="Text 115"/>
          <p:cNvSpPr/>
          <p:nvPr/>
        </p:nvSpPr>
        <p:spPr>
          <a:xfrm>
            <a:off x="6413500" y="200660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18" name="Text 116"/>
          <p:cNvSpPr/>
          <p:nvPr/>
        </p:nvSpPr>
        <p:spPr>
          <a:xfrm>
            <a:off x="6667500" y="2006600"/>
            <a:ext cx="219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19" name="Text 117"/>
          <p:cNvSpPr/>
          <p:nvPr/>
        </p:nvSpPr>
        <p:spPr>
          <a:xfrm>
            <a:off x="8940800" y="200660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20" name="Shape 118"/>
          <p:cNvSpPr/>
          <p:nvPr/>
        </p:nvSpPr>
        <p:spPr>
          <a:xfrm>
            <a:off x="9264650" y="18542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9569450" y="18542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22" name="Text 120"/>
          <p:cNvSpPr/>
          <p:nvPr/>
        </p:nvSpPr>
        <p:spPr>
          <a:xfrm>
            <a:off x="9277350" y="1847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9277350" y="2044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</a:t>
            </a:r>
            <a:endParaRPr lang="en-US" sz="1300" dirty="0"/>
          </a:p>
        </p:txBody>
      </p:sp>
      <p:sp>
        <p:nvSpPr>
          <p:cNvPr id="124" name="Text 122"/>
          <p:cNvSpPr/>
          <p:nvPr/>
        </p:nvSpPr>
        <p:spPr>
          <a:xfrm>
            <a:off x="9277350" y="2241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25" name="Text 123"/>
          <p:cNvSpPr/>
          <p:nvPr/>
        </p:nvSpPr>
        <p:spPr>
          <a:xfrm>
            <a:off x="3594100" y="2851150"/>
            <a:ext cx="116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4819650" y="27051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124450" y="27051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4832350" y="26987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1 1 2</a:t>
            </a:r>
            <a:endParaRPr lang="en-US" sz="1300" dirty="0"/>
          </a:p>
        </p:txBody>
      </p:sp>
      <p:sp>
        <p:nvSpPr>
          <p:cNvPr id="129" name="Text 127"/>
          <p:cNvSpPr/>
          <p:nvPr/>
        </p:nvSpPr>
        <p:spPr>
          <a:xfrm>
            <a:off x="4832350" y="28956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</a:t>
            </a:r>
            <a:endParaRPr lang="en-US" sz="1300" dirty="0"/>
          </a:p>
        </p:txBody>
      </p:sp>
      <p:sp>
        <p:nvSpPr>
          <p:cNvPr id="130" name="Text 128"/>
          <p:cNvSpPr/>
          <p:nvPr/>
        </p:nvSpPr>
        <p:spPr>
          <a:xfrm>
            <a:off x="4832350" y="309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5219700" y="28511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-4</a:t>
            </a:r>
            <a:endParaRPr lang="en-US" sz="1300" dirty="0"/>
          </a:p>
        </p:txBody>
      </p:sp>
      <p:sp>
        <p:nvSpPr>
          <p:cNvPr id="132" name="Text 130"/>
          <p:cNvSpPr/>
          <p:nvPr/>
        </p:nvSpPr>
        <p:spPr>
          <a:xfrm>
            <a:off x="6350000" y="28511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33" name="Text 131"/>
          <p:cNvSpPr/>
          <p:nvPr/>
        </p:nvSpPr>
        <p:spPr>
          <a:xfrm>
            <a:off x="6591300" y="2851150"/>
            <a:ext cx="219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34" name="Text 132"/>
          <p:cNvSpPr/>
          <p:nvPr/>
        </p:nvSpPr>
        <p:spPr>
          <a:xfrm>
            <a:off x="8864600" y="28511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35" name="Shape 133"/>
          <p:cNvSpPr/>
          <p:nvPr/>
        </p:nvSpPr>
        <p:spPr>
          <a:xfrm>
            <a:off x="9201150" y="27051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505950" y="27051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37" name="Text 135"/>
          <p:cNvSpPr/>
          <p:nvPr/>
        </p:nvSpPr>
        <p:spPr>
          <a:xfrm>
            <a:off x="9213850" y="26987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38" name="Text 136"/>
          <p:cNvSpPr/>
          <p:nvPr/>
        </p:nvSpPr>
        <p:spPr>
          <a:xfrm>
            <a:off x="9213850" y="28956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</a:t>
            </a:r>
            <a:endParaRPr lang="en-US" sz="1300" dirty="0"/>
          </a:p>
        </p:txBody>
      </p:sp>
      <p:sp>
        <p:nvSpPr>
          <p:cNvPr id="139" name="Text 137"/>
          <p:cNvSpPr/>
          <p:nvPr/>
        </p:nvSpPr>
        <p:spPr>
          <a:xfrm>
            <a:off x="9213850" y="309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40" name="Text 138"/>
          <p:cNvSpPr/>
          <p:nvPr/>
        </p:nvSpPr>
        <p:spPr>
          <a:xfrm>
            <a:off x="3594100" y="3689350"/>
            <a:ext cx="116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4819650" y="3530600"/>
            <a:ext cx="12700" cy="5969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124450" y="3530600"/>
            <a:ext cx="12700" cy="5969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43" name="Text 141"/>
          <p:cNvSpPr/>
          <p:nvPr/>
        </p:nvSpPr>
        <p:spPr>
          <a:xfrm>
            <a:off x="4832350" y="35242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1 1 2</a:t>
            </a:r>
            <a:endParaRPr lang="en-US" sz="1300" dirty="0"/>
          </a:p>
        </p:txBody>
      </p:sp>
      <p:sp>
        <p:nvSpPr>
          <p:cNvPr id="144" name="Text 142"/>
          <p:cNvSpPr/>
          <p:nvPr/>
        </p:nvSpPr>
        <p:spPr>
          <a:xfrm>
            <a:off x="4832350" y="37211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</a:t>
            </a:r>
            <a:endParaRPr lang="en-US" sz="1300" dirty="0"/>
          </a:p>
        </p:txBody>
      </p:sp>
      <p:sp>
        <p:nvSpPr>
          <p:cNvPr id="145" name="Text 143"/>
          <p:cNvSpPr/>
          <p:nvPr/>
        </p:nvSpPr>
        <p:spPr>
          <a:xfrm>
            <a:off x="4832350" y="391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46" name="Text 144"/>
          <p:cNvSpPr/>
          <p:nvPr/>
        </p:nvSpPr>
        <p:spPr>
          <a:xfrm>
            <a:off x="5219700" y="36893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10</a:t>
            </a:r>
            <a:endParaRPr lang="en-US" sz="1300" dirty="0"/>
          </a:p>
        </p:txBody>
      </p:sp>
      <p:sp>
        <p:nvSpPr>
          <p:cNvPr id="147" name="Text 145"/>
          <p:cNvSpPr/>
          <p:nvPr/>
        </p:nvSpPr>
        <p:spPr>
          <a:xfrm>
            <a:off x="6413500" y="36893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48" name="Text 146"/>
          <p:cNvSpPr/>
          <p:nvPr/>
        </p:nvSpPr>
        <p:spPr>
          <a:xfrm>
            <a:off x="6667500" y="3689350"/>
            <a:ext cx="219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49" name="Text 147"/>
          <p:cNvSpPr/>
          <p:nvPr/>
        </p:nvSpPr>
        <p:spPr>
          <a:xfrm>
            <a:off x="8940800" y="36893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50" name="Shape 148"/>
          <p:cNvSpPr/>
          <p:nvPr/>
        </p:nvSpPr>
        <p:spPr>
          <a:xfrm>
            <a:off x="9271000" y="3530600"/>
            <a:ext cx="12700" cy="5969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575800" y="3530600"/>
            <a:ext cx="12700" cy="5969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52" name="Text 150"/>
          <p:cNvSpPr/>
          <p:nvPr/>
        </p:nvSpPr>
        <p:spPr>
          <a:xfrm>
            <a:off x="9283700" y="35242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53" name="Text 151"/>
          <p:cNvSpPr/>
          <p:nvPr/>
        </p:nvSpPr>
        <p:spPr>
          <a:xfrm>
            <a:off x="9283700" y="37211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</a:t>
            </a:r>
            <a:endParaRPr lang="en-US" sz="1300" dirty="0"/>
          </a:p>
        </p:txBody>
      </p:sp>
      <p:sp>
        <p:nvSpPr>
          <p:cNvPr id="154" name="Text 152"/>
          <p:cNvSpPr/>
          <p:nvPr/>
        </p:nvSpPr>
        <p:spPr>
          <a:xfrm>
            <a:off x="9283700" y="391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55" name="Text 153"/>
          <p:cNvSpPr/>
          <p:nvPr/>
        </p:nvSpPr>
        <p:spPr>
          <a:xfrm>
            <a:off x="3594100" y="4565650"/>
            <a:ext cx="116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56" name="Shape 154"/>
          <p:cNvSpPr/>
          <p:nvPr/>
        </p:nvSpPr>
        <p:spPr>
          <a:xfrm>
            <a:off x="4819650" y="43688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124450" y="43688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58" name="Text 156"/>
          <p:cNvSpPr/>
          <p:nvPr/>
        </p:nvSpPr>
        <p:spPr>
          <a:xfrm>
            <a:off x="4832350" y="436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1 5 4</a:t>
            </a:r>
            <a:endParaRPr lang="en-US" sz="1300" dirty="0"/>
          </a:p>
        </p:txBody>
      </p:sp>
      <p:sp>
        <p:nvSpPr>
          <p:cNvPr id="159" name="Text 157"/>
          <p:cNvSpPr/>
          <p:nvPr/>
        </p:nvSpPr>
        <p:spPr>
          <a:xfrm>
            <a:off x="4832350" y="4559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</a:t>
            </a:r>
            <a:endParaRPr lang="en-US" sz="1300" dirty="0"/>
          </a:p>
        </p:txBody>
      </p:sp>
      <p:sp>
        <p:nvSpPr>
          <p:cNvPr id="160" name="Text 158"/>
          <p:cNvSpPr/>
          <p:nvPr/>
        </p:nvSpPr>
        <p:spPr>
          <a:xfrm>
            <a:off x="4832350" y="47561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61" name="Text 159"/>
          <p:cNvSpPr/>
          <p:nvPr/>
        </p:nvSpPr>
        <p:spPr>
          <a:xfrm>
            <a:off x="5232400" y="45656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-6</a:t>
            </a:r>
            <a:endParaRPr lang="en-US" sz="1300" dirty="0"/>
          </a:p>
        </p:txBody>
      </p:sp>
      <p:sp>
        <p:nvSpPr>
          <p:cNvPr id="162" name="Text 160"/>
          <p:cNvSpPr/>
          <p:nvPr/>
        </p:nvSpPr>
        <p:spPr>
          <a:xfrm>
            <a:off x="6477000" y="45656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63" name="Text 161"/>
          <p:cNvSpPr/>
          <p:nvPr/>
        </p:nvSpPr>
        <p:spPr>
          <a:xfrm>
            <a:off x="6731000" y="456565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64" name="Text 162"/>
          <p:cNvSpPr/>
          <p:nvPr/>
        </p:nvSpPr>
        <p:spPr>
          <a:xfrm>
            <a:off x="9017000" y="45656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9340850" y="43688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9645650" y="43688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67" name="Text 165"/>
          <p:cNvSpPr/>
          <p:nvPr/>
        </p:nvSpPr>
        <p:spPr>
          <a:xfrm>
            <a:off x="9353550" y="436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68" name="Text 166"/>
          <p:cNvSpPr/>
          <p:nvPr/>
        </p:nvSpPr>
        <p:spPr>
          <a:xfrm>
            <a:off x="9353550" y="4559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</a:t>
            </a:r>
            <a:endParaRPr lang="en-US" sz="1300" dirty="0"/>
          </a:p>
        </p:txBody>
      </p:sp>
      <p:sp>
        <p:nvSpPr>
          <p:cNvPr id="169" name="Text 167"/>
          <p:cNvSpPr/>
          <p:nvPr/>
        </p:nvSpPr>
        <p:spPr>
          <a:xfrm>
            <a:off x="9353550" y="47561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70" name="Text 168"/>
          <p:cNvSpPr/>
          <p:nvPr/>
        </p:nvSpPr>
        <p:spPr>
          <a:xfrm>
            <a:off x="3594100" y="5365750"/>
            <a:ext cx="116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4819650" y="52070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124450" y="52070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3" name="Text 171"/>
          <p:cNvSpPr/>
          <p:nvPr/>
        </p:nvSpPr>
        <p:spPr>
          <a:xfrm>
            <a:off x="4832350" y="52006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1 6 5</a:t>
            </a:r>
            <a:endParaRPr lang="en-US" sz="1300" dirty="0"/>
          </a:p>
        </p:txBody>
      </p:sp>
      <p:sp>
        <p:nvSpPr>
          <p:cNvPr id="174" name="Text 172"/>
          <p:cNvSpPr/>
          <p:nvPr/>
        </p:nvSpPr>
        <p:spPr>
          <a:xfrm>
            <a:off x="4832350" y="53975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</a:t>
            </a:r>
            <a:endParaRPr lang="en-US" sz="1300" dirty="0"/>
          </a:p>
        </p:txBody>
      </p:sp>
      <p:sp>
        <p:nvSpPr>
          <p:cNvPr id="175" name="Text 173"/>
          <p:cNvSpPr/>
          <p:nvPr/>
        </p:nvSpPr>
        <p:spPr>
          <a:xfrm>
            <a:off x="4832350" y="55943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76" name="Text 174"/>
          <p:cNvSpPr/>
          <p:nvPr/>
        </p:nvSpPr>
        <p:spPr>
          <a:xfrm>
            <a:off x="5232400" y="53657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-10</a:t>
            </a:r>
            <a:endParaRPr lang="en-US" sz="1300" dirty="0"/>
          </a:p>
        </p:txBody>
      </p:sp>
      <p:sp>
        <p:nvSpPr>
          <p:cNvPr id="177" name="Text 175"/>
          <p:cNvSpPr/>
          <p:nvPr/>
        </p:nvSpPr>
        <p:spPr>
          <a:xfrm>
            <a:off x="6553200" y="53657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78" name="Text 176"/>
          <p:cNvSpPr/>
          <p:nvPr/>
        </p:nvSpPr>
        <p:spPr>
          <a:xfrm>
            <a:off x="6794500" y="536575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79" name="Text 177"/>
          <p:cNvSpPr/>
          <p:nvPr/>
        </p:nvSpPr>
        <p:spPr>
          <a:xfrm>
            <a:off x="9080500" y="53657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80" name="Shape 178"/>
          <p:cNvSpPr/>
          <p:nvPr/>
        </p:nvSpPr>
        <p:spPr>
          <a:xfrm>
            <a:off x="9404350" y="52070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709150" y="52070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82" name="Text 180"/>
          <p:cNvSpPr/>
          <p:nvPr/>
        </p:nvSpPr>
        <p:spPr>
          <a:xfrm>
            <a:off x="9417050" y="52006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83" name="Text 181"/>
          <p:cNvSpPr/>
          <p:nvPr/>
        </p:nvSpPr>
        <p:spPr>
          <a:xfrm>
            <a:off x="9417050" y="53975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</a:t>
            </a:r>
            <a:endParaRPr lang="en-US" sz="1300" dirty="0"/>
          </a:p>
        </p:txBody>
      </p:sp>
      <p:sp>
        <p:nvSpPr>
          <p:cNvPr id="184" name="Text 182"/>
          <p:cNvSpPr/>
          <p:nvPr/>
        </p:nvSpPr>
        <p:spPr>
          <a:xfrm>
            <a:off x="9417050" y="55943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85" name="Text 183"/>
          <p:cNvSpPr/>
          <p:nvPr/>
        </p:nvSpPr>
        <p:spPr>
          <a:xfrm>
            <a:off x="3594100" y="6203950"/>
            <a:ext cx="116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86" name="Shape 184"/>
          <p:cNvSpPr/>
          <p:nvPr/>
        </p:nvSpPr>
        <p:spPr>
          <a:xfrm>
            <a:off x="4819650" y="60452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124450" y="60452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88" name="Text 186"/>
          <p:cNvSpPr/>
          <p:nvPr/>
        </p:nvSpPr>
        <p:spPr>
          <a:xfrm>
            <a:off x="4832350" y="6038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1 6 6</a:t>
            </a:r>
            <a:endParaRPr lang="en-US" sz="1300" dirty="0"/>
          </a:p>
        </p:txBody>
      </p:sp>
      <p:sp>
        <p:nvSpPr>
          <p:cNvPr id="189" name="Text 187"/>
          <p:cNvSpPr/>
          <p:nvPr/>
        </p:nvSpPr>
        <p:spPr>
          <a:xfrm>
            <a:off x="4832350" y="6235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</a:t>
            </a:r>
            <a:endParaRPr lang="en-US" sz="1300" dirty="0"/>
          </a:p>
        </p:txBody>
      </p:sp>
      <p:sp>
        <p:nvSpPr>
          <p:cNvPr id="190" name="Text 188"/>
          <p:cNvSpPr/>
          <p:nvPr/>
        </p:nvSpPr>
        <p:spPr>
          <a:xfrm>
            <a:off x="4832350" y="6432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91" name="Text 189"/>
          <p:cNvSpPr/>
          <p:nvPr/>
        </p:nvSpPr>
        <p:spPr>
          <a:xfrm>
            <a:off x="5219700" y="62039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-112</a:t>
            </a:r>
            <a:endParaRPr lang="en-US" sz="1300" dirty="0"/>
          </a:p>
        </p:txBody>
      </p:sp>
      <p:sp>
        <p:nvSpPr>
          <p:cNvPr id="192" name="Text 190"/>
          <p:cNvSpPr/>
          <p:nvPr/>
        </p:nvSpPr>
        <p:spPr>
          <a:xfrm>
            <a:off x="6629400" y="62039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93" name="Text 191"/>
          <p:cNvSpPr/>
          <p:nvPr/>
        </p:nvSpPr>
        <p:spPr>
          <a:xfrm>
            <a:off x="6870700" y="620395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94" name="Text 192"/>
          <p:cNvSpPr/>
          <p:nvPr/>
        </p:nvSpPr>
        <p:spPr>
          <a:xfrm>
            <a:off x="9156700" y="62039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95" name="Shape 193"/>
          <p:cNvSpPr/>
          <p:nvPr/>
        </p:nvSpPr>
        <p:spPr>
          <a:xfrm>
            <a:off x="9474200" y="60452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96" name="Shape 194"/>
          <p:cNvSpPr/>
          <p:nvPr/>
        </p:nvSpPr>
        <p:spPr>
          <a:xfrm>
            <a:off x="9779000" y="6045200"/>
            <a:ext cx="12700" cy="584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97" name="Text 195"/>
          <p:cNvSpPr/>
          <p:nvPr/>
        </p:nvSpPr>
        <p:spPr>
          <a:xfrm>
            <a:off x="9486900" y="6038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98" name="Text 196"/>
          <p:cNvSpPr/>
          <p:nvPr/>
        </p:nvSpPr>
        <p:spPr>
          <a:xfrm>
            <a:off x="9486900" y="6235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</a:t>
            </a:r>
            <a:endParaRPr lang="en-US" sz="1300" dirty="0"/>
          </a:p>
        </p:txBody>
      </p:sp>
      <p:sp>
        <p:nvSpPr>
          <p:cNvPr id="199" name="Text 197"/>
          <p:cNvSpPr/>
          <p:nvPr/>
        </p:nvSpPr>
        <p:spPr>
          <a:xfrm>
            <a:off x="9486900" y="6432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2026-10-24T02:49:51Z</dcterms:created>
  <dcterms:modified xsi:type="dcterms:W3CDTF">2026-10-24T02:49:51Z</dcterms:modified>
</cp:coreProperties>
</file>