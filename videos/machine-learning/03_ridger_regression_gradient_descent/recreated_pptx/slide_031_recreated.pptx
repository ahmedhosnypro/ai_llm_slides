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7620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Convex Function,</a:t>
            </a:r>
            <a:endParaRPr lang="en-US" sz="2120" dirty="0"/>
          </a:p>
        </p:txBody>
      </p:sp>
      <p:sp>
        <p:nvSpPr>
          <p:cNvPr id="9" name="Text 7"/>
          <p:cNvSpPr/>
          <p:nvPr/>
        </p:nvSpPr>
        <p:spPr>
          <a:xfrm>
            <a:off x="3289300" y="7620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 =0.3,</a:t>
            </a:r>
            <a:endParaRPr lang="en-US" sz="2120" dirty="0"/>
          </a:p>
        </p:txBody>
      </p:sp>
      <p:sp>
        <p:nvSpPr>
          <p:cNvPr id="10" name="Text 8"/>
          <p:cNvSpPr/>
          <p:nvPr/>
        </p:nvSpPr>
        <p:spPr>
          <a:xfrm>
            <a:off x="5664200" y="762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at X=3</a:t>
            </a:r>
            <a:endParaRPr lang="en-US" sz="2120" dirty="0"/>
          </a:p>
        </p:txBody>
      </p:sp>
      <p:sp>
        <p:nvSpPr>
          <p:cNvPr id="11" name="Shape 9"/>
          <p:cNvSpPr/>
          <p:nvPr/>
        </p:nvSpPr>
        <p:spPr>
          <a:xfrm>
            <a:off x="1104900" y="2273300"/>
            <a:ext cx="44450" cy="901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5700" y="2273300"/>
            <a:ext cx="1562100" cy="298450"/>
          </a:xfrm>
          <a:prstGeom prst="rect">
            <a:avLst/>
          </a:prstGeom>
          <a:solidFill>
            <a:srgbClr val="E9FFD5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8400" y="2305050"/>
            <a:ext cx="901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70100" y="2305050"/>
            <a:ext cx="647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55700" y="2571750"/>
            <a:ext cx="1562100" cy="298450"/>
          </a:xfrm>
          <a:prstGeom prst="rect">
            <a:avLst/>
          </a:prstGeom>
          <a:solidFill>
            <a:srgbClr val="F3BEC2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8400" y="2603500"/>
            <a:ext cx="901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70100" y="2603500"/>
            <a:ext cx="647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55700" y="2870200"/>
            <a:ext cx="1562100" cy="304800"/>
          </a:xfrm>
          <a:prstGeom prst="rect">
            <a:avLst/>
          </a:prstGeom>
          <a:solidFill>
            <a:srgbClr val="FAFF0D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8400" y="290195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70100" y="290195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70100" y="2273300"/>
            <a:ext cx="0" cy="90170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4600" y="2336800"/>
            <a:ext cx="1689100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pic>
        <p:nvPicPr>
          <p:cNvPr id="23" name="Image 0" descr="/home/ahmed/Projects/ai_llm_slides/videos/machine-learning/03_ridger_regression_gradient_descent/recreated_pptx/build/assets/eq_03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800" y="2416835"/>
            <a:ext cx="1536700" cy="19553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289800" y="850900"/>
            <a:ext cx="29845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4231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692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152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13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534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994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455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915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376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836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297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757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218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4678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139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599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060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0520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1981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89800" y="3835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289800" y="3683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289800" y="3530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89800" y="3225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289800" y="3073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289800" y="2921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289800" y="2768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289800" y="2616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289800" y="2463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89800" y="2311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289800" y="2159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289800" y="2006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289800" y="1854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289800" y="1701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289800" y="1549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289800" y="1397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289800" y="1244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289800" y="1092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289800" y="939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2771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2870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277100" y="8382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277100" y="39243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013700" y="850900"/>
            <a:ext cx="0" cy="307340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289800" y="3378200"/>
            <a:ext cx="2984500" cy="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737600" y="850900"/>
            <a:ext cx="0" cy="3073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pic>
        <p:nvPicPr>
          <p:cNvPr id="70" name="Image 1" descr="/home/ahmed/Projects/ai_llm_slides/videos/machine-learning/03_ridger_regression_gradient_descent/recreated_pptx/build/assets/curve_0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21" y="832104"/>
            <a:ext cx="1167384" cy="2400300"/>
          </a:xfrm>
          <a:prstGeom prst="rect">
            <a:avLst/>
          </a:prstGeom>
        </p:spPr>
      </p:pic>
      <p:sp>
        <p:nvSpPr>
          <p:cNvPr id="71" name="Shape 67"/>
          <p:cNvSpPr/>
          <p:nvPr/>
        </p:nvSpPr>
        <p:spPr>
          <a:xfrm>
            <a:off x="8051800" y="1822450"/>
            <a:ext cx="349250" cy="20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68"/>
          <p:cNvSpPr/>
          <p:nvPr/>
        </p:nvSpPr>
        <p:spPr>
          <a:xfrm>
            <a:off x="9112250" y="1822450"/>
            <a:ext cx="127000" cy="9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69"/>
          <p:cNvSpPr/>
          <p:nvPr/>
        </p:nvSpPr>
        <p:spPr>
          <a:xfrm>
            <a:off x="8280400" y="1854200"/>
            <a:ext cx="9525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82550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86868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91313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343900" y="2273300"/>
            <a:ext cx="101600" cy="1016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610600" y="3149600"/>
            <a:ext cx="101600" cy="101600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763000" y="3149600"/>
            <a:ext cx="101600" cy="101600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7696200" y="1003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Text 77"/>
          <p:cNvSpPr/>
          <p:nvPr/>
        </p:nvSpPr>
        <p:spPr>
          <a:xfrm>
            <a:off x="7696200" y="1765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7696200" y="2527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83" name="Text 79"/>
          <p:cNvSpPr/>
          <p:nvPr/>
        </p:nvSpPr>
        <p:spPr>
          <a:xfrm>
            <a:off x="7213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-5</a:t>
            </a:r>
            <a:endParaRPr lang="en-US" sz="900" dirty="0"/>
          </a:p>
        </p:txBody>
      </p:sp>
      <p:sp>
        <p:nvSpPr>
          <p:cNvPr id="84" name="Text 80"/>
          <p:cNvSpPr/>
          <p:nvPr/>
        </p:nvSpPr>
        <p:spPr>
          <a:xfrm>
            <a:off x="7848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00" dirty="0"/>
          </a:p>
        </p:txBody>
      </p:sp>
      <p:sp>
        <p:nvSpPr>
          <p:cNvPr id="85" name="Text 81"/>
          <p:cNvSpPr/>
          <p:nvPr/>
        </p:nvSpPr>
        <p:spPr>
          <a:xfrm>
            <a:off x="85852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86" name="Text 82"/>
          <p:cNvSpPr/>
          <p:nvPr/>
        </p:nvSpPr>
        <p:spPr>
          <a:xfrm>
            <a:off x="93154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87" name="Text 83"/>
          <p:cNvSpPr/>
          <p:nvPr/>
        </p:nvSpPr>
        <p:spPr>
          <a:xfrm>
            <a:off x="100393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88" name="Text 84"/>
          <p:cNvSpPr/>
          <p:nvPr/>
        </p:nvSpPr>
        <p:spPr>
          <a:xfrm>
            <a:off x="7861300" y="18923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(2, 10)</a:t>
            </a:r>
            <a:endParaRPr lang="en-US" sz="1000" dirty="0"/>
          </a:p>
        </p:txBody>
      </p:sp>
      <p:sp>
        <p:nvSpPr>
          <p:cNvPr id="89" name="Text 85"/>
          <p:cNvSpPr/>
          <p:nvPr/>
        </p:nvSpPr>
        <p:spPr>
          <a:xfrm>
            <a:off x="9194800" y="1778000"/>
            <a:ext cx="38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(?, ?)</a:t>
            </a:r>
            <a:endParaRPr lang="en-US" sz="1000" dirty="0"/>
          </a:p>
        </p:txBody>
      </p:sp>
      <p:sp>
        <p:nvSpPr>
          <p:cNvPr id="90" name="Text 86"/>
          <p:cNvSpPr/>
          <p:nvPr/>
        </p:nvSpPr>
        <p:spPr>
          <a:xfrm>
            <a:off x="8890000" y="3098800"/>
            <a:ext cx="457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(5, 1)</a:t>
            </a:r>
            <a:endParaRPr lang="en-US" sz="1000" dirty="0"/>
          </a:p>
        </p:txBody>
      </p:sp>
      <p:sp>
        <p:nvSpPr>
          <p:cNvPr id="91" name="Text 87"/>
          <p:cNvSpPr/>
          <p:nvPr/>
        </p:nvSpPr>
        <p:spPr>
          <a:xfrm>
            <a:off x="84328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92" name="Text 88"/>
          <p:cNvSpPr/>
          <p:nvPr/>
        </p:nvSpPr>
        <p:spPr>
          <a:xfrm>
            <a:off x="88519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93" name="Shape 89"/>
          <p:cNvSpPr/>
          <p:nvPr/>
        </p:nvSpPr>
        <p:spPr>
          <a:xfrm>
            <a:off x="3098800" y="3111500"/>
            <a:ext cx="4089400" cy="558800"/>
          </a:xfrm>
          <a:prstGeom prst="rect">
            <a:avLst/>
          </a:prstGeom>
          <a:solidFill>
            <a:srgbClr val="E6FFE0"/>
          </a:solidFill>
          <a:ln/>
        </p:spPr>
      </p:sp>
      <p:sp>
        <p:nvSpPr>
          <p:cNvPr id="94" name="Shape 90"/>
          <p:cNvSpPr/>
          <p:nvPr/>
        </p:nvSpPr>
        <p:spPr>
          <a:xfrm>
            <a:off x="3086100" y="3098800"/>
            <a:ext cx="4114800" cy="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3086100" y="3683000"/>
            <a:ext cx="4114800" cy="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3086100" y="3098800"/>
            <a:ext cx="0" cy="58420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7200900" y="3098800"/>
            <a:ext cx="0" cy="58420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3162300" y="3136900"/>
            <a:ext cx="17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500" dirty="0"/>
          </a:p>
        </p:txBody>
      </p:sp>
      <p:sp>
        <p:nvSpPr>
          <p:cNvPr id="99" name="Text 95"/>
          <p:cNvSpPr/>
          <p:nvPr/>
        </p:nvSpPr>
        <p:spPr>
          <a:xfrm>
            <a:off x="3695700" y="31369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500" b="1" spc="55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4.8</a:t>
            </a:r>
            <a:pPr algn="l" indent="0" marL="0">
              <a:buNone/>
            </a:pPr>
            <a:r>
              <a:rPr lang="en-US" sz="1500" b="1" spc="5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color red bold </a:t>
            </a:r>
            <a:endParaRPr lang="en-US" sz="1500" dirty="0"/>
          </a:p>
        </p:txBody>
      </p:sp>
      <p:sp>
        <p:nvSpPr>
          <p:cNvPr id="100" name="Text 96"/>
          <p:cNvSpPr/>
          <p:nvPr/>
        </p:nvSpPr>
        <p:spPr>
          <a:xfrm>
            <a:off x="6858000" y="31369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</a:t>
            </a:r>
            <a:endParaRPr lang="en-US" sz="1500" dirty="0"/>
          </a:p>
        </p:txBody>
      </p:sp>
      <p:sp>
        <p:nvSpPr>
          <p:cNvPr id="101" name="Text 97"/>
          <p:cNvSpPr/>
          <p:nvPr/>
        </p:nvSpPr>
        <p:spPr>
          <a:xfrm>
            <a:off x="3136900" y="33655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endParaRPr lang="en-US" sz="1500" dirty="0"/>
          </a:p>
        </p:txBody>
      </p:sp>
      <p:sp>
        <p:nvSpPr>
          <p:cNvPr id="102" name="Text 98"/>
          <p:cNvSpPr/>
          <p:nvPr/>
        </p:nvSpPr>
        <p:spPr>
          <a:xfrm>
            <a:off x="3683000" y="33655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8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500" b="1" spc="80" kern="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1.04</a:t>
            </a:r>
            <a:pPr algn="l" indent="0" marL="0">
              <a:buNone/>
            </a:pPr>
            <a:r>
              <a:rPr lang="en-US" sz="1500" b="1" spc="8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algn="l" indent="0" marL="0">
              <a:buNone/>
            </a:pPr>
            <a:r>
              <a:rPr lang="en-US" sz="1500" b="1" spc="80" kern="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1.01</a:t>
            </a:r>
            <a:endParaRPr lang="en-US" sz="1500" dirty="0"/>
          </a:p>
        </p:txBody>
      </p:sp>
      <p:sp>
        <p:nvSpPr>
          <p:cNvPr id="103" name="Shape 99"/>
          <p:cNvSpPr/>
          <p:nvPr/>
        </p:nvSpPr>
        <p:spPr>
          <a:xfrm>
            <a:off x="3835400" y="3733800"/>
            <a:ext cx="1193800" cy="406400"/>
          </a:xfrm>
          <a:prstGeom prst="roundRect">
            <a:avLst>
              <a:gd name="adj" fmla="val 13500"/>
            </a:avLst>
          </a:prstGeom>
          <a:solidFill>
            <a:srgbClr val="F4C7FE"/>
          </a:solidFill>
          <a:ln w="12700">
            <a:solidFill>
              <a:srgbClr val="C69BC9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3949700" y="3784600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Bouncing</a:t>
            </a:r>
            <a:endParaRPr lang="en-US" sz="1400" dirty="0"/>
          </a:p>
        </p:txBody>
      </p:sp>
      <p:sp>
        <p:nvSpPr>
          <p:cNvPr id="105" name="Shape 101"/>
          <p:cNvSpPr/>
          <p:nvPr/>
        </p:nvSpPr>
        <p:spPr>
          <a:xfrm>
            <a:off x="812800" y="4254500"/>
            <a:ext cx="10541000" cy="2470150"/>
          </a:xfrm>
          <a:prstGeom prst="rect">
            <a:avLst/>
          </a:prstGeom>
          <a:ln w="12700">
            <a:solidFill>
              <a:srgbClr val="4B459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838200" y="4279900"/>
            <a:ext cx="10515600" cy="2425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hape 103"/>
          <p:cNvSpPr/>
          <p:nvPr/>
        </p:nvSpPr>
        <p:spPr>
          <a:xfrm>
            <a:off x="952500" y="4368800"/>
            <a:ext cx="10236200" cy="469900"/>
          </a:xfrm>
          <a:prstGeom prst="rect">
            <a:avLst/>
          </a:prstGeom>
          <a:solidFill>
            <a:srgbClr val="D0D97C"/>
          </a:solidFill>
          <a:ln/>
        </p:spPr>
      </p:sp>
      <p:sp>
        <p:nvSpPr>
          <p:cNvPr id="108" name="Shape 104"/>
          <p:cNvSpPr/>
          <p:nvPr/>
        </p:nvSpPr>
        <p:spPr>
          <a:xfrm>
            <a:off x="952500" y="4914900"/>
            <a:ext cx="10236200" cy="482600"/>
          </a:xfrm>
          <a:prstGeom prst="rect">
            <a:avLst/>
          </a:prstGeom>
          <a:solidFill>
            <a:srgbClr val="BF9DDA"/>
          </a:solidFill>
          <a:ln/>
        </p:spPr>
      </p:sp>
      <p:sp>
        <p:nvSpPr>
          <p:cNvPr id="109" name="Shape 105"/>
          <p:cNvSpPr/>
          <p:nvPr/>
        </p:nvSpPr>
        <p:spPr>
          <a:xfrm>
            <a:off x="952500" y="5473700"/>
            <a:ext cx="10236200" cy="482600"/>
          </a:xfrm>
          <a:prstGeom prst="rect">
            <a:avLst/>
          </a:prstGeom>
          <a:solidFill>
            <a:srgbClr val="F8DDC8"/>
          </a:solidFill>
          <a:ln/>
        </p:spPr>
      </p:sp>
      <p:sp>
        <p:nvSpPr>
          <p:cNvPr id="110" name="Shape 106"/>
          <p:cNvSpPr/>
          <p:nvPr/>
        </p:nvSpPr>
        <p:spPr>
          <a:xfrm>
            <a:off x="952500" y="6032500"/>
            <a:ext cx="10236200" cy="241300"/>
          </a:xfrm>
          <a:prstGeom prst="rect">
            <a:avLst/>
          </a:prstGeom>
          <a:solidFill>
            <a:srgbClr val="E5FFD4"/>
          </a:solidFill>
          <a:ln w="25400">
            <a:solidFill>
              <a:srgbClr val="378A2E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952500" y="6362700"/>
            <a:ext cx="10236200" cy="203200"/>
          </a:xfrm>
          <a:prstGeom prst="rect">
            <a:avLst/>
          </a:prstGeom>
          <a:solidFill>
            <a:srgbClr val="F7BEC4"/>
          </a:solidFill>
          <a:ln/>
        </p:spPr>
      </p:sp>
      <p:sp>
        <p:nvSpPr>
          <p:cNvPr id="112" name="Shape 108"/>
          <p:cNvSpPr/>
          <p:nvPr/>
        </p:nvSpPr>
        <p:spPr>
          <a:xfrm>
            <a:off x="952500" y="4622800"/>
            <a:ext cx="102362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952500" y="5181600"/>
            <a:ext cx="102362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52500" y="5740400"/>
            <a:ext cx="102362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952500" y="6337300"/>
            <a:ext cx="10236200" cy="50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6" name="Shape 112"/>
          <p:cNvSpPr/>
          <p:nvPr/>
        </p:nvSpPr>
        <p:spPr>
          <a:xfrm>
            <a:off x="952500" y="6527800"/>
            <a:ext cx="102362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Text 113"/>
          <p:cNvSpPr/>
          <p:nvPr/>
        </p:nvSpPr>
        <p:spPr>
          <a:xfrm>
            <a:off x="952500" y="44069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00" dirty="0"/>
          </a:p>
        </p:txBody>
      </p:sp>
      <p:sp>
        <p:nvSpPr>
          <p:cNvPr id="118" name="Text 114"/>
          <p:cNvSpPr/>
          <p:nvPr/>
        </p:nvSpPr>
        <p:spPr>
          <a:xfrm>
            <a:off x="1663700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2192909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900" dirty="0"/>
          </a:p>
        </p:txBody>
      </p:sp>
      <p:sp>
        <p:nvSpPr>
          <p:cNvPr id="120" name="Text 116"/>
          <p:cNvSpPr/>
          <p:nvPr/>
        </p:nvSpPr>
        <p:spPr>
          <a:xfrm>
            <a:off x="2722118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900" dirty="0"/>
          </a:p>
        </p:txBody>
      </p:sp>
      <p:sp>
        <p:nvSpPr>
          <p:cNvPr id="121" name="Text 117"/>
          <p:cNvSpPr/>
          <p:nvPr/>
        </p:nvSpPr>
        <p:spPr>
          <a:xfrm>
            <a:off x="3251327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900" dirty="0"/>
          </a:p>
        </p:txBody>
      </p:sp>
      <p:sp>
        <p:nvSpPr>
          <p:cNvPr id="122" name="Text 118"/>
          <p:cNvSpPr/>
          <p:nvPr/>
        </p:nvSpPr>
        <p:spPr>
          <a:xfrm>
            <a:off x="3780536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900" dirty="0"/>
          </a:p>
        </p:txBody>
      </p:sp>
      <p:sp>
        <p:nvSpPr>
          <p:cNvPr id="123" name="Text 119"/>
          <p:cNvSpPr/>
          <p:nvPr/>
        </p:nvSpPr>
        <p:spPr>
          <a:xfrm>
            <a:off x="4309745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900" dirty="0"/>
          </a:p>
        </p:txBody>
      </p:sp>
      <p:sp>
        <p:nvSpPr>
          <p:cNvPr id="124" name="Text 120"/>
          <p:cNvSpPr/>
          <p:nvPr/>
        </p:nvSpPr>
        <p:spPr>
          <a:xfrm>
            <a:off x="4838954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5368163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5897372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27" name="Text 123"/>
          <p:cNvSpPr/>
          <p:nvPr/>
        </p:nvSpPr>
        <p:spPr>
          <a:xfrm>
            <a:off x="6426581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28" name="Text 124"/>
          <p:cNvSpPr/>
          <p:nvPr/>
        </p:nvSpPr>
        <p:spPr>
          <a:xfrm>
            <a:off x="6955790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29" name="Text 125"/>
          <p:cNvSpPr/>
          <p:nvPr/>
        </p:nvSpPr>
        <p:spPr>
          <a:xfrm>
            <a:off x="7484999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0" name="Text 126"/>
          <p:cNvSpPr/>
          <p:nvPr/>
        </p:nvSpPr>
        <p:spPr>
          <a:xfrm>
            <a:off x="8014208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8543417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072626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33" name="Text 129"/>
          <p:cNvSpPr/>
          <p:nvPr/>
        </p:nvSpPr>
        <p:spPr>
          <a:xfrm>
            <a:off x="9601835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4" name="Text 130"/>
          <p:cNvSpPr/>
          <p:nvPr/>
        </p:nvSpPr>
        <p:spPr>
          <a:xfrm>
            <a:off x="10131044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35" name="Text 131"/>
          <p:cNvSpPr/>
          <p:nvPr/>
        </p:nvSpPr>
        <p:spPr>
          <a:xfrm>
            <a:off x="10660253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6" name="Text 132"/>
          <p:cNvSpPr/>
          <p:nvPr/>
        </p:nvSpPr>
        <p:spPr>
          <a:xfrm>
            <a:off x="952500" y="46418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endParaRPr lang="en-US" sz="800" dirty="0"/>
          </a:p>
        </p:txBody>
      </p:sp>
      <p:sp>
        <p:nvSpPr>
          <p:cNvPr id="137" name="Text 133"/>
          <p:cNvSpPr/>
          <p:nvPr/>
        </p:nvSpPr>
        <p:spPr>
          <a:xfrm>
            <a:off x="1663700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38" name="Text 134"/>
          <p:cNvSpPr/>
          <p:nvPr/>
        </p:nvSpPr>
        <p:spPr>
          <a:xfrm>
            <a:off x="2192909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3.89</a:t>
            </a:r>
            <a:endParaRPr lang="en-US" sz="900" dirty="0"/>
          </a:p>
        </p:txBody>
      </p:sp>
      <p:sp>
        <p:nvSpPr>
          <p:cNvPr id="139" name="Text 135"/>
          <p:cNvSpPr/>
          <p:nvPr/>
        </p:nvSpPr>
        <p:spPr>
          <a:xfrm>
            <a:off x="2722118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2.96</a:t>
            </a:r>
            <a:endParaRPr lang="en-US" sz="900" dirty="0"/>
          </a:p>
        </p:txBody>
      </p:sp>
      <p:sp>
        <p:nvSpPr>
          <p:cNvPr id="140" name="Text 136"/>
          <p:cNvSpPr/>
          <p:nvPr/>
        </p:nvSpPr>
        <p:spPr>
          <a:xfrm>
            <a:off x="3251327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</a:t>
            </a:r>
            <a:endParaRPr lang="en-US" sz="900" dirty="0"/>
          </a:p>
        </p:txBody>
      </p:sp>
      <p:sp>
        <p:nvSpPr>
          <p:cNvPr id="141" name="Text 137"/>
          <p:cNvSpPr/>
          <p:nvPr/>
        </p:nvSpPr>
        <p:spPr>
          <a:xfrm>
            <a:off x="3780536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1.64</a:t>
            </a:r>
            <a:endParaRPr lang="en-US" sz="900" dirty="0"/>
          </a:p>
        </p:txBody>
      </p:sp>
      <p:sp>
        <p:nvSpPr>
          <p:cNvPr id="142" name="Text 138"/>
          <p:cNvSpPr/>
          <p:nvPr/>
        </p:nvSpPr>
        <p:spPr>
          <a:xfrm>
            <a:off x="4309745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</a:t>
            </a:r>
            <a:endParaRPr lang="en-US" sz="900" dirty="0"/>
          </a:p>
        </p:txBody>
      </p:sp>
      <p:sp>
        <p:nvSpPr>
          <p:cNvPr id="143" name="Text 139"/>
          <p:cNvSpPr/>
          <p:nvPr/>
        </p:nvSpPr>
        <p:spPr>
          <a:xfrm>
            <a:off x="4838954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44" name="Text 140"/>
          <p:cNvSpPr/>
          <p:nvPr/>
        </p:nvSpPr>
        <p:spPr>
          <a:xfrm>
            <a:off x="5368163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45" name="Text 141"/>
          <p:cNvSpPr/>
          <p:nvPr/>
        </p:nvSpPr>
        <p:spPr>
          <a:xfrm>
            <a:off x="5897372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46" name="Text 142"/>
          <p:cNvSpPr/>
          <p:nvPr/>
        </p:nvSpPr>
        <p:spPr>
          <a:xfrm>
            <a:off x="6426581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47" name="Text 143"/>
          <p:cNvSpPr/>
          <p:nvPr/>
        </p:nvSpPr>
        <p:spPr>
          <a:xfrm>
            <a:off x="6955790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48" name="Text 144"/>
          <p:cNvSpPr/>
          <p:nvPr/>
        </p:nvSpPr>
        <p:spPr>
          <a:xfrm>
            <a:off x="7484999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49" name="Text 145"/>
          <p:cNvSpPr/>
          <p:nvPr/>
        </p:nvSpPr>
        <p:spPr>
          <a:xfrm>
            <a:off x="8014208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50" name="Text 146"/>
          <p:cNvSpPr/>
          <p:nvPr/>
        </p:nvSpPr>
        <p:spPr>
          <a:xfrm>
            <a:off x="8543417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51" name="Text 147"/>
          <p:cNvSpPr/>
          <p:nvPr/>
        </p:nvSpPr>
        <p:spPr>
          <a:xfrm>
            <a:off x="9072626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52" name="Text 148"/>
          <p:cNvSpPr/>
          <p:nvPr/>
        </p:nvSpPr>
        <p:spPr>
          <a:xfrm>
            <a:off x="9601835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53" name="Text 149"/>
          <p:cNvSpPr/>
          <p:nvPr/>
        </p:nvSpPr>
        <p:spPr>
          <a:xfrm>
            <a:off x="10131044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54" name="Text 150"/>
          <p:cNvSpPr/>
          <p:nvPr/>
        </p:nvSpPr>
        <p:spPr>
          <a:xfrm>
            <a:off x="10660253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55" name="Text 151"/>
          <p:cNvSpPr/>
          <p:nvPr/>
        </p:nvSpPr>
        <p:spPr>
          <a:xfrm>
            <a:off x="952500" y="49593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x-delta</a:t>
            </a:r>
            <a:endParaRPr lang="en-US" sz="800" dirty="0"/>
          </a:p>
        </p:txBody>
      </p:sp>
      <p:sp>
        <p:nvSpPr>
          <p:cNvPr id="156" name="Text 152"/>
          <p:cNvSpPr/>
          <p:nvPr/>
        </p:nvSpPr>
        <p:spPr>
          <a:xfrm>
            <a:off x="1663700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900" dirty="0"/>
          </a:p>
        </p:txBody>
      </p:sp>
      <p:sp>
        <p:nvSpPr>
          <p:cNvPr id="157" name="Text 153"/>
          <p:cNvSpPr/>
          <p:nvPr/>
        </p:nvSpPr>
        <p:spPr>
          <a:xfrm>
            <a:off x="2192909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900" dirty="0"/>
          </a:p>
        </p:txBody>
      </p:sp>
      <p:sp>
        <p:nvSpPr>
          <p:cNvPr id="158" name="Text 154"/>
          <p:cNvSpPr/>
          <p:nvPr/>
        </p:nvSpPr>
        <p:spPr>
          <a:xfrm>
            <a:off x="2722118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900" dirty="0"/>
          </a:p>
        </p:txBody>
      </p:sp>
      <p:sp>
        <p:nvSpPr>
          <p:cNvPr id="159" name="Text 155"/>
          <p:cNvSpPr/>
          <p:nvPr/>
        </p:nvSpPr>
        <p:spPr>
          <a:xfrm>
            <a:off x="3251327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900" dirty="0"/>
          </a:p>
        </p:txBody>
      </p:sp>
      <p:sp>
        <p:nvSpPr>
          <p:cNvPr id="160" name="Text 156"/>
          <p:cNvSpPr/>
          <p:nvPr/>
        </p:nvSpPr>
        <p:spPr>
          <a:xfrm>
            <a:off x="3780536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900" dirty="0"/>
          </a:p>
        </p:txBody>
      </p:sp>
      <p:sp>
        <p:nvSpPr>
          <p:cNvPr id="161" name="Text 157"/>
          <p:cNvSpPr/>
          <p:nvPr/>
        </p:nvSpPr>
        <p:spPr>
          <a:xfrm>
            <a:off x="4309745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900" dirty="0"/>
          </a:p>
        </p:txBody>
      </p:sp>
      <p:sp>
        <p:nvSpPr>
          <p:cNvPr id="162" name="Text 158"/>
          <p:cNvSpPr/>
          <p:nvPr/>
        </p:nvSpPr>
        <p:spPr>
          <a:xfrm>
            <a:off x="4838954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3" name="Text 159"/>
          <p:cNvSpPr/>
          <p:nvPr/>
        </p:nvSpPr>
        <p:spPr>
          <a:xfrm>
            <a:off x="5368163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4" name="Text 160"/>
          <p:cNvSpPr/>
          <p:nvPr/>
        </p:nvSpPr>
        <p:spPr>
          <a:xfrm>
            <a:off x="5897372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5" name="Text 161"/>
          <p:cNvSpPr/>
          <p:nvPr/>
        </p:nvSpPr>
        <p:spPr>
          <a:xfrm>
            <a:off x="6426581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6" name="Text 162"/>
          <p:cNvSpPr/>
          <p:nvPr/>
        </p:nvSpPr>
        <p:spPr>
          <a:xfrm>
            <a:off x="6955790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7" name="Text 163"/>
          <p:cNvSpPr/>
          <p:nvPr/>
        </p:nvSpPr>
        <p:spPr>
          <a:xfrm>
            <a:off x="7484999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8" name="Text 164"/>
          <p:cNvSpPr/>
          <p:nvPr/>
        </p:nvSpPr>
        <p:spPr>
          <a:xfrm>
            <a:off x="8014208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9" name="Text 165"/>
          <p:cNvSpPr/>
          <p:nvPr/>
        </p:nvSpPr>
        <p:spPr>
          <a:xfrm>
            <a:off x="8543417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0" name="Text 166"/>
          <p:cNvSpPr/>
          <p:nvPr/>
        </p:nvSpPr>
        <p:spPr>
          <a:xfrm>
            <a:off x="9072626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71" name="Text 167"/>
          <p:cNvSpPr/>
          <p:nvPr/>
        </p:nvSpPr>
        <p:spPr>
          <a:xfrm>
            <a:off x="9601835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2" name="Text 168"/>
          <p:cNvSpPr/>
          <p:nvPr/>
        </p:nvSpPr>
        <p:spPr>
          <a:xfrm>
            <a:off x="10131044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73" name="Text 169"/>
          <p:cNvSpPr/>
          <p:nvPr/>
        </p:nvSpPr>
        <p:spPr>
          <a:xfrm>
            <a:off x="10660253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4" name="Text 170"/>
          <p:cNvSpPr/>
          <p:nvPr/>
        </p:nvSpPr>
        <p:spPr>
          <a:xfrm>
            <a:off x="952500" y="52006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f(x-delta)</a:t>
            </a:r>
            <a:endParaRPr lang="en-US" sz="800" dirty="0"/>
          </a:p>
        </p:txBody>
      </p:sp>
      <p:sp>
        <p:nvSpPr>
          <p:cNvPr id="175" name="Text 171"/>
          <p:cNvSpPr/>
          <p:nvPr/>
        </p:nvSpPr>
        <p:spPr>
          <a:xfrm>
            <a:off x="1663700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</a:t>
            </a:r>
            <a:endParaRPr lang="en-US" sz="900" dirty="0"/>
          </a:p>
        </p:txBody>
      </p:sp>
      <p:sp>
        <p:nvSpPr>
          <p:cNvPr id="176" name="Text 172"/>
          <p:cNvSpPr/>
          <p:nvPr/>
        </p:nvSpPr>
        <p:spPr>
          <a:xfrm>
            <a:off x="2192909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4.24</a:t>
            </a:r>
            <a:endParaRPr lang="en-US" sz="900" dirty="0"/>
          </a:p>
        </p:txBody>
      </p:sp>
      <p:sp>
        <p:nvSpPr>
          <p:cNvPr id="177" name="Text 173"/>
          <p:cNvSpPr/>
          <p:nvPr/>
        </p:nvSpPr>
        <p:spPr>
          <a:xfrm>
            <a:off x="2722118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</a:t>
            </a:r>
            <a:endParaRPr lang="en-US" sz="900" dirty="0"/>
          </a:p>
        </p:txBody>
      </p:sp>
      <p:sp>
        <p:nvSpPr>
          <p:cNvPr id="178" name="Text 174"/>
          <p:cNvSpPr/>
          <p:nvPr/>
        </p:nvSpPr>
        <p:spPr>
          <a:xfrm>
            <a:off x="3251327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2.44</a:t>
            </a:r>
            <a:endParaRPr lang="en-US" sz="900" dirty="0"/>
          </a:p>
        </p:txBody>
      </p:sp>
      <p:sp>
        <p:nvSpPr>
          <p:cNvPr id="179" name="Text 175"/>
          <p:cNvSpPr/>
          <p:nvPr/>
        </p:nvSpPr>
        <p:spPr>
          <a:xfrm>
            <a:off x="3780536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</a:t>
            </a:r>
            <a:endParaRPr lang="en-US" sz="900" dirty="0"/>
          </a:p>
        </p:txBody>
      </p:sp>
      <p:sp>
        <p:nvSpPr>
          <p:cNvPr id="180" name="Text 176"/>
          <p:cNvSpPr/>
          <p:nvPr/>
        </p:nvSpPr>
        <p:spPr>
          <a:xfrm>
            <a:off x="4309745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</a:t>
            </a:r>
            <a:endParaRPr lang="en-US" sz="900" dirty="0"/>
          </a:p>
        </p:txBody>
      </p:sp>
      <p:sp>
        <p:nvSpPr>
          <p:cNvPr id="181" name="Text 177"/>
          <p:cNvSpPr/>
          <p:nvPr/>
        </p:nvSpPr>
        <p:spPr>
          <a:xfrm>
            <a:off x="4838954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2" name="Text 178"/>
          <p:cNvSpPr/>
          <p:nvPr/>
        </p:nvSpPr>
        <p:spPr>
          <a:xfrm>
            <a:off x="5368163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3" name="Text 179"/>
          <p:cNvSpPr/>
          <p:nvPr/>
        </p:nvSpPr>
        <p:spPr>
          <a:xfrm>
            <a:off x="5897372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4" name="Text 180"/>
          <p:cNvSpPr/>
          <p:nvPr/>
        </p:nvSpPr>
        <p:spPr>
          <a:xfrm>
            <a:off x="6426581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5" name="Text 181"/>
          <p:cNvSpPr/>
          <p:nvPr/>
        </p:nvSpPr>
        <p:spPr>
          <a:xfrm>
            <a:off x="6955790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6" name="Text 182"/>
          <p:cNvSpPr/>
          <p:nvPr/>
        </p:nvSpPr>
        <p:spPr>
          <a:xfrm>
            <a:off x="7484999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7" name="Text 183"/>
          <p:cNvSpPr/>
          <p:nvPr/>
        </p:nvSpPr>
        <p:spPr>
          <a:xfrm>
            <a:off x="8014208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8" name="Text 184"/>
          <p:cNvSpPr/>
          <p:nvPr/>
        </p:nvSpPr>
        <p:spPr>
          <a:xfrm>
            <a:off x="8543417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9" name="Text 185"/>
          <p:cNvSpPr/>
          <p:nvPr/>
        </p:nvSpPr>
        <p:spPr>
          <a:xfrm>
            <a:off x="9072626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90" name="Text 186"/>
          <p:cNvSpPr/>
          <p:nvPr/>
        </p:nvSpPr>
        <p:spPr>
          <a:xfrm>
            <a:off x="9601835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1" name="Text 187"/>
          <p:cNvSpPr/>
          <p:nvPr/>
        </p:nvSpPr>
        <p:spPr>
          <a:xfrm>
            <a:off x="10131044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92" name="Text 188"/>
          <p:cNvSpPr/>
          <p:nvPr/>
        </p:nvSpPr>
        <p:spPr>
          <a:xfrm>
            <a:off x="10660253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3" name="Text 189"/>
          <p:cNvSpPr/>
          <p:nvPr/>
        </p:nvSpPr>
        <p:spPr>
          <a:xfrm>
            <a:off x="952500" y="55181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x+delta</a:t>
            </a:r>
            <a:endParaRPr lang="en-US" sz="800" dirty="0"/>
          </a:p>
        </p:txBody>
      </p:sp>
      <p:sp>
        <p:nvSpPr>
          <p:cNvPr id="194" name="Text 190"/>
          <p:cNvSpPr/>
          <p:nvPr/>
        </p:nvSpPr>
        <p:spPr>
          <a:xfrm>
            <a:off x="1663700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900" dirty="0"/>
          </a:p>
        </p:txBody>
      </p:sp>
      <p:sp>
        <p:nvSpPr>
          <p:cNvPr id="195" name="Text 191"/>
          <p:cNvSpPr/>
          <p:nvPr/>
        </p:nvSpPr>
        <p:spPr>
          <a:xfrm>
            <a:off x="2192909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900" dirty="0"/>
          </a:p>
        </p:txBody>
      </p:sp>
      <p:sp>
        <p:nvSpPr>
          <p:cNvPr id="196" name="Text 192"/>
          <p:cNvSpPr/>
          <p:nvPr/>
        </p:nvSpPr>
        <p:spPr>
          <a:xfrm>
            <a:off x="2722118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900" dirty="0"/>
          </a:p>
        </p:txBody>
      </p:sp>
      <p:sp>
        <p:nvSpPr>
          <p:cNvPr id="197" name="Text 193"/>
          <p:cNvSpPr/>
          <p:nvPr/>
        </p:nvSpPr>
        <p:spPr>
          <a:xfrm>
            <a:off x="3251327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8" name="Text 194"/>
          <p:cNvSpPr/>
          <p:nvPr/>
        </p:nvSpPr>
        <p:spPr>
          <a:xfrm>
            <a:off x="3780536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900" dirty="0"/>
          </a:p>
        </p:txBody>
      </p:sp>
      <p:sp>
        <p:nvSpPr>
          <p:cNvPr id="199" name="Text 195"/>
          <p:cNvSpPr/>
          <p:nvPr/>
        </p:nvSpPr>
        <p:spPr>
          <a:xfrm>
            <a:off x="4309745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900" dirty="0"/>
          </a:p>
        </p:txBody>
      </p:sp>
      <p:sp>
        <p:nvSpPr>
          <p:cNvPr id="200" name="Text 196"/>
          <p:cNvSpPr/>
          <p:nvPr/>
        </p:nvSpPr>
        <p:spPr>
          <a:xfrm>
            <a:off x="4838954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1" name="Text 197"/>
          <p:cNvSpPr/>
          <p:nvPr/>
        </p:nvSpPr>
        <p:spPr>
          <a:xfrm>
            <a:off x="5368163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2" name="Text 198"/>
          <p:cNvSpPr/>
          <p:nvPr/>
        </p:nvSpPr>
        <p:spPr>
          <a:xfrm>
            <a:off x="5897372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3" name="Text 199"/>
          <p:cNvSpPr/>
          <p:nvPr/>
        </p:nvSpPr>
        <p:spPr>
          <a:xfrm>
            <a:off x="6426581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4" name="Text 200"/>
          <p:cNvSpPr/>
          <p:nvPr/>
        </p:nvSpPr>
        <p:spPr>
          <a:xfrm>
            <a:off x="6955790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5" name="Text 201"/>
          <p:cNvSpPr/>
          <p:nvPr/>
        </p:nvSpPr>
        <p:spPr>
          <a:xfrm>
            <a:off x="7484999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6" name="Text 202"/>
          <p:cNvSpPr/>
          <p:nvPr/>
        </p:nvSpPr>
        <p:spPr>
          <a:xfrm>
            <a:off x="8014208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7" name="Text 203"/>
          <p:cNvSpPr/>
          <p:nvPr/>
        </p:nvSpPr>
        <p:spPr>
          <a:xfrm>
            <a:off x="8543417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8" name="Text 204"/>
          <p:cNvSpPr/>
          <p:nvPr/>
        </p:nvSpPr>
        <p:spPr>
          <a:xfrm>
            <a:off x="9072626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9" name="Text 205"/>
          <p:cNvSpPr/>
          <p:nvPr/>
        </p:nvSpPr>
        <p:spPr>
          <a:xfrm>
            <a:off x="9601835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10" name="Text 206"/>
          <p:cNvSpPr/>
          <p:nvPr/>
        </p:nvSpPr>
        <p:spPr>
          <a:xfrm>
            <a:off x="10131044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11" name="Text 207"/>
          <p:cNvSpPr/>
          <p:nvPr/>
        </p:nvSpPr>
        <p:spPr>
          <a:xfrm>
            <a:off x="10660253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12" name="Text 208"/>
          <p:cNvSpPr/>
          <p:nvPr/>
        </p:nvSpPr>
        <p:spPr>
          <a:xfrm>
            <a:off x="952500" y="57594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f(x+delta)</a:t>
            </a:r>
            <a:endParaRPr lang="en-US" sz="800" dirty="0"/>
          </a:p>
        </p:txBody>
      </p:sp>
      <p:sp>
        <p:nvSpPr>
          <p:cNvPr id="213" name="Text 209"/>
          <p:cNvSpPr/>
          <p:nvPr/>
        </p:nvSpPr>
        <p:spPr>
          <a:xfrm>
            <a:off x="1663700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4.61</a:t>
            </a:r>
            <a:endParaRPr lang="en-US" sz="900" dirty="0"/>
          </a:p>
        </p:txBody>
      </p:sp>
      <p:sp>
        <p:nvSpPr>
          <p:cNvPr id="214" name="Text 210"/>
          <p:cNvSpPr/>
          <p:nvPr/>
        </p:nvSpPr>
        <p:spPr>
          <a:xfrm>
            <a:off x="2192909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3.56</a:t>
            </a:r>
            <a:endParaRPr lang="en-US" sz="900" dirty="0"/>
          </a:p>
        </p:txBody>
      </p:sp>
      <p:sp>
        <p:nvSpPr>
          <p:cNvPr id="215" name="Text 211"/>
          <p:cNvSpPr/>
          <p:nvPr/>
        </p:nvSpPr>
        <p:spPr>
          <a:xfrm>
            <a:off x="2722118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2.69</a:t>
            </a:r>
            <a:endParaRPr lang="en-US" sz="900" dirty="0"/>
          </a:p>
        </p:txBody>
      </p:sp>
      <p:sp>
        <p:nvSpPr>
          <p:cNvPr id="216" name="Text 212"/>
          <p:cNvSpPr/>
          <p:nvPr/>
        </p:nvSpPr>
        <p:spPr>
          <a:xfrm>
            <a:off x="3251327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7" name="Text 213"/>
          <p:cNvSpPr/>
          <p:nvPr/>
        </p:nvSpPr>
        <p:spPr>
          <a:xfrm>
            <a:off x="3780536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</a:t>
            </a:r>
            <a:endParaRPr lang="en-US" sz="900" dirty="0"/>
          </a:p>
        </p:txBody>
      </p:sp>
      <p:sp>
        <p:nvSpPr>
          <p:cNvPr id="218" name="Text 214"/>
          <p:cNvSpPr/>
          <p:nvPr/>
        </p:nvSpPr>
        <p:spPr>
          <a:xfrm>
            <a:off x="4309745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</a:t>
            </a:r>
            <a:endParaRPr lang="en-US" sz="900" dirty="0"/>
          </a:p>
        </p:txBody>
      </p:sp>
      <p:sp>
        <p:nvSpPr>
          <p:cNvPr id="219" name="Text 215"/>
          <p:cNvSpPr/>
          <p:nvPr/>
        </p:nvSpPr>
        <p:spPr>
          <a:xfrm>
            <a:off x="4838954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0" name="Text 216"/>
          <p:cNvSpPr/>
          <p:nvPr/>
        </p:nvSpPr>
        <p:spPr>
          <a:xfrm>
            <a:off x="5368163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1" name="Text 217"/>
          <p:cNvSpPr/>
          <p:nvPr/>
        </p:nvSpPr>
        <p:spPr>
          <a:xfrm>
            <a:off x="5897372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2" name="Text 218"/>
          <p:cNvSpPr/>
          <p:nvPr/>
        </p:nvSpPr>
        <p:spPr>
          <a:xfrm>
            <a:off x="6426581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3" name="Text 219"/>
          <p:cNvSpPr/>
          <p:nvPr/>
        </p:nvSpPr>
        <p:spPr>
          <a:xfrm>
            <a:off x="6955790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4" name="Text 220"/>
          <p:cNvSpPr/>
          <p:nvPr/>
        </p:nvSpPr>
        <p:spPr>
          <a:xfrm>
            <a:off x="7484999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5" name="Text 221"/>
          <p:cNvSpPr/>
          <p:nvPr/>
        </p:nvSpPr>
        <p:spPr>
          <a:xfrm>
            <a:off x="8014208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6" name="Text 222"/>
          <p:cNvSpPr/>
          <p:nvPr/>
        </p:nvSpPr>
        <p:spPr>
          <a:xfrm>
            <a:off x="8543417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7" name="Text 223"/>
          <p:cNvSpPr/>
          <p:nvPr/>
        </p:nvSpPr>
        <p:spPr>
          <a:xfrm>
            <a:off x="9072626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8" name="Text 224"/>
          <p:cNvSpPr/>
          <p:nvPr/>
        </p:nvSpPr>
        <p:spPr>
          <a:xfrm>
            <a:off x="9601835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9" name="Text 225"/>
          <p:cNvSpPr/>
          <p:nvPr/>
        </p:nvSpPr>
        <p:spPr>
          <a:xfrm>
            <a:off x="10131044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30" name="Text 226"/>
          <p:cNvSpPr/>
          <p:nvPr/>
        </p:nvSpPr>
        <p:spPr>
          <a:xfrm>
            <a:off x="10660253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31" name="Text 227"/>
          <p:cNvSpPr/>
          <p:nvPr/>
        </p:nvSpPr>
        <p:spPr>
          <a:xfrm>
            <a:off x="952500" y="60642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endParaRPr lang="en-US" sz="800" dirty="0"/>
          </a:p>
        </p:txBody>
      </p:sp>
      <p:sp>
        <p:nvSpPr>
          <p:cNvPr id="232" name="Text 228"/>
          <p:cNvSpPr/>
          <p:nvPr/>
        </p:nvSpPr>
        <p:spPr>
          <a:xfrm>
            <a:off x="1663700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900" dirty="0"/>
          </a:p>
        </p:txBody>
      </p:sp>
      <p:sp>
        <p:nvSpPr>
          <p:cNvPr id="233" name="Text 229"/>
          <p:cNvSpPr/>
          <p:nvPr/>
        </p:nvSpPr>
        <p:spPr>
          <a:xfrm>
            <a:off x="2192909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-6.8</a:t>
            </a:r>
            <a:endParaRPr lang="en-US" sz="900" dirty="0"/>
          </a:p>
        </p:txBody>
      </p:sp>
      <p:sp>
        <p:nvSpPr>
          <p:cNvPr id="234" name="Text 230"/>
          <p:cNvSpPr/>
          <p:nvPr/>
        </p:nvSpPr>
        <p:spPr>
          <a:xfrm>
            <a:off x="2722118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-5.6</a:t>
            </a:r>
            <a:endParaRPr lang="en-US" sz="900" dirty="0"/>
          </a:p>
        </p:txBody>
      </p:sp>
      <p:sp>
        <p:nvSpPr>
          <p:cNvPr id="235" name="Text 231"/>
          <p:cNvSpPr/>
          <p:nvPr/>
        </p:nvSpPr>
        <p:spPr>
          <a:xfrm>
            <a:off x="3251327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-4.4</a:t>
            </a:r>
            <a:endParaRPr lang="en-US" sz="900" dirty="0"/>
          </a:p>
        </p:txBody>
      </p:sp>
      <p:sp>
        <p:nvSpPr>
          <p:cNvPr id="236" name="Text 232"/>
          <p:cNvSpPr/>
          <p:nvPr/>
        </p:nvSpPr>
        <p:spPr>
          <a:xfrm>
            <a:off x="3780536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</a:t>
            </a:r>
            <a:endParaRPr lang="en-US" sz="900" dirty="0"/>
          </a:p>
        </p:txBody>
      </p:sp>
      <p:sp>
        <p:nvSpPr>
          <p:cNvPr id="237" name="Text 233"/>
          <p:cNvSpPr/>
          <p:nvPr/>
        </p:nvSpPr>
        <p:spPr>
          <a:xfrm>
            <a:off x="4309745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900" dirty="0"/>
          </a:p>
        </p:txBody>
      </p:sp>
      <p:sp>
        <p:nvSpPr>
          <p:cNvPr id="238" name="Text 234"/>
          <p:cNvSpPr/>
          <p:nvPr/>
        </p:nvSpPr>
        <p:spPr>
          <a:xfrm>
            <a:off x="4838954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39" name="Text 235"/>
          <p:cNvSpPr/>
          <p:nvPr/>
        </p:nvSpPr>
        <p:spPr>
          <a:xfrm>
            <a:off x="5368163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0" name="Text 236"/>
          <p:cNvSpPr/>
          <p:nvPr/>
        </p:nvSpPr>
        <p:spPr>
          <a:xfrm>
            <a:off x="5897372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1" name="Text 237"/>
          <p:cNvSpPr/>
          <p:nvPr/>
        </p:nvSpPr>
        <p:spPr>
          <a:xfrm>
            <a:off x="6426581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2" name="Text 238"/>
          <p:cNvSpPr/>
          <p:nvPr/>
        </p:nvSpPr>
        <p:spPr>
          <a:xfrm>
            <a:off x="6955790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3" name="Text 239"/>
          <p:cNvSpPr/>
          <p:nvPr/>
        </p:nvSpPr>
        <p:spPr>
          <a:xfrm>
            <a:off x="7484999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4" name="Text 240"/>
          <p:cNvSpPr/>
          <p:nvPr/>
        </p:nvSpPr>
        <p:spPr>
          <a:xfrm>
            <a:off x="8014208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5" name="Text 241"/>
          <p:cNvSpPr/>
          <p:nvPr/>
        </p:nvSpPr>
        <p:spPr>
          <a:xfrm>
            <a:off x="8543417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6" name="Text 242"/>
          <p:cNvSpPr/>
          <p:nvPr/>
        </p:nvSpPr>
        <p:spPr>
          <a:xfrm>
            <a:off x="9072626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7" name="Text 243"/>
          <p:cNvSpPr/>
          <p:nvPr/>
        </p:nvSpPr>
        <p:spPr>
          <a:xfrm>
            <a:off x="9601835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8" name="Text 244"/>
          <p:cNvSpPr/>
          <p:nvPr/>
        </p:nvSpPr>
        <p:spPr>
          <a:xfrm>
            <a:off x="10131044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9" name="Text 245"/>
          <p:cNvSpPr/>
          <p:nvPr/>
        </p:nvSpPr>
        <p:spPr>
          <a:xfrm>
            <a:off x="10660253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50" name="Text 246"/>
          <p:cNvSpPr/>
          <p:nvPr/>
        </p:nvSpPr>
        <p:spPr>
          <a:xfrm>
            <a:off x="952500" y="63754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x</a:t>
            </a:r>
            <a:endParaRPr lang="en-US" sz="800" dirty="0"/>
          </a:p>
        </p:txBody>
      </p:sp>
      <p:sp>
        <p:nvSpPr>
          <p:cNvPr id="251" name="Text 247"/>
          <p:cNvSpPr/>
          <p:nvPr/>
        </p:nvSpPr>
        <p:spPr>
          <a:xfrm>
            <a:off x="1663700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900" dirty="0"/>
          </a:p>
        </p:txBody>
      </p:sp>
      <p:sp>
        <p:nvSpPr>
          <p:cNvPr id="252" name="Text 248"/>
          <p:cNvSpPr/>
          <p:nvPr/>
        </p:nvSpPr>
        <p:spPr>
          <a:xfrm>
            <a:off x="2192909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900" dirty="0"/>
          </a:p>
        </p:txBody>
      </p:sp>
      <p:sp>
        <p:nvSpPr>
          <p:cNvPr id="253" name="Text 249"/>
          <p:cNvSpPr/>
          <p:nvPr/>
        </p:nvSpPr>
        <p:spPr>
          <a:xfrm>
            <a:off x="2722118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900" dirty="0"/>
          </a:p>
        </p:txBody>
      </p:sp>
      <p:sp>
        <p:nvSpPr>
          <p:cNvPr id="254" name="Text 250"/>
          <p:cNvSpPr/>
          <p:nvPr/>
        </p:nvSpPr>
        <p:spPr>
          <a:xfrm>
            <a:off x="3251327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900" dirty="0"/>
          </a:p>
        </p:txBody>
      </p:sp>
      <p:sp>
        <p:nvSpPr>
          <p:cNvPr id="255" name="Text 251"/>
          <p:cNvSpPr/>
          <p:nvPr/>
        </p:nvSpPr>
        <p:spPr>
          <a:xfrm>
            <a:off x="3780536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900" dirty="0"/>
          </a:p>
        </p:txBody>
      </p:sp>
      <p:sp>
        <p:nvSpPr>
          <p:cNvPr id="256" name="Text 252"/>
          <p:cNvSpPr/>
          <p:nvPr/>
        </p:nvSpPr>
        <p:spPr>
          <a:xfrm>
            <a:off x="4309745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57" name="Text 253"/>
          <p:cNvSpPr/>
          <p:nvPr/>
        </p:nvSpPr>
        <p:spPr>
          <a:xfrm>
            <a:off x="4838954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58" name="Text 254"/>
          <p:cNvSpPr/>
          <p:nvPr/>
        </p:nvSpPr>
        <p:spPr>
          <a:xfrm>
            <a:off x="5368163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59" name="Text 255"/>
          <p:cNvSpPr/>
          <p:nvPr/>
        </p:nvSpPr>
        <p:spPr>
          <a:xfrm>
            <a:off x="5897372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0" name="Text 256"/>
          <p:cNvSpPr/>
          <p:nvPr/>
        </p:nvSpPr>
        <p:spPr>
          <a:xfrm>
            <a:off x="6426581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1" name="Text 257"/>
          <p:cNvSpPr/>
          <p:nvPr/>
        </p:nvSpPr>
        <p:spPr>
          <a:xfrm>
            <a:off x="6955790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2" name="Text 258"/>
          <p:cNvSpPr/>
          <p:nvPr/>
        </p:nvSpPr>
        <p:spPr>
          <a:xfrm>
            <a:off x="7484999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3" name="Text 259"/>
          <p:cNvSpPr/>
          <p:nvPr/>
        </p:nvSpPr>
        <p:spPr>
          <a:xfrm>
            <a:off x="8014208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4" name="Text 260"/>
          <p:cNvSpPr/>
          <p:nvPr/>
        </p:nvSpPr>
        <p:spPr>
          <a:xfrm>
            <a:off x="8543417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5" name="Text 261"/>
          <p:cNvSpPr/>
          <p:nvPr/>
        </p:nvSpPr>
        <p:spPr>
          <a:xfrm>
            <a:off x="9072626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6" name="Text 262"/>
          <p:cNvSpPr/>
          <p:nvPr/>
        </p:nvSpPr>
        <p:spPr>
          <a:xfrm>
            <a:off x="9601835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7" name="Text 263"/>
          <p:cNvSpPr/>
          <p:nvPr/>
        </p:nvSpPr>
        <p:spPr>
          <a:xfrm>
            <a:off x="10131044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8" name="Text 264"/>
          <p:cNvSpPr/>
          <p:nvPr/>
        </p:nvSpPr>
        <p:spPr>
          <a:xfrm>
            <a:off x="10660253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9" name="Shape 265"/>
          <p:cNvSpPr/>
          <p:nvPr/>
        </p:nvSpPr>
        <p:spPr>
          <a:xfrm>
            <a:off x="812800" y="4254500"/>
            <a:ext cx="10541000" cy="2470150"/>
          </a:xfrm>
          <a:prstGeom prst="rect">
            <a:avLst/>
          </a:prstGeom>
          <a:ln w="12700">
            <a:solidFill>
              <a:srgbClr val="4B459F"/>
            </a:solidFill>
            <a:prstDash val="solid"/>
          </a:ln>
        </p:spPr>
      </p:sp>
      <p:sp>
        <p:nvSpPr>
          <p:cNvPr id="270" name="Shape 266"/>
          <p:cNvSpPr/>
          <p:nvPr/>
        </p:nvSpPr>
        <p:spPr>
          <a:xfrm>
            <a:off x="512445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1" name="Shape 267"/>
          <p:cNvSpPr/>
          <p:nvPr/>
        </p:nvSpPr>
        <p:spPr>
          <a:xfrm flipV="1">
            <a:off x="50736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sp>
        <p:nvSpPr>
          <p:cNvPr id="272" name="Shape 268"/>
          <p:cNvSpPr/>
          <p:nvPr/>
        </p:nvSpPr>
        <p:spPr>
          <a:xfrm>
            <a:off x="558165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3" name="Shape 269"/>
          <p:cNvSpPr/>
          <p:nvPr/>
        </p:nvSpPr>
        <p:spPr>
          <a:xfrm flipV="1">
            <a:off x="55308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sp>
        <p:nvSpPr>
          <p:cNvPr id="274" name="Shape 270"/>
          <p:cNvSpPr/>
          <p:nvPr/>
        </p:nvSpPr>
        <p:spPr>
          <a:xfrm>
            <a:off x="607060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5" name="Shape 271"/>
          <p:cNvSpPr/>
          <p:nvPr/>
        </p:nvSpPr>
        <p:spPr>
          <a:xfrm flipV="1">
            <a:off x="60261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sp>
        <p:nvSpPr>
          <p:cNvPr id="276" name="Shape 272"/>
          <p:cNvSpPr/>
          <p:nvPr/>
        </p:nvSpPr>
        <p:spPr>
          <a:xfrm>
            <a:off x="661035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7" name="Shape 273"/>
          <p:cNvSpPr/>
          <p:nvPr/>
        </p:nvSpPr>
        <p:spPr>
          <a:xfrm flipV="1">
            <a:off x="65595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pic>
        <p:nvPicPr>
          <p:cNvPr id="278" name="Image 2" descr="/home/ahmed/Projects/ai_llm_slides/videos/machine-learning/03_ridger_regression_gradient_descent/recreated_pptx/build/assets/arrow_03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3956050"/>
            <a:ext cx="344424" cy="534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2026-10-25T23:15:17Z</dcterms:created>
  <dcterms:modified xsi:type="dcterms:W3CDTF">2026-10-25T23:15:17Z</dcterms:modified>
</cp:coreProperties>
</file>