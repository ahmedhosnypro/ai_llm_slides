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16000" y="7620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Convex Function,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251200" y="7620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Rate =0.3,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588000" y="762000"/>
            <a:ext cx="254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X=3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16000" y="2222500"/>
            <a:ext cx="1016000" cy="165100"/>
          </a:xfrm>
          <a:prstGeom prst="rect">
            <a:avLst/>
          </a:prstGeom>
          <a:solidFill>
            <a:srgbClr val="EAFFD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16000" y="2222500"/>
            <a:ext cx="1016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032000" y="2222500"/>
            <a:ext cx="1016000" cy="165100"/>
          </a:xfrm>
          <a:prstGeom prst="rect">
            <a:avLst/>
          </a:prstGeom>
          <a:solidFill>
            <a:srgbClr val="E7E9E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2000" y="2222500"/>
            <a:ext cx="1016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16000" y="2387600"/>
            <a:ext cx="1016000" cy="165100"/>
          </a:xfrm>
          <a:prstGeom prst="rect">
            <a:avLst/>
          </a:prstGeom>
          <a:solidFill>
            <a:srgbClr val="EAFFD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16000" y="2387600"/>
            <a:ext cx="1016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X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032000" y="2387600"/>
            <a:ext cx="1016000" cy="165100"/>
          </a:xfrm>
          <a:prstGeom prst="rect">
            <a:avLst/>
          </a:prstGeom>
          <a:solidFill>
            <a:srgbClr val="E7E9E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32000" y="2387600"/>
            <a:ext cx="1016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16000" y="2552700"/>
            <a:ext cx="1016000" cy="165100"/>
          </a:xfrm>
          <a:prstGeom prst="rect">
            <a:avLst/>
          </a:prstGeom>
          <a:solidFill>
            <a:srgbClr val="F2C4C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6000" y="2552700"/>
            <a:ext cx="1016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032000" y="2552700"/>
            <a:ext cx="1016000" cy="165100"/>
          </a:xfrm>
          <a:prstGeom prst="rect">
            <a:avLst/>
          </a:prstGeom>
          <a:solidFill>
            <a:srgbClr val="E7E9E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32000" y="2552700"/>
            <a:ext cx="1016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54600" y="2336800"/>
            <a:ext cx="1689100" cy="3556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prstDash val="solid"/>
          </a:ln>
        </p:spPr>
      </p:sp>
      <p:pic>
        <p:nvPicPr>
          <p:cNvPr id="24" name="Image 0" descr="/workspaces/codespaces-blank/ai_llm_slides/videos/machine-learning/03_ridger_regression_gradient_descent/recreated_pptx/build/assets/eq_03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0800" y="2416835"/>
            <a:ext cx="1536700" cy="19553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7277100" y="838200"/>
            <a:ext cx="2997200" cy="2552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277100" y="838200"/>
            <a:ext cx="29972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277100" y="838200"/>
            <a:ext cx="0" cy="25527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274300" y="838200"/>
            <a:ext cx="0" cy="25527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277100" y="838200"/>
            <a:ext cx="0" cy="255270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026400" y="838200"/>
            <a:ext cx="0" cy="255270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700" y="838200"/>
            <a:ext cx="0" cy="255270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525000" y="838200"/>
            <a:ext cx="0" cy="255270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274300" y="838200"/>
            <a:ext cx="0" cy="255270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277100" y="3365500"/>
            <a:ext cx="29972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277100" y="2611965"/>
            <a:ext cx="29972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277100" y="1858429"/>
            <a:ext cx="29972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277100" y="1104894"/>
            <a:ext cx="29972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277100" y="3365500"/>
            <a:ext cx="29972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026400" y="838200"/>
            <a:ext cx="0" cy="255270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645400" y="2497665"/>
            <a:ext cx="355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7645400" y="1744129"/>
            <a:ext cx="355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7645400" y="990594"/>
            <a:ext cx="355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0083800" y="3416300"/>
            <a:ext cx="190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7835900" y="685800"/>
            <a:ext cx="190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214975" y="1104894"/>
            <a:ext cx="5607" cy="4198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220582" y="1146881"/>
            <a:ext cx="5607" cy="4156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226190" y="1188446"/>
            <a:ext cx="5607" cy="4114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231797" y="1229589"/>
            <a:ext cx="5607" cy="4072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37404" y="1270310"/>
            <a:ext cx="5607" cy="4029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243011" y="1310609"/>
            <a:ext cx="5607" cy="3987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248619" y="1350486"/>
            <a:ext cx="5607" cy="3945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254226" y="1389941"/>
            <a:ext cx="5607" cy="3903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259833" y="1428974"/>
            <a:ext cx="5607" cy="3861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265440" y="1467585"/>
            <a:ext cx="5607" cy="3818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271048" y="1505775"/>
            <a:ext cx="5607" cy="3776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276655" y="1543542"/>
            <a:ext cx="5607" cy="3734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282262" y="1580887"/>
            <a:ext cx="5607" cy="3692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287869" y="1617810"/>
            <a:ext cx="5607" cy="3650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8293477" y="1654311"/>
            <a:ext cx="5607" cy="3607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299084" y="1690391"/>
            <a:ext cx="5607" cy="3565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304691" y="1726048"/>
            <a:ext cx="5607" cy="3523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310298" y="1761283"/>
            <a:ext cx="5607" cy="3481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315906" y="1796097"/>
            <a:ext cx="5607" cy="3439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8321513" y="1830488"/>
            <a:ext cx="5607" cy="3396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8327120" y="1864457"/>
            <a:ext cx="5607" cy="3354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332727" y="1898005"/>
            <a:ext cx="5607" cy="3312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8338335" y="1931130"/>
            <a:ext cx="5607" cy="3270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8343942" y="1963834"/>
            <a:ext cx="5607" cy="3228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349549" y="1996115"/>
            <a:ext cx="5607" cy="3185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8355156" y="2027975"/>
            <a:ext cx="5607" cy="3143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360764" y="2059412"/>
            <a:ext cx="5607" cy="3101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366371" y="2090428"/>
            <a:ext cx="5607" cy="3059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371978" y="2121021"/>
            <a:ext cx="5607" cy="3017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8377585" y="2151193"/>
            <a:ext cx="5607" cy="2975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383193" y="2180942"/>
            <a:ext cx="5607" cy="2932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388800" y="2210270"/>
            <a:ext cx="5607" cy="2890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8394407" y="2239175"/>
            <a:ext cx="5607" cy="2848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8400014" y="2267659"/>
            <a:ext cx="5607" cy="2806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8405622" y="2295721"/>
            <a:ext cx="5607" cy="2764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8411229" y="2323360"/>
            <a:ext cx="5607" cy="2721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8416836" y="2350578"/>
            <a:ext cx="5607" cy="2679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8422443" y="2377374"/>
            <a:ext cx="5607" cy="2637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8428051" y="2403748"/>
            <a:ext cx="5607" cy="2595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8433658" y="2429699"/>
            <a:ext cx="5607" cy="2553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8439265" y="2455229"/>
            <a:ext cx="5607" cy="2510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8444872" y="2480337"/>
            <a:ext cx="5607" cy="2468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8450480" y="2505023"/>
            <a:ext cx="5607" cy="2426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8456087" y="2529287"/>
            <a:ext cx="5607" cy="2384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461694" y="2553129"/>
            <a:ext cx="5607" cy="2342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8467301" y="2576548"/>
            <a:ext cx="5607" cy="2299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8472909" y="2599546"/>
            <a:ext cx="5607" cy="2257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8478516" y="2622122"/>
            <a:ext cx="5607" cy="2215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8484123" y="2644276"/>
            <a:ext cx="5607" cy="2173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8489730" y="2666008"/>
            <a:ext cx="5607" cy="2131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8495338" y="2687318"/>
            <a:ext cx="5607" cy="2088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8500945" y="2708206"/>
            <a:ext cx="5607" cy="2046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8506552" y="2728672"/>
            <a:ext cx="5607" cy="2004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8512159" y="2748716"/>
            <a:ext cx="5607" cy="1962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8517767" y="2768338"/>
            <a:ext cx="5607" cy="192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8523374" y="2787538"/>
            <a:ext cx="5607" cy="1877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8528981" y="2806316"/>
            <a:ext cx="5607" cy="1835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8534588" y="2824673"/>
            <a:ext cx="5607" cy="1793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8540196" y="2842607"/>
            <a:ext cx="5607" cy="1751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8545803" y="2860119"/>
            <a:ext cx="5607" cy="1709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8551410" y="2877209"/>
            <a:ext cx="5607" cy="1666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8557017" y="2893877"/>
            <a:ext cx="5607" cy="1624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8562625" y="2910123"/>
            <a:ext cx="5607" cy="1582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8568232" y="2925948"/>
            <a:ext cx="5607" cy="1540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8573839" y="2941350"/>
            <a:ext cx="5607" cy="1498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8579446" y="2956330"/>
            <a:ext cx="5607" cy="1455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8585054" y="2970889"/>
            <a:ext cx="5607" cy="1413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8590661" y="2985025"/>
            <a:ext cx="5607" cy="1371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8596268" y="2998739"/>
            <a:ext cx="5607" cy="1329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8601875" y="3012032"/>
            <a:ext cx="5607" cy="1287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8607483" y="3024902"/>
            <a:ext cx="5607" cy="1244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8613090" y="3037350"/>
            <a:ext cx="5607" cy="1202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8618697" y="3049377"/>
            <a:ext cx="5607" cy="1160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8624304" y="3060981"/>
            <a:ext cx="5607" cy="1118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8629912" y="3072164"/>
            <a:ext cx="5607" cy="1076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635519" y="3082924"/>
            <a:ext cx="5607" cy="1033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8641126" y="3093263"/>
            <a:ext cx="5607" cy="991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8646733" y="3103179"/>
            <a:ext cx="5607" cy="949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8652341" y="3112674"/>
            <a:ext cx="5607" cy="907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8657948" y="3121746"/>
            <a:ext cx="5607" cy="865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8663555" y="3130397"/>
            <a:ext cx="5607" cy="822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8669162" y="3138626"/>
            <a:ext cx="5607" cy="780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8674770" y="3146432"/>
            <a:ext cx="5607" cy="738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8680377" y="3153817"/>
            <a:ext cx="5607" cy="696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8685984" y="3160779"/>
            <a:ext cx="5607" cy="654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8691591" y="3167320"/>
            <a:ext cx="5607" cy="611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>
            <a:off x="8697199" y="3173439"/>
            <a:ext cx="5607" cy="569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8702806" y="3179136"/>
            <a:ext cx="5607" cy="527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708413" y="3184410"/>
            <a:ext cx="5607" cy="485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8714020" y="3189263"/>
            <a:ext cx="5607" cy="443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>
            <a:off x="8719628" y="3193694"/>
            <a:ext cx="5607" cy="400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8725235" y="3197703"/>
            <a:ext cx="5607" cy="358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8730842" y="3201290"/>
            <a:ext cx="5607" cy="316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8736449" y="3204454"/>
            <a:ext cx="5607" cy="274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8742057" y="3207197"/>
            <a:ext cx="5607" cy="232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8747664" y="3209518"/>
            <a:ext cx="5607" cy="189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8753271" y="3211417"/>
            <a:ext cx="5607" cy="147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8758878" y="3212894"/>
            <a:ext cx="5607" cy="105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>
            <a:off x="8764486" y="3213949"/>
            <a:ext cx="5607" cy="63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>
            <a:off x="8770093" y="3214582"/>
            <a:ext cx="5607" cy="21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8775700" y="3214793"/>
            <a:ext cx="5607" cy="-21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8781307" y="3214582"/>
            <a:ext cx="5607" cy="-63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>
            <a:off x="8786914" y="3213949"/>
            <a:ext cx="5607" cy="-105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8792522" y="3212894"/>
            <a:ext cx="5607" cy="-147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8798129" y="3211417"/>
            <a:ext cx="5607" cy="-189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8803736" y="3209518"/>
            <a:ext cx="5607" cy="-232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8809343" y="3207197"/>
            <a:ext cx="5607" cy="-274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8814951" y="3204454"/>
            <a:ext cx="5607" cy="-316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8820558" y="3201290"/>
            <a:ext cx="5607" cy="-358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8826165" y="3197703"/>
            <a:ext cx="5607" cy="-400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8831772" y="3193694"/>
            <a:ext cx="5607" cy="-443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8837380" y="3189263"/>
            <a:ext cx="5607" cy="-485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8842987" y="3184410"/>
            <a:ext cx="5607" cy="-527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8848594" y="3179136"/>
            <a:ext cx="5607" cy="-569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8854201" y="3173439"/>
            <a:ext cx="5607" cy="-611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>
            <a:off x="8859809" y="3167320"/>
            <a:ext cx="5607" cy="-654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>
            <a:off x="8865416" y="3160779"/>
            <a:ext cx="5607" cy="-696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8871023" y="3153817"/>
            <a:ext cx="5607" cy="-738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>
            <a:off x="8876630" y="3146432"/>
            <a:ext cx="5607" cy="-780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>
            <a:off x="8882238" y="3138626"/>
            <a:ext cx="5607" cy="-822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8887845" y="3130397"/>
            <a:ext cx="5607" cy="-865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8893452" y="3121746"/>
            <a:ext cx="5607" cy="-907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67" name="Shape 164"/>
          <p:cNvSpPr/>
          <p:nvPr/>
        </p:nvSpPr>
        <p:spPr>
          <a:xfrm>
            <a:off x="8899059" y="3112674"/>
            <a:ext cx="5607" cy="-949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68" name="Shape 165"/>
          <p:cNvSpPr/>
          <p:nvPr/>
        </p:nvSpPr>
        <p:spPr>
          <a:xfrm>
            <a:off x="8904667" y="3103179"/>
            <a:ext cx="5607" cy="-991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69" name="Shape 166"/>
          <p:cNvSpPr/>
          <p:nvPr/>
        </p:nvSpPr>
        <p:spPr>
          <a:xfrm>
            <a:off x="8910274" y="3093263"/>
            <a:ext cx="5607" cy="-1033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>
            <a:off x="8915881" y="3082924"/>
            <a:ext cx="5607" cy="-1076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>
            <a:off x="8921488" y="3072164"/>
            <a:ext cx="5607" cy="-1118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>
            <a:off x="8927096" y="3060981"/>
            <a:ext cx="5607" cy="-1160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8932703" y="3049377"/>
            <a:ext cx="5607" cy="-1202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8938310" y="3037350"/>
            <a:ext cx="5607" cy="-1244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8943917" y="3024902"/>
            <a:ext cx="5607" cy="-1287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>
            <a:off x="8949525" y="3012032"/>
            <a:ext cx="5607" cy="-1329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>
            <a:off x="8955132" y="2998739"/>
            <a:ext cx="5607" cy="-1371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>
            <a:off x="8960739" y="2985025"/>
            <a:ext cx="5607" cy="-1413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>
            <a:off x="8966346" y="2970889"/>
            <a:ext cx="5607" cy="-1455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>
            <a:off x="8971954" y="2956330"/>
            <a:ext cx="5607" cy="-1498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>
            <a:off x="8977561" y="2941350"/>
            <a:ext cx="5607" cy="-1540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>
            <a:off x="8983168" y="2925948"/>
            <a:ext cx="5607" cy="-1582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>
            <a:off x="8988775" y="2910123"/>
            <a:ext cx="5607" cy="-1624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>
            <a:off x="8994383" y="2893877"/>
            <a:ext cx="5607" cy="-1666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85" name="Shape 182"/>
          <p:cNvSpPr/>
          <p:nvPr/>
        </p:nvSpPr>
        <p:spPr>
          <a:xfrm>
            <a:off x="8999990" y="2877209"/>
            <a:ext cx="5607" cy="-1709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86" name="Shape 183"/>
          <p:cNvSpPr/>
          <p:nvPr/>
        </p:nvSpPr>
        <p:spPr>
          <a:xfrm>
            <a:off x="9005597" y="2860119"/>
            <a:ext cx="5607" cy="-1751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87" name="Shape 184"/>
          <p:cNvSpPr/>
          <p:nvPr/>
        </p:nvSpPr>
        <p:spPr>
          <a:xfrm>
            <a:off x="9011204" y="2842607"/>
            <a:ext cx="5607" cy="-1793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>
            <a:off x="9016812" y="2824673"/>
            <a:ext cx="5607" cy="-1835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>
            <a:off x="9022419" y="2806316"/>
            <a:ext cx="5607" cy="-1877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>
            <a:off x="9028026" y="2787538"/>
            <a:ext cx="5607" cy="-192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>
            <a:off x="9033633" y="2768338"/>
            <a:ext cx="5607" cy="-1962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>
            <a:off x="9039241" y="2748716"/>
            <a:ext cx="5607" cy="-2004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>
            <a:off x="9044848" y="2728672"/>
            <a:ext cx="5607" cy="-2046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9050455" y="2708206"/>
            <a:ext cx="5607" cy="-2088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>
            <a:off x="9056062" y="2687318"/>
            <a:ext cx="5607" cy="-2131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>
            <a:off x="9061670" y="2666008"/>
            <a:ext cx="5607" cy="-2173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>
            <a:off x="9067277" y="2644276"/>
            <a:ext cx="5607" cy="-2215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>
            <a:off x="9072884" y="2622122"/>
            <a:ext cx="5607" cy="-2257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>
            <a:off x="9078491" y="2599546"/>
            <a:ext cx="5607" cy="-2299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>
            <a:off x="9084099" y="2576548"/>
            <a:ext cx="5607" cy="-2342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>
            <a:off x="9089706" y="2553129"/>
            <a:ext cx="5607" cy="-2384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>
            <a:off x="9095313" y="2529287"/>
            <a:ext cx="5607" cy="-2426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03" name="Shape 200"/>
          <p:cNvSpPr/>
          <p:nvPr/>
        </p:nvSpPr>
        <p:spPr>
          <a:xfrm>
            <a:off x="9100920" y="2505023"/>
            <a:ext cx="5607" cy="-2468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04" name="Shape 201"/>
          <p:cNvSpPr/>
          <p:nvPr/>
        </p:nvSpPr>
        <p:spPr>
          <a:xfrm>
            <a:off x="9106528" y="2480337"/>
            <a:ext cx="5607" cy="-2510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05" name="Shape 202"/>
          <p:cNvSpPr/>
          <p:nvPr/>
        </p:nvSpPr>
        <p:spPr>
          <a:xfrm>
            <a:off x="9112135" y="2455229"/>
            <a:ext cx="5607" cy="-2553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>
            <a:off x="9117742" y="2429699"/>
            <a:ext cx="5607" cy="-2595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>
            <a:off x="9123349" y="2403748"/>
            <a:ext cx="5607" cy="-2637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>
            <a:off x="9128957" y="2377374"/>
            <a:ext cx="5607" cy="-2679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9134564" y="2350578"/>
            <a:ext cx="5607" cy="-2721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9140171" y="2323360"/>
            <a:ext cx="5607" cy="-2764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9145778" y="2295721"/>
            <a:ext cx="5607" cy="-2806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9151386" y="2267659"/>
            <a:ext cx="5607" cy="-2848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>
            <a:off x="9156993" y="2239175"/>
            <a:ext cx="5607" cy="-2890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14" name="Shape 211"/>
          <p:cNvSpPr/>
          <p:nvPr/>
        </p:nvSpPr>
        <p:spPr>
          <a:xfrm>
            <a:off x="9162600" y="2210270"/>
            <a:ext cx="5607" cy="-29328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>
            <a:off x="9168207" y="2180942"/>
            <a:ext cx="5607" cy="-2975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>
            <a:off x="9173815" y="2151193"/>
            <a:ext cx="5607" cy="-30172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>
            <a:off x="9179422" y="2121021"/>
            <a:ext cx="5607" cy="-30594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>
            <a:off x="9185029" y="2090428"/>
            <a:ext cx="5607" cy="-31016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>
            <a:off x="9190636" y="2059412"/>
            <a:ext cx="5607" cy="-3143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20" name="Shape 217"/>
          <p:cNvSpPr/>
          <p:nvPr/>
        </p:nvSpPr>
        <p:spPr>
          <a:xfrm>
            <a:off x="9196244" y="2027975"/>
            <a:ext cx="5607" cy="-3185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21" name="Shape 218"/>
          <p:cNvSpPr/>
          <p:nvPr/>
        </p:nvSpPr>
        <p:spPr>
          <a:xfrm>
            <a:off x="9201851" y="1996115"/>
            <a:ext cx="5607" cy="-3228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22" name="Shape 219"/>
          <p:cNvSpPr/>
          <p:nvPr/>
        </p:nvSpPr>
        <p:spPr>
          <a:xfrm>
            <a:off x="9207458" y="1963834"/>
            <a:ext cx="5607" cy="-3270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23" name="Shape 220"/>
          <p:cNvSpPr/>
          <p:nvPr/>
        </p:nvSpPr>
        <p:spPr>
          <a:xfrm>
            <a:off x="9213065" y="1931130"/>
            <a:ext cx="5607" cy="-3312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24" name="Shape 221"/>
          <p:cNvSpPr/>
          <p:nvPr/>
        </p:nvSpPr>
        <p:spPr>
          <a:xfrm>
            <a:off x="9218673" y="1898005"/>
            <a:ext cx="5607" cy="-3354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25" name="Shape 222"/>
          <p:cNvSpPr/>
          <p:nvPr/>
        </p:nvSpPr>
        <p:spPr>
          <a:xfrm>
            <a:off x="9224280" y="1864457"/>
            <a:ext cx="5607" cy="-3396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26" name="Shape 223"/>
          <p:cNvSpPr/>
          <p:nvPr/>
        </p:nvSpPr>
        <p:spPr>
          <a:xfrm>
            <a:off x="9229887" y="1830488"/>
            <a:ext cx="5607" cy="-3439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27" name="Shape 224"/>
          <p:cNvSpPr/>
          <p:nvPr/>
        </p:nvSpPr>
        <p:spPr>
          <a:xfrm>
            <a:off x="9235494" y="1796097"/>
            <a:ext cx="5607" cy="-3481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28" name="Shape 225"/>
          <p:cNvSpPr/>
          <p:nvPr/>
        </p:nvSpPr>
        <p:spPr>
          <a:xfrm>
            <a:off x="9241102" y="1761283"/>
            <a:ext cx="5607" cy="-3523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29" name="Shape 226"/>
          <p:cNvSpPr/>
          <p:nvPr/>
        </p:nvSpPr>
        <p:spPr>
          <a:xfrm>
            <a:off x="9246709" y="1726048"/>
            <a:ext cx="5607" cy="-3565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30" name="Shape 227"/>
          <p:cNvSpPr/>
          <p:nvPr/>
        </p:nvSpPr>
        <p:spPr>
          <a:xfrm>
            <a:off x="9252316" y="1690391"/>
            <a:ext cx="5607" cy="-3607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31" name="Shape 228"/>
          <p:cNvSpPr/>
          <p:nvPr/>
        </p:nvSpPr>
        <p:spPr>
          <a:xfrm>
            <a:off x="9257923" y="1654311"/>
            <a:ext cx="5607" cy="-3650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32" name="Shape 229"/>
          <p:cNvSpPr/>
          <p:nvPr/>
        </p:nvSpPr>
        <p:spPr>
          <a:xfrm>
            <a:off x="9263531" y="1617810"/>
            <a:ext cx="5607" cy="-3692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33" name="Shape 230"/>
          <p:cNvSpPr/>
          <p:nvPr/>
        </p:nvSpPr>
        <p:spPr>
          <a:xfrm>
            <a:off x="9269138" y="1580887"/>
            <a:ext cx="5607" cy="-3734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34" name="Shape 231"/>
          <p:cNvSpPr/>
          <p:nvPr/>
        </p:nvSpPr>
        <p:spPr>
          <a:xfrm>
            <a:off x="9274745" y="1543542"/>
            <a:ext cx="5607" cy="-3776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35" name="Shape 232"/>
          <p:cNvSpPr/>
          <p:nvPr/>
        </p:nvSpPr>
        <p:spPr>
          <a:xfrm>
            <a:off x="9280352" y="1505775"/>
            <a:ext cx="5607" cy="-3818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36" name="Shape 233"/>
          <p:cNvSpPr/>
          <p:nvPr/>
        </p:nvSpPr>
        <p:spPr>
          <a:xfrm>
            <a:off x="9285960" y="1467585"/>
            <a:ext cx="5607" cy="-3861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37" name="Shape 234"/>
          <p:cNvSpPr/>
          <p:nvPr/>
        </p:nvSpPr>
        <p:spPr>
          <a:xfrm>
            <a:off x="9291567" y="1428974"/>
            <a:ext cx="5607" cy="-3903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38" name="Shape 235"/>
          <p:cNvSpPr/>
          <p:nvPr/>
        </p:nvSpPr>
        <p:spPr>
          <a:xfrm>
            <a:off x="9297174" y="1389941"/>
            <a:ext cx="5607" cy="-3945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39" name="Shape 236"/>
          <p:cNvSpPr/>
          <p:nvPr/>
        </p:nvSpPr>
        <p:spPr>
          <a:xfrm>
            <a:off x="9302781" y="1350486"/>
            <a:ext cx="5607" cy="-3987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40" name="Shape 237"/>
          <p:cNvSpPr/>
          <p:nvPr/>
        </p:nvSpPr>
        <p:spPr>
          <a:xfrm>
            <a:off x="9308389" y="1310609"/>
            <a:ext cx="5607" cy="-40299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41" name="Shape 238"/>
          <p:cNvSpPr/>
          <p:nvPr/>
        </p:nvSpPr>
        <p:spPr>
          <a:xfrm>
            <a:off x="9313996" y="1270310"/>
            <a:ext cx="5607" cy="-40721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42" name="Shape 239"/>
          <p:cNvSpPr/>
          <p:nvPr/>
        </p:nvSpPr>
        <p:spPr>
          <a:xfrm>
            <a:off x="9319603" y="1229589"/>
            <a:ext cx="5607" cy="-41143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43" name="Shape 240"/>
          <p:cNvSpPr/>
          <p:nvPr/>
        </p:nvSpPr>
        <p:spPr>
          <a:xfrm>
            <a:off x="9325210" y="1188446"/>
            <a:ext cx="5607" cy="-41565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44" name="Shape 241"/>
          <p:cNvSpPr/>
          <p:nvPr/>
        </p:nvSpPr>
        <p:spPr>
          <a:xfrm>
            <a:off x="9330818" y="1146881"/>
            <a:ext cx="5607" cy="-41987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245" name="Shape 242"/>
          <p:cNvSpPr/>
          <p:nvPr/>
        </p:nvSpPr>
        <p:spPr>
          <a:xfrm>
            <a:off x="8724900" y="3163993"/>
            <a:ext cx="101600" cy="101600"/>
          </a:xfrm>
          <a:prstGeom prst="ellipse">
            <a:avLst/>
          </a:prstGeom>
          <a:solidFill>
            <a:srgbClr val="008000"/>
          </a:solidFill>
          <a:ln w="12700">
            <a:solidFill>
              <a:srgbClr val="008000"/>
            </a:solidFill>
            <a:prstDash val="solid"/>
          </a:ln>
        </p:spPr>
      </p:sp>
      <p:sp>
        <p:nvSpPr>
          <p:cNvPr id="246" name="Shape 243"/>
          <p:cNvSpPr/>
          <p:nvPr/>
        </p:nvSpPr>
        <p:spPr>
          <a:xfrm>
            <a:off x="8288655" y="1858429"/>
            <a:ext cx="986079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47" name="Shape 244"/>
          <p:cNvSpPr/>
          <p:nvPr/>
        </p:nvSpPr>
        <p:spPr>
          <a:xfrm>
            <a:off x="8293100" y="1858429"/>
            <a:ext cx="0" cy="8890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48" name="Shape 245"/>
          <p:cNvSpPr/>
          <p:nvPr/>
        </p:nvSpPr>
        <p:spPr>
          <a:xfrm>
            <a:off x="8775700" y="1858429"/>
            <a:ext cx="0" cy="8890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49" name="Shape 246"/>
          <p:cNvSpPr/>
          <p:nvPr/>
        </p:nvSpPr>
        <p:spPr>
          <a:xfrm>
            <a:off x="9309100" y="1858429"/>
            <a:ext cx="0" cy="8890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50" name="Shape 247"/>
          <p:cNvSpPr/>
          <p:nvPr/>
        </p:nvSpPr>
        <p:spPr>
          <a:xfrm>
            <a:off x="8343900" y="2273300"/>
            <a:ext cx="101600" cy="101600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51" name="Shape 248"/>
          <p:cNvSpPr/>
          <p:nvPr/>
        </p:nvSpPr>
        <p:spPr>
          <a:xfrm>
            <a:off x="8775700" y="3365500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52" name="Shape 249"/>
          <p:cNvSpPr/>
          <p:nvPr/>
        </p:nvSpPr>
        <p:spPr>
          <a:xfrm>
            <a:off x="8775700" y="3290146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53" name="Shape 250"/>
          <p:cNvSpPr/>
          <p:nvPr/>
        </p:nvSpPr>
        <p:spPr>
          <a:xfrm>
            <a:off x="8775700" y="3214793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54" name="Shape 251"/>
          <p:cNvSpPr/>
          <p:nvPr/>
        </p:nvSpPr>
        <p:spPr>
          <a:xfrm>
            <a:off x="8775700" y="3139439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55" name="Shape 252"/>
          <p:cNvSpPr/>
          <p:nvPr/>
        </p:nvSpPr>
        <p:spPr>
          <a:xfrm>
            <a:off x="8775700" y="3064086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56" name="Shape 253"/>
          <p:cNvSpPr/>
          <p:nvPr/>
        </p:nvSpPr>
        <p:spPr>
          <a:xfrm>
            <a:off x="8775700" y="2988732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57" name="Shape 254"/>
          <p:cNvSpPr/>
          <p:nvPr/>
        </p:nvSpPr>
        <p:spPr>
          <a:xfrm>
            <a:off x="8775700" y="2913379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58" name="Shape 255"/>
          <p:cNvSpPr/>
          <p:nvPr/>
        </p:nvSpPr>
        <p:spPr>
          <a:xfrm>
            <a:off x="8775700" y="2838025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59" name="Shape 256"/>
          <p:cNvSpPr/>
          <p:nvPr/>
        </p:nvSpPr>
        <p:spPr>
          <a:xfrm>
            <a:off x="8775700" y="2762672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60" name="Shape 257"/>
          <p:cNvSpPr/>
          <p:nvPr/>
        </p:nvSpPr>
        <p:spPr>
          <a:xfrm>
            <a:off x="8775700" y="2687318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61" name="Shape 258"/>
          <p:cNvSpPr/>
          <p:nvPr/>
        </p:nvSpPr>
        <p:spPr>
          <a:xfrm>
            <a:off x="8775700" y="2611965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62" name="Shape 259"/>
          <p:cNvSpPr/>
          <p:nvPr/>
        </p:nvSpPr>
        <p:spPr>
          <a:xfrm>
            <a:off x="8775700" y="2536611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63" name="Shape 260"/>
          <p:cNvSpPr/>
          <p:nvPr/>
        </p:nvSpPr>
        <p:spPr>
          <a:xfrm>
            <a:off x="8775700" y="2461257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64" name="Shape 261"/>
          <p:cNvSpPr/>
          <p:nvPr/>
        </p:nvSpPr>
        <p:spPr>
          <a:xfrm>
            <a:off x="8775700" y="2385904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65" name="Shape 262"/>
          <p:cNvSpPr/>
          <p:nvPr/>
        </p:nvSpPr>
        <p:spPr>
          <a:xfrm>
            <a:off x="8775700" y="2310550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66" name="Shape 263"/>
          <p:cNvSpPr/>
          <p:nvPr/>
        </p:nvSpPr>
        <p:spPr>
          <a:xfrm>
            <a:off x="8775700" y="2235197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67" name="Shape 264"/>
          <p:cNvSpPr/>
          <p:nvPr/>
        </p:nvSpPr>
        <p:spPr>
          <a:xfrm>
            <a:off x="8775700" y="2159843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68" name="Shape 265"/>
          <p:cNvSpPr/>
          <p:nvPr/>
        </p:nvSpPr>
        <p:spPr>
          <a:xfrm>
            <a:off x="8775700" y="2084490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69" name="Shape 266"/>
          <p:cNvSpPr/>
          <p:nvPr/>
        </p:nvSpPr>
        <p:spPr>
          <a:xfrm>
            <a:off x="8775700" y="2009136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70" name="Shape 267"/>
          <p:cNvSpPr/>
          <p:nvPr/>
        </p:nvSpPr>
        <p:spPr>
          <a:xfrm>
            <a:off x="8775700" y="1933783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71" name="Shape 268"/>
          <p:cNvSpPr/>
          <p:nvPr/>
        </p:nvSpPr>
        <p:spPr>
          <a:xfrm>
            <a:off x="8775700" y="1858429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72" name="Shape 269"/>
          <p:cNvSpPr/>
          <p:nvPr/>
        </p:nvSpPr>
        <p:spPr>
          <a:xfrm>
            <a:off x="8775700" y="1783076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73" name="Shape 270"/>
          <p:cNvSpPr/>
          <p:nvPr/>
        </p:nvSpPr>
        <p:spPr>
          <a:xfrm>
            <a:off x="8775700" y="1707722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74" name="Shape 271"/>
          <p:cNvSpPr/>
          <p:nvPr/>
        </p:nvSpPr>
        <p:spPr>
          <a:xfrm>
            <a:off x="8775700" y="1632368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75" name="Shape 272"/>
          <p:cNvSpPr/>
          <p:nvPr/>
        </p:nvSpPr>
        <p:spPr>
          <a:xfrm>
            <a:off x="8775700" y="1557015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76" name="Shape 273"/>
          <p:cNvSpPr/>
          <p:nvPr/>
        </p:nvSpPr>
        <p:spPr>
          <a:xfrm>
            <a:off x="8775700" y="1481661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77" name="Shape 274"/>
          <p:cNvSpPr/>
          <p:nvPr/>
        </p:nvSpPr>
        <p:spPr>
          <a:xfrm>
            <a:off x="8775700" y="1406308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78" name="Shape 275"/>
          <p:cNvSpPr/>
          <p:nvPr/>
        </p:nvSpPr>
        <p:spPr>
          <a:xfrm>
            <a:off x="8775700" y="1330954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79" name="Shape 276"/>
          <p:cNvSpPr/>
          <p:nvPr/>
        </p:nvSpPr>
        <p:spPr>
          <a:xfrm>
            <a:off x="8775700" y="1255601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80" name="Shape 277"/>
          <p:cNvSpPr/>
          <p:nvPr/>
        </p:nvSpPr>
        <p:spPr>
          <a:xfrm>
            <a:off x="8775700" y="1180247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81" name="Shape 278"/>
          <p:cNvSpPr/>
          <p:nvPr/>
        </p:nvSpPr>
        <p:spPr>
          <a:xfrm>
            <a:off x="8775700" y="1104894"/>
            <a:ext cx="0" cy="-37677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82" name="Shape 279"/>
          <p:cNvSpPr/>
          <p:nvPr/>
        </p:nvSpPr>
        <p:spPr>
          <a:xfrm>
            <a:off x="727710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83" name="Shape 280"/>
          <p:cNvSpPr/>
          <p:nvPr/>
        </p:nvSpPr>
        <p:spPr>
          <a:xfrm>
            <a:off x="735203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84" name="Shape 281"/>
          <p:cNvSpPr/>
          <p:nvPr/>
        </p:nvSpPr>
        <p:spPr>
          <a:xfrm>
            <a:off x="742696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85" name="Shape 282"/>
          <p:cNvSpPr/>
          <p:nvPr/>
        </p:nvSpPr>
        <p:spPr>
          <a:xfrm>
            <a:off x="750189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86" name="Shape 283"/>
          <p:cNvSpPr/>
          <p:nvPr/>
        </p:nvSpPr>
        <p:spPr>
          <a:xfrm>
            <a:off x="757682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87" name="Shape 284"/>
          <p:cNvSpPr/>
          <p:nvPr/>
        </p:nvSpPr>
        <p:spPr>
          <a:xfrm>
            <a:off x="765175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88" name="Shape 285"/>
          <p:cNvSpPr/>
          <p:nvPr/>
        </p:nvSpPr>
        <p:spPr>
          <a:xfrm>
            <a:off x="772668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89" name="Shape 286"/>
          <p:cNvSpPr/>
          <p:nvPr/>
        </p:nvSpPr>
        <p:spPr>
          <a:xfrm>
            <a:off x="780161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90" name="Shape 287"/>
          <p:cNvSpPr/>
          <p:nvPr/>
        </p:nvSpPr>
        <p:spPr>
          <a:xfrm>
            <a:off x="787654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91" name="Shape 288"/>
          <p:cNvSpPr/>
          <p:nvPr/>
        </p:nvSpPr>
        <p:spPr>
          <a:xfrm>
            <a:off x="795147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92" name="Shape 289"/>
          <p:cNvSpPr/>
          <p:nvPr/>
        </p:nvSpPr>
        <p:spPr>
          <a:xfrm>
            <a:off x="802640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93" name="Shape 290"/>
          <p:cNvSpPr/>
          <p:nvPr/>
        </p:nvSpPr>
        <p:spPr>
          <a:xfrm>
            <a:off x="810133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94" name="Shape 291"/>
          <p:cNvSpPr/>
          <p:nvPr/>
        </p:nvSpPr>
        <p:spPr>
          <a:xfrm>
            <a:off x="817626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95" name="Shape 292"/>
          <p:cNvSpPr/>
          <p:nvPr/>
        </p:nvSpPr>
        <p:spPr>
          <a:xfrm>
            <a:off x="825119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96" name="Shape 293"/>
          <p:cNvSpPr/>
          <p:nvPr/>
        </p:nvSpPr>
        <p:spPr>
          <a:xfrm>
            <a:off x="832612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97" name="Shape 294"/>
          <p:cNvSpPr/>
          <p:nvPr/>
        </p:nvSpPr>
        <p:spPr>
          <a:xfrm>
            <a:off x="840105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98" name="Shape 295"/>
          <p:cNvSpPr/>
          <p:nvPr/>
        </p:nvSpPr>
        <p:spPr>
          <a:xfrm>
            <a:off x="847598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299" name="Shape 296"/>
          <p:cNvSpPr/>
          <p:nvPr/>
        </p:nvSpPr>
        <p:spPr>
          <a:xfrm>
            <a:off x="855091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00" name="Shape 297"/>
          <p:cNvSpPr/>
          <p:nvPr/>
        </p:nvSpPr>
        <p:spPr>
          <a:xfrm>
            <a:off x="862584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01" name="Shape 298"/>
          <p:cNvSpPr/>
          <p:nvPr/>
        </p:nvSpPr>
        <p:spPr>
          <a:xfrm>
            <a:off x="870077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02" name="Shape 299"/>
          <p:cNvSpPr/>
          <p:nvPr/>
        </p:nvSpPr>
        <p:spPr>
          <a:xfrm>
            <a:off x="877570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03" name="Shape 300"/>
          <p:cNvSpPr/>
          <p:nvPr/>
        </p:nvSpPr>
        <p:spPr>
          <a:xfrm>
            <a:off x="885063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04" name="Shape 301"/>
          <p:cNvSpPr/>
          <p:nvPr/>
        </p:nvSpPr>
        <p:spPr>
          <a:xfrm>
            <a:off x="892556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05" name="Shape 302"/>
          <p:cNvSpPr/>
          <p:nvPr/>
        </p:nvSpPr>
        <p:spPr>
          <a:xfrm>
            <a:off x="900049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06" name="Shape 303"/>
          <p:cNvSpPr/>
          <p:nvPr/>
        </p:nvSpPr>
        <p:spPr>
          <a:xfrm>
            <a:off x="907542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07" name="Shape 304"/>
          <p:cNvSpPr/>
          <p:nvPr/>
        </p:nvSpPr>
        <p:spPr>
          <a:xfrm>
            <a:off x="915035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08" name="Shape 305"/>
          <p:cNvSpPr/>
          <p:nvPr/>
        </p:nvSpPr>
        <p:spPr>
          <a:xfrm>
            <a:off x="922528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09" name="Shape 306"/>
          <p:cNvSpPr/>
          <p:nvPr/>
        </p:nvSpPr>
        <p:spPr>
          <a:xfrm>
            <a:off x="930021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10" name="Shape 307"/>
          <p:cNvSpPr/>
          <p:nvPr/>
        </p:nvSpPr>
        <p:spPr>
          <a:xfrm>
            <a:off x="937514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11" name="Shape 308"/>
          <p:cNvSpPr/>
          <p:nvPr/>
        </p:nvSpPr>
        <p:spPr>
          <a:xfrm>
            <a:off x="945007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12" name="Shape 309"/>
          <p:cNvSpPr/>
          <p:nvPr/>
        </p:nvSpPr>
        <p:spPr>
          <a:xfrm>
            <a:off x="952500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13" name="Shape 310"/>
          <p:cNvSpPr/>
          <p:nvPr/>
        </p:nvSpPr>
        <p:spPr>
          <a:xfrm>
            <a:off x="959993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14" name="Shape 311"/>
          <p:cNvSpPr/>
          <p:nvPr/>
        </p:nvSpPr>
        <p:spPr>
          <a:xfrm>
            <a:off x="967486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15" name="Shape 312"/>
          <p:cNvSpPr/>
          <p:nvPr/>
        </p:nvSpPr>
        <p:spPr>
          <a:xfrm>
            <a:off x="974979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16" name="Shape 313"/>
          <p:cNvSpPr/>
          <p:nvPr/>
        </p:nvSpPr>
        <p:spPr>
          <a:xfrm>
            <a:off x="982472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17" name="Shape 314"/>
          <p:cNvSpPr/>
          <p:nvPr/>
        </p:nvSpPr>
        <p:spPr>
          <a:xfrm>
            <a:off x="989965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18" name="Shape 315"/>
          <p:cNvSpPr/>
          <p:nvPr/>
        </p:nvSpPr>
        <p:spPr>
          <a:xfrm>
            <a:off x="997458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19" name="Shape 316"/>
          <p:cNvSpPr/>
          <p:nvPr/>
        </p:nvSpPr>
        <p:spPr>
          <a:xfrm>
            <a:off x="1004951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20" name="Shape 317"/>
          <p:cNvSpPr/>
          <p:nvPr/>
        </p:nvSpPr>
        <p:spPr>
          <a:xfrm>
            <a:off x="1012444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21" name="Shape 318"/>
          <p:cNvSpPr/>
          <p:nvPr/>
        </p:nvSpPr>
        <p:spPr>
          <a:xfrm>
            <a:off x="1019937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22" name="Shape 319"/>
          <p:cNvSpPr/>
          <p:nvPr/>
        </p:nvSpPr>
        <p:spPr>
          <a:xfrm>
            <a:off x="10274300" y="3214793"/>
            <a:ext cx="3746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323" name="Shape 320"/>
          <p:cNvSpPr/>
          <p:nvPr/>
        </p:nvSpPr>
        <p:spPr>
          <a:xfrm>
            <a:off x="3098800" y="3111500"/>
            <a:ext cx="71628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4" name="Shape 321"/>
          <p:cNvSpPr/>
          <p:nvPr/>
        </p:nvSpPr>
        <p:spPr>
          <a:xfrm>
            <a:off x="3086100" y="3098800"/>
            <a:ext cx="4127500" cy="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325" name="Shape 322"/>
          <p:cNvSpPr/>
          <p:nvPr/>
        </p:nvSpPr>
        <p:spPr>
          <a:xfrm>
            <a:off x="3086100" y="3683000"/>
            <a:ext cx="4140200" cy="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326" name="Shape 323"/>
          <p:cNvSpPr/>
          <p:nvPr/>
        </p:nvSpPr>
        <p:spPr>
          <a:xfrm>
            <a:off x="3086100" y="3098800"/>
            <a:ext cx="0" cy="58420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327" name="Shape 324"/>
          <p:cNvSpPr/>
          <p:nvPr/>
        </p:nvSpPr>
        <p:spPr>
          <a:xfrm>
            <a:off x="10274300" y="3098800"/>
            <a:ext cx="0" cy="584200"/>
          </a:xfrm>
          <a:prstGeom prst="line">
            <a:avLst/>
          </a:prstGeom>
          <a:noFill/>
          <a:ln w="19050">
            <a:solidFill>
              <a:srgbClr val="FF0000"/>
            </a:solidFill>
            <a:prstDash val="solid"/>
          </a:ln>
        </p:spPr>
      </p:sp>
      <p:sp>
        <p:nvSpPr>
          <p:cNvPr id="328" name="Text 325"/>
          <p:cNvSpPr/>
          <p:nvPr/>
        </p:nvSpPr>
        <p:spPr>
          <a:xfrm>
            <a:off x="3175000" y="31369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is in between 4.8 and</a:t>
            </a:r>
            <a:endParaRPr lang="en-US" sz="1300" dirty="0"/>
          </a:p>
        </p:txBody>
      </p:sp>
      <p:sp>
        <p:nvSpPr>
          <p:cNvPr id="329" name="Text 326"/>
          <p:cNvSpPr/>
          <p:nvPr/>
        </p:nvSpPr>
        <p:spPr>
          <a:xfrm>
            <a:off x="6870700" y="31369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1300" dirty="0"/>
          </a:p>
        </p:txBody>
      </p:sp>
      <p:sp>
        <p:nvSpPr>
          <p:cNvPr id="330" name="Text 327"/>
          <p:cNvSpPr/>
          <p:nvPr/>
        </p:nvSpPr>
        <p:spPr>
          <a:xfrm>
            <a:off x="3175000" y="33782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 is in between 1.04 and 1.01</a:t>
            </a:r>
            <a:endParaRPr lang="en-US" sz="1300" dirty="0"/>
          </a:p>
        </p:txBody>
      </p:sp>
      <p:sp>
        <p:nvSpPr>
          <p:cNvPr id="331" name="Text 328"/>
          <p:cNvSpPr/>
          <p:nvPr/>
        </p:nvSpPr>
        <p:spPr>
          <a:xfrm>
            <a:off x="6311900" y="3162300"/>
            <a:ext cx="482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(5,1)</a:t>
            </a:r>
            <a:endParaRPr lang="en-US" sz="900" dirty="0"/>
          </a:p>
        </p:txBody>
      </p:sp>
      <p:sp>
        <p:nvSpPr>
          <p:cNvPr id="332" name="Shape 329"/>
          <p:cNvSpPr/>
          <p:nvPr/>
        </p:nvSpPr>
        <p:spPr>
          <a:xfrm>
            <a:off x="7277100" y="3390900"/>
            <a:ext cx="29972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333" name="Text 330"/>
          <p:cNvSpPr/>
          <p:nvPr/>
        </p:nvSpPr>
        <p:spPr>
          <a:xfrm>
            <a:off x="7124700" y="3416300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</a:t>
            </a:r>
            <a:endParaRPr lang="en-US" sz="900" dirty="0"/>
          </a:p>
        </p:txBody>
      </p:sp>
      <p:sp>
        <p:nvSpPr>
          <p:cNvPr id="334" name="Text 331"/>
          <p:cNvSpPr/>
          <p:nvPr/>
        </p:nvSpPr>
        <p:spPr>
          <a:xfrm>
            <a:off x="7874000" y="3416300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335" name="Text 332"/>
          <p:cNvSpPr/>
          <p:nvPr/>
        </p:nvSpPr>
        <p:spPr>
          <a:xfrm>
            <a:off x="8623300" y="3416300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36" name="Text 333"/>
          <p:cNvSpPr/>
          <p:nvPr/>
        </p:nvSpPr>
        <p:spPr>
          <a:xfrm>
            <a:off x="9372600" y="3416300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337" name="Text 334"/>
          <p:cNvSpPr/>
          <p:nvPr/>
        </p:nvSpPr>
        <p:spPr>
          <a:xfrm>
            <a:off x="10121900" y="3416300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8" name="Text 335"/>
          <p:cNvSpPr/>
          <p:nvPr/>
        </p:nvSpPr>
        <p:spPr>
          <a:xfrm>
            <a:off x="4826000" y="39370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Bouncing</a:t>
            </a:r>
            <a:endParaRPr lang="en-US" sz="1400" dirty="0"/>
          </a:p>
        </p:txBody>
      </p:sp>
      <p:sp>
        <p:nvSpPr>
          <p:cNvPr id="339" name="Shape 336"/>
          <p:cNvSpPr/>
          <p:nvPr/>
        </p:nvSpPr>
        <p:spPr>
          <a:xfrm>
            <a:off x="5842000" y="4064000"/>
            <a:ext cx="762000" cy="381000"/>
          </a:xfrm>
          <a:prstGeom prst="line">
            <a:avLst/>
          </a:prstGeom>
          <a:noFill/>
          <a:ln w="25400">
            <a:solidFill>
              <a:srgbClr val="7030A0"/>
            </a:solidFill>
            <a:prstDash val="solid"/>
          </a:ln>
        </p:spPr>
      </p:sp>
      <p:sp>
        <p:nvSpPr>
          <p:cNvPr id="340" name="Shape 337"/>
          <p:cNvSpPr/>
          <p:nvPr/>
        </p:nvSpPr>
        <p:spPr>
          <a:xfrm flipV="1">
            <a:off x="6540500" y="4381500"/>
            <a:ext cx="127000" cy="127000"/>
          </a:xfrm>
          <a:prstGeom prst="triangl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sp>
        <p:nvSpPr>
          <p:cNvPr id="341" name="Shape 338"/>
          <p:cNvSpPr/>
          <p:nvPr/>
        </p:nvSpPr>
        <p:spPr>
          <a:xfrm>
            <a:off x="2095500" y="4191000"/>
            <a:ext cx="698500" cy="508000"/>
          </a:xfrm>
          <a:prstGeom prst="line">
            <a:avLst/>
          </a:prstGeom>
          <a:noFill/>
          <a:ln w="25400">
            <a:solidFill>
              <a:srgbClr val="FF0000"/>
            </a:solidFill>
            <a:prstDash val="solid"/>
          </a:ln>
        </p:spPr>
      </p:sp>
      <p:sp>
        <p:nvSpPr>
          <p:cNvPr id="342" name="Shape 339"/>
          <p:cNvSpPr/>
          <p:nvPr/>
        </p:nvSpPr>
        <p:spPr>
          <a:xfrm flipV="1">
            <a:off x="2730500" y="4635500"/>
            <a:ext cx="127000" cy="127000"/>
          </a:xfrm>
          <a:prstGeom prst="triangl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43" name="Shape 340"/>
          <p:cNvSpPr/>
          <p:nvPr/>
        </p:nvSpPr>
        <p:spPr>
          <a:xfrm>
            <a:off x="800100" y="4445000"/>
            <a:ext cx="1016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4" name="Text 341"/>
          <p:cNvSpPr/>
          <p:nvPr/>
        </p:nvSpPr>
        <p:spPr>
          <a:xfrm>
            <a:off x="800100" y="44450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000" dirty="0"/>
          </a:p>
        </p:txBody>
      </p:sp>
      <p:sp>
        <p:nvSpPr>
          <p:cNvPr id="345" name="Shape 342"/>
          <p:cNvSpPr/>
          <p:nvPr/>
        </p:nvSpPr>
        <p:spPr>
          <a:xfrm>
            <a:off x="1816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6" name="Text 343"/>
          <p:cNvSpPr/>
          <p:nvPr/>
        </p:nvSpPr>
        <p:spPr>
          <a:xfrm>
            <a:off x="1816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47" name="Shape 344"/>
          <p:cNvSpPr/>
          <p:nvPr/>
        </p:nvSpPr>
        <p:spPr>
          <a:xfrm>
            <a:off x="2451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8" name="Text 345"/>
          <p:cNvSpPr/>
          <p:nvPr/>
        </p:nvSpPr>
        <p:spPr>
          <a:xfrm>
            <a:off x="2451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900" dirty="0"/>
          </a:p>
        </p:txBody>
      </p:sp>
      <p:sp>
        <p:nvSpPr>
          <p:cNvPr id="349" name="Shape 346"/>
          <p:cNvSpPr/>
          <p:nvPr/>
        </p:nvSpPr>
        <p:spPr>
          <a:xfrm>
            <a:off x="3086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50" name="Text 347"/>
          <p:cNvSpPr/>
          <p:nvPr/>
        </p:nvSpPr>
        <p:spPr>
          <a:xfrm>
            <a:off x="3086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900" dirty="0"/>
          </a:p>
        </p:txBody>
      </p:sp>
      <p:sp>
        <p:nvSpPr>
          <p:cNvPr id="351" name="Shape 348"/>
          <p:cNvSpPr/>
          <p:nvPr/>
        </p:nvSpPr>
        <p:spPr>
          <a:xfrm>
            <a:off x="3721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52" name="Text 349"/>
          <p:cNvSpPr/>
          <p:nvPr/>
        </p:nvSpPr>
        <p:spPr>
          <a:xfrm>
            <a:off x="3721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900" dirty="0"/>
          </a:p>
        </p:txBody>
      </p:sp>
      <p:sp>
        <p:nvSpPr>
          <p:cNvPr id="353" name="Shape 350"/>
          <p:cNvSpPr/>
          <p:nvPr/>
        </p:nvSpPr>
        <p:spPr>
          <a:xfrm>
            <a:off x="4356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54" name="Text 351"/>
          <p:cNvSpPr/>
          <p:nvPr/>
        </p:nvSpPr>
        <p:spPr>
          <a:xfrm>
            <a:off x="4356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900" dirty="0"/>
          </a:p>
        </p:txBody>
      </p:sp>
      <p:sp>
        <p:nvSpPr>
          <p:cNvPr id="355" name="Shape 352"/>
          <p:cNvSpPr/>
          <p:nvPr/>
        </p:nvSpPr>
        <p:spPr>
          <a:xfrm>
            <a:off x="4991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56" name="Text 353"/>
          <p:cNvSpPr/>
          <p:nvPr/>
        </p:nvSpPr>
        <p:spPr>
          <a:xfrm>
            <a:off x="4991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900" dirty="0"/>
          </a:p>
        </p:txBody>
      </p:sp>
      <p:sp>
        <p:nvSpPr>
          <p:cNvPr id="357" name="Shape 354"/>
          <p:cNvSpPr/>
          <p:nvPr/>
        </p:nvSpPr>
        <p:spPr>
          <a:xfrm>
            <a:off x="5626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58" name="Text 355"/>
          <p:cNvSpPr/>
          <p:nvPr/>
        </p:nvSpPr>
        <p:spPr>
          <a:xfrm>
            <a:off x="5626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359" name="Shape 356"/>
          <p:cNvSpPr/>
          <p:nvPr/>
        </p:nvSpPr>
        <p:spPr>
          <a:xfrm>
            <a:off x="6261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0" name="Text 357"/>
          <p:cNvSpPr/>
          <p:nvPr/>
        </p:nvSpPr>
        <p:spPr>
          <a:xfrm>
            <a:off x="6261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361" name="Shape 358"/>
          <p:cNvSpPr/>
          <p:nvPr/>
        </p:nvSpPr>
        <p:spPr>
          <a:xfrm>
            <a:off x="6896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2" name="Text 359"/>
          <p:cNvSpPr/>
          <p:nvPr/>
        </p:nvSpPr>
        <p:spPr>
          <a:xfrm>
            <a:off x="6896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363" name="Shape 360"/>
          <p:cNvSpPr/>
          <p:nvPr/>
        </p:nvSpPr>
        <p:spPr>
          <a:xfrm>
            <a:off x="7531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4" name="Text 361"/>
          <p:cNvSpPr/>
          <p:nvPr/>
        </p:nvSpPr>
        <p:spPr>
          <a:xfrm>
            <a:off x="7531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365" name="Shape 362"/>
          <p:cNvSpPr/>
          <p:nvPr/>
        </p:nvSpPr>
        <p:spPr>
          <a:xfrm>
            <a:off x="8166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6" name="Text 363"/>
          <p:cNvSpPr/>
          <p:nvPr/>
        </p:nvSpPr>
        <p:spPr>
          <a:xfrm>
            <a:off x="8166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367" name="Shape 364"/>
          <p:cNvSpPr/>
          <p:nvPr/>
        </p:nvSpPr>
        <p:spPr>
          <a:xfrm>
            <a:off x="8801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8" name="Text 365"/>
          <p:cNvSpPr/>
          <p:nvPr/>
        </p:nvSpPr>
        <p:spPr>
          <a:xfrm>
            <a:off x="8801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369" name="Shape 366"/>
          <p:cNvSpPr/>
          <p:nvPr/>
        </p:nvSpPr>
        <p:spPr>
          <a:xfrm>
            <a:off x="9436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70" name="Text 367"/>
          <p:cNvSpPr/>
          <p:nvPr/>
        </p:nvSpPr>
        <p:spPr>
          <a:xfrm>
            <a:off x="9436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371" name="Shape 368"/>
          <p:cNvSpPr/>
          <p:nvPr/>
        </p:nvSpPr>
        <p:spPr>
          <a:xfrm>
            <a:off x="10071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72" name="Text 369"/>
          <p:cNvSpPr/>
          <p:nvPr/>
        </p:nvSpPr>
        <p:spPr>
          <a:xfrm>
            <a:off x="10071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373" name="Shape 370"/>
          <p:cNvSpPr/>
          <p:nvPr/>
        </p:nvSpPr>
        <p:spPr>
          <a:xfrm>
            <a:off x="10706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74" name="Text 371"/>
          <p:cNvSpPr/>
          <p:nvPr/>
        </p:nvSpPr>
        <p:spPr>
          <a:xfrm>
            <a:off x="10706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375" name="Shape 372"/>
          <p:cNvSpPr/>
          <p:nvPr/>
        </p:nvSpPr>
        <p:spPr>
          <a:xfrm>
            <a:off x="11341100" y="4445000"/>
            <a:ext cx="635000" cy="279400"/>
          </a:xfrm>
          <a:prstGeom prst="rect">
            <a:avLst/>
          </a:prstGeom>
          <a:solidFill>
            <a:srgbClr val="D0D97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76" name="Text 373"/>
          <p:cNvSpPr/>
          <p:nvPr/>
        </p:nvSpPr>
        <p:spPr>
          <a:xfrm>
            <a:off x="11341100" y="4445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377" name="Shape 374"/>
          <p:cNvSpPr/>
          <p:nvPr/>
        </p:nvSpPr>
        <p:spPr>
          <a:xfrm>
            <a:off x="800100" y="4724400"/>
            <a:ext cx="1016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78" name="Text 375"/>
          <p:cNvSpPr/>
          <p:nvPr/>
        </p:nvSpPr>
        <p:spPr>
          <a:xfrm>
            <a:off x="800100" y="47244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</a:t>
            </a:r>
            <a:endParaRPr lang="en-US" sz="1000" dirty="0"/>
          </a:p>
        </p:txBody>
      </p:sp>
      <p:sp>
        <p:nvSpPr>
          <p:cNvPr id="379" name="Shape 376"/>
          <p:cNvSpPr/>
          <p:nvPr/>
        </p:nvSpPr>
        <p:spPr>
          <a:xfrm>
            <a:off x="1816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0" name="Text 377"/>
          <p:cNvSpPr/>
          <p:nvPr/>
        </p:nvSpPr>
        <p:spPr>
          <a:xfrm>
            <a:off x="1816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381" name="Shape 378"/>
          <p:cNvSpPr/>
          <p:nvPr/>
        </p:nvSpPr>
        <p:spPr>
          <a:xfrm>
            <a:off x="2451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2" name="Text 379"/>
          <p:cNvSpPr/>
          <p:nvPr/>
        </p:nvSpPr>
        <p:spPr>
          <a:xfrm>
            <a:off x="2451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3.89</a:t>
            </a:r>
            <a:endParaRPr lang="en-US" sz="900" dirty="0"/>
          </a:p>
        </p:txBody>
      </p:sp>
      <p:sp>
        <p:nvSpPr>
          <p:cNvPr id="383" name="Shape 380"/>
          <p:cNvSpPr/>
          <p:nvPr/>
        </p:nvSpPr>
        <p:spPr>
          <a:xfrm>
            <a:off x="3086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4" name="Text 381"/>
          <p:cNvSpPr/>
          <p:nvPr/>
        </p:nvSpPr>
        <p:spPr>
          <a:xfrm>
            <a:off x="3086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2.96</a:t>
            </a:r>
            <a:endParaRPr lang="en-US" sz="900" dirty="0"/>
          </a:p>
        </p:txBody>
      </p:sp>
      <p:sp>
        <p:nvSpPr>
          <p:cNvPr id="385" name="Shape 382"/>
          <p:cNvSpPr/>
          <p:nvPr/>
        </p:nvSpPr>
        <p:spPr>
          <a:xfrm>
            <a:off x="3721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6" name="Text 383"/>
          <p:cNvSpPr/>
          <p:nvPr/>
        </p:nvSpPr>
        <p:spPr>
          <a:xfrm>
            <a:off x="3721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2.21</a:t>
            </a:r>
            <a:endParaRPr lang="en-US" sz="900" dirty="0"/>
          </a:p>
        </p:txBody>
      </p:sp>
      <p:sp>
        <p:nvSpPr>
          <p:cNvPr id="387" name="Shape 384"/>
          <p:cNvSpPr/>
          <p:nvPr/>
        </p:nvSpPr>
        <p:spPr>
          <a:xfrm>
            <a:off x="4356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8" name="Text 385"/>
          <p:cNvSpPr/>
          <p:nvPr/>
        </p:nvSpPr>
        <p:spPr>
          <a:xfrm>
            <a:off x="4356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1.64</a:t>
            </a:r>
            <a:endParaRPr lang="en-US" sz="900" dirty="0"/>
          </a:p>
        </p:txBody>
      </p:sp>
      <p:sp>
        <p:nvSpPr>
          <p:cNvPr id="389" name="Shape 386"/>
          <p:cNvSpPr/>
          <p:nvPr/>
        </p:nvSpPr>
        <p:spPr>
          <a:xfrm>
            <a:off x="4991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90" name="Text 387"/>
          <p:cNvSpPr/>
          <p:nvPr/>
        </p:nvSpPr>
        <p:spPr>
          <a:xfrm>
            <a:off x="4991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</a:t>
            </a:r>
            <a:endParaRPr lang="en-US" sz="900" dirty="0"/>
          </a:p>
        </p:txBody>
      </p:sp>
      <p:sp>
        <p:nvSpPr>
          <p:cNvPr id="391" name="Shape 388"/>
          <p:cNvSpPr/>
          <p:nvPr/>
        </p:nvSpPr>
        <p:spPr>
          <a:xfrm>
            <a:off x="5626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92" name="Text 389"/>
          <p:cNvSpPr/>
          <p:nvPr/>
        </p:nvSpPr>
        <p:spPr>
          <a:xfrm>
            <a:off x="5626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393" name="Shape 390"/>
          <p:cNvSpPr/>
          <p:nvPr/>
        </p:nvSpPr>
        <p:spPr>
          <a:xfrm>
            <a:off x="6261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94" name="Text 391"/>
          <p:cNvSpPr/>
          <p:nvPr/>
        </p:nvSpPr>
        <p:spPr>
          <a:xfrm>
            <a:off x="6261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395" name="Shape 392"/>
          <p:cNvSpPr/>
          <p:nvPr/>
        </p:nvSpPr>
        <p:spPr>
          <a:xfrm>
            <a:off x="6896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96" name="Text 393"/>
          <p:cNvSpPr/>
          <p:nvPr/>
        </p:nvSpPr>
        <p:spPr>
          <a:xfrm>
            <a:off x="6896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397" name="Shape 394"/>
          <p:cNvSpPr/>
          <p:nvPr/>
        </p:nvSpPr>
        <p:spPr>
          <a:xfrm>
            <a:off x="7531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98" name="Text 395"/>
          <p:cNvSpPr/>
          <p:nvPr/>
        </p:nvSpPr>
        <p:spPr>
          <a:xfrm>
            <a:off x="7531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399" name="Shape 396"/>
          <p:cNvSpPr/>
          <p:nvPr/>
        </p:nvSpPr>
        <p:spPr>
          <a:xfrm>
            <a:off x="8166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00" name="Text 397"/>
          <p:cNvSpPr/>
          <p:nvPr/>
        </p:nvSpPr>
        <p:spPr>
          <a:xfrm>
            <a:off x="8166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401" name="Shape 398"/>
          <p:cNvSpPr/>
          <p:nvPr/>
        </p:nvSpPr>
        <p:spPr>
          <a:xfrm>
            <a:off x="8801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02" name="Text 399"/>
          <p:cNvSpPr/>
          <p:nvPr/>
        </p:nvSpPr>
        <p:spPr>
          <a:xfrm>
            <a:off x="8801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403" name="Shape 400"/>
          <p:cNvSpPr/>
          <p:nvPr/>
        </p:nvSpPr>
        <p:spPr>
          <a:xfrm>
            <a:off x="9436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04" name="Text 401"/>
          <p:cNvSpPr/>
          <p:nvPr/>
        </p:nvSpPr>
        <p:spPr>
          <a:xfrm>
            <a:off x="9436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405" name="Shape 402"/>
          <p:cNvSpPr/>
          <p:nvPr/>
        </p:nvSpPr>
        <p:spPr>
          <a:xfrm>
            <a:off x="10071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06" name="Text 403"/>
          <p:cNvSpPr/>
          <p:nvPr/>
        </p:nvSpPr>
        <p:spPr>
          <a:xfrm>
            <a:off x="10071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407" name="Shape 404"/>
          <p:cNvSpPr/>
          <p:nvPr/>
        </p:nvSpPr>
        <p:spPr>
          <a:xfrm>
            <a:off x="10706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08" name="Text 405"/>
          <p:cNvSpPr/>
          <p:nvPr/>
        </p:nvSpPr>
        <p:spPr>
          <a:xfrm>
            <a:off x="10706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409" name="Shape 406"/>
          <p:cNvSpPr/>
          <p:nvPr/>
        </p:nvSpPr>
        <p:spPr>
          <a:xfrm>
            <a:off x="11341100" y="4724400"/>
            <a:ext cx="635000" cy="279400"/>
          </a:xfrm>
          <a:prstGeom prst="rect">
            <a:avLst/>
          </a:prstGeom>
          <a:solidFill>
            <a:srgbClr val="FCFB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10" name="Text 407"/>
          <p:cNvSpPr/>
          <p:nvPr/>
        </p:nvSpPr>
        <p:spPr>
          <a:xfrm>
            <a:off x="11341100" y="4724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411" name="Shape 408"/>
          <p:cNvSpPr/>
          <p:nvPr/>
        </p:nvSpPr>
        <p:spPr>
          <a:xfrm>
            <a:off x="800100" y="5003800"/>
            <a:ext cx="1016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12" name="Text 409"/>
          <p:cNvSpPr/>
          <p:nvPr/>
        </p:nvSpPr>
        <p:spPr>
          <a:xfrm>
            <a:off x="800100" y="50038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x-delta</a:t>
            </a:r>
            <a:endParaRPr lang="en-US" sz="1000" dirty="0"/>
          </a:p>
        </p:txBody>
      </p:sp>
      <p:sp>
        <p:nvSpPr>
          <p:cNvPr id="413" name="Shape 410"/>
          <p:cNvSpPr/>
          <p:nvPr/>
        </p:nvSpPr>
        <p:spPr>
          <a:xfrm>
            <a:off x="1816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14" name="Text 411"/>
          <p:cNvSpPr/>
          <p:nvPr/>
        </p:nvSpPr>
        <p:spPr>
          <a:xfrm>
            <a:off x="1816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900" dirty="0"/>
          </a:p>
        </p:txBody>
      </p:sp>
      <p:sp>
        <p:nvSpPr>
          <p:cNvPr id="415" name="Shape 412"/>
          <p:cNvSpPr/>
          <p:nvPr/>
        </p:nvSpPr>
        <p:spPr>
          <a:xfrm>
            <a:off x="2451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16" name="Text 413"/>
          <p:cNvSpPr/>
          <p:nvPr/>
        </p:nvSpPr>
        <p:spPr>
          <a:xfrm>
            <a:off x="2451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900" dirty="0"/>
          </a:p>
        </p:txBody>
      </p:sp>
      <p:sp>
        <p:nvSpPr>
          <p:cNvPr id="417" name="Shape 414"/>
          <p:cNvSpPr/>
          <p:nvPr/>
        </p:nvSpPr>
        <p:spPr>
          <a:xfrm>
            <a:off x="3086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18" name="Text 415"/>
          <p:cNvSpPr/>
          <p:nvPr/>
        </p:nvSpPr>
        <p:spPr>
          <a:xfrm>
            <a:off x="3086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900" dirty="0"/>
          </a:p>
        </p:txBody>
      </p:sp>
      <p:sp>
        <p:nvSpPr>
          <p:cNvPr id="419" name="Shape 416"/>
          <p:cNvSpPr/>
          <p:nvPr/>
        </p:nvSpPr>
        <p:spPr>
          <a:xfrm>
            <a:off x="3721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20" name="Text 417"/>
          <p:cNvSpPr/>
          <p:nvPr/>
        </p:nvSpPr>
        <p:spPr>
          <a:xfrm>
            <a:off x="3721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endParaRPr lang="en-US" sz="900" dirty="0"/>
          </a:p>
        </p:txBody>
      </p:sp>
      <p:sp>
        <p:nvSpPr>
          <p:cNvPr id="421" name="Shape 418"/>
          <p:cNvSpPr/>
          <p:nvPr/>
        </p:nvSpPr>
        <p:spPr>
          <a:xfrm>
            <a:off x="4356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22" name="Text 419"/>
          <p:cNvSpPr/>
          <p:nvPr/>
        </p:nvSpPr>
        <p:spPr>
          <a:xfrm>
            <a:off x="4356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900" dirty="0"/>
          </a:p>
        </p:txBody>
      </p:sp>
      <p:sp>
        <p:nvSpPr>
          <p:cNvPr id="423" name="Shape 420"/>
          <p:cNvSpPr/>
          <p:nvPr/>
        </p:nvSpPr>
        <p:spPr>
          <a:xfrm>
            <a:off x="4991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24" name="Text 421"/>
          <p:cNvSpPr/>
          <p:nvPr/>
        </p:nvSpPr>
        <p:spPr>
          <a:xfrm>
            <a:off x="4991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900" dirty="0"/>
          </a:p>
        </p:txBody>
      </p:sp>
      <p:sp>
        <p:nvSpPr>
          <p:cNvPr id="425" name="Shape 422"/>
          <p:cNvSpPr/>
          <p:nvPr/>
        </p:nvSpPr>
        <p:spPr>
          <a:xfrm>
            <a:off x="5626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26" name="Text 423"/>
          <p:cNvSpPr/>
          <p:nvPr/>
        </p:nvSpPr>
        <p:spPr>
          <a:xfrm>
            <a:off x="5626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427" name="Shape 424"/>
          <p:cNvSpPr/>
          <p:nvPr/>
        </p:nvSpPr>
        <p:spPr>
          <a:xfrm>
            <a:off x="6261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28" name="Text 425"/>
          <p:cNvSpPr/>
          <p:nvPr/>
        </p:nvSpPr>
        <p:spPr>
          <a:xfrm>
            <a:off x="6261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29" name="Shape 426"/>
          <p:cNvSpPr/>
          <p:nvPr/>
        </p:nvSpPr>
        <p:spPr>
          <a:xfrm>
            <a:off x="6896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30" name="Text 427"/>
          <p:cNvSpPr/>
          <p:nvPr/>
        </p:nvSpPr>
        <p:spPr>
          <a:xfrm>
            <a:off x="6896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431" name="Shape 428"/>
          <p:cNvSpPr/>
          <p:nvPr/>
        </p:nvSpPr>
        <p:spPr>
          <a:xfrm>
            <a:off x="7531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32" name="Text 429"/>
          <p:cNvSpPr/>
          <p:nvPr/>
        </p:nvSpPr>
        <p:spPr>
          <a:xfrm>
            <a:off x="7531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33" name="Shape 430"/>
          <p:cNvSpPr/>
          <p:nvPr/>
        </p:nvSpPr>
        <p:spPr>
          <a:xfrm>
            <a:off x="8166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34" name="Text 431"/>
          <p:cNvSpPr/>
          <p:nvPr/>
        </p:nvSpPr>
        <p:spPr>
          <a:xfrm>
            <a:off x="8166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435" name="Shape 432"/>
          <p:cNvSpPr/>
          <p:nvPr/>
        </p:nvSpPr>
        <p:spPr>
          <a:xfrm>
            <a:off x="8801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36" name="Text 433"/>
          <p:cNvSpPr/>
          <p:nvPr/>
        </p:nvSpPr>
        <p:spPr>
          <a:xfrm>
            <a:off x="8801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37" name="Shape 434"/>
          <p:cNvSpPr/>
          <p:nvPr/>
        </p:nvSpPr>
        <p:spPr>
          <a:xfrm>
            <a:off x="9436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38" name="Text 435"/>
          <p:cNvSpPr/>
          <p:nvPr/>
        </p:nvSpPr>
        <p:spPr>
          <a:xfrm>
            <a:off x="9436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439" name="Shape 436"/>
          <p:cNvSpPr/>
          <p:nvPr/>
        </p:nvSpPr>
        <p:spPr>
          <a:xfrm>
            <a:off x="10071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40" name="Text 437"/>
          <p:cNvSpPr/>
          <p:nvPr/>
        </p:nvSpPr>
        <p:spPr>
          <a:xfrm>
            <a:off x="10071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41" name="Shape 438"/>
          <p:cNvSpPr/>
          <p:nvPr/>
        </p:nvSpPr>
        <p:spPr>
          <a:xfrm>
            <a:off x="10706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42" name="Text 439"/>
          <p:cNvSpPr/>
          <p:nvPr/>
        </p:nvSpPr>
        <p:spPr>
          <a:xfrm>
            <a:off x="10706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443" name="Shape 440"/>
          <p:cNvSpPr/>
          <p:nvPr/>
        </p:nvSpPr>
        <p:spPr>
          <a:xfrm>
            <a:off x="11341100" y="5003800"/>
            <a:ext cx="635000" cy="279400"/>
          </a:xfrm>
          <a:prstGeom prst="rect">
            <a:avLst/>
          </a:prstGeom>
          <a:solidFill>
            <a:srgbClr val="BF9DDA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44" name="Text 441"/>
          <p:cNvSpPr/>
          <p:nvPr/>
        </p:nvSpPr>
        <p:spPr>
          <a:xfrm>
            <a:off x="11341100" y="5003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45" name="Shape 442"/>
          <p:cNvSpPr/>
          <p:nvPr/>
        </p:nvSpPr>
        <p:spPr>
          <a:xfrm>
            <a:off x="800100" y="5283200"/>
            <a:ext cx="1016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46" name="Text 443"/>
          <p:cNvSpPr/>
          <p:nvPr/>
        </p:nvSpPr>
        <p:spPr>
          <a:xfrm>
            <a:off x="800100" y="52832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f(x-delta)</a:t>
            </a:r>
            <a:endParaRPr lang="en-US" sz="1000" dirty="0"/>
          </a:p>
        </p:txBody>
      </p:sp>
      <p:sp>
        <p:nvSpPr>
          <p:cNvPr id="447" name="Shape 444"/>
          <p:cNvSpPr/>
          <p:nvPr/>
        </p:nvSpPr>
        <p:spPr>
          <a:xfrm>
            <a:off x="1816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48" name="Text 445"/>
          <p:cNvSpPr/>
          <p:nvPr/>
        </p:nvSpPr>
        <p:spPr>
          <a:xfrm>
            <a:off x="1816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5.41</a:t>
            </a:r>
            <a:endParaRPr lang="en-US" sz="900" dirty="0"/>
          </a:p>
        </p:txBody>
      </p:sp>
      <p:sp>
        <p:nvSpPr>
          <p:cNvPr id="449" name="Shape 446"/>
          <p:cNvSpPr/>
          <p:nvPr/>
        </p:nvSpPr>
        <p:spPr>
          <a:xfrm>
            <a:off x="2451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50" name="Text 447"/>
          <p:cNvSpPr/>
          <p:nvPr/>
        </p:nvSpPr>
        <p:spPr>
          <a:xfrm>
            <a:off x="2451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4.24</a:t>
            </a:r>
            <a:endParaRPr lang="en-US" sz="900" dirty="0"/>
          </a:p>
        </p:txBody>
      </p:sp>
      <p:sp>
        <p:nvSpPr>
          <p:cNvPr id="451" name="Shape 448"/>
          <p:cNvSpPr/>
          <p:nvPr/>
        </p:nvSpPr>
        <p:spPr>
          <a:xfrm>
            <a:off x="3086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52" name="Text 449"/>
          <p:cNvSpPr/>
          <p:nvPr/>
        </p:nvSpPr>
        <p:spPr>
          <a:xfrm>
            <a:off x="3086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3.25</a:t>
            </a:r>
            <a:endParaRPr lang="en-US" sz="900" dirty="0"/>
          </a:p>
        </p:txBody>
      </p:sp>
      <p:sp>
        <p:nvSpPr>
          <p:cNvPr id="453" name="Shape 450"/>
          <p:cNvSpPr/>
          <p:nvPr/>
        </p:nvSpPr>
        <p:spPr>
          <a:xfrm>
            <a:off x="3721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54" name="Text 451"/>
          <p:cNvSpPr/>
          <p:nvPr/>
        </p:nvSpPr>
        <p:spPr>
          <a:xfrm>
            <a:off x="3721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2.44</a:t>
            </a:r>
            <a:endParaRPr lang="en-US" sz="900" dirty="0"/>
          </a:p>
        </p:txBody>
      </p:sp>
      <p:sp>
        <p:nvSpPr>
          <p:cNvPr id="455" name="Shape 452"/>
          <p:cNvSpPr/>
          <p:nvPr/>
        </p:nvSpPr>
        <p:spPr>
          <a:xfrm>
            <a:off x="4356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56" name="Text 453"/>
          <p:cNvSpPr/>
          <p:nvPr/>
        </p:nvSpPr>
        <p:spPr>
          <a:xfrm>
            <a:off x="4356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1.81</a:t>
            </a:r>
            <a:endParaRPr lang="en-US" sz="900" dirty="0"/>
          </a:p>
        </p:txBody>
      </p:sp>
      <p:sp>
        <p:nvSpPr>
          <p:cNvPr id="457" name="Shape 454"/>
          <p:cNvSpPr/>
          <p:nvPr/>
        </p:nvSpPr>
        <p:spPr>
          <a:xfrm>
            <a:off x="4991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58" name="Text 455"/>
          <p:cNvSpPr/>
          <p:nvPr/>
        </p:nvSpPr>
        <p:spPr>
          <a:xfrm>
            <a:off x="4991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</a:t>
            </a:r>
            <a:endParaRPr lang="en-US" sz="900" dirty="0"/>
          </a:p>
        </p:txBody>
      </p:sp>
      <p:sp>
        <p:nvSpPr>
          <p:cNvPr id="459" name="Shape 456"/>
          <p:cNvSpPr/>
          <p:nvPr/>
        </p:nvSpPr>
        <p:spPr>
          <a:xfrm>
            <a:off x="5626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60" name="Text 457"/>
          <p:cNvSpPr/>
          <p:nvPr/>
        </p:nvSpPr>
        <p:spPr>
          <a:xfrm>
            <a:off x="5626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461" name="Shape 458"/>
          <p:cNvSpPr/>
          <p:nvPr/>
        </p:nvSpPr>
        <p:spPr>
          <a:xfrm>
            <a:off x="6261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62" name="Text 459"/>
          <p:cNvSpPr/>
          <p:nvPr/>
        </p:nvSpPr>
        <p:spPr>
          <a:xfrm>
            <a:off x="6261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463" name="Shape 460"/>
          <p:cNvSpPr/>
          <p:nvPr/>
        </p:nvSpPr>
        <p:spPr>
          <a:xfrm>
            <a:off x="6896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64" name="Text 461"/>
          <p:cNvSpPr/>
          <p:nvPr/>
        </p:nvSpPr>
        <p:spPr>
          <a:xfrm>
            <a:off x="6896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465" name="Shape 462"/>
          <p:cNvSpPr/>
          <p:nvPr/>
        </p:nvSpPr>
        <p:spPr>
          <a:xfrm>
            <a:off x="7531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66" name="Text 463"/>
          <p:cNvSpPr/>
          <p:nvPr/>
        </p:nvSpPr>
        <p:spPr>
          <a:xfrm>
            <a:off x="7531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467" name="Shape 464"/>
          <p:cNvSpPr/>
          <p:nvPr/>
        </p:nvSpPr>
        <p:spPr>
          <a:xfrm>
            <a:off x="8166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68" name="Text 465"/>
          <p:cNvSpPr/>
          <p:nvPr/>
        </p:nvSpPr>
        <p:spPr>
          <a:xfrm>
            <a:off x="8166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469" name="Shape 466"/>
          <p:cNvSpPr/>
          <p:nvPr/>
        </p:nvSpPr>
        <p:spPr>
          <a:xfrm>
            <a:off x="8801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70" name="Text 467"/>
          <p:cNvSpPr/>
          <p:nvPr/>
        </p:nvSpPr>
        <p:spPr>
          <a:xfrm>
            <a:off x="8801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471" name="Shape 468"/>
          <p:cNvSpPr/>
          <p:nvPr/>
        </p:nvSpPr>
        <p:spPr>
          <a:xfrm>
            <a:off x="9436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72" name="Text 469"/>
          <p:cNvSpPr/>
          <p:nvPr/>
        </p:nvSpPr>
        <p:spPr>
          <a:xfrm>
            <a:off x="9436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473" name="Shape 470"/>
          <p:cNvSpPr/>
          <p:nvPr/>
        </p:nvSpPr>
        <p:spPr>
          <a:xfrm>
            <a:off x="10071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74" name="Text 471"/>
          <p:cNvSpPr/>
          <p:nvPr/>
        </p:nvSpPr>
        <p:spPr>
          <a:xfrm>
            <a:off x="10071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475" name="Shape 472"/>
          <p:cNvSpPr/>
          <p:nvPr/>
        </p:nvSpPr>
        <p:spPr>
          <a:xfrm>
            <a:off x="10706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76" name="Text 473"/>
          <p:cNvSpPr/>
          <p:nvPr/>
        </p:nvSpPr>
        <p:spPr>
          <a:xfrm>
            <a:off x="10706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477" name="Shape 474"/>
          <p:cNvSpPr/>
          <p:nvPr/>
        </p:nvSpPr>
        <p:spPr>
          <a:xfrm>
            <a:off x="11341100" y="5283200"/>
            <a:ext cx="635000" cy="279400"/>
          </a:xfrm>
          <a:prstGeom prst="rect">
            <a:avLst/>
          </a:prstGeom>
          <a:solidFill>
            <a:srgbClr val="FFFFF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78" name="Text 475"/>
          <p:cNvSpPr/>
          <p:nvPr/>
        </p:nvSpPr>
        <p:spPr>
          <a:xfrm>
            <a:off x="11341100" y="52832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479" name="Shape 476"/>
          <p:cNvSpPr/>
          <p:nvPr/>
        </p:nvSpPr>
        <p:spPr>
          <a:xfrm>
            <a:off x="800100" y="5562600"/>
            <a:ext cx="1016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80" name="Text 477"/>
          <p:cNvSpPr/>
          <p:nvPr/>
        </p:nvSpPr>
        <p:spPr>
          <a:xfrm>
            <a:off x="800100" y="55626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x+delta</a:t>
            </a:r>
            <a:endParaRPr lang="en-US" sz="1000" dirty="0"/>
          </a:p>
        </p:txBody>
      </p:sp>
      <p:sp>
        <p:nvSpPr>
          <p:cNvPr id="481" name="Shape 478"/>
          <p:cNvSpPr/>
          <p:nvPr/>
        </p:nvSpPr>
        <p:spPr>
          <a:xfrm>
            <a:off x="1816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82" name="Text 479"/>
          <p:cNvSpPr/>
          <p:nvPr/>
        </p:nvSpPr>
        <p:spPr>
          <a:xfrm>
            <a:off x="1816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900" dirty="0"/>
          </a:p>
        </p:txBody>
      </p:sp>
      <p:sp>
        <p:nvSpPr>
          <p:cNvPr id="483" name="Shape 480"/>
          <p:cNvSpPr/>
          <p:nvPr/>
        </p:nvSpPr>
        <p:spPr>
          <a:xfrm>
            <a:off x="2451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84" name="Text 481"/>
          <p:cNvSpPr/>
          <p:nvPr/>
        </p:nvSpPr>
        <p:spPr>
          <a:xfrm>
            <a:off x="2451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900" dirty="0"/>
          </a:p>
        </p:txBody>
      </p:sp>
      <p:sp>
        <p:nvSpPr>
          <p:cNvPr id="485" name="Shape 482"/>
          <p:cNvSpPr/>
          <p:nvPr/>
        </p:nvSpPr>
        <p:spPr>
          <a:xfrm>
            <a:off x="3086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86" name="Text 483"/>
          <p:cNvSpPr/>
          <p:nvPr/>
        </p:nvSpPr>
        <p:spPr>
          <a:xfrm>
            <a:off x="3086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900" dirty="0"/>
          </a:p>
        </p:txBody>
      </p:sp>
      <p:sp>
        <p:nvSpPr>
          <p:cNvPr id="487" name="Shape 484"/>
          <p:cNvSpPr/>
          <p:nvPr/>
        </p:nvSpPr>
        <p:spPr>
          <a:xfrm>
            <a:off x="3721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88" name="Text 485"/>
          <p:cNvSpPr/>
          <p:nvPr/>
        </p:nvSpPr>
        <p:spPr>
          <a:xfrm>
            <a:off x="3721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89" name="Shape 486"/>
          <p:cNvSpPr/>
          <p:nvPr/>
        </p:nvSpPr>
        <p:spPr>
          <a:xfrm>
            <a:off x="4356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90" name="Text 487"/>
          <p:cNvSpPr/>
          <p:nvPr/>
        </p:nvSpPr>
        <p:spPr>
          <a:xfrm>
            <a:off x="4356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900" dirty="0"/>
          </a:p>
        </p:txBody>
      </p:sp>
      <p:sp>
        <p:nvSpPr>
          <p:cNvPr id="491" name="Shape 488"/>
          <p:cNvSpPr/>
          <p:nvPr/>
        </p:nvSpPr>
        <p:spPr>
          <a:xfrm>
            <a:off x="4991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92" name="Text 489"/>
          <p:cNvSpPr/>
          <p:nvPr/>
        </p:nvSpPr>
        <p:spPr>
          <a:xfrm>
            <a:off x="4991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en-US" sz="900" dirty="0"/>
          </a:p>
        </p:txBody>
      </p:sp>
      <p:sp>
        <p:nvSpPr>
          <p:cNvPr id="493" name="Shape 490"/>
          <p:cNvSpPr/>
          <p:nvPr/>
        </p:nvSpPr>
        <p:spPr>
          <a:xfrm>
            <a:off x="5626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94" name="Text 491"/>
          <p:cNvSpPr/>
          <p:nvPr/>
        </p:nvSpPr>
        <p:spPr>
          <a:xfrm>
            <a:off x="5626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495" name="Shape 492"/>
          <p:cNvSpPr/>
          <p:nvPr/>
        </p:nvSpPr>
        <p:spPr>
          <a:xfrm>
            <a:off x="6261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96" name="Text 493"/>
          <p:cNvSpPr/>
          <p:nvPr/>
        </p:nvSpPr>
        <p:spPr>
          <a:xfrm>
            <a:off x="6261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497" name="Shape 494"/>
          <p:cNvSpPr/>
          <p:nvPr/>
        </p:nvSpPr>
        <p:spPr>
          <a:xfrm>
            <a:off x="6896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98" name="Text 495"/>
          <p:cNvSpPr/>
          <p:nvPr/>
        </p:nvSpPr>
        <p:spPr>
          <a:xfrm>
            <a:off x="6896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499" name="Shape 496"/>
          <p:cNvSpPr/>
          <p:nvPr/>
        </p:nvSpPr>
        <p:spPr>
          <a:xfrm>
            <a:off x="7531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00" name="Text 497"/>
          <p:cNvSpPr/>
          <p:nvPr/>
        </p:nvSpPr>
        <p:spPr>
          <a:xfrm>
            <a:off x="7531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501" name="Shape 498"/>
          <p:cNvSpPr/>
          <p:nvPr/>
        </p:nvSpPr>
        <p:spPr>
          <a:xfrm>
            <a:off x="8166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02" name="Text 499"/>
          <p:cNvSpPr/>
          <p:nvPr/>
        </p:nvSpPr>
        <p:spPr>
          <a:xfrm>
            <a:off x="8166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503" name="Shape 500"/>
          <p:cNvSpPr/>
          <p:nvPr/>
        </p:nvSpPr>
        <p:spPr>
          <a:xfrm>
            <a:off x="8801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04" name="Text 501"/>
          <p:cNvSpPr/>
          <p:nvPr/>
        </p:nvSpPr>
        <p:spPr>
          <a:xfrm>
            <a:off x="8801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505" name="Shape 502"/>
          <p:cNvSpPr/>
          <p:nvPr/>
        </p:nvSpPr>
        <p:spPr>
          <a:xfrm>
            <a:off x="9436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06" name="Text 503"/>
          <p:cNvSpPr/>
          <p:nvPr/>
        </p:nvSpPr>
        <p:spPr>
          <a:xfrm>
            <a:off x="9436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507" name="Shape 504"/>
          <p:cNvSpPr/>
          <p:nvPr/>
        </p:nvSpPr>
        <p:spPr>
          <a:xfrm>
            <a:off x="10071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08" name="Text 505"/>
          <p:cNvSpPr/>
          <p:nvPr/>
        </p:nvSpPr>
        <p:spPr>
          <a:xfrm>
            <a:off x="10071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509" name="Shape 506"/>
          <p:cNvSpPr/>
          <p:nvPr/>
        </p:nvSpPr>
        <p:spPr>
          <a:xfrm>
            <a:off x="10706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10" name="Text 507"/>
          <p:cNvSpPr/>
          <p:nvPr/>
        </p:nvSpPr>
        <p:spPr>
          <a:xfrm>
            <a:off x="10706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511" name="Shape 508"/>
          <p:cNvSpPr/>
          <p:nvPr/>
        </p:nvSpPr>
        <p:spPr>
          <a:xfrm>
            <a:off x="11341100" y="5562600"/>
            <a:ext cx="635000" cy="279400"/>
          </a:xfrm>
          <a:prstGeom prst="rect">
            <a:avLst/>
          </a:prstGeom>
          <a:solidFill>
            <a:srgbClr val="F8DDC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12" name="Text 509"/>
          <p:cNvSpPr/>
          <p:nvPr/>
        </p:nvSpPr>
        <p:spPr>
          <a:xfrm>
            <a:off x="11341100" y="55626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513" name="Shape 510"/>
          <p:cNvSpPr/>
          <p:nvPr/>
        </p:nvSpPr>
        <p:spPr>
          <a:xfrm>
            <a:off x="800100" y="5842000"/>
            <a:ext cx="1016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14" name="Text 511"/>
          <p:cNvSpPr/>
          <p:nvPr/>
        </p:nvSpPr>
        <p:spPr>
          <a:xfrm>
            <a:off x="800100" y="58420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f(x+delta)</a:t>
            </a:r>
            <a:endParaRPr lang="en-US" sz="1000" dirty="0"/>
          </a:p>
        </p:txBody>
      </p:sp>
      <p:sp>
        <p:nvSpPr>
          <p:cNvPr id="515" name="Shape 512"/>
          <p:cNvSpPr/>
          <p:nvPr/>
        </p:nvSpPr>
        <p:spPr>
          <a:xfrm>
            <a:off x="1816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16" name="Text 513"/>
          <p:cNvSpPr/>
          <p:nvPr/>
        </p:nvSpPr>
        <p:spPr>
          <a:xfrm>
            <a:off x="1816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4.61</a:t>
            </a:r>
            <a:endParaRPr lang="en-US" sz="900" dirty="0"/>
          </a:p>
        </p:txBody>
      </p:sp>
      <p:sp>
        <p:nvSpPr>
          <p:cNvPr id="517" name="Shape 514"/>
          <p:cNvSpPr/>
          <p:nvPr/>
        </p:nvSpPr>
        <p:spPr>
          <a:xfrm>
            <a:off x="2451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18" name="Text 515"/>
          <p:cNvSpPr/>
          <p:nvPr/>
        </p:nvSpPr>
        <p:spPr>
          <a:xfrm>
            <a:off x="2451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3.56</a:t>
            </a:r>
            <a:endParaRPr lang="en-US" sz="900" dirty="0"/>
          </a:p>
        </p:txBody>
      </p:sp>
      <p:sp>
        <p:nvSpPr>
          <p:cNvPr id="519" name="Shape 516"/>
          <p:cNvSpPr/>
          <p:nvPr/>
        </p:nvSpPr>
        <p:spPr>
          <a:xfrm>
            <a:off x="3086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20" name="Text 517"/>
          <p:cNvSpPr/>
          <p:nvPr/>
        </p:nvSpPr>
        <p:spPr>
          <a:xfrm>
            <a:off x="3086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2.69</a:t>
            </a:r>
            <a:endParaRPr lang="en-US" sz="900" dirty="0"/>
          </a:p>
        </p:txBody>
      </p:sp>
      <p:sp>
        <p:nvSpPr>
          <p:cNvPr id="521" name="Shape 518"/>
          <p:cNvSpPr/>
          <p:nvPr/>
        </p:nvSpPr>
        <p:spPr>
          <a:xfrm>
            <a:off x="3721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22" name="Text 519"/>
          <p:cNvSpPr/>
          <p:nvPr/>
        </p:nvSpPr>
        <p:spPr>
          <a:xfrm>
            <a:off x="3721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23" name="Shape 520"/>
          <p:cNvSpPr/>
          <p:nvPr/>
        </p:nvSpPr>
        <p:spPr>
          <a:xfrm>
            <a:off x="4356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24" name="Text 521"/>
          <p:cNvSpPr/>
          <p:nvPr/>
        </p:nvSpPr>
        <p:spPr>
          <a:xfrm>
            <a:off x="4356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1.49</a:t>
            </a:r>
            <a:endParaRPr lang="en-US" sz="900" dirty="0"/>
          </a:p>
        </p:txBody>
      </p:sp>
      <p:sp>
        <p:nvSpPr>
          <p:cNvPr id="525" name="Shape 522"/>
          <p:cNvSpPr/>
          <p:nvPr/>
        </p:nvSpPr>
        <p:spPr>
          <a:xfrm>
            <a:off x="4991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26" name="Text 523"/>
          <p:cNvSpPr/>
          <p:nvPr/>
        </p:nvSpPr>
        <p:spPr>
          <a:xfrm>
            <a:off x="4991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1.16</a:t>
            </a:r>
            <a:endParaRPr lang="en-US" sz="900" dirty="0"/>
          </a:p>
        </p:txBody>
      </p:sp>
      <p:sp>
        <p:nvSpPr>
          <p:cNvPr id="527" name="Shape 524"/>
          <p:cNvSpPr/>
          <p:nvPr/>
        </p:nvSpPr>
        <p:spPr>
          <a:xfrm>
            <a:off x="5626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28" name="Text 525"/>
          <p:cNvSpPr/>
          <p:nvPr/>
        </p:nvSpPr>
        <p:spPr>
          <a:xfrm>
            <a:off x="5626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529" name="Shape 526"/>
          <p:cNvSpPr/>
          <p:nvPr/>
        </p:nvSpPr>
        <p:spPr>
          <a:xfrm>
            <a:off x="6261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30" name="Text 527"/>
          <p:cNvSpPr/>
          <p:nvPr/>
        </p:nvSpPr>
        <p:spPr>
          <a:xfrm>
            <a:off x="6261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531" name="Shape 528"/>
          <p:cNvSpPr/>
          <p:nvPr/>
        </p:nvSpPr>
        <p:spPr>
          <a:xfrm>
            <a:off x="6896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32" name="Text 529"/>
          <p:cNvSpPr/>
          <p:nvPr/>
        </p:nvSpPr>
        <p:spPr>
          <a:xfrm>
            <a:off x="6896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533" name="Shape 530"/>
          <p:cNvSpPr/>
          <p:nvPr/>
        </p:nvSpPr>
        <p:spPr>
          <a:xfrm>
            <a:off x="7531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34" name="Text 531"/>
          <p:cNvSpPr/>
          <p:nvPr/>
        </p:nvSpPr>
        <p:spPr>
          <a:xfrm>
            <a:off x="7531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535" name="Shape 532"/>
          <p:cNvSpPr/>
          <p:nvPr/>
        </p:nvSpPr>
        <p:spPr>
          <a:xfrm>
            <a:off x="8166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36" name="Text 533"/>
          <p:cNvSpPr/>
          <p:nvPr/>
        </p:nvSpPr>
        <p:spPr>
          <a:xfrm>
            <a:off x="8166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537" name="Shape 534"/>
          <p:cNvSpPr/>
          <p:nvPr/>
        </p:nvSpPr>
        <p:spPr>
          <a:xfrm>
            <a:off x="8801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38" name="Text 535"/>
          <p:cNvSpPr/>
          <p:nvPr/>
        </p:nvSpPr>
        <p:spPr>
          <a:xfrm>
            <a:off x="8801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539" name="Shape 536"/>
          <p:cNvSpPr/>
          <p:nvPr/>
        </p:nvSpPr>
        <p:spPr>
          <a:xfrm>
            <a:off x="9436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40" name="Text 537"/>
          <p:cNvSpPr/>
          <p:nvPr/>
        </p:nvSpPr>
        <p:spPr>
          <a:xfrm>
            <a:off x="9436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541" name="Shape 538"/>
          <p:cNvSpPr/>
          <p:nvPr/>
        </p:nvSpPr>
        <p:spPr>
          <a:xfrm>
            <a:off x="10071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42" name="Text 539"/>
          <p:cNvSpPr/>
          <p:nvPr/>
        </p:nvSpPr>
        <p:spPr>
          <a:xfrm>
            <a:off x="10071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543" name="Shape 540"/>
          <p:cNvSpPr/>
          <p:nvPr/>
        </p:nvSpPr>
        <p:spPr>
          <a:xfrm>
            <a:off x="10706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44" name="Text 541"/>
          <p:cNvSpPr/>
          <p:nvPr/>
        </p:nvSpPr>
        <p:spPr>
          <a:xfrm>
            <a:off x="10706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545" name="Shape 542"/>
          <p:cNvSpPr/>
          <p:nvPr/>
        </p:nvSpPr>
        <p:spPr>
          <a:xfrm>
            <a:off x="11341100" y="5842000"/>
            <a:ext cx="635000" cy="279400"/>
          </a:xfrm>
          <a:prstGeom prst="rect">
            <a:avLst/>
          </a:prstGeom>
          <a:solidFill>
            <a:srgbClr val="EFEDF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46" name="Text 543"/>
          <p:cNvSpPr/>
          <p:nvPr/>
        </p:nvSpPr>
        <p:spPr>
          <a:xfrm>
            <a:off x="11341100" y="58420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547" name="Shape 544"/>
          <p:cNvSpPr/>
          <p:nvPr/>
        </p:nvSpPr>
        <p:spPr>
          <a:xfrm>
            <a:off x="800100" y="6121400"/>
            <a:ext cx="1016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48" name="Text 545"/>
          <p:cNvSpPr/>
          <p:nvPr/>
        </p:nvSpPr>
        <p:spPr>
          <a:xfrm>
            <a:off x="800100" y="61214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slope</a:t>
            </a:r>
            <a:endParaRPr lang="en-US" sz="1000" dirty="0"/>
          </a:p>
        </p:txBody>
      </p:sp>
      <p:sp>
        <p:nvSpPr>
          <p:cNvPr id="549" name="Shape 546"/>
          <p:cNvSpPr/>
          <p:nvPr/>
        </p:nvSpPr>
        <p:spPr>
          <a:xfrm>
            <a:off x="1816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50" name="Text 547"/>
          <p:cNvSpPr/>
          <p:nvPr/>
        </p:nvSpPr>
        <p:spPr>
          <a:xfrm>
            <a:off x="1816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900" dirty="0"/>
          </a:p>
        </p:txBody>
      </p:sp>
      <p:sp>
        <p:nvSpPr>
          <p:cNvPr id="551" name="Shape 548"/>
          <p:cNvSpPr/>
          <p:nvPr/>
        </p:nvSpPr>
        <p:spPr>
          <a:xfrm>
            <a:off x="2451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52" name="Text 549"/>
          <p:cNvSpPr/>
          <p:nvPr/>
        </p:nvSpPr>
        <p:spPr>
          <a:xfrm>
            <a:off x="2451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-6.8</a:t>
            </a:r>
            <a:endParaRPr lang="en-US" sz="900" dirty="0"/>
          </a:p>
        </p:txBody>
      </p:sp>
      <p:sp>
        <p:nvSpPr>
          <p:cNvPr id="553" name="Shape 550"/>
          <p:cNvSpPr/>
          <p:nvPr/>
        </p:nvSpPr>
        <p:spPr>
          <a:xfrm>
            <a:off x="3086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54" name="Text 551"/>
          <p:cNvSpPr/>
          <p:nvPr/>
        </p:nvSpPr>
        <p:spPr>
          <a:xfrm>
            <a:off x="3086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-5.6</a:t>
            </a:r>
            <a:endParaRPr lang="en-US" sz="900" dirty="0"/>
          </a:p>
        </p:txBody>
      </p:sp>
      <p:sp>
        <p:nvSpPr>
          <p:cNvPr id="555" name="Shape 552"/>
          <p:cNvSpPr/>
          <p:nvPr/>
        </p:nvSpPr>
        <p:spPr>
          <a:xfrm>
            <a:off x="3721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56" name="Text 553"/>
          <p:cNvSpPr/>
          <p:nvPr/>
        </p:nvSpPr>
        <p:spPr>
          <a:xfrm>
            <a:off x="3721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-4.4</a:t>
            </a:r>
            <a:endParaRPr lang="en-US" sz="900" dirty="0"/>
          </a:p>
        </p:txBody>
      </p:sp>
      <p:sp>
        <p:nvSpPr>
          <p:cNvPr id="557" name="Shape 554"/>
          <p:cNvSpPr/>
          <p:nvPr/>
        </p:nvSpPr>
        <p:spPr>
          <a:xfrm>
            <a:off x="4356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58" name="Text 555"/>
          <p:cNvSpPr/>
          <p:nvPr/>
        </p:nvSpPr>
        <p:spPr>
          <a:xfrm>
            <a:off x="4356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</a:t>
            </a:r>
            <a:endParaRPr lang="en-US" sz="900" dirty="0"/>
          </a:p>
        </p:txBody>
      </p:sp>
      <p:sp>
        <p:nvSpPr>
          <p:cNvPr id="559" name="Shape 556"/>
          <p:cNvSpPr/>
          <p:nvPr/>
        </p:nvSpPr>
        <p:spPr>
          <a:xfrm>
            <a:off x="4991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60" name="Text 557"/>
          <p:cNvSpPr/>
          <p:nvPr/>
        </p:nvSpPr>
        <p:spPr>
          <a:xfrm>
            <a:off x="4991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900" dirty="0"/>
          </a:p>
        </p:txBody>
      </p:sp>
      <p:sp>
        <p:nvSpPr>
          <p:cNvPr id="561" name="Shape 558"/>
          <p:cNvSpPr/>
          <p:nvPr/>
        </p:nvSpPr>
        <p:spPr>
          <a:xfrm>
            <a:off x="5626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62" name="Text 559"/>
          <p:cNvSpPr/>
          <p:nvPr/>
        </p:nvSpPr>
        <p:spPr>
          <a:xfrm>
            <a:off x="5626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563" name="Shape 560"/>
          <p:cNvSpPr/>
          <p:nvPr/>
        </p:nvSpPr>
        <p:spPr>
          <a:xfrm>
            <a:off x="6261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64" name="Text 561"/>
          <p:cNvSpPr/>
          <p:nvPr/>
        </p:nvSpPr>
        <p:spPr>
          <a:xfrm>
            <a:off x="6261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565" name="Shape 562"/>
          <p:cNvSpPr/>
          <p:nvPr/>
        </p:nvSpPr>
        <p:spPr>
          <a:xfrm>
            <a:off x="6896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66" name="Text 563"/>
          <p:cNvSpPr/>
          <p:nvPr/>
        </p:nvSpPr>
        <p:spPr>
          <a:xfrm>
            <a:off x="6896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567" name="Shape 564"/>
          <p:cNvSpPr/>
          <p:nvPr/>
        </p:nvSpPr>
        <p:spPr>
          <a:xfrm>
            <a:off x="7531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68" name="Text 565"/>
          <p:cNvSpPr/>
          <p:nvPr/>
        </p:nvSpPr>
        <p:spPr>
          <a:xfrm>
            <a:off x="7531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569" name="Shape 566"/>
          <p:cNvSpPr/>
          <p:nvPr/>
        </p:nvSpPr>
        <p:spPr>
          <a:xfrm>
            <a:off x="8166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70" name="Text 567"/>
          <p:cNvSpPr/>
          <p:nvPr/>
        </p:nvSpPr>
        <p:spPr>
          <a:xfrm>
            <a:off x="8166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571" name="Shape 568"/>
          <p:cNvSpPr/>
          <p:nvPr/>
        </p:nvSpPr>
        <p:spPr>
          <a:xfrm>
            <a:off x="8801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72" name="Text 569"/>
          <p:cNvSpPr/>
          <p:nvPr/>
        </p:nvSpPr>
        <p:spPr>
          <a:xfrm>
            <a:off x="8801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573" name="Shape 570"/>
          <p:cNvSpPr/>
          <p:nvPr/>
        </p:nvSpPr>
        <p:spPr>
          <a:xfrm>
            <a:off x="9436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74" name="Text 571"/>
          <p:cNvSpPr/>
          <p:nvPr/>
        </p:nvSpPr>
        <p:spPr>
          <a:xfrm>
            <a:off x="9436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575" name="Shape 572"/>
          <p:cNvSpPr/>
          <p:nvPr/>
        </p:nvSpPr>
        <p:spPr>
          <a:xfrm>
            <a:off x="10071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76" name="Text 573"/>
          <p:cNvSpPr/>
          <p:nvPr/>
        </p:nvSpPr>
        <p:spPr>
          <a:xfrm>
            <a:off x="10071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577" name="Shape 574"/>
          <p:cNvSpPr/>
          <p:nvPr/>
        </p:nvSpPr>
        <p:spPr>
          <a:xfrm>
            <a:off x="10706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78" name="Text 575"/>
          <p:cNvSpPr/>
          <p:nvPr/>
        </p:nvSpPr>
        <p:spPr>
          <a:xfrm>
            <a:off x="10706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579" name="Shape 576"/>
          <p:cNvSpPr/>
          <p:nvPr/>
        </p:nvSpPr>
        <p:spPr>
          <a:xfrm>
            <a:off x="11341100" y="6121400"/>
            <a:ext cx="635000" cy="279400"/>
          </a:xfrm>
          <a:prstGeom prst="rect">
            <a:avLst/>
          </a:prstGeom>
          <a:solidFill>
            <a:srgbClr val="93D18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80" name="Text 577"/>
          <p:cNvSpPr/>
          <p:nvPr/>
        </p:nvSpPr>
        <p:spPr>
          <a:xfrm>
            <a:off x="11341100" y="61214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581" name="Shape 578"/>
          <p:cNvSpPr/>
          <p:nvPr/>
        </p:nvSpPr>
        <p:spPr>
          <a:xfrm>
            <a:off x="800100" y="6400800"/>
            <a:ext cx="1016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82" name="Text 579"/>
          <p:cNvSpPr/>
          <p:nvPr/>
        </p:nvSpPr>
        <p:spPr>
          <a:xfrm>
            <a:off x="800100" y="64008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x</a:t>
            </a:r>
            <a:endParaRPr lang="en-US" sz="1000" dirty="0"/>
          </a:p>
        </p:txBody>
      </p:sp>
      <p:sp>
        <p:nvSpPr>
          <p:cNvPr id="583" name="Shape 580"/>
          <p:cNvSpPr/>
          <p:nvPr/>
        </p:nvSpPr>
        <p:spPr>
          <a:xfrm>
            <a:off x="1816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84" name="Text 581"/>
          <p:cNvSpPr/>
          <p:nvPr/>
        </p:nvSpPr>
        <p:spPr>
          <a:xfrm>
            <a:off x="1816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900" dirty="0"/>
          </a:p>
        </p:txBody>
      </p:sp>
      <p:sp>
        <p:nvSpPr>
          <p:cNvPr id="585" name="Shape 582"/>
          <p:cNvSpPr/>
          <p:nvPr/>
        </p:nvSpPr>
        <p:spPr>
          <a:xfrm>
            <a:off x="2451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86" name="Text 583"/>
          <p:cNvSpPr/>
          <p:nvPr/>
        </p:nvSpPr>
        <p:spPr>
          <a:xfrm>
            <a:off x="2451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900" dirty="0"/>
          </a:p>
        </p:txBody>
      </p:sp>
      <p:sp>
        <p:nvSpPr>
          <p:cNvPr id="587" name="Shape 584"/>
          <p:cNvSpPr/>
          <p:nvPr/>
        </p:nvSpPr>
        <p:spPr>
          <a:xfrm>
            <a:off x="3086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88" name="Text 585"/>
          <p:cNvSpPr/>
          <p:nvPr/>
        </p:nvSpPr>
        <p:spPr>
          <a:xfrm>
            <a:off x="3086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900" dirty="0"/>
          </a:p>
        </p:txBody>
      </p:sp>
      <p:sp>
        <p:nvSpPr>
          <p:cNvPr id="589" name="Shape 586"/>
          <p:cNvSpPr/>
          <p:nvPr/>
        </p:nvSpPr>
        <p:spPr>
          <a:xfrm>
            <a:off x="3721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90" name="Text 587"/>
          <p:cNvSpPr/>
          <p:nvPr/>
        </p:nvSpPr>
        <p:spPr>
          <a:xfrm>
            <a:off x="3721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900" dirty="0"/>
          </a:p>
        </p:txBody>
      </p:sp>
      <p:sp>
        <p:nvSpPr>
          <p:cNvPr id="591" name="Shape 588"/>
          <p:cNvSpPr/>
          <p:nvPr/>
        </p:nvSpPr>
        <p:spPr>
          <a:xfrm>
            <a:off x="4356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92" name="Text 589"/>
          <p:cNvSpPr/>
          <p:nvPr/>
        </p:nvSpPr>
        <p:spPr>
          <a:xfrm>
            <a:off x="4356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900" dirty="0"/>
          </a:p>
        </p:txBody>
      </p:sp>
      <p:sp>
        <p:nvSpPr>
          <p:cNvPr id="593" name="Shape 590"/>
          <p:cNvSpPr/>
          <p:nvPr/>
        </p:nvSpPr>
        <p:spPr>
          <a:xfrm>
            <a:off x="4991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94" name="Text 591"/>
          <p:cNvSpPr/>
          <p:nvPr/>
        </p:nvSpPr>
        <p:spPr>
          <a:xfrm>
            <a:off x="4991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595" name="Shape 592"/>
          <p:cNvSpPr/>
          <p:nvPr/>
        </p:nvSpPr>
        <p:spPr>
          <a:xfrm>
            <a:off x="5626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96" name="Text 593"/>
          <p:cNvSpPr/>
          <p:nvPr/>
        </p:nvSpPr>
        <p:spPr>
          <a:xfrm>
            <a:off x="5626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597" name="Shape 594"/>
          <p:cNvSpPr/>
          <p:nvPr/>
        </p:nvSpPr>
        <p:spPr>
          <a:xfrm>
            <a:off x="6261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98" name="Text 595"/>
          <p:cNvSpPr/>
          <p:nvPr/>
        </p:nvSpPr>
        <p:spPr>
          <a:xfrm>
            <a:off x="6261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599" name="Shape 596"/>
          <p:cNvSpPr/>
          <p:nvPr/>
        </p:nvSpPr>
        <p:spPr>
          <a:xfrm>
            <a:off x="6896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00" name="Text 597"/>
          <p:cNvSpPr/>
          <p:nvPr/>
        </p:nvSpPr>
        <p:spPr>
          <a:xfrm>
            <a:off x="6896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601" name="Shape 598"/>
          <p:cNvSpPr/>
          <p:nvPr/>
        </p:nvSpPr>
        <p:spPr>
          <a:xfrm>
            <a:off x="7531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02" name="Text 599"/>
          <p:cNvSpPr/>
          <p:nvPr/>
        </p:nvSpPr>
        <p:spPr>
          <a:xfrm>
            <a:off x="7531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603" name="Shape 600"/>
          <p:cNvSpPr/>
          <p:nvPr/>
        </p:nvSpPr>
        <p:spPr>
          <a:xfrm>
            <a:off x="8166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04" name="Text 601"/>
          <p:cNvSpPr/>
          <p:nvPr/>
        </p:nvSpPr>
        <p:spPr>
          <a:xfrm>
            <a:off x="8166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605" name="Shape 602"/>
          <p:cNvSpPr/>
          <p:nvPr/>
        </p:nvSpPr>
        <p:spPr>
          <a:xfrm>
            <a:off x="8801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06" name="Text 603"/>
          <p:cNvSpPr/>
          <p:nvPr/>
        </p:nvSpPr>
        <p:spPr>
          <a:xfrm>
            <a:off x="8801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607" name="Shape 604"/>
          <p:cNvSpPr/>
          <p:nvPr/>
        </p:nvSpPr>
        <p:spPr>
          <a:xfrm>
            <a:off x="9436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08" name="Text 605"/>
          <p:cNvSpPr/>
          <p:nvPr/>
        </p:nvSpPr>
        <p:spPr>
          <a:xfrm>
            <a:off x="9436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609" name="Shape 606"/>
          <p:cNvSpPr/>
          <p:nvPr/>
        </p:nvSpPr>
        <p:spPr>
          <a:xfrm>
            <a:off x="10071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10" name="Text 607"/>
          <p:cNvSpPr/>
          <p:nvPr/>
        </p:nvSpPr>
        <p:spPr>
          <a:xfrm>
            <a:off x="10071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611" name="Shape 608"/>
          <p:cNvSpPr/>
          <p:nvPr/>
        </p:nvSpPr>
        <p:spPr>
          <a:xfrm>
            <a:off x="10706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12" name="Text 609"/>
          <p:cNvSpPr/>
          <p:nvPr/>
        </p:nvSpPr>
        <p:spPr>
          <a:xfrm>
            <a:off x="10706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613" name="Shape 610"/>
          <p:cNvSpPr/>
          <p:nvPr/>
        </p:nvSpPr>
        <p:spPr>
          <a:xfrm>
            <a:off x="11341100" y="6400800"/>
            <a:ext cx="635000" cy="279400"/>
          </a:xfrm>
          <a:prstGeom prst="rect">
            <a:avLst/>
          </a:prstGeom>
          <a:solidFill>
            <a:srgbClr val="FCBCB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14" name="Text 611"/>
          <p:cNvSpPr/>
          <p:nvPr/>
        </p:nvSpPr>
        <p:spPr>
          <a:xfrm>
            <a:off x="11341100" y="6400800"/>
            <a:ext cx="63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2026-10-24T10:54:32Z</dcterms:created>
  <dcterms:modified xsi:type="dcterms:W3CDTF">2026-10-24T10:54:32Z</dcterms:modified>
</cp:coreProperties>
</file>