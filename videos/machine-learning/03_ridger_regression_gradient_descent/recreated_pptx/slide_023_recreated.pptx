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1403350"/>
            <a:ext cx="8343900" cy="1371600"/>
          </a:xfrm>
          <a:prstGeom prst="rect">
            <a:avLst/>
          </a:prstGeom>
          <a:solidFill>
            <a:srgbClr val="CEFFE2"/>
          </a:solidFill>
          <a:ln w="12700">
            <a:solidFill>
              <a:srgbClr val="549B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425" y="2901950"/>
            <a:ext cx="9918700" cy="2501900"/>
          </a:xfrm>
          <a:prstGeom prst="rect">
            <a:avLst/>
          </a:prstGeom>
          <a:solidFill>
            <a:srgbClr val="F8F8FF"/>
          </a:solidFill>
          <a:ln w="12700">
            <a:solidFill>
              <a:srgbClr val="B9B6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1250" y="5530850"/>
            <a:ext cx="9998075" cy="1200150"/>
          </a:xfrm>
          <a:prstGeom prst="rect">
            <a:avLst/>
          </a:prstGeom>
          <a:solidFill>
            <a:srgbClr val="FAFDE2"/>
          </a:solidFill>
          <a:ln w="12700">
            <a:solidFill>
              <a:srgbClr val="6B5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1300" y="89535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of High Dimension Matrix</a:t>
            </a:r>
            <a:endParaRPr lang="en-US" sz="2750" dirty="0"/>
          </a:p>
        </p:txBody>
      </p:sp>
      <p:sp>
        <p:nvSpPr>
          <p:cNvPr id="12" name="Text 10"/>
          <p:cNvSpPr/>
          <p:nvPr/>
        </p:nvSpPr>
        <p:spPr>
          <a:xfrm>
            <a:off x="1295400" y="1403350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5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2750" dirty="0"/>
          </a:p>
        </p:txBody>
      </p:sp>
      <p:pic>
        <p:nvPicPr>
          <p:cNvPr id="13" name="Image 0" descr="/workspaces/codespaces-blank/ai_llm_slides/videos/machine-learning/03_ridger_regression_gradient_descent/recreated_pptx/build/assets/eq_02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608" y="1892808"/>
            <a:ext cx="4133088" cy="50901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08100" y="24384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Feature vectors are of dimension </a:t>
            </a:r>
            <a:pPr algn="l" indent="0" marL="0">
              <a:buNone/>
            </a:pPr>
            <a:r>
              <a:rPr lang="en-US" sz="19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537200" y="2387600"/>
            <a:ext cx="5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C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⇒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413500" y="2425700"/>
            <a:ext cx="43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20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17030" y="2387600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6845300" y="2425700"/>
            <a:ext cx="22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073900" y="2425700"/>
            <a:ext cx="25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46620" y="24257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of size 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407400" y="24257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831580" y="2425700"/>
            <a:ext cx="25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 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067800" y="24257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219200" y="3003550"/>
            <a:ext cx="965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matrix inversion algorithm has a time complexity of </a:t>
            </a:r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</a:t>
            </a:r>
            <a:endParaRPr lang="en-US" sz="2350" dirty="0"/>
          </a:p>
        </p:txBody>
      </p:sp>
      <p:sp>
        <p:nvSpPr>
          <p:cNvPr id="25" name="Text 22"/>
          <p:cNvSpPr/>
          <p:nvPr/>
        </p:nvSpPr>
        <p:spPr>
          <a:xfrm>
            <a:off x="10344150" y="3031490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3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30" dirty="0"/>
          </a:p>
        </p:txBody>
      </p:sp>
      <p:sp>
        <p:nvSpPr>
          <p:cNvPr id="26" name="Text 23"/>
          <p:cNvSpPr/>
          <p:nvPr/>
        </p:nvSpPr>
        <p:spPr>
          <a:xfrm>
            <a:off x="10439400" y="30035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</a:t>
            </a:r>
            <a:endParaRPr lang="en-US" sz="2350" dirty="0"/>
          </a:p>
        </p:txBody>
      </p:sp>
      <p:sp>
        <p:nvSpPr>
          <p:cNvPr id="27" name="Text 24"/>
          <p:cNvSpPr/>
          <p:nvPr/>
        </p:nvSpPr>
        <p:spPr>
          <a:xfrm>
            <a:off x="1219200" y="3435350"/>
            <a:ext cx="965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that the computation time increases rapidly with the size of</a:t>
            </a:r>
            <a:endParaRPr lang="en-US" sz="2350" dirty="0"/>
          </a:p>
        </p:txBody>
      </p:sp>
      <p:sp>
        <p:nvSpPr>
          <p:cNvPr id="28" name="Text 25"/>
          <p:cNvSpPr/>
          <p:nvPr/>
        </p:nvSpPr>
        <p:spPr>
          <a:xfrm>
            <a:off x="1219200" y="385445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matrix (increasing cubically with the number of components).</a:t>
            </a:r>
            <a:endParaRPr lang="en-US" sz="2350" dirty="0"/>
          </a:p>
        </p:txBody>
      </p:sp>
      <p:sp>
        <p:nvSpPr>
          <p:cNvPr id="29" name="Text 26"/>
          <p:cNvSpPr/>
          <p:nvPr/>
        </p:nvSpPr>
        <p:spPr>
          <a:xfrm>
            <a:off x="1219200" y="4552950"/>
            <a:ext cx="977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 if Features vector is of size </a:t>
            </a:r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Inverse calculation is</a:t>
            </a:r>
            <a:endParaRPr lang="en-US" sz="2350" dirty="0"/>
          </a:p>
        </p:txBody>
      </p:sp>
      <p:sp>
        <p:nvSpPr>
          <p:cNvPr id="30" name="Text 27"/>
          <p:cNvSpPr/>
          <p:nvPr/>
        </p:nvSpPr>
        <p:spPr>
          <a:xfrm>
            <a:off x="1219200" y="498475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order </a:t>
            </a:r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1000,000,000</a:t>
            </a:r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is impractical</a:t>
            </a:r>
            <a:endParaRPr lang="en-US" sz="2350" dirty="0"/>
          </a:p>
        </p:txBody>
      </p:sp>
      <p:sp>
        <p:nvSpPr>
          <p:cNvPr id="31" name="Text 28"/>
          <p:cNvSpPr/>
          <p:nvPr/>
        </p:nvSpPr>
        <p:spPr>
          <a:xfrm>
            <a:off x="1219200" y="56261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3016250" y="59944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using </a:t>
            </a:r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Squares</a:t>
            </a:r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Matrix inversion,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3816350" y="63373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iterative solution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2026-10-24T06:52:01Z</dcterms:created>
  <dcterms:modified xsi:type="dcterms:W3CDTF">2026-10-24T06:52:01Z</dcterms:modified>
</cp:coreProperties>
</file>