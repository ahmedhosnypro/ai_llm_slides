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4070" y="283337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of Overfitting due to outlier in data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556500" y="3276600"/>
            <a:ext cx="1320800" cy="50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443355" y="373634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(and how to minimize overfitting )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2026-10-23T12:58:54Z</dcterms:created>
  <dcterms:modified xsi:type="dcterms:W3CDTF">2026-10-23T12:58:54Z</dcterms:modified>
</cp:coreProperties>
</file>