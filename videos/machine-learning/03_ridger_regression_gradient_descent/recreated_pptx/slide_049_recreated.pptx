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76300" y="698500"/>
            <a:ext cx="8255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17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14058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4" name="Shape 32"/>
          <p:cNvSpPr/>
          <p:nvPr/>
        </p:nvSpPr>
        <p:spPr>
          <a:xfrm>
            <a:off x="1287399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5" name="Shape 33"/>
          <p:cNvSpPr/>
          <p:nvPr/>
        </p:nvSpPr>
        <p:spPr>
          <a:xfrm>
            <a:off x="142176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6" name="Shape 34"/>
          <p:cNvSpPr/>
          <p:nvPr/>
        </p:nvSpPr>
        <p:spPr>
          <a:xfrm>
            <a:off x="1569593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7" name="Shape 35"/>
          <p:cNvSpPr/>
          <p:nvPr/>
        </p:nvSpPr>
        <p:spPr>
          <a:xfrm>
            <a:off x="170002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8" name="Shape 36"/>
          <p:cNvSpPr/>
          <p:nvPr/>
        </p:nvSpPr>
        <p:spPr>
          <a:xfrm>
            <a:off x="185610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84756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0" name="Shape 38"/>
          <p:cNvSpPr/>
          <p:nvPr/>
        </p:nvSpPr>
        <p:spPr>
          <a:xfrm>
            <a:off x="214642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1" name="Shape 39"/>
          <p:cNvSpPr/>
          <p:nvPr/>
        </p:nvSpPr>
        <p:spPr>
          <a:xfrm>
            <a:off x="227761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154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3" name="Shape 41"/>
          <p:cNvSpPr/>
          <p:nvPr/>
        </p:nvSpPr>
        <p:spPr>
          <a:xfrm>
            <a:off x="256857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284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5" name="Shape 43"/>
          <p:cNvSpPr/>
          <p:nvPr/>
        </p:nvSpPr>
        <p:spPr>
          <a:xfrm>
            <a:off x="4194556" y="723900"/>
            <a:ext cx="12700" cy="6223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6" name="Shape 44"/>
          <p:cNvSpPr/>
          <p:nvPr/>
        </p:nvSpPr>
        <p:spPr>
          <a:xfrm>
            <a:off x="4466844" y="723900"/>
            <a:ext cx="12700" cy="6223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7" name="Text 45"/>
          <p:cNvSpPr/>
          <p:nvPr/>
        </p:nvSpPr>
        <p:spPr>
          <a:xfrm>
            <a:off x="4235450" y="7429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273550" y="9461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3550" y="1136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35500" y="774700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410200" y="762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959600" y="10795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40192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4" name="Shape 52"/>
          <p:cNvSpPr/>
          <p:nvPr/>
        </p:nvSpPr>
        <p:spPr>
          <a:xfrm>
            <a:off x="8314055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5" name="Shape 53"/>
          <p:cNvSpPr/>
          <p:nvPr/>
        </p:nvSpPr>
        <p:spPr>
          <a:xfrm>
            <a:off x="8434070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6" name="Shape 54"/>
          <p:cNvSpPr/>
          <p:nvPr/>
        </p:nvSpPr>
        <p:spPr>
          <a:xfrm>
            <a:off x="8592312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7" name="Shape 55"/>
          <p:cNvSpPr/>
          <p:nvPr/>
        </p:nvSpPr>
        <p:spPr>
          <a:xfrm>
            <a:off x="8716010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8" name="Shape 56"/>
          <p:cNvSpPr/>
          <p:nvPr/>
        </p:nvSpPr>
        <p:spPr>
          <a:xfrm>
            <a:off x="8878189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9" name="Text 57"/>
          <p:cNvSpPr/>
          <p:nvPr/>
        </p:nvSpPr>
        <p:spPr>
          <a:xfrm>
            <a:off x="808736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Z₁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3731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6652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Z₃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08736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3731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6652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08736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3731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6652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3035300" y="13716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5B9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82650" y="1771650"/>
            <a:ext cx="2235200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16000" y="1854200"/>
            <a:ext cx="2006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A5A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1277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407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16929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9786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22644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2550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1277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407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16929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9786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22644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550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1277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407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6929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9786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22644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2550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11277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1407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16929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9786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22644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2550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118859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6" name="Shape 94"/>
          <p:cNvSpPr/>
          <p:nvPr/>
        </p:nvSpPr>
        <p:spPr>
          <a:xfrm>
            <a:off x="134416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7" name="Shape 95"/>
          <p:cNvSpPr/>
          <p:nvPr/>
        </p:nvSpPr>
        <p:spPr>
          <a:xfrm>
            <a:off x="1464056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8" name="Shape 96"/>
          <p:cNvSpPr/>
          <p:nvPr/>
        </p:nvSpPr>
        <p:spPr>
          <a:xfrm>
            <a:off x="161480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9" name="Shape 97"/>
          <p:cNvSpPr/>
          <p:nvPr/>
        </p:nvSpPr>
        <p:spPr>
          <a:xfrm>
            <a:off x="174536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0" name="Shape 98"/>
          <p:cNvSpPr/>
          <p:nvPr/>
        </p:nvSpPr>
        <p:spPr>
          <a:xfrm>
            <a:off x="190169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04025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18884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319782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47713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1162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8440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7" name="Text 105"/>
          <p:cNvSpPr/>
          <p:nvPr/>
        </p:nvSpPr>
        <p:spPr>
          <a:xfrm>
            <a:off x="11277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1407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16929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19786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1" name="Text 109"/>
          <p:cNvSpPr/>
          <p:nvPr/>
        </p:nvSpPr>
        <p:spPr>
          <a:xfrm>
            <a:off x="22644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2550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6020A"/>
          </a:solidFill>
          <a:ln w="12700">
            <a:solidFill>
              <a:srgbClr val="C6020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2100" dirty="0"/>
          </a:p>
        </p:txBody>
      </p:sp>
      <p:sp>
        <p:nvSpPr>
          <p:cNvPr id="115" name="Text 113"/>
          <p:cNvSpPr/>
          <p:nvPr/>
        </p:nvSpPr>
        <p:spPr>
          <a:xfrm>
            <a:off x="990600" y="44323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endParaRPr lang="en-US" sz="2000" dirty="0"/>
          </a:p>
        </p:txBody>
      </p:sp>
      <p:sp>
        <p:nvSpPr>
          <p:cNvPr id="116" name="Text 114"/>
          <p:cNvSpPr/>
          <p:nvPr/>
        </p:nvSpPr>
        <p:spPr>
          <a:xfrm>
            <a:off x="2514600" y="4432300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117" name="Text 115"/>
          <p:cNvSpPr/>
          <p:nvPr/>
        </p:nvSpPr>
        <p:spPr>
          <a:xfrm>
            <a:off x="1079500" y="4749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118" name="Text 116"/>
          <p:cNvSpPr/>
          <p:nvPr/>
        </p:nvSpPr>
        <p:spPr>
          <a:xfrm>
            <a:off x="1612900" y="4749800"/>
            <a:ext cx="114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endParaRPr lang="en-US" sz="2000" dirty="0"/>
          </a:p>
        </p:txBody>
      </p:sp>
      <p:sp>
        <p:nvSpPr>
          <p:cNvPr id="119" name="Shape 117"/>
          <p:cNvSpPr/>
          <p:nvPr/>
        </p:nvSpPr>
        <p:spPr>
          <a:xfrm>
            <a:off x="3479800" y="1778000"/>
            <a:ext cx="7353300" cy="492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479800" y="1778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479800" y="25019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479800" y="26162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79800" y="33401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479800" y="34544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479800" y="41783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479800" y="4292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479800" y="50165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479800" y="51308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479800" y="58547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479800" y="5969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3479800" y="6705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479800" y="1778000"/>
            <a:ext cx="0" cy="474980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594100" y="2057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41656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43942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46228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41783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625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80695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09270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1" name="Text 139"/>
          <p:cNvSpPr/>
          <p:nvPr/>
        </p:nvSpPr>
        <p:spPr>
          <a:xfrm>
            <a:off x="4876800" y="1828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42" name="Text 140"/>
          <p:cNvSpPr/>
          <p:nvPr/>
        </p:nvSpPr>
        <p:spPr>
          <a:xfrm>
            <a:off x="4895850" y="2044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43" name="Text 141"/>
          <p:cNvSpPr/>
          <p:nvPr/>
        </p:nvSpPr>
        <p:spPr>
          <a:xfrm>
            <a:off x="4895850" y="2254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44" name="Text 142"/>
          <p:cNvSpPr/>
          <p:nvPr/>
        </p:nvSpPr>
        <p:spPr>
          <a:xfrm>
            <a:off x="5194300" y="2057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45" name="Text 143"/>
          <p:cNvSpPr/>
          <p:nvPr/>
        </p:nvSpPr>
        <p:spPr>
          <a:xfrm>
            <a:off x="5321300" y="2057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6" name="Text 144"/>
          <p:cNvSpPr/>
          <p:nvPr/>
        </p:nvSpPr>
        <p:spPr>
          <a:xfrm>
            <a:off x="6299200" y="2057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47" name="Text 145"/>
          <p:cNvSpPr/>
          <p:nvPr/>
        </p:nvSpPr>
        <p:spPr>
          <a:xfrm>
            <a:off x="6553200" y="2057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48" name="Text 146"/>
          <p:cNvSpPr/>
          <p:nvPr/>
        </p:nvSpPr>
        <p:spPr>
          <a:xfrm>
            <a:off x="8826500" y="2057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9173210" y="1841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448800" y="1841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51" name="Text 149"/>
          <p:cNvSpPr/>
          <p:nvPr/>
        </p:nvSpPr>
        <p:spPr>
          <a:xfrm>
            <a:off x="9213850" y="1828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52" name="Text 150"/>
          <p:cNvSpPr/>
          <p:nvPr/>
        </p:nvSpPr>
        <p:spPr>
          <a:xfrm>
            <a:off x="9245600" y="2044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53" name="Text 151"/>
          <p:cNvSpPr/>
          <p:nvPr/>
        </p:nvSpPr>
        <p:spPr>
          <a:xfrm>
            <a:off x="9245600" y="2254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54" name="Text 152"/>
          <p:cNvSpPr/>
          <p:nvPr/>
        </p:nvSpPr>
        <p:spPr>
          <a:xfrm>
            <a:off x="3594100" y="28956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55" name="Text 153"/>
          <p:cNvSpPr/>
          <p:nvPr/>
        </p:nvSpPr>
        <p:spPr>
          <a:xfrm>
            <a:off x="41656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6" name="Text 154"/>
          <p:cNvSpPr/>
          <p:nvPr/>
        </p:nvSpPr>
        <p:spPr>
          <a:xfrm>
            <a:off x="43942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7" name="Text 155"/>
          <p:cNvSpPr/>
          <p:nvPr/>
        </p:nvSpPr>
        <p:spPr>
          <a:xfrm>
            <a:off x="46228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4178300" y="27051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62500" y="27178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06950" y="27178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092700" y="27178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2" name="Text 160"/>
          <p:cNvSpPr/>
          <p:nvPr/>
        </p:nvSpPr>
        <p:spPr>
          <a:xfrm>
            <a:off x="4876800" y="26670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3" name="Text 161"/>
          <p:cNvSpPr/>
          <p:nvPr/>
        </p:nvSpPr>
        <p:spPr>
          <a:xfrm>
            <a:off x="4895850" y="28829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64" name="Text 162"/>
          <p:cNvSpPr/>
          <p:nvPr/>
        </p:nvSpPr>
        <p:spPr>
          <a:xfrm>
            <a:off x="4895850" y="30924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65" name="Text 163"/>
          <p:cNvSpPr/>
          <p:nvPr/>
        </p:nvSpPr>
        <p:spPr>
          <a:xfrm>
            <a:off x="5194300" y="28956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66" name="Text 164"/>
          <p:cNvSpPr/>
          <p:nvPr/>
        </p:nvSpPr>
        <p:spPr>
          <a:xfrm>
            <a:off x="5321300" y="28956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7" name="Text 165"/>
          <p:cNvSpPr/>
          <p:nvPr/>
        </p:nvSpPr>
        <p:spPr>
          <a:xfrm>
            <a:off x="6299200" y="28956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68" name="Text 166"/>
          <p:cNvSpPr/>
          <p:nvPr/>
        </p:nvSpPr>
        <p:spPr>
          <a:xfrm>
            <a:off x="6553200" y="28956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69" name="Text 167"/>
          <p:cNvSpPr/>
          <p:nvPr/>
        </p:nvSpPr>
        <p:spPr>
          <a:xfrm>
            <a:off x="8826500" y="28956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9173210" y="27178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9448800" y="27178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2" name="Text 170"/>
          <p:cNvSpPr/>
          <p:nvPr/>
        </p:nvSpPr>
        <p:spPr>
          <a:xfrm>
            <a:off x="9213850" y="26670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73" name="Text 171"/>
          <p:cNvSpPr/>
          <p:nvPr/>
        </p:nvSpPr>
        <p:spPr>
          <a:xfrm>
            <a:off x="9245600" y="28829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74" name="Text 172"/>
          <p:cNvSpPr/>
          <p:nvPr/>
        </p:nvSpPr>
        <p:spPr>
          <a:xfrm>
            <a:off x="9245600" y="30924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75" name="Text 173"/>
          <p:cNvSpPr/>
          <p:nvPr/>
        </p:nvSpPr>
        <p:spPr>
          <a:xfrm>
            <a:off x="3594100" y="37338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76" name="Text 174"/>
          <p:cNvSpPr/>
          <p:nvPr/>
        </p:nvSpPr>
        <p:spPr>
          <a:xfrm>
            <a:off x="41656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7" name="Text 175"/>
          <p:cNvSpPr/>
          <p:nvPr/>
        </p:nvSpPr>
        <p:spPr>
          <a:xfrm>
            <a:off x="43942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8" name="Text 176"/>
          <p:cNvSpPr/>
          <p:nvPr/>
        </p:nvSpPr>
        <p:spPr>
          <a:xfrm>
            <a:off x="46228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9" name="Shape 177"/>
          <p:cNvSpPr/>
          <p:nvPr/>
        </p:nvSpPr>
        <p:spPr>
          <a:xfrm>
            <a:off x="4178300" y="35433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2500" y="35560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806950" y="35179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092700" y="35179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3" name="Text 181"/>
          <p:cNvSpPr/>
          <p:nvPr/>
        </p:nvSpPr>
        <p:spPr>
          <a:xfrm>
            <a:off x="4876800" y="35052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4" name="Text 182"/>
          <p:cNvSpPr/>
          <p:nvPr/>
        </p:nvSpPr>
        <p:spPr>
          <a:xfrm>
            <a:off x="4895850" y="37211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85" name="Text 183"/>
          <p:cNvSpPr/>
          <p:nvPr/>
        </p:nvSpPr>
        <p:spPr>
          <a:xfrm>
            <a:off x="4895850" y="3930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86" name="Text 184"/>
          <p:cNvSpPr/>
          <p:nvPr/>
        </p:nvSpPr>
        <p:spPr>
          <a:xfrm>
            <a:off x="5194300" y="37338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87" name="Text 185"/>
          <p:cNvSpPr/>
          <p:nvPr/>
        </p:nvSpPr>
        <p:spPr>
          <a:xfrm>
            <a:off x="5321300" y="3733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8" name="Text 186"/>
          <p:cNvSpPr/>
          <p:nvPr/>
        </p:nvSpPr>
        <p:spPr>
          <a:xfrm>
            <a:off x="6299200" y="37338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89" name="Text 187"/>
          <p:cNvSpPr/>
          <p:nvPr/>
        </p:nvSpPr>
        <p:spPr>
          <a:xfrm>
            <a:off x="6553200" y="37338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90" name="Text 188"/>
          <p:cNvSpPr/>
          <p:nvPr/>
        </p:nvSpPr>
        <p:spPr>
          <a:xfrm>
            <a:off x="8826500" y="37338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91" name="Shape 189"/>
          <p:cNvSpPr/>
          <p:nvPr/>
        </p:nvSpPr>
        <p:spPr>
          <a:xfrm>
            <a:off x="9173210" y="35179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448800" y="35179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93" name="Text 191"/>
          <p:cNvSpPr/>
          <p:nvPr/>
        </p:nvSpPr>
        <p:spPr>
          <a:xfrm>
            <a:off x="9213850" y="35052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4" name="Text 192"/>
          <p:cNvSpPr/>
          <p:nvPr/>
        </p:nvSpPr>
        <p:spPr>
          <a:xfrm>
            <a:off x="9245600" y="37211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95" name="Text 193"/>
          <p:cNvSpPr/>
          <p:nvPr/>
        </p:nvSpPr>
        <p:spPr>
          <a:xfrm>
            <a:off x="9245600" y="3930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96" name="Text 194"/>
          <p:cNvSpPr/>
          <p:nvPr/>
        </p:nvSpPr>
        <p:spPr>
          <a:xfrm>
            <a:off x="3594100" y="45720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97" name="Text 195"/>
          <p:cNvSpPr/>
          <p:nvPr/>
        </p:nvSpPr>
        <p:spPr>
          <a:xfrm>
            <a:off x="41656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8" name="Text 196"/>
          <p:cNvSpPr/>
          <p:nvPr/>
        </p:nvSpPr>
        <p:spPr>
          <a:xfrm>
            <a:off x="43942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9" name="Text 197"/>
          <p:cNvSpPr/>
          <p:nvPr/>
        </p:nvSpPr>
        <p:spPr>
          <a:xfrm>
            <a:off x="46228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4178300" y="43815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1" name="Shape 199"/>
          <p:cNvSpPr/>
          <p:nvPr/>
        </p:nvSpPr>
        <p:spPr>
          <a:xfrm>
            <a:off x="4762500" y="43942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806950" y="44069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092700" y="44069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4" name="Text 202"/>
          <p:cNvSpPr/>
          <p:nvPr/>
        </p:nvSpPr>
        <p:spPr>
          <a:xfrm>
            <a:off x="4876800" y="43434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05" name="Text 203"/>
          <p:cNvSpPr/>
          <p:nvPr/>
        </p:nvSpPr>
        <p:spPr>
          <a:xfrm>
            <a:off x="4895850" y="45593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06" name="Text 204"/>
          <p:cNvSpPr/>
          <p:nvPr/>
        </p:nvSpPr>
        <p:spPr>
          <a:xfrm>
            <a:off x="4895850" y="47688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07" name="Text 205"/>
          <p:cNvSpPr/>
          <p:nvPr/>
        </p:nvSpPr>
        <p:spPr>
          <a:xfrm>
            <a:off x="5219700" y="45720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08" name="Text 206"/>
          <p:cNvSpPr/>
          <p:nvPr/>
        </p:nvSpPr>
        <p:spPr>
          <a:xfrm>
            <a:off x="5334000" y="45720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209" name="Text 207"/>
          <p:cNvSpPr/>
          <p:nvPr/>
        </p:nvSpPr>
        <p:spPr>
          <a:xfrm>
            <a:off x="6457950" y="45720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10" name="Text 208"/>
          <p:cNvSpPr/>
          <p:nvPr/>
        </p:nvSpPr>
        <p:spPr>
          <a:xfrm>
            <a:off x="6705600" y="45720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11" name="Text 209"/>
          <p:cNvSpPr/>
          <p:nvPr/>
        </p:nvSpPr>
        <p:spPr>
          <a:xfrm>
            <a:off x="8991600" y="457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12" name="Shape 210"/>
          <p:cNvSpPr/>
          <p:nvPr/>
        </p:nvSpPr>
        <p:spPr>
          <a:xfrm>
            <a:off x="9319260" y="44069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593580" y="44069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14" name="Text 212"/>
          <p:cNvSpPr/>
          <p:nvPr/>
        </p:nvSpPr>
        <p:spPr>
          <a:xfrm>
            <a:off x="9366250" y="43434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15" name="Text 213"/>
          <p:cNvSpPr/>
          <p:nvPr/>
        </p:nvSpPr>
        <p:spPr>
          <a:xfrm>
            <a:off x="9398000" y="45593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16" name="Text 214"/>
          <p:cNvSpPr/>
          <p:nvPr/>
        </p:nvSpPr>
        <p:spPr>
          <a:xfrm>
            <a:off x="9398000" y="47688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17" name="Text 215"/>
          <p:cNvSpPr/>
          <p:nvPr/>
        </p:nvSpPr>
        <p:spPr>
          <a:xfrm>
            <a:off x="3594100" y="54102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218" name="Text 216"/>
          <p:cNvSpPr/>
          <p:nvPr/>
        </p:nvSpPr>
        <p:spPr>
          <a:xfrm>
            <a:off x="41656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9" name="Text 217"/>
          <p:cNvSpPr/>
          <p:nvPr/>
        </p:nvSpPr>
        <p:spPr>
          <a:xfrm>
            <a:off x="43942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20" name="Text 218"/>
          <p:cNvSpPr/>
          <p:nvPr/>
        </p:nvSpPr>
        <p:spPr>
          <a:xfrm>
            <a:off x="46228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1" name="Shape 219"/>
          <p:cNvSpPr/>
          <p:nvPr/>
        </p:nvSpPr>
        <p:spPr>
          <a:xfrm>
            <a:off x="4178300" y="52197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762500" y="52324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806950" y="5207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092700" y="5207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5" name="Text 223"/>
          <p:cNvSpPr/>
          <p:nvPr/>
        </p:nvSpPr>
        <p:spPr>
          <a:xfrm>
            <a:off x="4876800" y="51816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6" name="Text 224"/>
          <p:cNvSpPr/>
          <p:nvPr/>
        </p:nvSpPr>
        <p:spPr>
          <a:xfrm>
            <a:off x="4895850" y="53975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27" name="Text 225"/>
          <p:cNvSpPr/>
          <p:nvPr/>
        </p:nvSpPr>
        <p:spPr>
          <a:xfrm>
            <a:off x="4895850" y="56070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28" name="Text 226"/>
          <p:cNvSpPr/>
          <p:nvPr/>
        </p:nvSpPr>
        <p:spPr>
          <a:xfrm>
            <a:off x="5219700" y="54102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29" name="Text 227"/>
          <p:cNvSpPr/>
          <p:nvPr/>
        </p:nvSpPr>
        <p:spPr>
          <a:xfrm>
            <a:off x="5334000" y="54102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30" name="Text 228"/>
          <p:cNvSpPr/>
          <p:nvPr/>
        </p:nvSpPr>
        <p:spPr>
          <a:xfrm>
            <a:off x="6457950" y="54102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31" name="Text 229"/>
          <p:cNvSpPr/>
          <p:nvPr/>
        </p:nvSpPr>
        <p:spPr>
          <a:xfrm>
            <a:off x="6705600" y="5410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32" name="Text 230"/>
          <p:cNvSpPr/>
          <p:nvPr/>
        </p:nvSpPr>
        <p:spPr>
          <a:xfrm>
            <a:off x="8991600" y="54102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33" name="Shape 231"/>
          <p:cNvSpPr/>
          <p:nvPr/>
        </p:nvSpPr>
        <p:spPr>
          <a:xfrm>
            <a:off x="9319260" y="52070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593580" y="52070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5" name="Text 233"/>
          <p:cNvSpPr/>
          <p:nvPr/>
        </p:nvSpPr>
        <p:spPr>
          <a:xfrm>
            <a:off x="9366250" y="51816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6" name="Text 234"/>
          <p:cNvSpPr/>
          <p:nvPr/>
        </p:nvSpPr>
        <p:spPr>
          <a:xfrm>
            <a:off x="9398000" y="53975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37" name="Text 235"/>
          <p:cNvSpPr/>
          <p:nvPr/>
        </p:nvSpPr>
        <p:spPr>
          <a:xfrm>
            <a:off x="9398000" y="56070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38" name="Text 236"/>
          <p:cNvSpPr/>
          <p:nvPr/>
        </p:nvSpPr>
        <p:spPr>
          <a:xfrm>
            <a:off x="3594100" y="6248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239" name="Text 237"/>
          <p:cNvSpPr/>
          <p:nvPr/>
        </p:nvSpPr>
        <p:spPr>
          <a:xfrm>
            <a:off x="41656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40" name="Text 238"/>
          <p:cNvSpPr/>
          <p:nvPr/>
        </p:nvSpPr>
        <p:spPr>
          <a:xfrm>
            <a:off x="43942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41" name="Text 239"/>
          <p:cNvSpPr/>
          <p:nvPr/>
        </p:nvSpPr>
        <p:spPr>
          <a:xfrm>
            <a:off x="46228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42" name="Shape 240"/>
          <p:cNvSpPr/>
          <p:nvPr/>
        </p:nvSpPr>
        <p:spPr>
          <a:xfrm>
            <a:off x="4178300" y="6057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762500" y="6070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4" name="Shape 242"/>
          <p:cNvSpPr/>
          <p:nvPr/>
        </p:nvSpPr>
        <p:spPr>
          <a:xfrm>
            <a:off x="4806950" y="6032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92700" y="6032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6" name="Text 244"/>
          <p:cNvSpPr/>
          <p:nvPr/>
        </p:nvSpPr>
        <p:spPr>
          <a:xfrm>
            <a:off x="4876800" y="6019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7" name="Text 245"/>
          <p:cNvSpPr/>
          <p:nvPr/>
        </p:nvSpPr>
        <p:spPr>
          <a:xfrm>
            <a:off x="4895850" y="6235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48" name="Text 246"/>
          <p:cNvSpPr/>
          <p:nvPr/>
        </p:nvSpPr>
        <p:spPr>
          <a:xfrm>
            <a:off x="4895850" y="6445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49" name="Text 247"/>
          <p:cNvSpPr/>
          <p:nvPr/>
        </p:nvSpPr>
        <p:spPr>
          <a:xfrm>
            <a:off x="5219700" y="6248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50" name="Text 248"/>
          <p:cNvSpPr/>
          <p:nvPr/>
        </p:nvSpPr>
        <p:spPr>
          <a:xfrm>
            <a:off x="5334000" y="62484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251" name="Text 249"/>
          <p:cNvSpPr/>
          <p:nvPr/>
        </p:nvSpPr>
        <p:spPr>
          <a:xfrm>
            <a:off x="6457950" y="6248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52" name="Text 250"/>
          <p:cNvSpPr/>
          <p:nvPr/>
        </p:nvSpPr>
        <p:spPr>
          <a:xfrm>
            <a:off x="6705600" y="6248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53" name="Text 251"/>
          <p:cNvSpPr/>
          <p:nvPr/>
        </p:nvSpPr>
        <p:spPr>
          <a:xfrm>
            <a:off x="8991600" y="6248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54" name="Shape 252"/>
          <p:cNvSpPr/>
          <p:nvPr/>
        </p:nvSpPr>
        <p:spPr>
          <a:xfrm>
            <a:off x="9319260" y="6032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9593580" y="6032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56" name="Text 254"/>
          <p:cNvSpPr/>
          <p:nvPr/>
        </p:nvSpPr>
        <p:spPr>
          <a:xfrm>
            <a:off x="9366250" y="6019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7" name="Text 255"/>
          <p:cNvSpPr/>
          <p:nvPr/>
        </p:nvSpPr>
        <p:spPr>
          <a:xfrm>
            <a:off x="9398000" y="6235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58" name="Text 256"/>
          <p:cNvSpPr/>
          <p:nvPr/>
        </p:nvSpPr>
        <p:spPr>
          <a:xfrm>
            <a:off x="9398000" y="6445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2026-10-26T12:19:02Z</dcterms:created>
  <dcterms:modified xsi:type="dcterms:W3CDTF">2026-10-26T12:19:02Z</dcterms:modified>
</cp:coreProperties>
</file>