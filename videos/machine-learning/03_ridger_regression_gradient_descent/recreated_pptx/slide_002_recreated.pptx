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8850" y="240030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4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of Standard Linear</a:t>
            </a:r>
            <a:endParaRPr lang="en-US" sz="4250" dirty="0"/>
          </a:p>
        </p:txBody>
      </p:sp>
      <p:sp>
        <p:nvSpPr>
          <p:cNvPr id="9" name="Text 7"/>
          <p:cNvSpPr/>
          <p:nvPr/>
        </p:nvSpPr>
        <p:spPr>
          <a:xfrm>
            <a:off x="974090" y="335280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4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Model</a:t>
            </a:r>
            <a:endParaRPr lang="en-US" sz="4250" dirty="0"/>
          </a:p>
        </p:txBody>
      </p:sp>
      <p:sp>
        <p:nvSpPr>
          <p:cNvPr id="10" name="Shape 8"/>
          <p:cNvSpPr/>
          <p:nvPr/>
        </p:nvSpPr>
        <p:spPr>
          <a:xfrm>
            <a:off x="9728200" y="901700"/>
            <a:ext cx="38100" cy="139700"/>
          </a:xfrm>
          <a:prstGeom prst="rect">
            <a:avLst/>
          </a:prstGeom>
          <a:solidFill>
            <a:srgbClr val="808080"/>
          </a:solidFill>
          <a:ln/>
        </p:spPr>
      </p:sp>
      <p:sp>
        <p:nvSpPr>
          <p:cNvPr id="11" name="Shape 9"/>
          <p:cNvSpPr/>
          <p:nvPr/>
        </p:nvSpPr>
        <p:spPr>
          <a:xfrm>
            <a:off x="9690100" y="939800"/>
            <a:ext cx="127000" cy="38100"/>
          </a:xfrm>
          <a:prstGeom prst="rect">
            <a:avLst/>
          </a:prstGeom>
          <a:solidFill>
            <a:srgbClr val="80808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2026-10-23T12:51:43Z</dcterms:created>
  <dcterms:modified xsi:type="dcterms:W3CDTF">2026-10-23T12:51:43Z</dcterms:modified>
</cp:coreProperties>
</file>