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1865" y="210312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Descent</a:t>
            </a:r>
            <a:pPr algn="ctr" indent="0" marL="0">
              <a:buNone/>
            </a:pPr>
            <a:r>
              <a:rPr lang="en-US" sz="445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(GD)</a:t>
            </a:r>
            <a:endParaRPr lang="en-US" sz="4450" dirty="0"/>
          </a:p>
        </p:txBody>
      </p:sp>
      <p:sp>
        <p:nvSpPr>
          <p:cNvPr id="9" name="Text 7"/>
          <p:cNvSpPr/>
          <p:nvPr/>
        </p:nvSpPr>
        <p:spPr>
          <a:xfrm>
            <a:off x="878205" y="309372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4450" dirty="0"/>
          </a:p>
        </p:txBody>
      </p:sp>
      <p:sp>
        <p:nvSpPr>
          <p:cNvPr id="10" name="Text 8"/>
          <p:cNvSpPr/>
          <p:nvPr/>
        </p:nvSpPr>
        <p:spPr>
          <a:xfrm>
            <a:off x="948690" y="408432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Stochastic  Gradient Descent</a:t>
            </a:r>
            <a:pPr algn="ctr" indent="0" marL="0">
              <a:buNone/>
            </a:pPr>
            <a:r>
              <a:rPr lang="en-US" sz="445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(SGD)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2026-10-23T13:04:41Z</dcterms:created>
  <dcterms:modified xsi:type="dcterms:W3CDTF">2026-10-23T13:04:41Z</dcterms:modified>
</cp:coreProperties>
</file>